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3" r:id="rId7"/>
    <p:sldId id="259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1CB7F5-621D-4205-A112-58CCCCCDE698}" v="37" dt="2025-10-18T01:27:44.4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lan Assidiq" userId="de236b58-34b6-44ed-8347-ed5a26859d6f" providerId="ADAL" clId="{7DA18F00-C1C8-45B8-B431-245BD39695C3}"/>
    <pc:docChg chg="undo custSel addSld delSld modSld sldOrd">
      <pc:chgData name="Irlan Assidiq" userId="de236b58-34b6-44ed-8347-ed5a26859d6f" providerId="ADAL" clId="{7DA18F00-C1C8-45B8-B431-245BD39695C3}" dt="2025-10-18T01:27:46.540" v="169" actId="403"/>
      <pc:docMkLst>
        <pc:docMk/>
      </pc:docMkLst>
      <pc:sldChg chg="addSp delSp modSp new mod setBg">
        <pc:chgData name="Irlan Assidiq" userId="de236b58-34b6-44ed-8347-ed5a26859d6f" providerId="ADAL" clId="{7DA18F00-C1C8-45B8-B431-245BD39695C3}" dt="2025-10-17T23:23:55.805" v="25" actId="26606"/>
        <pc:sldMkLst>
          <pc:docMk/>
          <pc:sldMk cId="3135141337" sldId="259"/>
        </pc:sldMkLst>
        <pc:spChg chg="del">
          <ac:chgData name="Irlan Assidiq" userId="de236b58-34b6-44ed-8347-ed5a26859d6f" providerId="ADAL" clId="{7DA18F00-C1C8-45B8-B431-245BD39695C3}" dt="2025-10-17T23:19:07.959" v="3" actId="478"/>
          <ac:spMkLst>
            <pc:docMk/>
            <pc:sldMk cId="3135141337" sldId="259"/>
            <ac:spMk id="2" creationId="{1C0292A0-1BF6-4238-5065-5D2AFAA6FB83}"/>
          </ac:spMkLst>
        </pc:spChg>
        <pc:spChg chg="del">
          <ac:chgData name="Irlan Assidiq" userId="de236b58-34b6-44ed-8347-ed5a26859d6f" providerId="ADAL" clId="{7DA18F00-C1C8-45B8-B431-245BD39695C3}" dt="2025-10-17T23:18:51.339" v="2"/>
          <ac:spMkLst>
            <pc:docMk/>
            <pc:sldMk cId="3135141337" sldId="259"/>
            <ac:spMk id="3" creationId="{20B347EE-4230-22EE-547B-DDA89FBFA86C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4" creationId="{C926E5C2-4858-8D26-0264-BD9B38BF97F6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32" creationId="{C77029C7-84EF-F7F5-3B18-FF98CC328B44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47" creationId="{886DA224-B1E3-2093-DFEF-7B5511AC073F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56" creationId="{96658440-A251-9EE1-C74D-C1882B34ABA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68" creationId="{46CFD4C2-7B22-B2AE-87A0-01D75A93AC2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83" creationId="{4F8CF5F1-FC77-B5E3-49A9-EF666187D59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101" creationId="{2BE619CF-870C-91FB-E8DA-00CAE115F79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161" creationId="{D8EC434A-8AB5-FB76-AA27-5F19404461BA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00" creationId="{C5037D99-888D-BDB2-0313-4C120551A56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30" creationId="{AE9EB629-11D5-6659-260C-086DA79C4648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6" creationId="{F3060C83-F051-4F0E-ABAD-AA0DFC48B218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7" creationId="{83C98ABE-055B-441F-B07E-44F97F083C39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8" creationId="{29FDB030-9B49-4CED-8CCD-4D99382388AC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9" creationId="{3783CA14-24A1-485C-8B30-D6A5D87987AD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0" creationId="{9A97C86A-04D6-40F7-AE84-31AB43E6A846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1" creationId="{FF9F2414-84E8-453E-B1F3-389FDE8192D9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2" creationId="{3ECA69A1-7536-43AC-85EF-C7106179F5ED}"/>
          </ac:spMkLst>
        </pc:spChg>
        <pc:picChg chg="add mod">
          <ac:chgData name="Irlan Assidiq" userId="de236b58-34b6-44ed-8347-ed5a26859d6f" providerId="ADAL" clId="{7DA18F00-C1C8-45B8-B431-245BD39695C3}" dt="2025-10-17T23:23:55.805" v="25" actId="26606"/>
          <ac:picMkLst>
            <pc:docMk/>
            <pc:sldMk cId="3135141337" sldId="259"/>
            <ac:picMk id="5" creationId="{EBCA1B90-5495-AB46-EF49-71CD23B6434E}"/>
          </ac:picMkLst>
        </pc:picChg>
      </pc:sldChg>
      <pc:sldChg chg="addSp delSp modSp new mod ord setBg">
        <pc:chgData name="Irlan Assidiq" userId="de236b58-34b6-44ed-8347-ed5a26859d6f" providerId="ADAL" clId="{7DA18F00-C1C8-45B8-B431-245BD39695C3}" dt="2025-10-17T23:42:54.325" v="79" actId="403"/>
        <pc:sldMkLst>
          <pc:docMk/>
          <pc:sldMk cId="2858914795" sldId="260"/>
        </pc:sldMkLst>
        <pc:spChg chg="add del">
          <ac:chgData name="Irlan Assidiq" userId="de236b58-34b6-44ed-8347-ed5a26859d6f" providerId="ADAL" clId="{7DA18F00-C1C8-45B8-B431-245BD39695C3}" dt="2025-10-17T23:39:24.443" v="70" actId="26606"/>
          <ac:spMkLst>
            <pc:docMk/>
            <pc:sldMk cId="2858914795" sldId="260"/>
            <ac:spMk id="2" creationId="{C141CB06-9392-4637-E242-E8605ECC68F0}"/>
          </ac:spMkLst>
        </pc:spChg>
        <pc:spChg chg="add del">
          <ac:chgData name="Irlan Assidiq" userId="de236b58-34b6-44ed-8347-ed5a26859d6f" providerId="ADAL" clId="{7DA18F00-C1C8-45B8-B431-245BD39695C3}" dt="2025-10-17T23:39:22.504" v="69"/>
          <ac:spMkLst>
            <pc:docMk/>
            <pc:sldMk cId="2858914795" sldId="260"/>
            <ac:spMk id="3" creationId="{B1D01BB9-D9A7-8EB5-50B9-70606D460D1B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8" creationId="{BD49BAD6-31B9-8630-E2A0-6DC2DB6AF1CD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22" creationId="{2EA3B6BC-1D66-7D0A-76B1-CB0E3AED3D5D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2" creationId="{AF854C84-AF7F-0889-5B02-BC5521CAEBEC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8" creationId="{25D428A6-33FD-4C18-0D39-CAE336D8FB8F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9" creationId="{7B4DF7D5-C476-5349-C205-1F08FDE92E0B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0" creationId="{7C99AFD2-EA2C-E6D9-278F-C12708293C29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1" creationId="{8BA59A01-16B4-9395-3584-B30DCA29734B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4" creationId="{F01AA091-0B7F-D95A-3C41-6D5B578E99BA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7" creationId="{08347E17-20D7-3A42-9071-72A3540FB9B1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9" creationId="{5A1FA407-24C4-FBB2-8422-C1050CEE3E7B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60" creationId="{07AD8505-881A-6207-0628-F6CFC6D4E7B7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63" creationId="{8EE519F3-46E7-EB56-AF8D-404FEB1D5840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73" creationId="{A1D9342D-7FF9-E9D7-0310-24A33765E379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79" creationId="{AAA6A9E4-78FA-3C8A-8D66-09C5D2E2429A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83" creationId="{B599154B-13C8-B1B7-14E3-7C1F19EAEBDD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84" creationId="{4F84173F-9636-FC5F-13C9-5E36C17820C0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98" creationId="{885AFA76-C83A-8F5F-B108-119A7B49DC84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0" creationId="{8C067B47-4C15-B6D2-7D57-8C878AB23FEF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5" creationId="{26D32F0E-8F3C-91C4-9FCD-85B8D77EAD76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7" creationId="{7E5B1F7E-E0FE-E4EE-4A7E-62213FDA9DD9}"/>
          </ac:spMkLst>
        </pc:spChg>
        <pc:picChg chg="add mod">
          <ac:chgData name="Irlan Assidiq" userId="de236b58-34b6-44ed-8347-ed5a26859d6f" providerId="ADAL" clId="{7DA18F00-C1C8-45B8-B431-245BD39695C3}" dt="2025-10-17T23:39:11.112" v="68"/>
          <ac:picMkLst>
            <pc:docMk/>
            <pc:sldMk cId="2858914795" sldId="260"/>
            <ac:picMk id="5" creationId="{E5B7B375-5B3F-4F35-8045-FAB072897D94}"/>
          </ac:picMkLst>
        </pc:picChg>
        <pc:picChg chg="add mod">
          <ac:chgData name="Irlan Assidiq" userId="de236b58-34b6-44ed-8347-ed5a26859d6f" providerId="ADAL" clId="{7DA18F00-C1C8-45B8-B431-245BD39695C3}" dt="2025-10-17T23:39:24.443" v="70" actId="26606"/>
          <ac:picMkLst>
            <pc:docMk/>
            <pc:sldMk cId="2858914795" sldId="260"/>
            <ac:picMk id="58" creationId="{F239641D-C655-8F9D-F5DC-F652EDED98EB}"/>
          </ac:picMkLst>
        </pc:picChg>
      </pc:sldChg>
      <pc:sldChg chg="new del">
        <pc:chgData name="Irlan Assidiq" userId="de236b58-34b6-44ed-8347-ed5a26859d6f" providerId="ADAL" clId="{7DA18F00-C1C8-45B8-B431-245BD39695C3}" dt="2025-10-17T23:25:37.574" v="28" actId="47"/>
        <pc:sldMkLst>
          <pc:docMk/>
          <pc:sldMk cId="1788328113" sldId="261"/>
        </pc:sldMkLst>
      </pc:sldChg>
      <pc:sldChg chg="addSp delSp modSp add mod">
        <pc:chgData name="Irlan Assidiq" userId="de236b58-34b6-44ed-8347-ed5a26859d6f" providerId="ADAL" clId="{7DA18F00-C1C8-45B8-B431-245BD39695C3}" dt="2025-10-17T23:25:56.605" v="62" actId="20577"/>
        <pc:sldMkLst>
          <pc:docMk/>
          <pc:sldMk cId="1192252050" sldId="262"/>
        </pc:sldMkLst>
        <pc:spChg chg="mod">
          <ac:chgData name="Irlan Assidiq" userId="de236b58-34b6-44ed-8347-ed5a26859d6f" providerId="ADAL" clId="{7DA18F00-C1C8-45B8-B431-245BD39695C3}" dt="2025-10-17T23:25:47.908" v="36" actId="20577"/>
          <ac:spMkLst>
            <pc:docMk/>
            <pc:sldMk cId="1192252050" sldId="262"/>
            <ac:spMk id="2" creationId="{8953284A-ED1F-2067-65A3-B86BC493E694}"/>
          </ac:spMkLst>
        </pc:spChg>
        <pc:spChg chg="del">
          <ac:chgData name="Irlan Assidiq" userId="de236b58-34b6-44ed-8347-ed5a26859d6f" providerId="ADAL" clId="{7DA18F00-C1C8-45B8-B431-245BD39695C3}" dt="2025-10-17T23:25:44.739" v="29" actId="478"/>
          <ac:spMkLst>
            <pc:docMk/>
            <pc:sldMk cId="1192252050" sldId="262"/>
            <ac:spMk id="3" creationId="{C38320F2-85F3-9A84-3EB7-55FB3A792453}"/>
          </ac:spMkLst>
        </pc:spChg>
        <pc:spChg chg="add mod">
          <ac:chgData name="Irlan Assidiq" userId="de236b58-34b6-44ed-8347-ed5a26859d6f" providerId="ADAL" clId="{7DA18F00-C1C8-45B8-B431-245BD39695C3}" dt="2025-10-17T23:25:56.605" v="62" actId="20577"/>
          <ac:spMkLst>
            <pc:docMk/>
            <pc:sldMk cId="1192252050" sldId="262"/>
            <ac:spMk id="5" creationId="{B4F4B19A-CD38-E4E8-D102-8D1E5E02A25F}"/>
          </ac:spMkLst>
        </pc:spChg>
      </pc:sldChg>
      <pc:sldChg chg="addSp delSp modSp new mod setBg">
        <pc:chgData name="Irlan Assidiq" userId="de236b58-34b6-44ed-8347-ed5a26859d6f" providerId="ADAL" clId="{7DA18F00-C1C8-45B8-B431-245BD39695C3}" dt="2025-10-17T23:42:58.883" v="81" actId="403"/>
        <pc:sldMkLst>
          <pc:docMk/>
          <pc:sldMk cId="3177286554" sldId="263"/>
        </pc:sldMkLst>
        <pc:spChg chg="del">
          <ac:chgData name="Irlan Assidiq" userId="de236b58-34b6-44ed-8347-ed5a26859d6f" providerId="ADAL" clId="{7DA18F00-C1C8-45B8-B431-245BD39695C3}" dt="2025-10-17T23:42:36.111" v="76" actId="26606"/>
          <ac:spMkLst>
            <pc:docMk/>
            <pc:sldMk cId="3177286554" sldId="263"/>
            <ac:spMk id="2" creationId="{864CB665-9F3F-F836-54C1-7BFD7243960E}"/>
          </ac:spMkLst>
        </pc:spChg>
        <pc:spChg chg="del">
          <ac:chgData name="Irlan Assidiq" userId="de236b58-34b6-44ed-8347-ed5a26859d6f" providerId="ADAL" clId="{7DA18F00-C1C8-45B8-B431-245BD39695C3}" dt="2025-10-17T23:42:33.950" v="75"/>
          <ac:spMkLst>
            <pc:docMk/>
            <pc:sldMk cId="3177286554" sldId="263"/>
            <ac:spMk id="3" creationId="{0474F9A1-984A-04A1-9BE0-68561537AAB1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10" creationId="{24641206-5A43-FF4E-15DF-33BDBC253A3A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14" creationId="{2294B6F0-6F3F-95E3-57EB-4E6460938E44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0" creationId="{9C52DD8D-52E4-FDF1-33DD-20937646A259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3" creationId="{AC058D68-A1A3-B233-F86E-BFCDD3A27472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9" creationId="{302B6D0F-D1B0-696B-5B36-E7AD9B563352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32" creationId="{CF3D7C99-72D5-6879-E465-CFC27C6B134E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1" creationId="{B81961D2-E2A6-9086-83B3-A7987A95A7E1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4" creationId="{C1F0D5C1-4373-4B6F-0E81-E27AB15D0B03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9" creationId="{47944F34-EE3F-B523-D61C-AC8C944BB323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53" creationId="{0D83391D-0185-512C-E6FD-72A3D221DFD7}"/>
          </ac:spMkLst>
        </pc:spChg>
        <pc:picChg chg="add mod">
          <ac:chgData name="Irlan Assidiq" userId="de236b58-34b6-44ed-8347-ed5a26859d6f" providerId="ADAL" clId="{7DA18F00-C1C8-45B8-B431-245BD39695C3}" dt="2025-10-17T23:42:36.111" v="76" actId="26606"/>
          <ac:picMkLst>
            <pc:docMk/>
            <pc:sldMk cId="3177286554" sldId="263"/>
            <ac:picMk id="5" creationId="{B21E851E-E09E-70A2-692D-F0E58253A8DF}"/>
          </ac:picMkLst>
        </pc:picChg>
      </pc:sldChg>
      <pc:sldChg chg="modSp add mod">
        <pc:chgData name="Irlan Assidiq" userId="de236b58-34b6-44ed-8347-ed5a26859d6f" providerId="ADAL" clId="{7DA18F00-C1C8-45B8-B431-245BD39695C3}" dt="2025-10-18T00:32:27.314" v="118" actId="20577"/>
        <pc:sldMkLst>
          <pc:docMk/>
          <pc:sldMk cId="790302643" sldId="264"/>
        </pc:sldMkLst>
        <pc:spChg chg="mod">
          <ac:chgData name="Irlan Assidiq" userId="de236b58-34b6-44ed-8347-ed5a26859d6f" providerId="ADAL" clId="{7DA18F00-C1C8-45B8-B431-245BD39695C3}" dt="2025-10-18T00:32:18.369" v="94" actId="20577"/>
          <ac:spMkLst>
            <pc:docMk/>
            <pc:sldMk cId="790302643" sldId="264"/>
            <ac:spMk id="2" creationId="{7BC439A9-B5EE-F9A1-8A80-AC43568169BF}"/>
          </ac:spMkLst>
        </pc:spChg>
        <pc:spChg chg="mod">
          <ac:chgData name="Irlan Assidiq" userId="de236b58-34b6-44ed-8347-ed5a26859d6f" providerId="ADAL" clId="{7DA18F00-C1C8-45B8-B431-245BD39695C3}" dt="2025-10-18T00:32:27.314" v="118" actId="20577"/>
          <ac:spMkLst>
            <pc:docMk/>
            <pc:sldMk cId="790302643" sldId="264"/>
            <ac:spMk id="5" creationId="{67825526-CD3F-02D4-BF3A-44B591073712}"/>
          </ac:spMkLst>
        </pc:spChg>
      </pc:sldChg>
      <pc:sldChg chg="addSp delSp modSp add mod setBg">
        <pc:chgData name="Irlan Assidiq" userId="de236b58-34b6-44ed-8347-ed5a26859d6f" providerId="ADAL" clId="{7DA18F00-C1C8-45B8-B431-245BD39695C3}" dt="2025-10-18T01:07:21.228" v="127" actId="403"/>
        <pc:sldMkLst>
          <pc:docMk/>
          <pc:sldMk cId="1914944166" sldId="265"/>
        </pc:sldMkLst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" creationId="{CAF52BE8-46E6-8160-7EF4-11D3E497D856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8" creationId="{106871AA-8448-27C1-2D6E-481DAB2762C9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0" creationId="{61D22502-835C-5075-118F-E1FD720F9892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6" creationId="{90463D71-7E5E-FC7D-9B49-69D78D6EE25D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7" creationId="{7816F813-7037-3557-AC20-91368BB66FE5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0" creationId="{C1013AAC-DEDD-2AD4-B5AC-426488B6A804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23" creationId="{EC82300F-E598-B0F2-D026-19C8BC8AD6DA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6" creationId="{804E5F50-E14A-4FED-AF4D-7CF39F9FE630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8" creationId="{1DDAE6AF-7E8E-794D-06FB-91755A97D241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29" creationId="{5BB4D91F-88D1-C513-C7BC-BA52D49D58BF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32" creationId="{B37E4E5D-F877-7FC8-0B3D-DF4983AB201D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33" creationId="{A0EE662B-3F55-493B-C87D-75D1ECAEF2B1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37" creationId="{81BFD7A0-7EC1-4877-427A-1C5427A419C7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38" creationId="{802C16E4-B4AE-9B15-042F-CFF809462AA6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45" creationId="{51592CA4-E00D-0F16-E741-7FE5BDA446C7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46" creationId="{50714F3A-6349-055D-CE97-971F3F5609C9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2" creationId="{337E44FE-EC16-1613-0C04-8E8712E119BE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3" creationId="{C424AF5C-2A3E-976C-B1FD-4544BF8DBE68}"/>
          </ac:spMkLst>
        </pc:spChg>
        <pc:grpChg chg="del">
          <ac:chgData name="Irlan Assidiq" userId="de236b58-34b6-44ed-8347-ed5a26859d6f" providerId="ADAL" clId="{7DA18F00-C1C8-45B8-B431-245BD39695C3}" dt="2025-10-18T01:06:59.609" v="120" actId="478"/>
          <ac:grpSpMkLst>
            <pc:docMk/>
            <pc:sldMk cId="1914944166" sldId="265"/>
            <ac:grpSpMk id="59" creationId="{A5129A00-3D7E-1A03-2AA5-B4DC25924207}"/>
          </ac:grpSpMkLst>
        </pc:grpChg>
        <pc:picChg chg="add mod">
          <ac:chgData name="Irlan Assidiq" userId="de236b58-34b6-44ed-8347-ed5a26859d6f" providerId="ADAL" clId="{7DA18F00-C1C8-45B8-B431-245BD39695C3}" dt="2025-10-18T01:07:03.564" v="122" actId="26606"/>
          <ac:picMkLst>
            <pc:docMk/>
            <pc:sldMk cId="1914944166" sldId="265"/>
            <ac:picMk id="3" creationId="{F1CEAEAB-7ED4-50DE-8561-71FFCFBC212F}"/>
          </ac:picMkLst>
        </pc:picChg>
      </pc:sldChg>
      <pc:sldChg chg="addSp delSp modSp add mod setBg">
        <pc:chgData name="Irlan Assidiq" userId="de236b58-34b6-44ed-8347-ed5a26859d6f" providerId="ADAL" clId="{7DA18F00-C1C8-45B8-B431-245BD39695C3}" dt="2025-10-18T01:09:19.053" v="133" actId="403"/>
        <pc:sldMkLst>
          <pc:docMk/>
          <pc:sldMk cId="3537916272" sldId="266"/>
        </pc:sldMkLst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66" creationId="{66867155-A530-D6B5-610F-65B82402B5D9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72" creationId="{475F52AC-D7D8-93FB-09A0-1BC51993CD37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2" creationId="{E2DA91C4-89B9-E5C4-984A-5D9F483B0D3C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3" creationId="{0B4DF93A-534B-70B6-9B6E-BC0EC784204A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5" creationId="{91D1ACB9-74D4-B869-0E44-84CCF8AB28A0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1" creationId="{767F27BA-416B-D8D5-41DF-DAF744902175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3" creationId="{915BA670-68A8-4887-ECD3-D0A7306C8DC2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8" creationId="{95299396-232D-696B-BB4B-AAD4FB0812BA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105" creationId="{1ADAF9FF-F987-30F4-0583-22B769ACDCF9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106" creationId="{B46DA7F8-6B77-8C0D-EB0F-F5D4F0663EAF}"/>
          </ac:spMkLst>
        </pc:spChg>
        <pc:grpChg chg="del">
          <ac:chgData name="Irlan Assidiq" userId="de236b58-34b6-44ed-8347-ed5a26859d6f" providerId="ADAL" clId="{7DA18F00-C1C8-45B8-B431-245BD39695C3}" dt="2025-10-18T01:09:09.777" v="128" actId="478"/>
          <ac:grpSpMkLst>
            <pc:docMk/>
            <pc:sldMk cId="3537916272" sldId="266"/>
            <ac:grpSpMk id="6" creationId="{7050CC09-0525-3FA0-15F3-D2A8DC357D4A}"/>
          </ac:grpSpMkLst>
        </pc:grpChg>
        <pc:picChg chg="add mod">
          <ac:chgData name="Irlan Assidiq" userId="de236b58-34b6-44ed-8347-ed5a26859d6f" providerId="ADAL" clId="{7DA18F00-C1C8-45B8-B431-245BD39695C3}" dt="2025-10-18T01:09:12.540" v="130" actId="26606"/>
          <ac:picMkLst>
            <pc:docMk/>
            <pc:sldMk cId="3537916272" sldId="266"/>
            <ac:picMk id="3" creationId="{B9F59E0E-7626-2E5D-D48C-A1AC4537484D}"/>
          </ac:picMkLst>
        </pc:picChg>
      </pc:sldChg>
      <pc:sldChg chg="modSp add">
        <pc:chgData name="Irlan Assidiq" userId="de236b58-34b6-44ed-8347-ed5a26859d6f" providerId="ADAL" clId="{7DA18F00-C1C8-45B8-B431-245BD39695C3}" dt="2025-10-18T00:56:34.941" v="119" actId="14826"/>
        <pc:sldMkLst>
          <pc:docMk/>
          <pc:sldMk cId="455877136" sldId="267"/>
        </pc:sldMkLst>
        <pc:picChg chg="mod">
          <ac:chgData name="Irlan Assidiq" userId="de236b58-34b6-44ed-8347-ed5a26859d6f" providerId="ADAL" clId="{7DA18F00-C1C8-45B8-B431-245BD39695C3}" dt="2025-10-18T00:56:34.941" v="119" actId="14826"/>
          <ac:picMkLst>
            <pc:docMk/>
            <pc:sldMk cId="455877136" sldId="267"/>
            <ac:picMk id="5" creationId="{35E0B4FF-6D04-7D90-421C-9CC5162696FF}"/>
          </ac:picMkLst>
        </pc:picChg>
      </pc:sldChg>
      <pc:sldChg chg="modSp add mod">
        <pc:chgData name="Irlan Assidiq" userId="de236b58-34b6-44ed-8347-ed5a26859d6f" providerId="ADAL" clId="{7DA18F00-C1C8-45B8-B431-245BD39695C3}" dt="2025-10-18T01:10:36.845" v="154" actId="20577"/>
        <pc:sldMkLst>
          <pc:docMk/>
          <pc:sldMk cId="2095361896" sldId="268"/>
        </pc:sldMkLst>
        <pc:spChg chg="mod">
          <ac:chgData name="Irlan Assidiq" userId="de236b58-34b6-44ed-8347-ed5a26859d6f" providerId="ADAL" clId="{7DA18F00-C1C8-45B8-B431-245BD39695C3}" dt="2025-10-18T01:10:32.526" v="140" actId="20577"/>
          <ac:spMkLst>
            <pc:docMk/>
            <pc:sldMk cId="2095361896" sldId="268"/>
            <ac:spMk id="2" creationId="{C974AB54-B845-1007-8632-6437644DAB51}"/>
          </ac:spMkLst>
        </pc:spChg>
        <pc:spChg chg="mod">
          <ac:chgData name="Irlan Assidiq" userId="de236b58-34b6-44ed-8347-ed5a26859d6f" providerId="ADAL" clId="{7DA18F00-C1C8-45B8-B431-245BD39695C3}" dt="2025-10-18T01:10:36.845" v="154" actId="20577"/>
          <ac:spMkLst>
            <pc:docMk/>
            <pc:sldMk cId="2095361896" sldId="268"/>
            <ac:spMk id="5" creationId="{BBD1BAF6-0DEF-5D7C-E6E0-CB52CDA361FA}"/>
          </ac:spMkLst>
        </pc:spChg>
      </pc:sldChg>
      <pc:sldChg chg="addSp delSp modSp add mod setBg">
        <pc:chgData name="Irlan Assidiq" userId="de236b58-34b6-44ed-8347-ed5a26859d6f" providerId="ADAL" clId="{7DA18F00-C1C8-45B8-B431-245BD39695C3}" dt="2025-10-18T01:27:25.176" v="163" actId="403"/>
        <pc:sldMkLst>
          <pc:docMk/>
          <pc:sldMk cId="329841087" sldId="269"/>
        </pc:sldMkLst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58" creationId="{8401DCD4-167B-4804-419F-A7519B856AA5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77" creationId="{BEF5F6E5-3313-DA6C-7855-1F0439CA9622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78" creationId="{F3A72D2E-D4C6-A83C-893C-D43880DF16FD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1" creationId="{1EB94C26-C206-E7D9-B195-74607A922A9D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3" creationId="{2AD037B7-6645-859C-124F-AE40ECCB3065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9" creationId="{25251544-E5B5-8A55-BC76-340BEE5E5247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90" creationId="{00D1CACF-9222-6AD1-06B2-4FCF6A97A3FB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91" creationId="{50B04FC6-65D6-CC9F-B3CE-7359274B4569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102" creationId="{AF7E9092-1D0B-00C3-3F8B-958103AB975B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109" creationId="{CC38A72C-A735-3F5F-3294-5BE4EAAC1F68}"/>
          </ac:spMkLst>
        </pc:spChg>
        <pc:grpChg chg="del">
          <ac:chgData name="Irlan Assidiq" userId="de236b58-34b6-44ed-8347-ed5a26859d6f" providerId="ADAL" clId="{7DA18F00-C1C8-45B8-B431-245BD39695C3}" dt="2025-10-18T01:26:10.819" v="156" actId="478"/>
          <ac:grpSpMkLst>
            <pc:docMk/>
            <pc:sldMk cId="329841087" sldId="269"/>
            <ac:grpSpMk id="4" creationId="{294CE9D8-9D88-6583-E887-67AE05E41084}"/>
          </ac:grpSpMkLst>
        </pc:grpChg>
        <pc:picChg chg="add del mod">
          <ac:chgData name="Irlan Assidiq" userId="de236b58-34b6-44ed-8347-ed5a26859d6f" providerId="ADAL" clId="{7DA18F00-C1C8-45B8-B431-245BD39695C3}" dt="2025-10-18T01:26:18.148" v="158" actId="478"/>
          <ac:picMkLst>
            <pc:docMk/>
            <pc:sldMk cId="329841087" sldId="269"/>
            <ac:picMk id="3" creationId="{7F4F9890-72A3-5A15-072F-3F985B4EBE53}"/>
          </ac:picMkLst>
        </pc:picChg>
        <pc:picChg chg="add mod">
          <ac:chgData name="Irlan Assidiq" userId="de236b58-34b6-44ed-8347-ed5a26859d6f" providerId="ADAL" clId="{7DA18F00-C1C8-45B8-B431-245BD39695C3}" dt="2025-10-18T01:27:10.507" v="160" actId="26606"/>
          <ac:picMkLst>
            <pc:docMk/>
            <pc:sldMk cId="329841087" sldId="269"/>
            <ac:picMk id="56" creationId="{2F043800-FDF4-1FAD-BF1E-5721A1C08D81}"/>
          </ac:picMkLst>
        </pc:picChg>
      </pc:sldChg>
      <pc:sldChg chg="addSp delSp modSp add mod setBg">
        <pc:chgData name="Irlan Assidiq" userId="de236b58-34b6-44ed-8347-ed5a26859d6f" providerId="ADAL" clId="{7DA18F00-C1C8-45B8-B431-245BD39695C3}" dt="2025-10-18T01:27:46.540" v="169" actId="403"/>
        <pc:sldMkLst>
          <pc:docMk/>
          <pc:sldMk cId="2541710147" sldId="270"/>
        </pc:sldMkLst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7" creationId="{297A7C65-C8B8-285B-30C5-78802F58B385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17" creationId="{7E7C3C6D-AD43-9E59-AC30-B942751337E9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18" creationId="{6049A196-A8BD-983F-007B-1CABBFC537B6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22" creationId="{6EB4FFA6-70B1-6987-6EDA-169908E9C5EC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24" creationId="{E0DD5916-AF15-D318-EF27-68690AFEC717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30" creationId="{CA589708-0820-2895-B118-05C30402A6CD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4" creationId="{C4AA4BBC-168F-6485-7510-345123FF151D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6" creationId="{6A3A6875-10EC-6AB4-25D2-45038DF4C6B5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7" creationId="{2F236027-A067-D6A8-80CF-C30F836D07D2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52" creationId="{5A1C5603-3B2C-3887-8A7A-FCDD558CC012}"/>
          </ac:spMkLst>
        </pc:spChg>
        <pc:grpChg chg="del">
          <ac:chgData name="Irlan Assidiq" userId="de236b58-34b6-44ed-8347-ed5a26859d6f" providerId="ADAL" clId="{7DA18F00-C1C8-45B8-B431-245BD39695C3}" dt="2025-10-18T01:27:36.812" v="164" actId="478"/>
          <ac:grpSpMkLst>
            <pc:docMk/>
            <pc:sldMk cId="2541710147" sldId="270"/>
            <ac:grpSpMk id="4" creationId="{156C05F4-E916-B6FB-AB26-476D1BDC1106}"/>
          </ac:grpSpMkLst>
        </pc:grpChg>
        <pc:picChg chg="add mod">
          <ac:chgData name="Irlan Assidiq" userId="de236b58-34b6-44ed-8347-ed5a26859d6f" providerId="ADAL" clId="{7DA18F00-C1C8-45B8-B431-245BD39695C3}" dt="2025-10-18T01:27:39.695" v="166" actId="26606"/>
          <ac:picMkLst>
            <pc:docMk/>
            <pc:sldMk cId="2541710147" sldId="270"/>
            <ac:picMk id="3" creationId="{CD4B023B-3BF4-D268-FEB8-BD7A96E2D847}"/>
          </ac:picMkLst>
        </pc:picChg>
      </pc:sldChg>
      <pc:sldChg chg="modSp add">
        <pc:chgData name="Irlan Assidiq" userId="de236b58-34b6-44ed-8347-ed5a26859d6f" providerId="ADAL" clId="{7DA18F00-C1C8-45B8-B431-245BD39695C3}" dt="2025-10-18T01:25:57.199" v="155" actId="14826"/>
        <pc:sldMkLst>
          <pc:docMk/>
          <pc:sldMk cId="3027671590" sldId="271"/>
        </pc:sldMkLst>
        <pc:picChg chg="mod">
          <ac:chgData name="Irlan Assidiq" userId="de236b58-34b6-44ed-8347-ed5a26859d6f" providerId="ADAL" clId="{7DA18F00-C1C8-45B8-B431-245BD39695C3}" dt="2025-10-18T01:25:57.199" v="155" actId="14826"/>
          <ac:picMkLst>
            <pc:docMk/>
            <pc:sldMk cId="3027671590" sldId="271"/>
            <ac:picMk id="5" creationId="{90A198BF-35DB-94B1-F1C1-C3BE7E5C0EDF}"/>
          </ac:picMkLst>
        </pc:picChg>
      </pc:sldChg>
    </pc:docChg>
  </pc:docChgLst>
  <pc:docChgLst>
    <pc:chgData name="Irlan Assidiq" userId="de236b58-34b6-44ed-8347-ed5a26859d6f" providerId="ADAL" clId="{811CB7F5-621D-4205-A112-58CCCCCDE698}"/>
    <pc:docChg chg="undo redo custSel addSld delSld modSld">
      <pc:chgData name="Irlan Assidiq" userId="de236b58-34b6-44ed-8347-ed5a26859d6f" providerId="ADAL" clId="{811CB7F5-621D-4205-A112-58CCCCCDE698}" dt="2025-10-14T07:02:38.190" v="176" actId="1038"/>
      <pc:docMkLst>
        <pc:docMk/>
      </pc:docMkLst>
      <pc:sldChg chg="modSp new mod">
        <pc:chgData name="Irlan Assidiq" userId="de236b58-34b6-44ed-8347-ed5a26859d6f" providerId="ADAL" clId="{811CB7F5-621D-4205-A112-58CCCCCDE698}" dt="2025-10-14T06:39:17.089" v="103" actId="20577"/>
        <pc:sldMkLst>
          <pc:docMk/>
          <pc:sldMk cId="3087990934" sldId="256"/>
        </pc:sldMkLst>
        <pc:spChg chg="mod">
          <ac:chgData name="Irlan Assidiq" userId="de236b58-34b6-44ed-8347-ed5a26859d6f" providerId="ADAL" clId="{811CB7F5-621D-4205-A112-58CCCCCDE698}" dt="2025-10-14T06:38:51.663" v="38" actId="20577"/>
          <ac:spMkLst>
            <pc:docMk/>
            <pc:sldMk cId="3087990934" sldId="256"/>
            <ac:spMk id="2" creationId="{533FE22B-1CB6-AA05-92E9-19BF7B238167}"/>
          </ac:spMkLst>
        </pc:spChg>
        <pc:spChg chg="mod">
          <ac:chgData name="Irlan Assidiq" userId="de236b58-34b6-44ed-8347-ed5a26859d6f" providerId="ADAL" clId="{811CB7F5-621D-4205-A112-58CCCCCDE698}" dt="2025-10-14T06:39:17.089" v="103" actId="20577"/>
          <ac:spMkLst>
            <pc:docMk/>
            <pc:sldMk cId="3087990934" sldId="256"/>
            <ac:spMk id="3" creationId="{10E773E9-A149-1C30-EEF9-59D9C3F475F6}"/>
          </ac:spMkLst>
        </pc:spChg>
      </pc:sldChg>
      <pc:sldChg chg="addSp delSp modSp new mod setBg">
        <pc:chgData name="Irlan Assidiq" userId="de236b58-34b6-44ed-8347-ed5a26859d6f" providerId="ADAL" clId="{811CB7F5-621D-4205-A112-58CCCCCDE698}" dt="2025-10-14T06:46:40.602" v="143" actId="478"/>
        <pc:sldMkLst>
          <pc:docMk/>
          <pc:sldMk cId="2625697523" sldId="257"/>
        </pc:sldMkLst>
        <pc:spChg chg="mod">
          <ac:chgData name="Irlan Assidiq" userId="de236b58-34b6-44ed-8347-ed5a26859d6f" providerId="ADAL" clId="{811CB7F5-621D-4205-A112-58CCCCCDE698}" dt="2025-10-14T06:41:26.124" v="134" actId="404"/>
          <ac:spMkLst>
            <pc:docMk/>
            <pc:sldMk cId="2625697523" sldId="257"/>
            <ac:spMk id="172" creationId="{1BB98EEB-ACD3-27B6-B06E-5CD3269986D0}"/>
          </ac:spMkLst>
        </pc:spChg>
        <pc:spChg chg="mod">
          <ac:chgData name="Irlan Assidiq" userId="de236b58-34b6-44ed-8347-ed5a26859d6f" providerId="ADAL" clId="{811CB7F5-621D-4205-A112-58CCCCCDE698}" dt="2025-10-14T06:41:26.124" v="134" actId="404"/>
          <ac:spMkLst>
            <pc:docMk/>
            <pc:sldMk cId="2625697523" sldId="257"/>
            <ac:spMk id="184" creationId="{101859F8-CF9E-44E2-0D06-BC35D1682EAF}"/>
          </ac:spMkLst>
        </pc:spChg>
        <pc:spChg chg="mod">
          <ac:chgData name="Irlan Assidiq" userId="de236b58-34b6-44ed-8347-ed5a26859d6f" providerId="ADAL" clId="{811CB7F5-621D-4205-A112-58CCCCCDE698}" dt="2025-10-14T06:41:26.124" v="134" actId="404"/>
          <ac:spMkLst>
            <pc:docMk/>
            <pc:sldMk cId="2625697523" sldId="257"/>
            <ac:spMk id="189" creationId="{E1C42324-841F-97F0-2B92-01B50FDDEBCC}"/>
          </ac:spMkLst>
        </pc:spChg>
        <pc:spChg chg="mod">
          <ac:chgData name="Irlan Assidiq" userId="de236b58-34b6-44ed-8347-ed5a26859d6f" providerId="ADAL" clId="{811CB7F5-621D-4205-A112-58CCCCCDE698}" dt="2025-10-14T06:41:26.124" v="134" actId="404"/>
          <ac:spMkLst>
            <pc:docMk/>
            <pc:sldMk cId="2625697523" sldId="257"/>
            <ac:spMk id="190" creationId="{9F50AF7A-5973-4120-B6AC-FF5665852FD5}"/>
          </ac:spMkLst>
        </pc:spChg>
        <pc:spChg chg="mod">
          <ac:chgData name="Irlan Assidiq" userId="de236b58-34b6-44ed-8347-ed5a26859d6f" providerId="ADAL" clId="{811CB7F5-621D-4205-A112-58CCCCCDE698}" dt="2025-10-14T06:41:26.124" v="134" actId="404"/>
          <ac:spMkLst>
            <pc:docMk/>
            <pc:sldMk cId="2625697523" sldId="257"/>
            <ac:spMk id="192" creationId="{A50E443B-7396-84A2-6D08-431561D1D150}"/>
          </ac:spMkLst>
        </pc:spChg>
        <pc:spChg chg="mod">
          <ac:chgData name="Irlan Assidiq" userId="de236b58-34b6-44ed-8347-ed5a26859d6f" providerId="ADAL" clId="{811CB7F5-621D-4205-A112-58CCCCCDE698}" dt="2025-10-14T06:41:26.124" v="134" actId="404"/>
          <ac:spMkLst>
            <pc:docMk/>
            <pc:sldMk cId="2625697523" sldId="257"/>
            <ac:spMk id="199" creationId="{71A6A601-81F5-3A23-9F6B-BD2E34BC73FD}"/>
          </ac:spMkLst>
        </pc:spChg>
        <pc:spChg chg="mod">
          <ac:chgData name="Irlan Assidiq" userId="de236b58-34b6-44ed-8347-ed5a26859d6f" providerId="ADAL" clId="{811CB7F5-621D-4205-A112-58CCCCCDE698}" dt="2025-10-14T06:41:26.124" v="134" actId="404"/>
          <ac:spMkLst>
            <pc:docMk/>
            <pc:sldMk cId="2625697523" sldId="257"/>
            <ac:spMk id="200" creationId="{B439CB99-E6B5-4D2D-6D93-BCFB6240369D}"/>
          </ac:spMkLst>
        </pc:spChg>
        <pc:spChg chg="mod">
          <ac:chgData name="Irlan Assidiq" userId="de236b58-34b6-44ed-8347-ed5a26859d6f" providerId="ADAL" clId="{811CB7F5-621D-4205-A112-58CCCCCDE698}" dt="2025-10-14T06:41:26.124" v="134" actId="404"/>
          <ac:spMkLst>
            <pc:docMk/>
            <pc:sldMk cId="2625697523" sldId="257"/>
            <ac:spMk id="205" creationId="{02995088-84DB-257F-02DA-5E574478C258}"/>
          </ac:spMkLst>
        </pc:spChg>
        <pc:spChg chg="mod">
          <ac:chgData name="Irlan Assidiq" userId="de236b58-34b6-44ed-8347-ed5a26859d6f" providerId="ADAL" clId="{811CB7F5-621D-4205-A112-58CCCCCDE698}" dt="2025-10-14T06:41:26.124" v="134" actId="404"/>
          <ac:spMkLst>
            <pc:docMk/>
            <pc:sldMk cId="2625697523" sldId="257"/>
            <ac:spMk id="207" creationId="{86B7E701-A0BE-3E74-760E-C71C2A2C8EF6}"/>
          </ac:spMkLst>
        </pc:spChg>
        <pc:spChg chg="mod">
          <ac:chgData name="Irlan Assidiq" userId="de236b58-34b6-44ed-8347-ed5a26859d6f" providerId="ADAL" clId="{811CB7F5-621D-4205-A112-58CCCCCDE698}" dt="2025-10-14T06:41:26.124" v="134" actId="404"/>
          <ac:spMkLst>
            <pc:docMk/>
            <pc:sldMk cId="2625697523" sldId="257"/>
            <ac:spMk id="210" creationId="{47D44A7A-2093-7FD2-0DC7-01A40ADA178E}"/>
          </ac:spMkLst>
        </pc:spChg>
        <pc:grpChg chg="add del">
          <ac:chgData name="Irlan Assidiq" userId="de236b58-34b6-44ed-8347-ed5a26859d6f" providerId="ADAL" clId="{811CB7F5-621D-4205-A112-58CCCCCDE698}" dt="2025-10-14T06:46:40.602" v="143" actId="478"/>
          <ac:grpSpMkLst>
            <pc:docMk/>
            <pc:sldMk cId="2625697523" sldId="257"/>
            <ac:grpSpMk id="163" creationId="{6A2B2E7D-C6E4-67F3-14DC-3EB0F308EB17}"/>
          </ac:grpSpMkLst>
        </pc:grpChg>
      </pc:sldChg>
      <pc:sldChg chg="add del">
        <pc:chgData name="Irlan Assidiq" userId="de236b58-34b6-44ed-8347-ed5a26859d6f" providerId="ADAL" clId="{811CB7F5-621D-4205-A112-58CCCCCDE698}" dt="2025-10-14T06:46:26.449" v="141" actId="2890"/>
        <pc:sldMkLst>
          <pc:docMk/>
          <pc:sldMk cId="607545143" sldId="258"/>
        </pc:sldMkLst>
      </pc:sldChg>
      <pc:sldChg chg="addSp delSp modSp new del mod">
        <pc:chgData name="Irlan Assidiq" userId="de236b58-34b6-44ed-8347-ed5a26859d6f" providerId="ADAL" clId="{811CB7F5-621D-4205-A112-58CCCCCDE698}" dt="2025-10-14T06:45:50.702" v="139" actId="2696"/>
        <pc:sldMkLst>
          <pc:docMk/>
          <pc:sldMk cId="2973311063" sldId="258"/>
        </pc:sldMkLst>
      </pc:sldChg>
      <pc:sldChg chg="addSp delSp modSp new mod setBg">
        <pc:chgData name="Irlan Assidiq" userId="de236b58-34b6-44ed-8347-ed5a26859d6f" providerId="ADAL" clId="{811CB7F5-621D-4205-A112-58CCCCCDE698}" dt="2025-10-14T07:02:38.190" v="176" actId="1038"/>
        <pc:sldMkLst>
          <pc:docMk/>
          <pc:sldMk cId="3373553320" sldId="258"/>
        </pc:sldMkLst>
        <pc:spChg chg="mod">
          <ac:chgData name="Irlan Assidiq" userId="de236b58-34b6-44ed-8347-ed5a26859d6f" providerId="ADAL" clId="{811CB7F5-621D-4205-A112-58CCCCCDE698}" dt="2025-10-14T06:47:25.392" v="152" actId="404"/>
          <ac:spMkLst>
            <pc:docMk/>
            <pc:sldMk cId="3373553320" sldId="258"/>
            <ac:spMk id="7" creationId="{1222D8E4-61BE-6C16-4CD0-26B7D8B5B0C1}"/>
          </ac:spMkLst>
        </pc:spChg>
        <pc:spChg chg="mod">
          <ac:chgData name="Irlan Assidiq" userId="de236b58-34b6-44ed-8347-ed5a26859d6f" providerId="ADAL" clId="{811CB7F5-621D-4205-A112-58CCCCCDE698}" dt="2025-10-14T07:02:38.190" v="176" actId="1038"/>
          <ac:spMkLst>
            <pc:docMk/>
            <pc:sldMk cId="3373553320" sldId="258"/>
            <ac:spMk id="18" creationId="{73F748D4-7A40-0926-8D41-DA318AECBC88}"/>
          </ac:spMkLst>
        </pc:spChg>
        <pc:spChg chg="mod">
          <ac:chgData name="Irlan Assidiq" userId="de236b58-34b6-44ed-8347-ed5a26859d6f" providerId="ADAL" clId="{811CB7F5-621D-4205-A112-58CCCCCDE698}" dt="2025-10-14T06:47:25.392" v="152" actId="404"/>
          <ac:spMkLst>
            <pc:docMk/>
            <pc:sldMk cId="3373553320" sldId="258"/>
            <ac:spMk id="22" creationId="{A4BAE313-8A71-AD0A-DFC5-BB1D5150ACF3}"/>
          </ac:spMkLst>
        </pc:spChg>
        <pc:spChg chg="mod">
          <ac:chgData name="Irlan Assidiq" userId="de236b58-34b6-44ed-8347-ed5a26859d6f" providerId="ADAL" clId="{811CB7F5-621D-4205-A112-58CCCCCDE698}" dt="2025-10-14T06:47:25.392" v="152" actId="404"/>
          <ac:spMkLst>
            <pc:docMk/>
            <pc:sldMk cId="3373553320" sldId="258"/>
            <ac:spMk id="26" creationId="{A65D2CC6-EF25-64A6-73CD-86ECD81D1C24}"/>
          </ac:spMkLst>
        </pc:spChg>
        <pc:spChg chg="mod">
          <ac:chgData name="Irlan Assidiq" userId="de236b58-34b6-44ed-8347-ed5a26859d6f" providerId="ADAL" clId="{811CB7F5-621D-4205-A112-58CCCCCDE698}" dt="2025-10-14T06:47:25.392" v="152" actId="404"/>
          <ac:spMkLst>
            <pc:docMk/>
            <pc:sldMk cId="3373553320" sldId="258"/>
            <ac:spMk id="30" creationId="{E46F2C7A-20FF-7E69-845E-E4D9AA65F48B}"/>
          </ac:spMkLst>
        </pc:spChg>
        <pc:spChg chg="mod">
          <ac:chgData name="Irlan Assidiq" userId="de236b58-34b6-44ed-8347-ed5a26859d6f" providerId="ADAL" clId="{811CB7F5-621D-4205-A112-58CCCCCDE698}" dt="2025-10-14T06:47:25.392" v="152" actId="404"/>
          <ac:spMkLst>
            <pc:docMk/>
            <pc:sldMk cId="3373553320" sldId="258"/>
            <ac:spMk id="36" creationId="{C00A7EFF-94FB-70E3-ED4B-96A01A179F3C}"/>
          </ac:spMkLst>
        </pc:spChg>
        <pc:spChg chg="mod">
          <ac:chgData name="Irlan Assidiq" userId="de236b58-34b6-44ed-8347-ed5a26859d6f" providerId="ADAL" clId="{811CB7F5-621D-4205-A112-58CCCCCDE698}" dt="2025-10-14T06:47:25.392" v="152" actId="404"/>
          <ac:spMkLst>
            <pc:docMk/>
            <pc:sldMk cId="3373553320" sldId="258"/>
            <ac:spMk id="39" creationId="{B5B817D3-49DF-EAF5-6431-C6556E377751}"/>
          </ac:spMkLst>
        </pc:spChg>
        <pc:spChg chg="mod">
          <ac:chgData name="Irlan Assidiq" userId="de236b58-34b6-44ed-8347-ed5a26859d6f" providerId="ADAL" clId="{811CB7F5-621D-4205-A112-58CCCCCDE698}" dt="2025-10-14T06:47:25.392" v="152" actId="404"/>
          <ac:spMkLst>
            <pc:docMk/>
            <pc:sldMk cId="3373553320" sldId="258"/>
            <ac:spMk id="43" creationId="{2BD449B9-B743-181A-1E69-6F27F72F2A6A}"/>
          </ac:spMkLst>
        </pc:spChg>
        <pc:spChg chg="mod">
          <ac:chgData name="Irlan Assidiq" userId="de236b58-34b6-44ed-8347-ed5a26859d6f" providerId="ADAL" clId="{811CB7F5-621D-4205-A112-58CCCCCDE698}" dt="2025-10-14T06:47:25.392" v="152" actId="404"/>
          <ac:spMkLst>
            <pc:docMk/>
            <pc:sldMk cId="3373553320" sldId="258"/>
            <ac:spMk id="47" creationId="{694315BE-294D-2473-980C-6FCF17FB8DAF}"/>
          </ac:spMkLst>
        </pc:spChg>
        <pc:spChg chg="mod">
          <ac:chgData name="Irlan Assidiq" userId="de236b58-34b6-44ed-8347-ed5a26859d6f" providerId="ADAL" clId="{811CB7F5-621D-4205-A112-58CCCCCDE698}" dt="2025-10-14T06:47:25.392" v="152" actId="404"/>
          <ac:spMkLst>
            <pc:docMk/>
            <pc:sldMk cId="3373553320" sldId="258"/>
            <ac:spMk id="54" creationId="{A6EE2F23-E197-89BB-B54F-75081B192A3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A9CD-95EE-C703-D834-E8C272A90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1506A-5715-A7A7-C819-B5C3EA51B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C3AE2-B46F-113C-480F-B9DB627B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A7C3-57F1-E20E-5B84-1A160518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2233F-B49A-4421-268C-5B99D536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9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0947B-E13F-516E-44EF-2FD670EA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FC6-BDA3-B132-668C-D4F200A3D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E39B1-F0AD-4D53-215D-0547765A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7433-8347-FF02-9634-79BD99F7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B494A-3E2D-6862-BEE9-C8F460BA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4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F839-8470-B6FC-B968-7E7F5B86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25C1E-89E5-8FB3-AEB3-C6A599E38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6331B-4E5F-4D80-779F-3505A768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F22A8-D44F-213A-A0B6-ACAB27D1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D94DE-58C6-6EF6-680B-02681144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46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00EE-AD86-AFF1-AFDA-958F1CDF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A8700-4C7A-457B-084B-0B50BBDEC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E87E7-A6AE-AE44-E96A-90EE190BF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264F4-211C-59B2-B932-AB5DE328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1ABF4-1E62-19DF-E45E-112A72B4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D8D4E-A980-742F-77A7-24F5B40F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4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94ED-6D4D-289D-D587-4C0D024B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E8BCC-E56C-B3B8-D214-B0F785AAC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609B9-B9CD-2018-3085-91D71881D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13DBC-3BBC-0E67-F80B-12DBB9E5A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776A2-7014-2333-E339-5B826CF18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432AA-1217-2F1E-12A6-1726E458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12A81-E4D9-2390-31CC-3689BAD7E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0026B-9A4F-5E9E-19F2-4ADA069F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86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E1BB-5A3E-6AC5-B937-29D1F921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00CCB-9287-33E2-5F92-545EADF1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0EDDF-D223-CF91-C4E3-28EC07727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C6D8A-C884-0B29-1EF7-181FED64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9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487B8-EFE2-2B6D-69B0-2906165E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EE925-7080-EECC-8FA1-A64D15A8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E8C55-405C-7108-F264-7D9A0B54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0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E992-2CF7-E3D5-F853-28E007FA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48647-B934-FAEA-8049-7E2DE4334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9BC48-00B7-77EE-64E5-D71803B77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419D7-B95E-15BC-E855-852DBB48A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900B3-508A-7A9F-A137-330A9FEC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74196-CC6F-4DA8-F9DB-3D2A8475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02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6CE6-11C2-4CCB-A232-9B1ECAC7F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E1E4C-A775-8C3C-4B6E-93BC5D893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16736-7EB9-5D81-9978-F0B3BA2D7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68232-82A3-0D0B-63CA-F9F3AB55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44865-4E8F-18EF-250A-ABF49C54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3625B-9345-E6BD-1454-29E2D811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1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DE87-E64B-A391-4CC6-E235E6FA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06C44-A15F-1950-2C75-2D1808BFD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5E20-012C-6EB5-3FDC-518FA720F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CA1F8-0473-EAA9-2C3D-22D32C26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BE23B-A6BF-639F-536A-15696D41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2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8C8AE-279E-7DDD-C13A-0A7DCDCA5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2E3F9-6C1F-E77A-E966-F8A1DA500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2E0EE-8D3A-0EA4-E138-703E2CFD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4B4ED-0CAB-1D9C-EB11-6F8FC85C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9ABC2-5F85-4B0F-B782-AE5BE352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0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25BBF0-62D0-1B3B-F710-A54623968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5DF2F-2A61-D7BA-BED2-2002D91F1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CBBE8-668A-9048-A71C-1FEEF57ED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11D27-04FD-27BA-F3CF-52FE42CFB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60FFF-5EC2-FBC4-CCEE-508CA988B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3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E22B-1CB6-AA05-92E9-19BF7B2381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Perikanan</a:t>
            </a:r>
            <a:r>
              <a:rPr lang="en-US" dirty="0"/>
              <a:t> </a:t>
            </a:r>
            <a:r>
              <a:rPr lang="en-US" dirty="0" err="1"/>
              <a:t>Kapuntori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773E9-A149-1C30-EEF9-59D9C3F47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dirty="0"/>
              <a:t>Total landings</a:t>
            </a:r>
          </a:p>
          <a:p>
            <a:pPr marL="457200" indent="-457200">
              <a:buAutoNum type="arabicPeriod"/>
            </a:pPr>
            <a:r>
              <a:rPr lang="en-US" dirty="0"/>
              <a:t>CPUE</a:t>
            </a:r>
          </a:p>
          <a:p>
            <a:pPr marL="457200" indent="-457200">
              <a:buAutoNum type="arabicPeriod"/>
            </a:pPr>
            <a:r>
              <a:rPr lang="en-US" dirty="0"/>
              <a:t>Size Structure</a:t>
            </a:r>
          </a:p>
          <a:p>
            <a:pPr marL="457200" indent="-457200">
              <a:buAutoNum type="arabicPeriod"/>
            </a:pPr>
            <a:r>
              <a:rPr lang="en-US" dirty="0"/>
              <a:t>Species Composition</a:t>
            </a:r>
          </a:p>
        </p:txBody>
      </p:sp>
    </p:spTree>
    <p:extLst>
      <p:ext uri="{BB962C8B-B14F-4D97-AF65-F5344CB8AC3E}">
        <p14:creationId xmlns:p14="http://schemas.microsoft.com/office/powerpoint/2010/main" val="3087990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Content Placeholder 8">
            <a:extLst>
              <a:ext uri="{FF2B5EF4-FFF2-40B4-BE49-F238E27FC236}">
                <a16:creationId xmlns:a16="http://schemas.microsoft.com/office/drawing/2014/main" id="{6A2B2E7D-C6E4-67F3-14DC-3EB0F308EB17}"/>
              </a:ext>
            </a:extLst>
          </p:cNvPr>
          <p:cNvGrpSpPr/>
          <p:nvPr/>
        </p:nvGrpSpPr>
        <p:grpSpPr>
          <a:xfrm>
            <a:off x="961062" y="612426"/>
            <a:ext cx="10228055" cy="5602107"/>
            <a:chOff x="961062" y="612426"/>
            <a:chExt cx="10228055" cy="5602107"/>
          </a:xfrm>
        </p:grpSpPr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8F2010E5-CFA0-8B80-24B8-0011B90A4D95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E6CDD4CF-823D-770E-876B-7790E1EC676D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166" name="Content Placeholder 8">
              <a:extLst>
                <a:ext uri="{FF2B5EF4-FFF2-40B4-BE49-F238E27FC236}">
                  <a16:creationId xmlns:a16="http://schemas.microsoft.com/office/drawing/2014/main" id="{A33B6DE8-96EB-08BC-9346-F47112ECE2FC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10548E83-C72D-490D-E5AB-F556BDB21560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BE6EA52D-FC1C-54BB-BBAE-820638A35E24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3881423"/>
              </a:xfrm>
              <a:custGeom>
                <a:avLst/>
                <a:gdLst>
                  <a:gd name="connsiteX0" fmla="*/ 0 w 8773198"/>
                  <a:gd name="connsiteY0" fmla="*/ 0 h 3881423"/>
                  <a:gd name="connsiteX1" fmla="*/ 111050 w 8773198"/>
                  <a:gd name="connsiteY1" fmla="*/ 359048 h 3881423"/>
                  <a:gd name="connsiteX2" fmla="*/ 222101 w 8773198"/>
                  <a:gd name="connsiteY2" fmla="*/ 689817 h 3881423"/>
                  <a:gd name="connsiteX3" fmla="*/ 333151 w 8773198"/>
                  <a:gd name="connsiteY3" fmla="*/ 990718 h 3881423"/>
                  <a:gd name="connsiteX4" fmla="*/ 444202 w 8773198"/>
                  <a:gd name="connsiteY4" fmla="*/ 1260269 h 3881423"/>
                  <a:gd name="connsiteX5" fmla="*/ 555252 w 8773198"/>
                  <a:gd name="connsiteY5" fmla="*/ 1497410 h 3881423"/>
                  <a:gd name="connsiteX6" fmla="*/ 666303 w 8773198"/>
                  <a:gd name="connsiteY6" fmla="*/ 1701717 h 3881423"/>
                  <a:gd name="connsiteX7" fmla="*/ 777353 w 8773198"/>
                  <a:gd name="connsiteY7" fmla="*/ 1872874 h 3881423"/>
                  <a:gd name="connsiteX8" fmla="*/ 888404 w 8773198"/>
                  <a:gd name="connsiteY8" fmla="*/ 2012469 h 3881423"/>
                  <a:gd name="connsiteX9" fmla="*/ 999454 w 8773198"/>
                  <a:gd name="connsiteY9" fmla="*/ 2124631 h 3881423"/>
                  <a:gd name="connsiteX10" fmla="*/ 1110505 w 8773198"/>
                  <a:gd name="connsiteY10" fmla="*/ 2213493 h 3881423"/>
                  <a:gd name="connsiteX11" fmla="*/ 1221555 w 8773198"/>
                  <a:gd name="connsiteY11" fmla="*/ 2282761 h 3881423"/>
                  <a:gd name="connsiteX12" fmla="*/ 1332605 w 8773198"/>
                  <a:gd name="connsiteY12" fmla="*/ 2336141 h 3881423"/>
                  <a:gd name="connsiteX13" fmla="*/ 1443656 w 8773198"/>
                  <a:gd name="connsiteY13" fmla="*/ 2376918 h 3881423"/>
                  <a:gd name="connsiteX14" fmla="*/ 1554706 w 8773198"/>
                  <a:gd name="connsiteY14" fmla="*/ 2408057 h 3881423"/>
                  <a:gd name="connsiteX15" fmla="*/ 1665757 w 8773198"/>
                  <a:gd name="connsiteY15" fmla="*/ 2419284 h 3881423"/>
                  <a:gd name="connsiteX16" fmla="*/ 1776807 w 8773198"/>
                  <a:gd name="connsiteY16" fmla="*/ 2387615 h 3881423"/>
                  <a:gd name="connsiteX17" fmla="*/ 1887858 w 8773198"/>
                  <a:gd name="connsiteY17" fmla="*/ 2326291 h 3881423"/>
                  <a:gd name="connsiteX18" fmla="*/ 1998908 w 8773198"/>
                  <a:gd name="connsiteY18" fmla="*/ 2253634 h 3881423"/>
                  <a:gd name="connsiteX19" fmla="*/ 2109959 w 8773198"/>
                  <a:gd name="connsiteY19" fmla="*/ 2193158 h 3881423"/>
                  <a:gd name="connsiteX20" fmla="*/ 2221009 w 8773198"/>
                  <a:gd name="connsiteY20" fmla="*/ 2152381 h 3881423"/>
                  <a:gd name="connsiteX21" fmla="*/ 2332060 w 8773198"/>
                  <a:gd name="connsiteY21" fmla="*/ 2108321 h 3881423"/>
                  <a:gd name="connsiteX22" fmla="*/ 2443110 w 8773198"/>
                  <a:gd name="connsiteY22" fmla="*/ 2056846 h 3881423"/>
                  <a:gd name="connsiteX23" fmla="*/ 2554161 w 8773198"/>
                  <a:gd name="connsiteY23" fmla="*/ 2011303 h 3881423"/>
                  <a:gd name="connsiteX24" fmla="*/ 2665211 w 8773198"/>
                  <a:gd name="connsiteY24" fmla="*/ 1972857 h 3881423"/>
                  <a:gd name="connsiteX25" fmla="*/ 2776262 w 8773198"/>
                  <a:gd name="connsiteY25" fmla="*/ 1931021 h 3881423"/>
                  <a:gd name="connsiteX26" fmla="*/ 2887312 w 8773198"/>
                  <a:gd name="connsiteY26" fmla="*/ 1893527 h 3881423"/>
                  <a:gd name="connsiteX27" fmla="*/ 2998362 w 8773198"/>
                  <a:gd name="connsiteY27" fmla="*/ 1877958 h 3881423"/>
                  <a:gd name="connsiteX28" fmla="*/ 3109519 w 8773198"/>
                  <a:gd name="connsiteY28" fmla="*/ 1869167 h 3881423"/>
                  <a:gd name="connsiteX29" fmla="*/ 3220569 w 8773198"/>
                  <a:gd name="connsiteY29" fmla="*/ 1854233 h 3881423"/>
                  <a:gd name="connsiteX30" fmla="*/ 3331620 w 8773198"/>
                  <a:gd name="connsiteY30" fmla="*/ 1839829 h 3881423"/>
                  <a:gd name="connsiteX31" fmla="*/ 3442670 w 8773198"/>
                  <a:gd name="connsiteY31" fmla="*/ 1851585 h 3881423"/>
                  <a:gd name="connsiteX32" fmla="*/ 3553721 w 8773198"/>
                  <a:gd name="connsiteY32" fmla="*/ 1880500 h 3881423"/>
                  <a:gd name="connsiteX33" fmla="*/ 3664771 w 8773198"/>
                  <a:gd name="connsiteY33" fmla="*/ 1898929 h 3881423"/>
                  <a:gd name="connsiteX34" fmla="*/ 3775822 w 8773198"/>
                  <a:gd name="connsiteY34" fmla="*/ 1906978 h 3881423"/>
                  <a:gd name="connsiteX35" fmla="*/ 3886872 w 8773198"/>
                  <a:gd name="connsiteY35" fmla="*/ 1938117 h 3881423"/>
                  <a:gd name="connsiteX36" fmla="*/ 3997923 w 8773198"/>
                  <a:gd name="connsiteY36" fmla="*/ 1968620 h 3881423"/>
                  <a:gd name="connsiteX37" fmla="*/ 4108973 w 8773198"/>
                  <a:gd name="connsiteY37" fmla="*/ 1976140 h 3881423"/>
                  <a:gd name="connsiteX38" fmla="*/ 4220024 w 8773198"/>
                  <a:gd name="connsiteY38" fmla="*/ 1952839 h 3881423"/>
                  <a:gd name="connsiteX39" fmla="*/ 4331074 w 8773198"/>
                  <a:gd name="connsiteY39" fmla="*/ 1895963 h 3881423"/>
                  <a:gd name="connsiteX40" fmla="*/ 4442124 w 8773198"/>
                  <a:gd name="connsiteY40" fmla="*/ 1806572 h 3881423"/>
                  <a:gd name="connsiteX41" fmla="*/ 4553175 w 8773198"/>
                  <a:gd name="connsiteY41" fmla="*/ 1691126 h 3881423"/>
                  <a:gd name="connsiteX42" fmla="*/ 4664225 w 8773198"/>
                  <a:gd name="connsiteY42" fmla="*/ 1562864 h 3881423"/>
                  <a:gd name="connsiteX43" fmla="*/ 4775276 w 8773198"/>
                  <a:gd name="connsiteY43" fmla="*/ 1444771 h 3881423"/>
                  <a:gd name="connsiteX44" fmla="*/ 4886326 w 8773198"/>
                  <a:gd name="connsiteY44" fmla="*/ 1365335 h 3881423"/>
                  <a:gd name="connsiteX45" fmla="*/ 4997377 w 8773198"/>
                  <a:gd name="connsiteY45" fmla="*/ 1323817 h 3881423"/>
                  <a:gd name="connsiteX46" fmla="*/ 5108428 w 8773198"/>
                  <a:gd name="connsiteY46" fmla="*/ 1286323 h 3881423"/>
                  <a:gd name="connsiteX47" fmla="*/ 5219478 w 8773198"/>
                  <a:gd name="connsiteY47" fmla="*/ 1244805 h 3881423"/>
                  <a:gd name="connsiteX48" fmla="*/ 5330528 w 8773198"/>
                  <a:gd name="connsiteY48" fmla="*/ 1196297 h 3881423"/>
                  <a:gd name="connsiteX49" fmla="*/ 5441578 w 8773198"/>
                  <a:gd name="connsiteY49" fmla="*/ 1145352 h 3881423"/>
                  <a:gd name="connsiteX50" fmla="*/ 5552629 w 8773198"/>
                  <a:gd name="connsiteY50" fmla="*/ 1103092 h 3881423"/>
                  <a:gd name="connsiteX51" fmla="*/ 5663679 w 8773198"/>
                  <a:gd name="connsiteY51" fmla="*/ 1078097 h 3881423"/>
                  <a:gd name="connsiteX52" fmla="*/ 5774730 w 8773198"/>
                  <a:gd name="connsiteY52" fmla="*/ 1045369 h 3881423"/>
                  <a:gd name="connsiteX53" fmla="*/ 5885781 w 8773198"/>
                  <a:gd name="connsiteY53" fmla="*/ 999615 h 3881423"/>
                  <a:gd name="connsiteX54" fmla="*/ 5996831 w 8773198"/>
                  <a:gd name="connsiteY54" fmla="*/ 947399 h 3881423"/>
                  <a:gd name="connsiteX55" fmla="*/ 6107881 w 8773198"/>
                  <a:gd name="connsiteY55" fmla="*/ 907364 h 3881423"/>
                  <a:gd name="connsiteX56" fmla="*/ 6219038 w 8773198"/>
                  <a:gd name="connsiteY56" fmla="*/ 908635 h 3881423"/>
                  <a:gd name="connsiteX57" fmla="*/ 6330088 w 8773198"/>
                  <a:gd name="connsiteY57" fmla="*/ 975784 h 3881423"/>
                  <a:gd name="connsiteX58" fmla="*/ 6441139 w 8773198"/>
                  <a:gd name="connsiteY58" fmla="*/ 1090595 h 3881423"/>
                  <a:gd name="connsiteX59" fmla="*/ 6552189 w 8773198"/>
                  <a:gd name="connsiteY59" fmla="*/ 1224470 h 3881423"/>
                  <a:gd name="connsiteX60" fmla="*/ 6663240 w 8773198"/>
                  <a:gd name="connsiteY60" fmla="*/ 1353685 h 3881423"/>
                  <a:gd name="connsiteX61" fmla="*/ 6774290 w 8773198"/>
                  <a:gd name="connsiteY61" fmla="*/ 1461717 h 3881423"/>
                  <a:gd name="connsiteX62" fmla="*/ 6885340 w 8773198"/>
                  <a:gd name="connsiteY62" fmla="*/ 1539352 h 3881423"/>
                  <a:gd name="connsiteX63" fmla="*/ 6996391 w 8773198"/>
                  <a:gd name="connsiteY63" fmla="*/ 1621223 h 3881423"/>
                  <a:gd name="connsiteX64" fmla="*/ 7107441 w 8773198"/>
                  <a:gd name="connsiteY64" fmla="*/ 1712203 h 3881423"/>
                  <a:gd name="connsiteX65" fmla="*/ 7218492 w 8773198"/>
                  <a:gd name="connsiteY65" fmla="*/ 1799582 h 3881423"/>
                  <a:gd name="connsiteX66" fmla="*/ 7329543 w 8773198"/>
                  <a:gd name="connsiteY66" fmla="*/ 1875946 h 3881423"/>
                  <a:gd name="connsiteX67" fmla="*/ 7440593 w 8773198"/>
                  <a:gd name="connsiteY67" fmla="*/ 1952733 h 3881423"/>
                  <a:gd name="connsiteX68" fmla="*/ 7551643 w 8773198"/>
                  <a:gd name="connsiteY68" fmla="*/ 2029944 h 3881423"/>
                  <a:gd name="connsiteX69" fmla="*/ 7662694 w 8773198"/>
                  <a:gd name="connsiteY69" fmla="*/ 2104296 h 3881423"/>
                  <a:gd name="connsiteX70" fmla="*/ 7773744 w 8773198"/>
                  <a:gd name="connsiteY70" fmla="*/ 2171975 h 3881423"/>
                  <a:gd name="connsiteX71" fmla="*/ 7884794 w 8773198"/>
                  <a:gd name="connsiteY71" fmla="*/ 2229698 h 3881423"/>
                  <a:gd name="connsiteX72" fmla="*/ 7995845 w 8773198"/>
                  <a:gd name="connsiteY72" fmla="*/ 2277571 h 3881423"/>
                  <a:gd name="connsiteX73" fmla="*/ 8106896 w 8773198"/>
                  <a:gd name="connsiteY73" fmla="*/ 2313158 h 3881423"/>
                  <a:gd name="connsiteX74" fmla="*/ 8217946 w 8773198"/>
                  <a:gd name="connsiteY74" fmla="*/ 2334341 h 3881423"/>
                  <a:gd name="connsiteX75" fmla="*/ 8328997 w 8773198"/>
                  <a:gd name="connsiteY75" fmla="*/ 2339531 h 3881423"/>
                  <a:gd name="connsiteX76" fmla="*/ 8440047 w 8773198"/>
                  <a:gd name="connsiteY76" fmla="*/ 2326821 h 3881423"/>
                  <a:gd name="connsiteX77" fmla="*/ 8551097 w 8773198"/>
                  <a:gd name="connsiteY77" fmla="*/ 2297800 h 3881423"/>
                  <a:gd name="connsiteX78" fmla="*/ 8662148 w 8773198"/>
                  <a:gd name="connsiteY78" fmla="*/ 2255117 h 3881423"/>
                  <a:gd name="connsiteX79" fmla="*/ 8773198 w 8773198"/>
                  <a:gd name="connsiteY79" fmla="*/ 2201737 h 3881423"/>
                  <a:gd name="connsiteX80" fmla="*/ 8773198 w 8773198"/>
                  <a:gd name="connsiteY80" fmla="*/ 3881424 h 3881423"/>
                  <a:gd name="connsiteX81" fmla="*/ 8662148 w 8773198"/>
                  <a:gd name="connsiteY81" fmla="*/ 3737593 h 3881423"/>
                  <a:gd name="connsiteX82" fmla="*/ 8551097 w 8773198"/>
                  <a:gd name="connsiteY82" fmla="*/ 3603718 h 3881423"/>
                  <a:gd name="connsiteX83" fmla="*/ 8440047 w 8773198"/>
                  <a:gd name="connsiteY83" fmla="*/ 3479481 h 3881423"/>
                  <a:gd name="connsiteX84" fmla="*/ 8328997 w 8773198"/>
                  <a:gd name="connsiteY84" fmla="*/ 3364035 h 3881423"/>
                  <a:gd name="connsiteX85" fmla="*/ 8217946 w 8773198"/>
                  <a:gd name="connsiteY85" fmla="*/ 3256638 h 3881423"/>
                  <a:gd name="connsiteX86" fmla="*/ 8106896 w 8773198"/>
                  <a:gd name="connsiteY86" fmla="*/ 3159198 h 3881423"/>
                  <a:gd name="connsiteX87" fmla="*/ 7995845 w 8773198"/>
                  <a:gd name="connsiteY87" fmla="*/ 3072666 h 3881423"/>
                  <a:gd name="connsiteX88" fmla="*/ 7884794 w 8773198"/>
                  <a:gd name="connsiteY88" fmla="*/ 2997150 h 3881423"/>
                  <a:gd name="connsiteX89" fmla="*/ 7773744 w 8773198"/>
                  <a:gd name="connsiteY89" fmla="*/ 2930847 h 3881423"/>
                  <a:gd name="connsiteX90" fmla="*/ 7662694 w 8773198"/>
                  <a:gd name="connsiteY90" fmla="*/ 2867299 h 3881423"/>
                  <a:gd name="connsiteX91" fmla="*/ 7551643 w 8773198"/>
                  <a:gd name="connsiteY91" fmla="*/ 2804916 h 3881423"/>
                  <a:gd name="connsiteX92" fmla="*/ 7440593 w 8773198"/>
                  <a:gd name="connsiteY92" fmla="*/ 2744439 h 3881423"/>
                  <a:gd name="connsiteX93" fmla="*/ 7329543 w 8773198"/>
                  <a:gd name="connsiteY93" fmla="*/ 2687034 h 3881423"/>
                  <a:gd name="connsiteX94" fmla="*/ 7218492 w 8773198"/>
                  <a:gd name="connsiteY94" fmla="*/ 2629522 h 3881423"/>
                  <a:gd name="connsiteX95" fmla="*/ 7107441 w 8773198"/>
                  <a:gd name="connsiteY95" fmla="*/ 2556442 h 3881423"/>
                  <a:gd name="connsiteX96" fmla="*/ 6996391 w 8773198"/>
                  <a:gd name="connsiteY96" fmla="*/ 2478595 h 3881423"/>
                  <a:gd name="connsiteX97" fmla="*/ 6885340 w 8773198"/>
                  <a:gd name="connsiteY97" fmla="*/ 2408374 h 3881423"/>
                  <a:gd name="connsiteX98" fmla="*/ 6774290 w 8773198"/>
                  <a:gd name="connsiteY98" fmla="*/ 2335294 h 3881423"/>
                  <a:gd name="connsiteX99" fmla="*/ 6663240 w 8773198"/>
                  <a:gd name="connsiteY99" fmla="*/ 2227156 h 3881423"/>
                  <a:gd name="connsiteX100" fmla="*/ 6552189 w 8773198"/>
                  <a:gd name="connsiteY100" fmla="*/ 2108215 h 3881423"/>
                  <a:gd name="connsiteX101" fmla="*/ 6441139 w 8773198"/>
                  <a:gd name="connsiteY101" fmla="*/ 2000077 h 3881423"/>
                  <a:gd name="connsiteX102" fmla="*/ 6330088 w 8773198"/>
                  <a:gd name="connsiteY102" fmla="*/ 1917252 h 3881423"/>
                  <a:gd name="connsiteX103" fmla="*/ 6219038 w 8773198"/>
                  <a:gd name="connsiteY103" fmla="*/ 1869167 h 3881423"/>
                  <a:gd name="connsiteX104" fmla="*/ 6107881 w 8773198"/>
                  <a:gd name="connsiteY104" fmla="*/ 1860694 h 3881423"/>
                  <a:gd name="connsiteX105" fmla="*/ 5996831 w 8773198"/>
                  <a:gd name="connsiteY105" fmla="*/ 1888338 h 3881423"/>
                  <a:gd name="connsiteX106" fmla="*/ 5885781 w 8773198"/>
                  <a:gd name="connsiteY106" fmla="*/ 1947014 h 3881423"/>
                  <a:gd name="connsiteX107" fmla="*/ 5774730 w 8773198"/>
                  <a:gd name="connsiteY107" fmla="*/ 2021048 h 3881423"/>
                  <a:gd name="connsiteX108" fmla="*/ 5663679 w 8773198"/>
                  <a:gd name="connsiteY108" fmla="*/ 2082795 h 3881423"/>
                  <a:gd name="connsiteX109" fmla="*/ 5552629 w 8773198"/>
                  <a:gd name="connsiteY109" fmla="*/ 2108638 h 3881423"/>
                  <a:gd name="connsiteX110" fmla="*/ 5441578 w 8773198"/>
                  <a:gd name="connsiteY110" fmla="*/ 2128232 h 3881423"/>
                  <a:gd name="connsiteX111" fmla="*/ 5330528 w 8773198"/>
                  <a:gd name="connsiteY111" fmla="*/ 2154817 h 3881423"/>
                  <a:gd name="connsiteX112" fmla="*/ 5219478 w 8773198"/>
                  <a:gd name="connsiteY112" fmla="*/ 2194746 h 3881423"/>
                  <a:gd name="connsiteX113" fmla="*/ 5108428 w 8773198"/>
                  <a:gd name="connsiteY113" fmla="*/ 2247809 h 3881423"/>
                  <a:gd name="connsiteX114" fmla="*/ 4997377 w 8773198"/>
                  <a:gd name="connsiteY114" fmla="*/ 2306168 h 3881423"/>
                  <a:gd name="connsiteX115" fmla="*/ 4886326 w 8773198"/>
                  <a:gd name="connsiteY115" fmla="*/ 2357324 h 3881423"/>
                  <a:gd name="connsiteX116" fmla="*/ 4775276 w 8773198"/>
                  <a:gd name="connsiteY116" fmla="*/ 2417907 h 3881423"/>
                  <a:gd name="connsiteX117" fmla="*/ 4664225 w 8773198"/>
                  <a:gd name="connsiteY117" fmla="*/ 2503909 h 3881423"/>
                  <a:gd name="connsiteX118" fmla="*/ 4553175 w 8773198"/>
                  <a:gd name="connsiteY118" fmla="*/ 2610140 h 3881423"/>
                  <a:gd name="connsiteX119" fmla="*/ 4442124 w 8773198"/>
                  <a:gd name="connsiteY119" fmla="*/ 2725163 h 3881423"/>
                  <a:gd name="connsiteX120" fmla="*/ 4331074 w 8773198"/>
                  <a:gd name="connsiteY120" fmla="*/ 2828217 h 3881423"/>
                  <a:gd name="connsiteX121" fmla="*/ 4220024 w 8773198"/>
                  <a:gd name="connsiteY121" fmla="*/ 2891871 h 3881423"/>
                  <a:gd name="connsiteX122" fmla="*/ 4108973 w 8773198"/>
                  <a:gd name="connsiteY122" fmla="*/ 2895155 h 3881423"/>
                  <a:gd name="connsiteX123" fmla="*/ 3997923 w 8773198"/>
                  <a:gd name="connsiteY123" fmla="*/ 2863063 h 3881423"/>
                  <a:gd name="connsiteX124" fmla="*/ 3886872 w 8773198"/>
                  <a:gd name="connsiteY124" fmla="*/ 2827899 h 3881423"/>
                  <a:gd name="connsiteX125" fmla="*/ 3775822 w 8773198"/>
                  <a:gd name="connsiteY125" fmla="*/ 2807246 h 3881423"/>
                  <a:gd name="connsiteX126" fmla="*/ 3664771 w 8773198"/>
                  <a:gd name="connsiteY126" fmla="*/ 2795384 h 3881423"/>
                  <a:gd name="connsiteX127" fmla="*/ 3553721 w 8773198"/>
                  <a:gd name="connsiteY127" fmla="*/ 2759055 h 3881423"/>
                  <a:gd name="connsiteX128" fmla="*/ 3442670 w 8773198"/>
                  <a:gd name="connsiteY128" fmla="*/ 2728446 h 3881423"/>
                  <a:gd name="connsiteX129" fmla="*/ 3331620 w 8773198"/>
                  <a:gd name="connsiteY129" fmla="*/ 2721244 h 3881423"/>
                  <a:gd name="connsiteX130" fmla="*/ 3220569 w 8773198"/>
                  <a:gd name="connsiteY130" fmla="*/ 2712771 h 3881423"/>
                  <a:gd name="connsiteX131" fmla="*/ 3109519 w 8773198"/>
                  <a:gd name="connsiteY131" fmla="*/ 2700485 h 3881423"/>
                  <a:gd name="connsiteX132" fmla="*/ 2998362 w 8773198"/>
                  <a:gd name="connsiteY132" fmla="*/ 2705887 h 3881423"/>
                  <a:gd name="connsiteX133" fmla="*/ 2887312 w 8773198"/>
                  <a:gd name="connsiteY133" fmla="*/ 2731094 h 3881423"/>
                  <a:gd name="connsiteX134" fmla="*/ 2776262 w 8773198"/>
                  <a:gd name="connsiteY134" fmla="*/ 2764033 h 3881423"/>
                  <a:gd name="connsiteX135" fmla="*/ 2665211 w 8773198"/>
                  <a:gd name="connsiteY135" fmla="*/ 2804175 h 3881423"/>
                  <a:gd name="connsiteX136" fmla="*/ 2554161 w 8773198"/>
                  <a:gd name="connsiteY136" fmla="*/ 2853107 h 3881423"/>
                  <a:gd name="connsiteX137" fmla="*/ 2443110 w 8773198"/>
                  <a:gd name="connsiteY137" fmla="*/ 2897802 h 3881423"/>
                  <a:gd name="connsiteX138" fmla="*/ 2332060 w 8773198"/>
                  <a:gd name="connsiteY138" fmla="*/ 2946311 h 3881423"/>
                  <a:gd name="connsiteX139" fmla="*/ 2221009 w 8773198"/>
                  <a:gd name="connsiteY139" fmla="*/ 3004669 h 3881423"/>
                  <a:gd name="connsiteX140" fmla="*/ 2109959 w 8773198"/>
                  <a:gd name="connsiteY140" fmla="*/ 3058791 h 3881423"/>
                  <a:gd name="connsiteX141" fmla="*/ 1998908 w 8773198"/>
                  <a:gd name="connsiteY141" fmla="*/ 3116832 h 3881423"/>
                  <a:gd name="connsiteX142" fmla="*/ 1887858 w 8773198"/>
                  <a:gd name="connsiteY142" fmla="*/ 3187900 h 3881423"/>
                  <a:gd name="connsiteX143" fmla="*/ 1776807 w 8773198"/>
                  <a:gd name="connsiteY143" fmla="*/ 3255473 h 3881423"/>
                  <a:gd name="connsiteX144" fmla="*/ 1665757 w 8773198"/>
                  <a:gd name="connsiteY144" fmla="*/ 3297521 h 3881423"/>
                  <a:gd name="connsiteX145" fmla="*/ 1554706 w 8773198"/>
                  <a:gd name="connsiteY145" fmla="*/ 3290637 h 3881423"/>
                  <a:gd name="connsiteX146" fmla="*/ 1443656 w 8773198"/>
                  <a:gd name="connsiteY146" fmla="*/ 3259604 h 3881423"/>
                  <a:gd name="connsiteX147" fmla="*/ 1332605 w 8773198"/>
                  <a:gd name="connsiteY147" fmla="*/ 3219145 h 3881423"/>
                  <a:gd name="connsiteX148" fmla="*/ 1221555 w 8773198"/>
                  <a:gd name="connsiteY148" fmla="*/ 3168094 h 3881423"/>
                  <a:gd name="connsiteX149" fmla="*/ 1110505 w 8773198"/>
                  <a:gd name="connsiteY149" fmla="*/ 3105499 h 3881423"/>
                  <a:gd name="connsiteX150" fmla="*/ 999454 w 8773198"/>
                  <a:gd name="connsiteY150" fmla="*/ 3030724 h 3881423"/>
                  <a:gd name="connsiteX151" fmla="*/ 888404 w 8773198"/>
                  <a:gd name="connsiteY151" fmla="*/ 2943239 h 3881423"/>
                  <a:gd name="connsiteX152" fmla="*/ 777353 w 8773198"/>
                  <a:gd name="connsiteY152" fmla="*/ 2842833 h 3881423"/>
                  <a:gd name="connsiteX153" fmla="*/ 666303 w 8773198"/>
                  <a:gd name="connsiteY153" fmla="*/ 2729187 h 3881423"/>
                  <a:gd name="connsiteX154" fmla="*/ 555252 w 8773198"/>
                  <a:gd name="connsiteY154" fmla="*/ 2604845 h 3881423"/>
                  <a:gd name="connsiteX155" fmla="*/ 444202 w 8773198"/>
                  <a:gd name="connsiteY155" fmla="*/ 2472664 h 3881423"/>
                  <a:gd name="connsiteX156" fmla="*/ 333151 w 8773198"/>
                  <a:gd name="connsiteY156" fmla="*/ 2334235 h 3881423"/>
                  <a:gd name="connsiteX157" fmla="*/ 222101 w 8773198"/>
                  <a:gd name="connsiteY157" fmla="*/ 2190404 h 3881423"/>
                  <a:gd name="connsiteX158" fmla="*/ 111050 w 8773198"/>
                  <a:gd name="connsiteY158" fmla="*/ 2041595 h 3881423"/>
                  <a:gd name="connsiteX159" fmla="*/ 0 w 8773198"/>
                  <a:gd name="connsiteY159" fmla="*/ 1888020 h 388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3881423">
                    <a:moveTo>
                      <a:pt x="0" y="0"/>
                    </a:moveTo>
                    <a:lnTo>
                      <a:pt x="111050" y="359048"/>
                    </a:lnTo>
                    <a:lnTo>
                      <a:pt x="222101" y="689817"/>
                    </a:lnTo>
                    <a:lnTo>
                      <a:pt x="333151" y="990718"/>
                    </a:lnTo>
                    <a:lnTo>
                      <a:pt x="444202" y="1260269"/>
                    </a:lnTo>
                    <a:lnTo>
                      <a:pt x="555252" y="1497410"/>
                    </a:lnTo>
                    <a:lnTo>
                      <a:pt x="666303" y="1701717"/>
                    </a:lnTo>
                    <a:lnTo>
                      <a:pt x="777353" y="1872874"/>
                    </a:lnTo>
                    <a:lnTo>
                      <a:pt x="888404" y="2012469"/>
                    </a:lnTo>
                    <a:lnTo>
                      <a:pt x="999454" y="2124631"/>
                    </a:lnTo>
                    <a:lnTo>
                      <a:pt x="1110505" y="2213493"/>
                    </a:lnTo>
                    <a:lnTo>
                      <a:pt x="1221555" y="2282761"/>
                    </a:lnTo>
                    <a:lnTo>
                      <a:pt x="1332605" y="2336141"/>
                    </a:lnTo>
                    <a:lnTo>
                      <a:pt x="1443656" y="2376918"/>
                    </a:lnTo>
                    <a:lnTo>
                      <a:pt x="1554706" y="2408057"/>
                    </a:lnTo>
                    <a:lnTo>
                      <a:pt x="1665757" y="2419284"/>
                    </a:lnTo>
                    <a:lnTo>
                      <a:pt x="1776807" y="2387615"/>
                    </a:lnTo>
                    <a:lnTo>
                      <a:pt x="1887858" y="2326291"/>
                    </a:lnTo>
                    <a:lnTo>
                      <a:pt x="1998908" y="2253634"/>
                    </a:lnTo>
                    <a:lnTo>
                      <a:pt x="2109959" y="2193158"/>
                    </a:lnTo>
                    <a:lnTo>
                      <a:pt x="2221009" y="2152381"/>
                    </a:lnTo>
                    <a:lnTo>
                      <a:pt x="2332060" y="2108321"/>
                    </a:lnTo>
                    <a:lnTo>
                      <a:pt x="2443110" y="2056846"/>
                    </a:lnTo>
                    <a:lnTo>
                      <a:pt x="2554161" y="2011303"/>
                    </a:lnTo>
                    <a:lnTo>
                      <a:pt x="2665211" y="1972857"/>
                    </a:lnTo>
                    <a:lnTo>
                      <a:pt x="2776262" y="1931021"/>
                    </a:lnTo>
                    <a:lnTo>
                      <a:pt x="2887312" y="1893527"/>
                    </a:lnTo>
                    <a:lnTo>
                      <a:pt x="2998362" y="1877958"/>
                    </a:lnTo>
                    <a:lnTo>
                      <a:pt x="3109519" y="1869167"/>
                    </a:lnTo>
                    <a:lnTo>
                      <a:pt x="3220569" y="1854233"/>
                    </a:lnTo>
                    <a:lnTo>
                      <a:pt x="3331620" y="1839829"/>
                    </a:lnTo>
                    <a:lnTo>
                      <a:pt x="3442670" y="1851585"/>
                    </a:lnTo>
                    <a:lnTo>
                      <a:pt x="3553721" y="1880500"/>
                    </a:lnTo>
                    <a:lnTo>
                      <a:pt x="3664771" y="1898929"/>
                    </a:lnTo>
                    <a:lnTo>
                      <a:pt x="3775822" y="1906978"/>
                    </a:lnTo>
                    <a:lnTo>
                      <a:pt x="3886872" y="1938117"/>
                    </a:lnTo>
                    <a:lnTo>
                      <a:pt x="3997923" y="1968620"/>
                    </a:lnTo>
                    <a:lnTo>
                      <a:pt x="4108973" y="1976140"/>
                    </a:lnTo>
                    <a:lnTo>
                      <a:pt x="4220024" y="1952839"/>
                    </a:lnTo>
                    <a:lnTo>
                      <a:pt x="4331074" y="1895963"/>
                    </a:lnTo>
                    <a:lnTo>
                      <a:pt x="4442124" y="1806572"/>
                    </a:lnTo>
                    <a:lnTo>
                      <a:pt x="4553175" y="1691126"/>
                    </a:lnTo>
                    <a:lnTo>
                      <a:pt x="4664225" y="1562864"/>
                    </a:lnTo>
                    <a:lnTo>
                      <a:pt x="4775276" y="1444771"/>
                    </a:lnTo>
                    <a:lnTo>
                      <a:pt x="4886326" y="1365335"/>
                    </a:lnTo>
                    <a:lnTo>
                      <a:pt x="4997377" y="1323817"/>
                    </a:lnTo>
                    <a:lnTo>
                      <a:pt x="5108428" y="1286323"/>
                    </a:lnTo>
                    <a:lnTo>
                      <a:pt x="5219478" y="1244805"/>
                    </a:lnTo>
                    <a:lnTo>
                      <a:pt x="5330528" y="1196297"/>
                    </a:lnTo>
                    <a:lnTo>
                      <a:pt x="5441578" y="1145352"/>
                    </a:lnTo>
                    <a:lnTo>
                      <a:pt x="5552629" y="1103092"/>
                    </a:lnTo>
                    <a:lnTo>
                      <a:pt x="5663679" y="1078097"/>
                    </a:lnTo>
                    <a:lnTo>
                      <a:pt x="5774730" y="1045369"/>
                    </a:lnTo>
                    <a:lnTo>
                      <a:pt x="5885781" y="999615"/>
                    </a:lnTo>
                    <a:lnTo>
                      <a:pt x="5996831" y="947399"/>
                    </a:lnTo>
                    <a:lnTo>
                      <a:pt x="6107881" y="907364"/>
                    </a:lnTo>
                    <a:lnTo>
                      <a:pt x="6219038" y="908635"/>
                    </a:lnTo>
                    <a:lnTo>
                      <a:pt x="6330088" y="975784"/>
                    </a:lnTo>
                    <a:lnTo>
                      <a:pt x="6441139" y="1090595"/>
                    </a:lnTo>
                    <a:lnTo>
                      <a:pt x="6552189" y="1224470"/>
                    </a:lnTo>
                    <a:lnTo>
                      <a:pt x="6663240" y="1353685"/>
                    </a:lnTo>
                    <a:lnTo>
                      <a:pt x="6774290" y="1461717"/>
                    </a:lnTo>
                    <a:lnTo>
                      <a:pt x="6885340" y="1539352"/>
                    </a:lnTo>
                    <a:lnTo>
                      <a:pt x="6996391" y="1621223"/>
                    </a:lnTo>
                    <a:lnTo>
                      <a:pt x="7107441" y="1712203"/>
                    </a:lnTo>
                    <a:lnTo>
                      <a:pt x="7218492" y="1799582"/>
                    </a:lnTo>
                    <a:lnTo>
                      <a:pt x="7329543" y="1875946"/>
                    </a:lnTo>
                    <a:lnTo>
                      <a:pt x="7440593" y="1952733"/>
                    </a:lnTo>
                    <a:lnTo>
                      <a:pt x="7551643" y="2029944"/>
                    </a:lnTo>
                    <a:lnTo>
                      <a:pt x="7662694" y="2104296"/>
                    </a:lnTo>
                    <a:lnTo>
                      <a:pt x="7773744" y="2171975"/>
                    </a:lnTo>
                    <a:lnTo>
                      <a:pt x="7884794" y="2229698"/>
                    </a:lnTo>
                    <a:lnTo>
                      <a:pt x="7995845" y="2277571"/>
                    </a:lnTo>
                    <a:lnTo>
                      <a:pt x="8106896" y="2313158"/>
                    </a:lnTo>
                    <a:lnTo>
                      <a:pt x="8217946" y="2334341"/>
                    </a:lnTo>
                    <a:lnTo>
                      <a:pt x="8328997" y="2339531"/>
                    </a:lnTo>
                    <a:lnTo>
                      <a:pt x="8440047" y="2326821"/>
                    </a:lnTo>
                    <a:lnTo>
                      <a:pt x="8551097" y="2297800"/>
                    </a:lnTo>
                    <a:lnTo>
                      <a:pt x="8662148" y="2255117"/>
                    </a:lnTo>
                    <a:lnTo>
                      <a:pt x="8773198" y="2201737"/>
                    </a:lnTo>
                    <a:lnTo>
                      <a:pt x="8773198" y="3881424"/>
                    </a:lnTo>
                    <a:lnTo>
                      <a:pt x="8662148" y="3737593"/>
                    </a:lnTo>
                    <a:lnTo>
                      <a:pt x="8551097" y="3603718"/>
                    </a:lnTo>
                    <a:lnTo>
                      <a:pt x="8440047" y="3479481"/>
                    </a:lnTo>
                    <a:lnTo>
                      <a:pt x="8328997" y="3364035"/>
                    </a:lnTo>
                    <a:lnTo>
                      <a:pt x="8217946" y="3256638"/>
                    </a:lnTo>
                    <a:lnTo>
                      <a:pt x="8106896" y="3159198"/>
                    </a:lnTo>
                    <a:lnTo>
                      <a:pt x="7995845" y="3072666"/>
                    </a:lnTo>
                    <a:lnTo>
                      <a:pt x="7884794" y="2997150"/>
                    </a:lnTo>
                    <a:lnTo>
                      <a:pt x="7773744" y="2930847"/>
                    </a:lnTo>
                    <a:lnTo>
                      <a:pt x="7662694" y="2867299"/>
                    </a:lnTo>
                    <a:lnTo>
                      <a:pt x="7551643" y="2804916"/>
                    </a:lnTo>
                    <a:lnTo>
                      <a:pt x="7440593" y="2744439"/>
                    </a:lnTo>
                    <a:lnTo>
                      <a:pt x="7329543" y="2687034"/>
                    </a:lnTo>
                    <a:lnTo>
                      <a:pt x="7218492" y="2629522"/>
                    </a:lnTo>
                    <a:lnTo>
                      <a:pt x="7107441" y="2556442"/>
                    </a:lnTo>
                    <a:lnTo>
                      <a:pt x="6996391" y="2478595"/>
                    </a:lnTo>
                    <a:lnTo>
                      <a:pt x="6885340" y="2408374"/>
                    </a:lnTo>
                    <a:lnTo>
                      <a:pt x="6774290" y="2335294"/>
                    </a:lnTo>
                    <a:lnTo>
                      <a:pt x="6663240" y="2227156"/>
                    </a:lnTo>
                    <a:lnTo>
                      <a:pt x="6552189" y="2108215"/>
                    </a:lnTo>
                    <a:lnTo>
                      <a:pt x="6441139" y="2000077"/>
                    </a:lnTo>
                    <a:lnTo>
                      <a:pt x="6330088" y="1917252"/>
                    </a:lnTo>
                    <a:lnTo>
                      <a:pt x="6219038" y="1869167"/>
                    </a:lnTo>
                    <a:lnTo>
                      <a:pt x="6107881" y="1860694"/>
                    </a:lnTo>
                    <a:lnTo>
                      <a:pt x="5996831" y="1888338"/>
                    </a:lnTo>
                    <a:lnTo>
                      <a:pt x="5885781" y="1947014"/>
                    </a:lnTo>
                    <a:lnTo>
                      <a:pt x="5774730" y="2021048"/>
                    </a:lnTo>
                    <a:lnTo>
                      <a:pt x="5663679" y="2082795"/>
                    </a:lnTo>
                    <a:lnTo>
                      <a:pt x="5552629" y="2108638"/>
                    </a:lnTo>
                    <a:lnTo>
                      <a:pt x="5441578" y="2128232"/>
                    </a:lnTo>
                    <a:lnTo>
                      <a:pt x="5330528" y="2154817"/>
                    </a:lnTo>
                    <a:lnTo>
                      <a:pt x="5219478" y="2194746"/>
                    </a:lnTo>
                    <a:lnTo>
                      <a:pt x="5108428" y="2247809"/>
                    </a:lnTo>
                    <a:lnTo>
                      <a:pt x="4997377" y="2306168"/>
                    </a:lnTo>
                    <a:lnTo>
                      <a:pt x="4886326" y="2357324"/>
                    </a:lnTo>
                    <a:lnTo>
                      <a:pt x="4775276" y="2417907"/>
                    </a:lnTo>
                    <a:lnTo>
                      <a:pt x="4664225" y="2503909"/>
                    </a:lnTo>
                    <a:lnTo>
                      <a:pt x="4553175" y="2610140"/>
                    </a:lnTo>
                    <a:lnTo>
                      <a:pt x="4442124" y="2725163"/>
                    </a:lnTo>
                    <a:lnTo>
                      <a:pt x="4331074" y="2828217"/>
                    </a:lnTo>
                    <a:lnTo>
                      <a:pt x="4220024" y="2891871"/>
                    </a:lnTo>
                    <a:lnTo>
                      <a:pt x="4108973" y="2895155"/>
                    </a:lnTo>
                    <a:lnTo>
                      <a:pt x="3997923" y="2863063"/>
                    </a:lnTo>
                    <a:lnTo>
                      <a:pt x="3886872" y="2827899"/>
                    </a:lnTo>
                    <a:lnTo>
                      <a:pt x="3775822" y="2807246"/>
                    </a:lnTo>
                    <a:lnTo>
                      <a:pt x="3664771" y="2795384"/>
                    </a:lnTo>
                    <a:lnTo>
                      <a:pt x="3553721" y="2759055"/>
                    </a:lnTo>
                    <a:lnTo>
                      <a:pt x="3442670" y="2728446"/>
                    </a:lnTo>
                    <a:lnTo>
                      <a:pt x="3331620" y="2721244"/>
                    </a:lnTo>
                    <a:lnTo>
                      <a:pt x="3220569" y="2712771"/>
                    </a:lnTo>
                    <a:lnTo>
                      <a:pt x="3109519" y="2700485"/>
                    </a:lnTo>
                    <a:lnTo>
                      <a:pt x="2998362" y="2705887"/>
                    </a:lnTo>
                    <a:lnTo>
                      <a:pt x="2887312" y="2731094"/>
                    </a:lnTo>
                    <a:lnTo>
                      <a:pt x="2776262" y="2764033"/>
                    </a:lnTo>
                    <a:lnTo>
                      <a:pt x="2665211" y="2804175"/>
                    </a:lnTo>
                    <a:lnTo>
                      <a:pt x="2554161" y="2853107"/>
                    </a:lnTo>
                    <a:lnTo>
                      <a:pt x="2443110" y="2897802"/>
                    </a:lnTo>
                    <a:lnTo>
                      <a:pt x="2332060" y="2946311"/>
                    </a:lnTo>
                    <a:lnTo>
                      <a:pt x="2221009" y="3004669"/>
                    </a:lnTo>
                    <a:lnTo>
                      <a:pt x="2109959" y="3058791"/>
                    </a:lnTo>
                    <a:lnTo>
                      <a:pt x="1998908" y="3116832"/>
                    </a:lnTo>
                    <a:lnTo>
                      <a:pt x="1887858" y="3187900"/>
                    </a:lnTo>
                    <a:lnTo>
                      <a:pt x="1776807" y="3255473"/>
                    </a:lnTo>
                    <a:lnTo>
                      <a:pt x="1665757" y="3297521"/>
                    </a:lnTo>
                    <a:lnTo>
                      <a:pt x="1554706" y="3290637"/>
                    </a:lnTo>
                    <a:lnTo>
                      <a:pt x="1443656" y="3259604"/>
                    </a:lnTo>
                    <a:lnTo>
                      <a:pt x="1332605" y="3219145"/>
                    </a:lnTo>
                    <a:lnTo>
                      <a:pt x="1221555" y="3168094"/>
                    </a:lnTo>
                    <a:lnTo>
                      <a:pt x="1110505" y="3105499"/>
                    </a:lnTo>
                    <a:lnTo>
                      <a:pt x="999454" y="3030724"/>
                    </a:lnTo>
                    <a:lnTo>
                      <a:pt x="888404" y="2943239"/>
                    </a:lnTo>
                    <a:lnTo>
                      <a:pt x="777353" y="2842833"/>
                    </a:lnTo>
                    <a:lnTo>
                      <a:pt x="666303" y="2729187"/>
                    </a:lnTo>
                    <a:lnTo>
                      <a:pt x="555252" y="2604845"/>
                    </a:lnTo>
                    <a:lnTo>
                      <a:pt x="444202" y="2472664"/>
                    </a:lnTo>
                    <a:lnTo>
                      <a:pt x="333151" y="2334235"/>
                    </a:lnTo>
                    <a:lnTo>
                      <a:pt x="222101" y="2190404"/>
                    </a:lnTo>
                    <a:lnTo>
                      <a:pt x="111050" y="2041595"/>
                    </a:lnTo>
                    <a:lnTo>
                      <a:pt x="0" y="1888020"/>
                    </a:lnTo>
                    <a:close/>
                  </a:path>
                </a:pathLst>
              </a:custGeom>
              <a:solidFill>
                <a:srgbClr val="06A7B4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DF3CFB72-7535-720C-60EB-E8551EC56BA6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2419283"/>
              </a:xfrm>
              <a:custGeom>
                <a:avLst/>
                <a:gdLst>
                  <a:gd name="connsiteX0" fmla="*/ 0 w 8773198"/>
                  <a:gd name="connsiteY0" fmla="*/ 0 h 2419283"/>
                  <a:gd name="connsiteX1" fmla="*/ 111050 w 8773198"/>
                  <a:gd name="connsiteY1" fmla="*/ 359048 h 2419283"/>
                  <a:gd name="connsiteX2" fmla="*/ 222101 w 8773198"/>
                  <a:gd name="connsiteY2" fmla="*/ 689817 h 2419283"/>
                  <a:gd name="connsiteX3" fmla="*/ 333151 w 8773198"/>
                  <a:gd name="connsiteY3" fmla="*/ 990718 h 2419283"/>
                  <a:gd name="connsiteX4" fmla="*/ 444202 w 8773198"/>
                  <a:gd name="connsiteY4" fmla="*/ 1260269 h 2419283"/>
                  <a:gd name="connsiteX5" fmla="*/ 555252 w 8773198"/>
                  <a:gd name="connsiteY5" fmla="*/ 1497410 h 2419283"/>
                  <a:gd name="connsiteX6" fmla="*/ 666303 w 8773198"/>
                  <a:gd name="connsiteY6" fmla="*/ 1701717 h 2419283"/>
                  <a:gd name="connsiteX7" fmla="*/ 777353 w 8773198"/>
                  <a:gd name="connsiteY7" fmla="*/ 1872874 h 2419283"/>
                  <a:gd name="connsiteX8" fmla="*/ 888404 w 8773198"/>
                  <a:gd name="connsiteY8" fmla="*/ 2012469 h 2419283"/>
                  <a:gd name="connsiteX9" fmla="*/ 999454 w 8773198"/>
                  <a:gd name="connsiteY9" fmla="*/ 2124631 h 2419283"/>
                  <a:gd name="connsiteX10" fmla="*/ 1110505 w 8773198"/>
                  <a:gd name="connsiteY10" fmla="*/ 2213493 h 2419283"/>
                  <a:gd name="connsiteX11" fmla="*/ 1221555 w 8773198"/>
                  <a:gd name="connsiteY11" fmla="*/ 2282761 h 2419283"/>
                  <a:gd name="connsiteX12" fmla="*/ 1332605 w 8773198"/>
                  <a:gd name="connsiteY12" fmla="*/ 2336141 h 2419283"/>
                  <a:gd name="connsiteX13" fmla="*/ 1443656 w 8773198"/>
                  <a:gd name="connsiteY13" fmla="*/ 2376918 h 2419283"/>
                  <a:gd name="connsiteX14" fmla="*/ 1554706 w 8773198"/>
                  <a:gd name="connsiteY14" fmla="*/ 2408057 h 2419283"/>
                  <a:gd name="connsiteX15" fmla="*/ 1665757 w 8773198"/>
                  <a:gd name="connsiteY15" fmla="*/ 2419284 h 2419283"/>
                  <a:gd name="connsiteX16" fmla="*/ 1776807 w 8773198"/>
                  <a:gd name="connsiteY16" fmla="*/ 2387615 h 2419283"/>
                  <a:gd name="connsiteX17" fmla="*/ 1887858 w 8773198"/>
                  <a:gd name="connsiteY17" fmla="*/ 2326291 h 2419283"/>
                  <a:gd name="connsiteX18" fmla="*/ 1998908 w 8773198"/>
                  <a:gd name="connsiteY18" fmla="*/ 2253634 h 2419283"/>
                  <a:gd name="connsiteX19" fmla="*/ 2109959 w 8773198"/>
                  <a:gd name="connsiteY19" fmla="*/ 2193158 h 2419283"/>
                  <a:gd name="connsiteX20" fmla="*/ 2221009 w 8773198"/>
                  <a:gd name="connsiteY20" fmla="*/ 2152381 h 2419283"/>
                  <a:gd name="connsiteX21" fmla="*/ 2332060 w 8773198"/>
                  <a:gd name="connsiteY21" fmla="*/ 2108321 h 2419283"/>
                  <a:gd name="connsiteX22" fmla="*/ 2443110 w 8773198"/>
                  <a:gd name="connsiteY22" fmla="*/ 2056846 h 2419283"/>
                  <a:gd name="connsiteX23" fmla="*/ 2554161 w 8773198"/>
                  <a:gd name="connsiteY23" fmla="*/ 2011303 h 2419283"/>
                  <a:gd name="connsiteX24" fmla="*/ 2665211 w 8773198"/>
                  <a:gd name="connsiteY24" fmla="*/ 1972857 h 2419283"/>
                  <a:gd name="connsiteX25" fmla="*/ 2776262 w 8773198"/>
                  <a:gd name="connsiteY25" fmla="*/ 1931021 h 2419283"/>
                  <a:gd name="connsiteX26" fmla="*/ 2887312 w 8773198"/>
                  <a:gd name="connsiteY26" fmla="*/ 1893527 h 2419283"/>
                  <a:gd name="connsiteX27" fmla="*/ 2998362 w 8773198"/>
                  <a:gd name="connsiteY27" fmla="*/ 1877958 h 2419283"/>
                  <a:gd name="connsiteX28" fmla="*/ 3109519 w 8773198"/>
                  <a:gd name="connsiteY28" fmla="*/ 1869167 h 2419283"/>
                  <a:gd name="connsiteX29" fmla="*/ 3220569 w 8773198"/>
                  <a:gd name="connsiteY29" fmla="*/ 1854233 h 2419283"/>
                  <a:gd name="connsiteX30" fmla="*/ 3331620 w 8773198"/>
                  <a:gd name="connsiteY30" fmla="*/ 1839829 h 2419283"/>
                  <a:gd name="connsiteX31" fmla="*/ 3442670 w 8773198"/>
                  <a:gd name="connsiteY31" fmla="*/ 1851585 h 2419283"/>
                  <a:gd name="connsiteX32" fmla="*/ 3553721 w 8773198"/>
                  <a:gd name="connsiteY32" fmla="*/ 1880500 h 2419283"/>
                  <a:gd name="connsiteX33" fmla="*/ 3664771 w 8773198"/>
                  <a:gd name="connsiteY33" fmla="*/ 1898929 h 2419283"/>
                  <a:gd name="connsiteX34" fmla="*/ 3775822 w 8773198"/>
                  <a:gd name="connsiteY34" fmla="*/ 1906978 h 2419283"/>
                  <a:gd name="connsiteX35" fmla="*/ 3886872 w 8773198"/>
                  <a:gd name="connsiteY35" fmla="*/ 1938117 h 2419283"/>
                  <a:gd name="connsiteX36" fmla="*/ 3997923 w 8773198"/>
                  <a:gd name="connsiteY36" fmla="*/ 1968620 h 2419283"/>
                  <a:gd name="connsiteX37" fmla="*/ 4108973 w 8773198"/>
                  <a:gd name="connsiteY37" fmla="*/ 1976140 h 2419283"/>
                  <a:gd name="connsiteX38" fmla="*/ 4220024 w 8773198"/>
                  <a:gd name="connsiteY38" fmla="*/ 1952839 h 2419283"/>
                  <a:gd name="connsiteX39" fmla="*/ 4331074 w 8773198"/>
                  <a:gd name="connsiteY39" fmla="*/ 1895963 h 2419283"/>
                  <a:gd name="connsiteX40" fmla="*/ 4442124 w 8773198"/>
                  <a:gd name="connsiteY40" fmla="*/ 1806572 h 2419283"/>
                  <a:gd name="connsiteX41" fmla="*/ 4553175 w 8773198"/>
                  <a:gd name="connsiteY41" fmla="*/ 1691126 h 2419283"/>
                  <a:gd name="connsiteX42" fmla="*/ 4664225 w 8773198"/>
                  <a:gd name="connsiteY42" fmla="*/ 1562864 h 2419283"/>
                  <a:gd name="connsiteX43" fmla="*/ 4775276 w 8773198"/>
                  <a:gd name="connsiteY43" fmla="*/ 1444771 h 2419283"/>
                  <a:gd name="connsiteX44" fmla="*/ 4886326 w 8773198"/>
                  <a:gd name="connsiteY44" fmla="*/ 1365335 h 2419283"/>
                  <a:gd name="connsiteX45" fmla="*/ 4997377 w 8773198"/>
                  <a:gd name="connsiteY45" fmla="*/ 1323817 h 2419283"/>
                  <a:gd name="connsiteX46" fmla="*/ 5108428 w 8773198"/>
                  <a:gd name="connsiteY46" fmla="*/ 1286323 h 2419283"/>
                  <a:gd name="connsiteX47" fmla="*/ 5219478 w 8773198"/>
                  <a:gd name="connsiteY47" fmla="*/ 1244805 h 2419283"/>
                  <a:gd name="connsiteX48" fmla="*/ 5330528 w 8773198"/>
                  <a:gd name="connsiteY48" fmla="*/ 1196297 h 2419283"/>
                  <a:gd name="connsiteX49" fmla="*/ 5441578 w 8773198"/>
                  <a:gd name="connsiteY49" fmla="*/ 1145352 h 2419283"/>
                  <a:gd name="connsiteX50" fmla="*/ 5552629 w 8773198"/>
                  <a:gd name="connsiteY50" fmla="*/ 1103092 h 2419283"/>
                  <a:gd name="connsiteX51" fmla="*/ 5663679 w 8773198"/>
                  <a:gd name="connsiteY51" fmla="*/ 1078097 h 2419283"/>
                  <a:gd name="connsiteX52" fmla="*/ 5774730 w 8773198"/>
                  <a:gd name="connsiteY52" fmla="*/ 1045369 h 2419283"/>
                  <a:gd name="connsiteX53" fmla="*/ 5885781 w 8773198"/>
                  <a:gd name="connsiteY53" fmla="*/ 999615 h 2419283"/>
                  <a:gd name="connsiteX54" fmla="*/ 5996831 w 8773198"/>
                  <a:gd name="connsiteY54" fmla="*/ 947399 h 2419283"/>
                  <a:gd name="connsiteX55" fmla="*/ 6107881 w 8773198"/>
                  <a:gd name="connsiteY55" fmla="*/ 907364 h 2419283"/>
                  <a:gd name="connsiteX56" fmla="*/ 6219038 w 8773198"/>
                  <a:gd name="connsiteY56" fmla="*/ 908635 h 2419283"/>
                  <a:gd name="connsiteX57" fmla="*/ 6330088 w 8773198"/>
                  <a:gd name="connsiteY57" fmla="*/ 975784 h 2419283"/>
                  <a:gd name="connsiteX58" fmla="*/ 6441139 w 8773198"/>
                  <a:gd name="connsiteY58" fmla="*/ 1090595 h 2419283"/>
                  <a:gd name="connsiteX59" fmla="*/ 6552189 w 8773198"/>
                  <a:gd name="connsiteY59" fmla="*/ 1224470 h 2419283"/>
                  <a:gd name="connsiteX60" fmla="*/ 6663240 w 8773198"/>
                  <a:gd name="connsiteY60" fmla="*/ 1353685 h 2419283"/>
                  <a:gd name="connsiteX61" fmla="*/ 6774290 w 8773198"/>
                  <a:gd name="connsiteY61" fmla="*/ 1461717 h 2419283"/>
                  <a:gd name="connsiteX62" fmla="*/ 6885340 w 8773198"/>
                  <a:gd name="connsiteY62" fmla="*/ 1539352 h 2419283"/>
                  <a:gd name="connsiteX63" fmla="*/ 6996391 w 8773198"/>
                  <a:gd name="connsiteY63" fmla="*/ 1621223 h 2419283"/>
                  <a:gd name="connsiteX64" fmla="*/ 7107441 w 8773198"/>
                  <a:gd name="connsiteY64" fmla="*/ 1712203 h 2419283"/>
                  <a:gd name="connsiteX65" fmla="*/ 7218492 w 8773198"/>
                  <a:gd name="connsiteY65" fmla="*/ 1799582 h 2419283"/>
                  <a:gd name="connsiteX66" fmla="*/ 7329543 w 8773198"/>
                  <a:gd name="connsiteY66" fmla="*/ 1875946 h 2419283"/>
                  <a:gd name="connsiteX67" fmla="*/ 7440593 w 8773198"/>
                  <a:gd name="connsiteY67" fmla="*/ 1952733 h 2419283"/>
                  <a:gd name="connsiteX68" fmla="*/ 7551643 w 8773198"/>
                  <a:gd name="connsiteY68" fmla="*/ 2029944 h 2419283"/>
                  <a:gd name="connsiteX69" fmla="*/ 7662694 w 8773198"/>
                  <a:gd name="connsiteY69" fmla="*/ 2104296 h 2419283"/>
                  <a:gd name="connsiteX70" fmla="*/ 7773744 w 8773198"/>
                  <a:gd name="connsiteY70" fmla="*/ 2171975 h 2419283"/>
                  <a:gd name="connsiteX71" fmla="*/ 7884794 w 8773198"/>
                  <a:gd name="connsiteY71" fmla="*/ 2229698 h 2419283"/>
                  <a:gd name="connsiteX72" fmla="*/ 7995845 w 8773198"/>
                  <a:gd name="connsiteY72" fmla="*/ 2277571 h 2419283"/>
                  <a:gd name="connsiteX73" fmla="*/ 8106896 w 8773198"/>
                  <a:gd name="connsiteY73" fmla="*/ 2313158 h 2419283"/>
                  <a:gd name="connsiteX74" fmla="*/ 8217946 w 8773198"/>
                  <a:gd name="connsiteY74" fmla="*/ 2334341 h 2419283"/>
                  <a:gd name="connsiteX75" fmla="*/ 8328997 w 8773198"/>
                  <a:gd name="connsiteY75" fmla="*/ 2339531 h 2419283"/>
                  <a:gd name="connsiteX76" fmla="*/ 8440047 w 8773198"/>
                  <a:gd name="connsiteY76" fmla="*/ 2326821 h 2419283"/>
                  <a:gd name="connsiteX77" fmla="*/ 8551097 w 8773198"/>
                  <a:gd name="connsiteY77" fmla="*/ 2297800 h 2419283"/>
                  <a:gd name="connsiteX78" fmla="*/ 8662148 w 8773198"/>
                  <a:gd name="connsiteY78" fmla="*/ 2255117 h 2419283"/>
                  <a:gd name="connsiteX79" fmla="*/ 8773198 w 8773198"/>
                  <a:gd name="connsiteY79" fmla="*/ 2201737 h 2419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419283">
                    <a:moveTo>
                      <a:pt x="0" y="0"/>
                    </a:moveTo>
                    <a:lnTo>
                      <a:pt x="111050" y="359048"/>
                    </a:lnTo>
                    <a:lnTo>
                      <a:pt x="222101" y="689817"/>
                    </a:lnTo>
                    <a:lnTo>
                      <a:pt x="333151" y="990718"/>
                    </a:lnTo>
                    <a:lnTo>
                      <a:pt x="444202" y="1260269"/>
                    </a:lnTo>
                    <a:lnTo>
                      <a:pt x="555252" y="1497410"/>
                    </a:lnTo>
                    <a:lnTo>
                      <a:pt x="666303" y="1701717"/>
                    </a:lnTo>
                    <a:lnTo>
                      <a:pt x="777353" y="1872874"/>
                    </a:lnTo>
                    <a:lnTo>
                      <a:pt x="888404" y="2012469"/>
                    </a:lnTo>
                    <a:lnTo>
                      <a:pt x="999454" y="2124631"/>
                    </a:lnTo>
                    <a:lnTo>
                      <a:pt x="1110505" y="2213493"/>
                    </a:lnTo>
                    <a:lnTo>
                      <a:pt x="1221555" y="2282761"/>
                    </a:lnTo>
                    <a:lnTo>
                      <a:pt x="1332605" y="2336141"/>
                    </a:lnTo>
                    <a:lnTo>
                      <a:pt x="1443656" y="2376918"/>
                    </a:lnTo>
                    <a:lnTo>
                      <a:pt x="1554706" y="2408057"/>
                    </a:lnTo>
                    <a:lnTo>
                      <a:pt x="1665757" y="2419284"/>
                    </a:lnTo>
                    <a:lnTo>
                      <a:pt x="1776807" y="2387615"/>
                    </a:lnTo>
                    <a:lnTo>
                      <a:pt x="1887858" y="2326291"/>
                    </a:lnTo>
                    <a:lnTo>
                      <a:pt x="1998908" y="2253634"/>
                    </a:lnTo>
                    <a:lnTo>
                      <a:pt x="2109959" y="2193158"/>
                    </a:lnTo>
                    <a:lnTo>
                      <a:pt x="2221009" y="2152381"/>
                    </a:lnTo>
                    <a:lnTo>
                      <a:pt x="2332060" y="2108321"/>
                    </a:lnTo>
                    <a:lnTo>
                      <a:pt x="2443110" y="2056846"/>
                    </a:lnTo>
                    <a:lnTo>
                      <a:pt x="2554161" y="2011303"/>
                    </a:lnTo>
                    <a:lnTo>
                      <a:pt x="2665211" y="1972857"/>
                    </a:lnTo>
                    <a:lnTo>
                      <a:pt x="2776262" y="1931021"/>
                    </a:lnTo>
                    <a:lnTo>
                      <a:pt x="2887312" y="1893527"/>
                    </a:lnTo>
                    <a:lnTo>
                      <a:pt x="2998362" y="1877958"/>
                    </a:lnTo>
                    <a:lnTo>
                      <a:pt x="3109519" y="1869167"/>
                    </a:lnTo>
                    <a:lnTo>
                      <a:pt x="3220569" y="1854233"/>
                    </a:lnTo>
                    <a:lnTo>
                      <a:pt x="3331620" y="1839829"/>
                    </a:lnTo>
                    <a:lnTo>
                      <a:pt x="3442670" y="1851585"/>
                    </a:lnTo>
                    <a:lnTo>
                      <a:pt x="3553721" y="1880500"/>
                    </a:lnTo>
                    <a:lnTo>
                      <a:pt x="3664771" y="1898929"/>
                    </a:lnTo>
                    <a:lnTo>
                      <a:pt x="3775822" y="1906978"/>
                    </a:lnTo>
                    <a:lnTo>
                      <a:pt x="3886872" y="1938117"/>
                    </a:lnTo>
                    <a:lnTo>
                      <a:pt x="3997923" y="1968620"/>
                    </a:lnTo>
                    <a:lnTo>
                      <a:pt x="4108973" y="1976140"/>
                    </a:lnTo>
                    <a:lnTo>
                      <a:pt x="4220024" y="1952839"/>
                    </a:lnTo>
                    <a:lnTo>
                      <a:pt x="4331074" y="1895963"/>
                    </a:lnTo>
                    <a:lnTo>
                      <a:pt x="4442124" y="1806572"/>
                    </a:lnTo>
                    <a:lnTo>
                      <a:pt x="4553175" y="1691126"/>
                    </a:lnTo>
                    <a:lnTo>
                      <a:pt x="4664225" y="1562864"/>
                    </a:lnTo>
                    <a:lnTo>
                      <a:pt x="4775276" y="1444771"/>
                    </a:lnTo>
                    <a:lnTo>
                      <a:pt x="4886326" y="1365335"/>
                    </a:lnTo>
                    <a:lnTo>
                      <a:pt x="4997377" y="1323817"/>
                    </a:lnTo>
                    <a:lnTo>
                      <a:pt x="5108428" y="1286323"/>
                    </a:lnTo>
                    <a:lnTo>
                      <a:pt x="5219478" y="1244805"/>
                    </a:lnTo>
                    <a:lnTo>
                      <a:pt x="5330528" y="1196297"/>
                    </a:lnTo>
                    <a:lnTo>
                      <a:pt x="5441578" y="1145352"/>
                    </a:lnTo>
                    <a:lnTo>
                      <a:pt x="5552629" y="1103092"/>
                    </a:lnTo>
                    <a:lnTo>
                      <a:pt x="5663679" y="1078097"/>
                    </a:lnTo>
                    <a:lnTo>
                      <a:pt x="5774730" y="1045369"/>
                    </a:lnTo>
                    <a:lnTo>
                      <a:pt x="5885781" y="999615"/>
                    </a:lnTo>
                    <a:lnTo>
                      <a:pt x="5996831" y="947399"/>
                    </a:lnTo>
                    <a:lnTo>
                      <a:pt x="6107881" y="907364"/>
                    </a:lnTo>
                    <a:lnTo>
                      <a:pt x="6219038" y="908635"/>
                    </a:lnTo>
                    <a:lnTo>
                      <a:pt x="6330088" y="975784"/>
                    </a:lnTo>
                    <a:lnTo>
                      <a:pt x="6441139" y="1090595"/>
                    </a:lnTo>
                    <a:lnTo>
                      <a:pt x="6552189" y="1224470"/>
                    </a:lnTo>
                    <a:lnTo>
                      <a:pt x="6663240" y="1353685"/>
                    </a:lnTo>
                    <a:lnTo>
                      <a:pt x="6774290" y="1461717"/>
                    </a:lnTo>
                    <a:lnTo>
                      <a:pt x="6885340" y="1539352"/>
                    </a:lnTo>
                    <a:lnTo>
                      <a:pt x="6996391" y="1621223"/>
                    </a:lnTo>
                    <a:lnTo>
                      <a:pt x="7107441" y="1712203"/>
                    </a:lnTo>
                    <a:lnTo>
                      <a:pt x="7218492" y="1799582"/>
                    </a:lnTo>
                    <a:lnTo>
                      <a:pt x="7329543" y="1875946"/>
                    </a:lnTo>
                    <a:lnTo>
                      <a:pt x="7440593" y="1952733"/>
                    </a:lnTo>
                    <a:lnTo>
                      <a:pt x="7551643" y="2029944"/>
                    </a:lnTo>
                    <a:lnTo>
                      <a:pt x="7662694" y="2104296"/>
                    </a:lnTo>
                    <a:lnTo>
                      <a:pt x="7773744" y="2171975"/>
                    </a:lnTo>
                    <a:lnTo>
                      <a:pt x="7884794" y="2229698"/>
                    </a:lnTo>
                    <a:lnTo>
                      <a:pt x="7995845" y="2277571"/>
                    </a:lnTo>
                    <a:lnTo>
                      <a:pt x="8106896" y="2313158"/>
                    </a:lnTo>
                    <a:lnTo>
                      <a:pt x="8217946" y="2334341"/>
                    </a:lnTo>
                    <a:lnTo>
                      <a:pt x="8328997" y="2339531"/>
                    </a:lnTo>
                    <a:lnTo>
                      <a:pt x="8440047" y="2326821"/>
                    </a:lnTo>
                    <a:lnTo>
                      <a:pt x="8551097" y="2297800"/>
                    </a:lnTo>
                    <a:lnTo>
                      <a:pt x="8662148" y="2255117"/>
                    </a:lnTo>
                    <a:lnTo>
                      <a:pt x="8773198" y="2201737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88548EFF-8ED4-68FE-6039-7AE52F6561E7}"/>
                  </a:ext>
                </a:extLst>
              </p:cNvPr>
              <p:cNvSpPr/>
              <p:nvPr/>
            </p:nvSpPr>
            <p:spPr>
              <a:xfrm>
                <a:off x="1909778" y="2832175"/>
                <a:ext cx="8773198" cy="2020729"/>
              </a:xfrm>
              <a:custGeom>
                <a:avLst/>
                <a:gdLst>
                  <a:gd name="connsiteX0" fmla="*/ 8773198 w 8773198"/>
                  <a:gd name="connsiteY0" fmla="*/ 2020730 h 2020729"/>
                  <a:gd name="connsiteX1" fmla="*/ 8662148 w 8773198"/>
                  <a:gd name="connsiteY1" fmla="*/ 1876899 h 2020729"/>
                  <a:gd name="connsiteX2" fmla="*/ 8551097 w 8773198"/>
                  <a:gd name="connsiteY2" fmla="*/ 1743024 h 2020729"/>
                  <a:gd name="connsiteX3" fmla="*/ 8440047 w 8773198"/>
                  <a:gd name="connsiteY3" fmla="*/ 1618787 h 2020729"/>
                  <a:gd name="connsiteX4" fmla="*/ 8328997 w 8773198"/>
                  <a:gd name="connsiteY4" fmla="*/ 1503341 h 2020729"/>
                  <a:gd name="connsiteX5" fmla="*/ 8217946 w 8773198"/>
                  <a:gd name="connsiteY5" fmla="*/ 1395944 h 2020729"/>
                  <a:gd name="connsiteX6" fmla="*/ 8106896 w 8773198"/>
                  <a:gd name="connsiteY6" fmla="*/ 1298504 h 2020729"/>
                  <a:gd name="connsiteX7" fmla="*/ 7995845 w 8773198"/>
                  <a:gd name="connsiteY7" fmla="*/ 1211972 h 2020729"/>
                  <a:gd name="connsiteX8" fmla="*/ 7884794 w 8773198"/>
                  <a:gd name="connsiteY8" fmla="*/ 1136456 h 2020729"/>
                  <a:gd name="connsiteX9" fmla="*/ 7773744 w 8773198"/>
                  <a:gd name="connsiteY9" fmla="*/ 1070153 h 2020729"/>
                  <a:gd name="connsiteX10" fmla="*/ 7662694 w 8773198"/>
                  <a:gd name="connsiteY10" fmla="*/ 1006605 h 2020729"/>
                  <a:gd name="connsiteX11" fmla="*/ 7551643 w 8773198"/>
                  <a:gd name="connsiteY11" fmla="*/ 944222 h 2020729"/>
                  <a:gd name="connsiteX12" fmla="*/ 7440593 w 8773198"/>
                  <a:gd name="connsiteY12" fmla="*/ 883745 h 2020729"/>
                  <a:gd name="connsiteX13" fmla="*/ 7329543 w 8773198"/>
                  <a:gd name="connsiteY13" fmla="*/ 826340 h 2020729"/>
                  <a:gd name="connsiteX14" fmla="*/ 7218492 w 8773198"/>
                  <a:gd name="connsiteY14" fmla="*/ 768828 h 2020729"/>
                  <a:gd name="connsiteX15" fmla="*/ 7107441 w 8773198"/>
                  <a:gd name="connsiteY15" fmla="*/ 695748 h 2020729"/>
                  <a:gd name="connsiteX16" fmla="*/ 6996391 w 8773198"/>
                  <a:gd name="connsiteY16" fmla="*/ 617901 h 2020729"/>
                  <a:gd name="connsiteX17" fmla="*/ 6885340 w 8773198"/>
                  <a:gd name="connsiteY17" fmla="*/ 547680 h 2020729"/>
                  <a:gd name="connsiteX18" fmla="*/ 6774290 w 8773198"/>
                  <a:gd name="connsiteY18" fmla="*/ 474600 h 2020729"/>
                  <a:gd name="connsiteX19" fmla="*/ 6663240 w 8773198"/>
                  <a:gd name="connsiteY19" fmla="*/ 366462 h 2020729"/>
                  <a:gd name="connsiteX20" fmla="*/ 6552189 w 8773198"/>
                  <a:gd name="connsiteY20" fmla="*/ 247521 h 2020729"/>
                  <a:gd name="connsiteX21" fmla="*/ 6441139 w 8773198"/>
                  <a:gd name="connsiteY21" fmla="*/ 139383 h 2020729"/>
                  <a:gd name="connsiteX22" fmla="*/ 6330088 w 8773198"/>
                  <a:gd name="connsiteY22" fmla="*/ 56558 h 2020729"/>
                  <a:gd name="connsiteX23" fmla="*/ 6219038 w 8773198"/>
                  <a:gd name="connsiteY23" fmla="*/ 8473 h 2020729"/>
                  <a:gd name="connsiteX24" fmla="*/ 6107881 w 8773198"/>
                  <a:gd name="connsiteY24" fmla="*/ 0 h 2020729"/>
                  <a:gd name="connsiteX25" fmla="*/ 5996831 w 8773198"/>
                  <a:gd name="connsiteY25" fmla="*/ 27644 h 2020729"/>
                  <a:gd name="connsiteX26" fmla="*/ 5885781 w 8773198"/>
                  <a:gd name="connsiteY26" fmla="*/ 86320 h 2020729"/>
                  <a:gd name="connsiteX27" fmla="*/ 5774730 w 8773198"/>
                  <a:gd name="connsiteY27" fmla="*/ 160354 h 2020729"/>
                  <a:gd name="connsiteX28" fmla="*/ 5663679 w 8773198"/>
                  <a:gd name="connsiteY28" fmla="*/ 222101 h 2020729"/>
                  <a:gd name="connsiteX29" fmla="*/ 5552629 w 8773198"/>
                  <a:gd name="connsiteY29" fmla="*/ 247944 h 2020729"/>
                  <a:gd name="connsiteX30" fmla="*/ 5441578 w 8773198"/>
                  <a:gd name="connsiteY30" fmla="*/ 267538 h 2020729"/>
                  <a:gd name="connsiteX31" fmla="*/ 5330528 w 8773198"/>
                  <a:gd name="connsiteY31" fmla="*/ 294123 h 2020729"/>
                  <a:gd name="connsiteX32" fmla="*/ 5219478 w 8773198"/>
                  <a:gd name="connsiteY32" fmla="*/ 334052 h 2020729"/>
                  <a:gd name="connsiteX33" fmla="*/ 5108428 w 8773198"/>
                  <a:gd name="connsiteY33" fmla="*/ 387115 h 2020729"/>
                  <a:gd name="connsiteX34" fmla="*/ 4997377 w 8773198"/>
                  <a:gd name="connsiteY34" fmla="*/ 445474 h 2020729"/>
                  <a:gd name="connsiteX35" fmla="*/ 4886326 w 8773198"/>
                  <a:gd name="connsiteY35" fmla="*/ 496630 h 2020729"/>
                  <a:gd name="connsiteX36" fmla="*/ 4775276 w 8773198"/>
                  <a:gd name="connsiteY36" fmla="*/ 557213 h 2020729"/>
                  <a:gd name="connsiteX37" fmla="*/ 4664225 w 8773198"/>
                  <a:gd name="connsiteY37" fmla="*/ 643215 h 2020729"/>
                  <a:gd name="connsiteX38" fmla="*/ 4553175 w 8773198"/>
                  <a:gd name="connsiteY38" fmla="*/ 749446 h 2020729"/>
                  <a:gd name="connsiteX39" fmla="*/ 4442124 w 8773198"/>
                  <a:gd name="connsiteY39" fmla="*/ 864469 h 2020729"/>
                  <a:gd name="connsiteX40" fmla="*/ 4331074 w 8773198"/>
                  <a:gd name="connsiteY40" fmla="*/ 967523 h 2020729"/>
                  <a:gd name="connsiteX41" fmla="*/ 4220024 w 8773198"/>
                  <a:gd name="connsiteY41" fmla="*/ 1031177 h 2020729"/>
                  <a:gd name="connsiteX42" fmla="*/ 4108973 w 8773198"/>
                  <a:gd name="connsiteY42" fmla="*/ 1034460 h 2020729"/>
                  <a:gd name="connsiteX43" fmla="*/ 3997923 w 8773198"/>
                  <a:gd name="connsiteY43" fmla="*/ 1002369 h 2020729"/>
                  <a:gd name="connsiteX44" fmla="*/ 3886872 w 8773198"/>
                  <a:gd name="connsiteY44" fmla="*/ 967205 h 2020729"/>
                  <a:gd name="connsiteX45" fmla="*/ 3775822 w 8773198"/>
                  <a:gd name="connsiteY45" fmla="*/ 946552 h 2020729"/>
                  <a:gd name="connsiteX46" fmla="*/ 3664771 w 8773198"/>
                  <a:gd name="connsiteY46" fmla="*/ 934690 h 2020729"/>
                  <a:gd name="connsiteX47" fmla="*/ 3553721 w 8773198"/>
                  <a:gd name="connsiteY47" fmla="*/ 898361 h 2020729"/>
                  <a:gd name="connsiteX48" fmla="*/ 3442670 w 8773198"/>
                  <a:gd name="connsiteY48" fmla="*/ 867752 h 2020729"/>
                  <a:gd name="connsiteX49" fmla="*/ 3331620 w 8773198"/>
                  <a:gd name="connsiteY49" fmla="*/ 860550 h 2020729"/>
                  <a:gd name="connsiteX50" fmla="*/ 3220569 w 8773198"/>
                  <a:gd name="connsiteY50" fmla="*/ 852077 h 2020729"/>
                  <a:gd name="connsiteX51" fmla="*/ 3109519 w 8773198"/>
                  <a:gd name="connsiteY51" fmla="*/ 839791 h 2020729"/>
                  <a:gd name="connsiteX52" fmla="*/ 2998362 w 8773198"/>
                  <a:gd name="connsiteY52" fmla="*/ 845193 h 2020729"/>
                  <a:gd name="connsiteX53" fmla="*/ 2887312 w 8773198"/>
                  <a:gd name="connsiteY53" fmla="*/ 870400 h 2020729"/>
                  <a:gd name="connsiteX54" fmla="*/ 2776262 w 8773198"/>
                  <a:gd name="connsiteY54" fmla="*/ 903339 h 2020729"/>
                  <a:gd name="connsiteX55" fmla="*/ 2665211 w 8773198"/>
                  <a:gd name="connsiteY55" fmla="*/ 943481 h 2020729"/>
                  <a:gd name="connsiteX56" fmla="*/ 2554161 w 8773198"/>
                  <a:gd name="connsiteY56" fmla="*/ 992413 h 2020729"/>
                  <a:gd name="connsiteX57" fmla="*/ 2443110 w 8773198"/>
                  <a:gd name="connsiteY57" fmla="*/ 1037108 h 2020729"/>
                  <a:gd name="connsiteX58" fmla="*/ 2332060 w 8773198"/>
                  <a:gd name="connsiteY58" fmla="*/ 1085617 h 2020729"/>
                  <a:gd name="connsiteX59" fmla="*/ 2221009 w 8773198"/>
                  <a:gd name="connsiteY59" fmla="*/ 1143975 h 2020729"/>
                  <a:gd name="connsiteX60" fmla="*/ 2109959 w 8773198"/>
                  <a:gd name="connsiteY60" fmla="*/ 1198097 h 2020729"/>
                  <a:gd name="connsiteX61" fmla="*/ 1998908 w 8773198"/>
                  <a:gd name="connsiteY61" fmla="*/ 1256138 h 2020729"/>
                  <a:gd name="connsiteX62" fmla="*/ 1887858 w 8773198"/>
                  <a:gd name="connsiteY62" fmla="*/ 1327206 h 2020729"/>
                  <a:gd name="connsiteX63" fmla="*/ 1776807 w 8773198"/>
                  <a:gd name="connsiteY63" fmla="*/ 1394779 h 2020729"/>
                  <a:gd name="connsiteX64" fmla="*/ 1665757 w 8773198"/>
                  <a:gd name="connsiteY64" fmla="*/ 1436827 h 2020729"/>
                  <a:gd name="connsiteX65" fmla="*/ 1554706 w 8773198"/>
                  <a:gd name="connsiteY65" fmla="*/ 1429943 h 2020729"/>
                  <a:gd name="connsiteX66" fmla="*/ 1443656 w 8773198"/>
                  <a:gd name="connsiteY66" fmla="*/ 1398910 h 2020729"/>
                  <a:gd name="connsiteX67" fmla="*/ 1332605 w 8773198"/>
                  <a:gd name="connsiteY67" fmla="*/ 1358451 h 2020729"/>
                  <a:gd name="connsiteX68" fmla="*/ 1221555 w 8773198"/>
                  <a:gd name="connsiteY68" fmla="*/ 1307400 h 2020729"/>
                  <a:gd name="connsiteX69" fmla="*/ 1110505 w 8773198"/>
                  <a:gd name="connsiteY69" fmla="*/ 1244805 h 2020729"/>
                  <a:gd name="connsiteX70" fmla="*/ 999454 w 8773198"/>
                  <a:gd name="connsiteY70" fmla="*/ 1170030 h 2020729"/>
                  <a:gd name="connsiteX71" fmla="*/ 888404 w 8773198"/>
                  <a:gd name="connsiteY71" fmla="*/ 1082545 h 2020729"/>
                  <a:gd name="connsiteX72" fmla="*/ 777353 w 8773198"/>
                  <a:gd name="connsiteY72" fmla="*/ 982139 h 2020729"/>
                  <a:gd name="connsiteX73" fmla="*/ 666303 w 8773198"/>
                  <a:gd name="connsiteY73" fmla="*/ 868493 h 2020729"/>
                  <a:gd name="connsiteX74" fmla="*/ 555252 w 8773198"/>
                  <a:gd name="connsiteY74" fmla="*/ 744151 h 2020729"/>
                  <a:gd name="connsiteX75" fmla="*/ 444202 w 8773198"/>
                  <a:gd name="connsiteY75" fmla="*/ 611970 h 2020729"/>
                  <a:gd name="connsiteX76" fmla="*/ 333151 w 8773198"/>
                  <a:gd name="connsiteY76" fmla="*/ 473541 h 2020729"/>
                  <a:gd name="connsiteX77" fmla="*/ 222101 w 8773198"/>
                  <a:gd name="connsiteY77" fmla="*/ 329710 h 2020729"/>
                  <a:gd name="connsiteX78" fmla="*/ 111050 w 8773198"/>
                  <a:gd name="connsiteY78" fmla="*/ 180901 h 2020729"/>
                  <a:gd name="connsiteX79" fmla="*/ 0 w 8773198"/>
                  <a:gd name="connsiteY79" fmla="*/ 27326 h 2020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020729">
                    <a:moveTo>
                      <a:pt x="8773198" y="2020730"/>
                    </a:moveTo>
                    <a:lnTo>
                      <a:pt x="8662148" y="1876899"/>
                    </a:lnTo>
                    <a:lnTo>
                      <a:pt x="8551097" y="1743024"/>
                    </a:lnTo>
                    <a:lnTo>
                      <a:pt x="8440047" y="1618787"/>
                    </a:lnTo>
                    <a:lnTo>
                      <a:pt x="8328997" y="1503341"/>
                    </a:lnTo>
                    <a:lnTo>
                      <a:pt x="8217946" y="1395944"/>
                    </a:lnTo>
                    <a:lnTo>
                      <a:pt x="8106896" y="1298504"/>
                    </a:lnTo>
                    <a:lnTo>
                      <a:pt x="7995845" y="1211972"/>
                    </a:lnTo>
                    <a:lnTo>
                      <a:pt x="7884794" y="1136456"/>
                    </a:lnTo>
                    <a:lnTo>
                      <a:pt x="7773744" y="1070153"/>
                    </a:lnTo>
                    <a:lnTo>
                      <a:pt x="7662694" y="1006605"/>
                    </a:lnTo>
                    <a:lnTo>
                      <a:pt x="7551643" y="944222"/>
                    </a:lnTo>
                    <a:lnTo>
                      <a:pt x="7440593" y="883745"/>
                    </a:lnTo>
                    <a:lnTo>
                      <a:pt x="7329543" y="826340"/>
                    </a:lnTo>
                    <a:lnTo>
                      <a:pt x="7218492" y="768828"/>
                    </a:lnTo>
                    <a:lnTo>
                      <a:pt x="7107441" y="695748"/>
                    </a:lnTo>
                    <a:lnTo>
                      <a:pt x="6996391" y="617901"/>
                    </a:lnTo>
                    <a:lnTo>
                      <a:pt x="6885340" y="547680"/>
                    </a:lnTo>
                    <a:lnTo>
                      <a:pt x="6774290" y="474600"/>
                    </a:lnTo>
                    <a:lnTo>
                      <a:pt x="6663240" y="366462"/>
                    </a:lnTo>
                    <a:lnTo>
                      <a:pt x="6552189" y="247521"/>
                    </a:lnTo>
                    <a:lnTo>
                      <a:pt x="6441139" y="139383"/>
                    </a:lnTo>
                    <a:lnTo>
                      <a:pt x="6330088" y="56558"/>
                    </a:lnTo>
                    <a:lnTo>
                      <a:pt x="6219038" y="8473"/>
                    </a:lnTo>
                    <a:lnTo>
                      <a:pt x="6107881" y="0"/>
                    </a:lnTo>
                    <a:lnTo>
                      <a:pt x="5996831" y="27644"/>
                    </a:lnTo>
                    <a:lnTo>
                      <a:pt x="5885781" y="86320"/>
                    </a:lnTo>
                    <a:lnTo>
                      <a:pt x="5774730" y="160354"/>
                    </a:lnTo>
                    <a:lnTo>
                      <a:pt x="5663679" y="222101"/>
                    </a:lnTo>
                    <a:lnTo>
                      <a:pt x="5552629" y="247944"/>
                    </a:lnTo>
                    <a:lnTo>
                      <a:pt x="5441578" y="267538"/>
                    </a:lnTo>
                    <a:lnTo>
                      <a:pt x="5330528" y="294123"/>
                    </a:lnTo>
                    <a:lnTo>
                      <a:pt x="5219478" y="334052"/>
                    </a:lnTo>
                    <a:lnTo>
                      <a:pt x="5108428" y="387115"/>
                    </a:lnTo>
                    <a:lnTo>
                      <a:pt x="4997377" y="445474"/>
                    </a:lnTo>
                    <a:lnTo>
                      <a:pt x="4886326" y="496630"/>
                    </a:lnTo>
                    <a:lnTo>
                      <a:pt x="4775276" y="557213"/>
                    </a:lnTo>
                    <a:lnTo>
                      <a:pt x="4664225" y="643215"/>
                    </a:lnTo>
                    <a:lnTo>
                      <a:pt x="4553175" y="749446"/>
                    </a:lnTo>
                    <a:lnTo>
                      <a:pt x="4442124" y="864469"/>
                    </a:lnTo>
                    <a:lnTo>
                      <a:pt x="4331074" y="967523"/>
                    </a:lnTo>
                    <a:lnTo>
                      <a:pt x="4220024" y="1031177"/>
                    </a:lnTo>
                    <a:lnTo>
                      <a:pt x="4108973" y="1034460"/>
                    </a:lnTo>
                    <a:lnTo>
                      <a:pt x="3997923" y="1002369"/>
                    </a:lnTo>
                    <a:lnTo>
                      <a:pt x="3886872" y="967205"/>
                    </a:lnTo>
                    <a:lnTo>
                      <a:pt x="3775822" y="946552"/>
                    </a:lnTo>
                    <a:lnTo>
                      <a:pt x="3664771" y="934690"/>
                    </a:lnTo>
                    <a:lnTo>
                      <a:pt x="3553721" y="898361"/>
                    </a:lnTo>
                    <a:lnTo>
                      <a:pt x="3442670" y="867752"/>
                    </a:lnTo>
                    <a:lnTo>
                      <a:pt x="3331620" y="860550"/>
                    </a:lnTo>
                    <a:lnTo>
                      <a:pt x="3220569" y="852077"/>
                    </a:lnTo>
                    <a:lnTo>
                      <a:pt x="3109519" y="839791"/>
                    </a:lnTo>
                    <a:lnTo>
                      <a:pt x="2998362" y="845193"/>
                    </a:lnTo>
                    <a:lnTo>
                      <a:pt x="2887312" y="870400"/>
                    </a:lnTo>
                    <a:lnTo>
                      <a:pt x="2776262" y="903339"/>
                    </a:lnTo>
                    <a:lnTo>
                      <a:pt x="2665211" y="943481"/>
                    </a:lnTo>
                    <a:lnTo>
                      <a:pt x="2554161" y="992413"/>
                    </a:lnTo>
                    <a:lnTo>
                      <a:pt x="2443110" y="1037108"/>
                    </a:lnTo>
                    <a:lnTo>
                      <a:pt x="2332060" y="1085617"/>
                    </a:lnTo>
                    <a:lnTo>
                      <a:pt x="2221009" y="1143975"/>
                    </a:lnTo>
                    <a:lnTo>
                      <a:pt x="2109959" y="1198097"/>
                    </a:lnTo>
                    <a:lnTo>
                      <a:pt x="1998908" y="1256138"/>
                    </a:lnTo>
                    <a:lnTo>
                      <a:pt x="1887858" y="1327206"/>
                    </a:lnTo>
                    <a:lnTo>
                      <a:pt x="1776807" y="1394779"/>
                    </a:lnTo>
                    <a:lnTo>
                      <a:pt x="1665757" y="1436827"/>
                    </a:lnTo>
                    <a:lnTo>
                      <a:pt x="1554706" y="1429943"/>
                    </a:lnTo>
                    <a:lnTo>
                      <a:pt x="1443656" y="1398910"/>
                    </a:lnTo>
                    <a:lnTo>
                      <a:pt x="1332605" y="1358451"/>
                    </a:lnTo>
                    <a:lnTo>
                      <a:pt x="1221555" y="1307400"/>
                    </a:lnTo>
                    <a:lnTo>
                      <a:pt x="1110505" y="1244805"/>
                    </a:lnTo>
                    <a:lnTo>
                      <a:pt x="999454" y="1170030"/>
                    </a:lnTo>
                    <a:lnTo>
                      <a:pt x="888404" y="1082545"/>
                    </a:lnTo>
                    <a:lnTo>
                      <a:pt x="777353" y="982139"/>
                    </a:lnTo>
                    <a:lnTo>
                      <a:pt x="666303" y="868493"/>
                    </a:lnTo>
                    <a:lnTo>
                      <a:pt x="555252" y="744151"/>
                    </a:lnTo>
                    <a:lnTo>
                      <a:pt x="444202" y="611970"/>
                    </a:lnTo>
                    <a:lnTo>
                      <a:pt x="333151" y="473541"/>
                    </a:lnTo>
                    <a:lnTo>
                      <a:pt x="222101" y="329710"/>
                    </a:lnTo>
                    <a:lnTo>
                      <a:pt x="111050" y="180901"/>
                    </a:lnTo>
                    <a:lnTo>
                      <a:pt x="0" y="27326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A13180B4-6FBD-D3AD-7B21-3A9E16FD33B9}"/>
                  </a:ext>
                </a:extLst>
              </p:cNvPr>
              <p:cNvSpPr/>
              <p:nvPr/>
            </p:nvSpPr>
            <p:spPr>
              <a:xfrm>
                <a:off x="1909778" y="1915490"/>
                <a:ext cx="8773198" cy="2097517"/>
              </a:xfrm>
              <a:custGeom>
                <a:avLst/>
                <a:gdLst>
                  <a:gd name="connsiteX0" fmla="*/ 0 w 8773198"/>
                  <a:gd name="connsiteY0" fmla="*/ 0 h 2097517"/>
                  <a:gd name="connsiteX1" fmla="*/ 111050 w 8773198"/>
                  <a:gd name="connsiteY1" fmla="*/ 256312 h 2097517"/>
                  <a:gd name="connsiteX2" fmla="*/ 222101 w 8773198"/>
                  <a:gd name="connsiteY2" fmla="*/ 496100 h 2097517"/>
                  <a:gd name="connsiteX3" fmla="*/ 333151 w 8773198"/>
                  <a:gd name="connsiteY3" fmla="*/ 718519 h 2097517"/>
                  <a:gd name="connsiteX4" fmla="*/ 444202 w 8773198"/>
                  <a:gd name="connsiteY4" fmla="*/ 922404 h 2097517"/>
                  <a:gd name="connsiteX5" fmla="*/ 555252 w 8773198"/>
                  <a:gd name="connsiteY5" fmla="*/ 1107117 h 2097517"/>
                  <a:gd name="connsiteX6" fmla="*/ 666303 w 8773198"/>
                  <a:gd name="connsiteY6" fmla="*/ 1271495 h 2097517"/>
                  <a:gd name="connsiteX7" fmla="*/ 777353 w 8773198"/>
                  <a:gd name="connsiteY7" fmla="*/ 1413844 h 2097517"/>
                  <a:gd name="connsiteX8" fmla="*/ 888404 w 8773198"/>
                  <a:gd name="connsiteY8" fmla="*/ 1533844 h 2097517"/>
                  <a:gd name="connsiteX9" fmla="*/ 999454 w 8773198"/>
                  <a:gd name="connsiteY9" fmla="*/ 1633721 h 2097517"/>
                  <a:gd name="connsiteX10" fmla="*/ 1110505 w 8773198"/>
                  <a:gd name="connsiteY10" fmla="*/ 1715486 h 2097517"/>
                  <a:gd name="connsiteX11" fmla="*/ 1221555 w 8773198"/>
                  <a:gd name="connsiteY11" fmla="*/ 1781470 h 2097517"/>
                  <a:gd name="connsiteX12" fmla="*/ 1332605 w 8773198"/>
                  <a:gd name="connsiteY12" fmla="*/ 1833580 h 2097517"/>
                  <a:gd name="connsiteX13" fmla="*/ 1443656 w 8773198"/>
                  <a:gd name="connsiteY13" fmla="*/ 1874251 h 2097517"/>
                  <a:gd name="connsiteX14" fmla="*/ 1554706 w 8773198"/>
                  <a:gd name="connsiteY14" fmla="*/ 1905390 h 2097517"/>
                  <a:gd name="connsiteX15" fmla="*/ 1665757 w 8773198"/>
                  <a:gd name="connsiteY15" fmla="*/ 1914392 h 2097517"/>
                  <a:gd name="connsiteX16" fmla="*/ 1776807 w 8773198"/>
                  <a:gd name="connsiteY16" fmla="*/ 1877534 h 2097517"/>
                  <a:gd name="connsiteX17" fmla="*/ 1887858 w 8773198"/>
                  <a:gd name="connsiteY17" fmla="*/ 1813139 h 2097517"/>
                  <a:gd name="connsiteX18" fmla="*/ 1998908 w 8773198"/>
                  <a:gd name="connsiteY18" fmla="*/ 1741223 h 2097517"/>
                  <a:gd name="connsiteX19" fmla="*/ 2109959 w 8773198"/>
                  <a:gd name="connsiteY19" fmla="*/ 1681911 h 2097517"/>
                  <a:gd name="connsiteX20" fmla="*/ 2221009 w 8773198"/>
                  <a:gd name="connsiteY20" fmla="*/ 1634462 h 2097517"/>
                  <a:gd name="connsiteX21" fmla="*/ 2332060 w 8773198"/>
                  <a:gd name="connsiteY21" fmla="*/ 1583306 h 2097517"/>
                  <a:gd name="connsiteX22" fmla="*/ 2443110 w 8773198"/>
                  <a:gd name="connsiteY22" fmla="*/ 1533314 h 2097517"/>
                  <a:gd name="connsiteX23" fmla="*/ 2554161 w 8773198"/>
                  <a:gd name="connsiteY23" fmla="*/ 1488195 h 2097517"/>
                  <a:gd name="connsiteX24" fmla="*/ 2665211 w 8773198"/>
                  <a:gd name="connsiteY24" fmla="*/ 1444453 h 2097517"/>
                  <a:gd name="connsiteX25" fmla="*/ 2776262 w 8773198"/>
                  <a:gd name="connsiteY25" fmla="*/ 1403464 h 2097517"/>
                  <a:gd name="connsiteX26" fmla="*/ 2887312 w 8773198"/>
                  <a:gd name="connsiteY26" fmla="*/ 1368301 h 2097517"/>
                  <a:gd name="connsiteX27" fmla="*/ 2998362 w 8773198"/>
                  <a:gd name="connsiteY27" fmla="*/ 1347965 h 2097517"/>
                  <a:gd name="connsiteX28" fmla="*/ 3109519 w 8773198"/>
                  <a:gd name="connsiteY28" fmla="*/ 1340763 h 2097517"/>
                  <a:gd name="connsiteX29" fmla="*/ 3220569 w 8773198"/>
                  <a:gd name="connsiteY29" fmla="*/ 1339492 h 2097517"/>
                  <a:gd name="connsiteX30" fmla="*/ 3331620 w 8773198"/>
                  <a:gd name="connsiteY30" fmla="*/ 1336527 h 2097517"/>
                  <a:gd name="connsiteX31" fmla="*/ 3442670 w 8773198"/>
                  <a:gd name="connsiteY31" fmla="*/ 1345953 h 2097517"/>
                  <a:gd name="connsiteX32" fmla="*/ 3553721 w 8773198"/>
                  <a:gd name="connsiteY32" fmla="*/ 1375715 h 2097517"/>
                  <a:gd name="connsiteX33" fmla="*/ 3664771 w 8773198"/>
                  <a:gd name="connsiteY33" fmla="*/ 1403146 h 2097517"/>
                  <a:gd name="connsiteX34" fmla="*/ 3775822 w 8773198"/>
                  <a:gd name="connsiteY34" fmla="*/ 1413102 h 2097517"/>
                  <a:gd name="connsiteX35" fmla="*/ 3886872 w 8773198"/>
                  <a:gd name="connsiteY35" fmla="*/ 1439051 h 2097517"/>
                  <a:gd name="connsiteX36" fmla="*/ 3997923 w 8773198"/>
                  <a:gd name="connsiteY36" fmla="*/ 1471885 h 2097517"/>
                  <a:gd name="connsiteX37" fmla="*/ 4108973 w 8773198"/>
                  <a:gd name="connsiteY37" fmla="*/ 1491584 h 2097517"/>
                  <a:gd name="connsiteX38" fmla="*/ 4220024 w 8773198"/>
                  <a:gd name="connsiteY38" fmla="*/ 1478345 h 2097517"/>
                  <a:gd name="connsiteX39" fmla="*/ 4331074 w 8773198"/>
                  <a:gd name="connsiteY39" fmla="*/ 1418080 h 2097517"/>
                  <a:gd name="connsiteX40" fmla="*/ 4442124 w 8773198"/>
                  <a:gd name="connsiteY40" fmla="*/ 1321805 h 2097517"/>
                  <a:gd name="connsiteX41" fmla="*/ 4553175 w 8773198"/>
                  <a:gd name="connsiteY41" fmla="*/ 1206570 h 2097517"/>
                  <a:gd name="connsiteX42" fmla="*/ 4664225 w 8773198"/>
                  <a:gd name="connsiteY42" fmla="*/ 1089430 h 2097517"/>
                  <a:gd name="connsiteX43" fmla="*/ 4775276 w 8773198"/>
                  <a:gd name="connsiteY43" fmla="*/ 987329 h 2097517"/>
                  <a:gd name="connsiteX44" fmla="*/ 4886326 w 8773198"/>
                  <a:gd name="connsiteY44" fmla="*/ 917320 h 2097517"/>
                  <a:gd name="connsiteX45" fmla="*/ 4997377 w 8773198"/>
                  <a:gd name="connsiteY45" fmla="*/ 871035 h 2097517"/>
                  <a:gd name="connsiteX46" fmla="*/ 5108428 w 8773198"/>
                  <a:gd name="connsiteY46" fmla="*/ 823056 h 2097517"/>
                  <a:gd name="connsiteX47" fmla="*/ 5219478 w 8773198"/>
                  <a:gd name="connsiteY47" fmla="*/ 775819 h 2097517"/>
                  <a:gd name="connsiteX48" fmla="*/ 5330528 w 8773198"/>
                  <a:gd name="connsiteY48" fmla="*/ 731547 h 2097517"/>
                  <a:gd name="connsiteX49" fmla="*/ 5441578 w 8773198"/>
                  <a:gd name="connsiteY49" fmla="*/ 692782 h 2097517"/>
                  <a:gd name="connsiteX50" fmla="*/ 5552629 w 8773198"/>
                  <a:gd name="connsiteY50" fmla="*/ 661855 h 2097517"/>
                  <a:gd name="connsiteX51" fmla="*/ 5663679 w 8773198"/>
                  <a:gd name="connsiteY51" fmla="*/ 636436 h 2097517"/>
                  <a:gd name="connsiteX52" fmla="*/ 5774730 w 8773198"/>
                  <a:gd name="connsiteY52" fmla="*/ 589199 h 2097517"/>
                  <a:gd name="connsiteX53" fmla="*/ 5885781 w 8773198"/>
                  <a:gd name="connsiteY53" fmla="*/ 529251 h 2097517"/>
                  <a:gd name="connsiteX54" fmla="*/ 5996831 w 8773198"/>
                  <a:gd name="connsiteY54" fmla="*/ 473858 h 2097517"/>
                  <a:gd name="connsiteX55" fmla="*/ 6107881 w 8773198"/>
                  <a:gd name="connsiteY55" fmla="*/ 439966 h 2097517"/>
                  <a:gd name="connsiteX56" fmla="*/ 6219038 w 8773198"/>
                  <a:gd name="connsiteY56" fmla="*/ 444944 h 2097517"/>
                  <a:gd name="connsiteX57" fmla="*/ 6330088 w 8773198"/>
                  <a:gd name="connsiteY57" fmla="*/ 502455 h 2097517"/>
                  <a:gd name="connsiteX58" fmla="*/ 6441139 w 8773198"/>
                  <a:gd name="connsiteY58" fmla="*/ 601273 h 2097517"/>
                  <a:gd name="connsiteX59" fmla="*/ 6552189 w 8773198"/>
                  <a:gd name="connsiteY59" fmla="*/ 722332 h 2097517"/>
                  <a:gd name="connsiteX60" fmla="*/ 6663240 w 8773198"/>
                  <a:gd name="connsiteY60" fmla="*/ 846463 h 2097517"/>
                  <a:gd name="connsiteX61" fmla="*/ 6774290 w 8773198"/>
                  <a:gd name="connsiteY61" fmla="*/ 954495 h 2097517"/>
                  <a:gd name="connsiteX62" fmla="*/ 6885340 w 8773198"/>
                  <a:gd name="connsiteY62" fmla="*/ 1029800 h 2097517"/>
                  <a:gd name="connsiteX63" fmla="*/ 6996391 w 8773198"/>
                  <a:gd name="connsiteY63" fmla="*/ 1105846 h 2097517"/>
                  <a:gd name="connsiteX64" fmla="*/ 7107441 w 8773198"/>
                  <a:gd name="connsiteY64" fmla="*/ 1190260 h 2097517"/>
                  <a:gd name="connsiteX65" fmla="*/ 7218492 w 8773198"/>
                  <a:gd name="connsiteY65" fmla="*/ 1270542 h 2097517"/>
                  <a:gd name="connsiteX66" fmla="*/ 7329543 w 8773198"/>
                  <a:gd name="connsiteY66" fmla="*/ 1337480 h 2097517"/>
                  <a:gd name="connsiteX67" fmla="*/ 7440593 w 8773198"/>
                  <a:gd name="connsiteY67" fmla="*/ 1404523 h 2097517"/>
                  <a:gd name="connsiteX68" fmla="*/ 7551643 w 8773198"/>
                  <a:gd name="connsiteY68" fmla="*/ 1473367 h 2097517"/>
                  <a:gd name="connsiteX69" fmla="*/ 7662694 w 8773198"/>
                  <a:gd name="connsiteY69" fmla="*/ 1541788 h 2097517"/>
                  <a:gd name="connsiteX70" fmla="*/ 7773744 w 8773198"/>
                  <a:gd name="connsiteY70" fmla="*/ 1607454 h 2097517"/>
                  <a:gd name="connsiteX71" fmla="*/ 7884794 w 8773198"/>
                  <a:gd name="connsiteY71" fmla="*/ 1669414 h 2097517"/>
                  <a:gd name="connsiteX72" fmla="*/ 7995845 w 8773198"/>
                  <a:gd name="connsiteY72" fmla="*/ 1731161 h 2097517"/>
                  <a:gd name="connsiteX73" fmla="*/ 8106896 w 8773198"/>
                  <a:gd name="connsiteY73" fmla="*/ 1792168 h 2097517"/>
                  <a:gd name="connsiteX74" fmla="*/ 8217946 w 8773198"/>
                  <a:gd name="connsiteY74" fmla="*/ 1851480 h 2097517"/>
                  <a:gd name="connsiteX75" fmla="*/ 8328997 w 8773198"/>
                  <a:gd name="connsiteY75" fmla="*/ 1907826 h 2097517"/>
                  <a:gd name="connsiteX76" fmla="*/ 8440047 w 8773198"/>
                  <a:gd name="connsiteY76" fmla="*/ 1959194 h 2097517"/>
                  <a:gd name="connsiteX77" fmla="*/ 8551097 w 8773198"/>
                  <a:gd name="connsiteY77" fmla="*/ 2006749 h 2097517"/>
                  <a:gd name="connsiteX78" fmla="*/ 8662148 w 8773198"/>
                  <a:gd name="connsiteY78" fmla="*/ 2052292 h 2097517"/>
                  <a:gd name="connsiteX79" fmla="*/ 8773198 w 8773198"/>
                  <a:gd name="connsiteY79" fmla="*/ 2097518 h 209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097517">
                    <a:moveTo>
                      <a:pt x="0" y="0"/>
                    </a:moveTo>
                    <a:lnTo>
                      <a:pt x="111050" y="256312"/>
                    </a:lnTo>
                    <a:lnTo>
                      <a:pt x="222101" y="496100"/>
                    </a:lnTo>
                    <a:lnTo>
                      <a:pt x="333151" y="718519"/>
                    </a:lnTo>
                    <a:lnTo>
                      <a:pt x="444202" y="922404"/>
                    </a:lnTo>
                    <a:lnTo>
                      <a:pt x="555252" y="1107117"/>
                    </a:lnTo>
                    <a:lnTo>
                      <a:pt x="666303" y="1271495"/>
                    </a:lnTo>
                    <a:lnTo>
                      <a:pt x="777353" y="1413844"/>
                    </a:lnTo>
                    <a:lnTo>
                      <a:pt x="888404" y="1533844"/>
                    </a:lnTo>
                    <a:lnTo>
                      <a:pt x="999454" y="1633721"/>
                    </a:lnTo>
                    <a:lnTo>
                      <a:pt x="1110505" y="1715486"/>
                    </a:lnTo>
                    <a:lnTo>
                      <a:pt x="1221555" y="1781470"/>
                    </a:lnTo>
                    <a:lnTo>
                      <a:pt x="1332605" y="1833580"/>
                    </a:lnTo>
                    <a:lnTo>
                      <a:pt x="1443656" y="1874251"/>
                    </a:lnTo>
                    <a:lnTo>
                      <a:pt x="1554706" y="1905390"/>
                    </a:lnTo>
                    <a:lnTo>
                      <a:pt x="1665757" y="1914392"/>
                    </a:lnTo>
                    <a:lnTo>
                      <a:pt x="1776807" y="1877534"/>
                    </a:lnTo>
                    <a:lnTo>
                      <a:pt x="1887858" y="1813139"/>
                    </a:lnTo>
                    <a:lnTo>
                      <a:pt x="1998908" y="1741223"/>
                    </a:lnTo>
                    <a:lnTo>
                      <a:pt x="2109959" y="1681911"/>
                    </a:lnTo>
                    <a:lnTo>
                      <a:pt x="2221009" y="1634462"/>
                    </a:lnTo>
                    <a:lnTo>
                      <a:pt x="2332060" y="1583306"/>
                    </a:lnTo>
                    <a:lnTo>
                      <a:pt x="2443110" y="1533314"/>
                    </a:lnTo>
                    <a:lnTo>
                      <a:pt x="2554161" y="1488195"/>
                    </a:lnTo>
                    <a:lnTo>
                      <a:pt x="2665211" y="1444453"/>
                    </a:lnTo>
                    <a:lnTo>
                      <a:pt x="2776262" y="1403464"/>
                    </a:lnTo>
                    <a:lnTo>
                      <a:pt x="2887312" y="1368301"/>
                    </a:lnTo>
                    <a:lnTo>
                      <a:pt x="2998362" y="1347965"/>
                    </a:lnTo>
                    <a:lnTo>
                      <a:pt x="3109519" y="1340763"/>
                    </a:lnTo>
                    <a:lnTo>
                      <a:pt x="3220569" y="1339492"/>
                    </a:lnTo>
                    <a:lnTo>
                      <a:pt x="3331620" y="1336527"/>
                    </a:lnTo>
                    <a:lnTo>
                      <a:pt x="3442670" y="1345953"/>
                    </a:lnTo>
                    <a:lnTo>
                      <a:pt x="3553721" y="1375715"/>
                    </a:lnTo>
                    <a:lnTo>
                      <a:pt x="3664771" y="1403146"/>
                    </a:lnTo>
                    <a:lnTo>
                      <a:pt x="3775822" y="1413102"/>
                    </a:lnTo>
                    <a:lnTo>
                      <a:pt x="3886872" y="1439051"/>
                    </a:lnTo>
                    <a:lnTo>
                      <a:pt x="3997923" y="1471885"/>
                    </a:lnTo>
                    <a:lnTo>
                      <a:pt x="4108973" y="1491584"/>
                    </a:lnTo>
                    <a:lnTo>
                      <a:pt x="4220024" y="1478345"/>
                    </a:lnTo>
                    <a:lnTo>
                      <a:pt x="4331074" y="1418080"/>
                    </a:lnTo>
                    <a:lnTo>
                      <a:pt x="4442124" y="1321805"/>
                    </a:lnTo>
                    <a:lnTo>
                      <a:pt x="4553175" y="1206570"/>
                    </a:lnTo>
                    <a:lnTo>
                      <a:pt x="4664225" y="1089430"/>
                    </a:lnTo>
                    <a:lnTo>
                      <a:pt x="4775276" y="987329"/>
                    </a:lnTo>
                    <a:lnTo>
                      <a:pt x="4886326" y="917320"/>
                    </a:lnTo>
                    <a:lnTo>
                      <a:pt x="4997377" y="871035"/>
                    </a:lnTo>
                    <a:lnTo>
                      <a:pt x="5108428" y="823056"/>
                    </a:lnTo>
                    <a:lnTo>
                      <a:pt x="5219478" y="775819"/>
                    </a:lnTo>
                    <a:lnTo>
                      <a:pt x="5330528" y="731547"/>
                    </a:lnTo>
                    <a:lnTo>
                      <a:pt x="5441578" y="692782"/>
                    </a:lnTo>
                    <a:lnTo>
                      <a:pt x="5552629" y="661855"/>
                    </a:lnTo>
                    <a:lnTo>
                      <a:pt x="5663679" y="636436"/>
                    </a:lnTo>
                    <a:lnTo>
                      <a:pt x="5774730" y="589199"/>
                    </a:lnTo>
                    <a:lnTo>
                      <a:pt x="5885781" y="529251"/>
                    </a:lnTo>
                    <a:lnTo>
                      <a:pt x="5996831" y="473858"/>
                    </a:lnTo>
                    <a:lnTo>
                      <a:pt x="6107881" y="439966"/>
                    </a:lnTo>
                    <a:lnTo>
                      <a:pt x="6219038" y="444944"/>
                    </a:lnTo>
                    <a:lnTo>
                      <a:pt x="6330088" y="502455"/>
                    </a:lnTo>
                    <a:lnTo>
                      <a:pt x="6441139" y="601273"/>
                    </a:lnTo>
                    <a:lnTo>
                      <a:pt x="6552189" y="722332"/>
                    </a:lnTo>
                    <a:lnTo>
                      <a:pt x="6663240" y="846463"/>
                    </a:lnTo>
                    <a:lnTo>
                      <a:pt x="6774290" y="954495"/>
                    </a:lnTo>
                    <a:lnTo>
                      <a:pt x="6885340" y="1029800"/>
                    </a:lnTo>
                    <a:lnTo>
                      <a:pt x="6996391" y="1105846"/>
                    </a:lnTo>
                    <a:lnTo>
                      <a:pt x="7107441" y="1190260"/>
                    </a:lnTo>
                    <a:lnTo>
                      <a:pt x="7218492" y="1270542"/>
                    </a:lnTo>
                    <a:lnTo>
                      <a:pt x="7329543" y="1337480"/>
                    </a:lnTo>
                    <a:lnTo>
                      <a:pt x="7440593" y="1404523"/>
                    </a:lnTo>
                    <a:lnTo>
                      <a:pt x="7551643" y="1473367"/>
                    </a:lnTo>
                    <a:lnTo>
                      <a:pt x="7662694" y="1541788"/>
                    </a:lnTo>
                    <a:lnTo>
                      <a:pt x="7773744" y="1607454"/>
                    </a:lnTo>
                    <a:lnTo>
                      <a:pt x="7884794" y="1669414"/>
                    </a:lnTo>
                    <a:lnTo>
                      <a:pt x="7995845" y="1731161"/>
                    </a:lnTo>
                    <a:lnTo>
                      <a:pt x="8106896" y="1792168"/>
                    </a:lnTo>
                    <a:lnTo>
                      <a:pt x="8217946" y="1851480"/>
                    </a:lnTo>
                    <a:lnTo>
                      <a:pt x="8328997" y="1907826"/>
                    </a:lnTo>
                    <a:lnTo>
                      <a:pt x="8440047" y="1959194"/>
                    </a:lnTo>
                    <a:lnTo>
                      <a:pt x="8551097" y="2006749"/>
                    </a:lnTo>
                    <a:lnTo>
                      <a:pt x="8662148" y="2052292"/>
                    </a:lnTo>
                    <a:lnTo>
                      <a:pt x="8773198" y="2097518"/>
                    </a:lnTo>
                  </a:path>
                </a:pathLst>
              </a:custGeom>
              <a:noFill/>
              <a:ln w="22550" cap="flat">
                <a:solidFill>
                  <a:srgbClr val="06A7B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1BB98EEB-ACD3-27B6-B06E-5CD3269986D0}"/>
                  </a:ext>
                </a:extLst>
              </p:cNvPr>
              <p:cNvSpPr txBox="1"/>
              <p:nvPr/>
            </p:nvSpPr>
            <p:spPr>
              <a:xfrm>
                <a:off x="5701290" y="2055617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06A7B4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73" name="Content Placeholder 8">
              <a:extLst>
                <a:ext uri="{FF2B5EF4-FFF2-40B4-BE49-F238E27FC236}">
                  <a16:creationId xmlns:a16="http://schemas.microsoft.com/office/drawing/2014/main" id="{04CD90F2-E189-553D-41BE-2E2646C2AAB4}"/>
                </a:ext>
              </a:extLst>
            </p:cNvPr>
            <p:cNvGrpSpPr/>
            <p:nvPr/>
          </p:nvGrpSpPr>
          <p:grpSpPr>
            <a:xfrm>
              <a:off x="961062" y="612426"/>
              <a:ext cx="10228055" cy="5419645"/>
              <a:chOff x="961062" y="612426"/>
              <a:chExt cx="10228055" cy="5419645"/>
            </a:xfrm>
          </p:grpSpPr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2A225B0-744F-E00A-918B-DE8672AABEDE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4F3D4382-A205-6D9D-446E-96DF28C87C95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9797E150-D08F-C41F-59F6-4E1898BD1B69}"/>
                  </a:ext>
                </a:extLst>
              </p:cNvPr>
              <p:cNvSpPr txBox="1"/>
              <p:nvPr/>
            </p:nvSpPr>
            <p:spPr>
              <a:xfrm>
                <a:off x="1162396" y="4457628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46E8A461-BD01-A215-E157-03A25E70C617}"/>
                  </a:ext>
                </a:extLst>
              </p:cNvPr>
              <p:cNvSpPr txBox="1"/>
              <p:nvPr/>
            </p:nvSpPr>
            <p:spPr>
              <a:xfrm>
                <a:off x="1162396" y="3265568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7C598195-5A80-9305-1F4A-430394F81404}"/>
                  </a:ext>
                </a:extLst>
              </p:cNvPr>
              <p:cNvSpPr txBox="1"/>
              <p:nvPr/>
            </p:nvSpPr>
            <p:spPr>
              <a:xfrm>
                <a:off x="1162396" y="207340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30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DA37BF90-7317-CE5D-5E2F-D255F59FEDCC}"/>
                  </a:ext>
                </a:extLst>
              </p:cNvPr>
              <p:cNvSpPr txBox="1"/>
              <p:nvPr/>
            </p:nvSpPr>
            <p:spPr>
              <a:xfrm>
                <a:off x="1162396" y="88134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40</a:t>
                </a: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4DC8D019-BA84-4156-108F-6406640771FE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78110E51-E796-E678-A9BC-5A10CBB9F31B}"/>
                  </a:ext>
                </a:extLst>
              </p:cNvPr>
              <p:cNvSpPr/>
              <p:nvPr/>
            </p:nvSpPr>
            <p:spPr>
              <a:xfrm>
                <a:off x="1442052" y="4584519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0B355772-DF0D-4817-B3AE-3650B0931EF4}"/>
                  </a:ext>
                </a:extLst>
              </p:cNvPr>
              <p:cNvSpPr/>
              <p:nvPr/>
            </p:nvSpPr>
            <p:spPr>
              <a:xfrm>
                <a:off x="1442052" y="3392459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ABE184B-9C83-5D6B-35BE-5D810CF8600D}"/>
                  </a:ext>
                </a:extLst>
              </p:cNvPr>
              <p:cNvSpPr/>
              <p:nvPr/>
            </p:nvSpPr>
            <p:spPr>
              <a:xfrm>
                <a:off x="1442052" y="2200293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101859F8-CF9E-44E2-0D06-BC35D1682EAF}"/>
                  </a:ext>
                </a:extLst>
              </p:cNvPr>
              <p:cNvSpPr/>
              <p:nvPr/>
            </p:nvSpPr>
            <p:spPr>
              <a:xfrm>
                <a:off x="1442052" y="100812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73DC87A-FD1A-ADB3-414E-A1020FA9D41F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D826711F-44D6-0134-0B55-F6DE046F895C}"/>
                  </a:ext>
                </a:extLst>
              </p:cNvPr>
              <p:cNvSpPr/>
              <p:nvPr/>
            </p:nvSpPr>
            <p:spPr>
              <a:xfrm>
                <a:off x="213399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08314C13-7F2D-0224-7E7E-EDEE9B939767}"/>
                  </a:ext>
                </a:extLst>
              </p:cNvPr>
              <p:cNvSpPr/>
              <p:nvPr/>
            </p:nvSpPr>
            <p:spPr>
              <a:xfrm>
                <a:off x="284999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AD83A83-BB85-2D60-33DB-48D6E77B55E7}"/>
                  </a:ext>
                </a:extLst>
              </p:cNvPr>
              <p:cNvSpPr/>
              <p:nvPr/>
            </p:nvSpPr>
            <p:spPr>
              <a:xfrm>
                <a:off x="357394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E1C42324-841F-97F0-2B92-01B50FDDEBCC}"/>
                  </a:ext>
                </a:extLst>
              </p:cNvPr>
              <p:cNvSpPr/>
              <p:nvPr/>
            </p:nvSpPr>
            <p:spPr>
              <a:xfrm>
                <a:off x="428602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F50AF7A-5973-4120-B6AC-FF5665852FD5}"/>
                  </a:ext>
                </a:extLst>
              </p:cNvPr>
              <p:cNvSpPr/>
              <p:nvPr/>
            </p:nvSpPr>
            <p:spPr>
              <a:xfrm>
                <a:off x="500986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0D5D2D15-B5DA-A811-DAEC-B478227CE776}"/>
                  </a:ext>
                </a:extLst>
              </p:cNvPr>
              <p:cNvSpPr/>
              <p:nvPr/>
            </p:nvSpPr>
            <p:spPr>
              <a:xfrm>
                <a:off x="572194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A50E443B-7396-84A2-6D08-431561D1D150}"/>
                  </a:ext>
                </a:extLst>
              </p:cNvPr>
              <p:cNvSpPr/>
              <p:nvPr/>
            </p:nvSpPr>
            <p:spPr>
              <a:xfrm>
                <a:off x="644589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59727D58-0151-A9ED-B48F-3210F8C2174A}"/>
                  </a:ext>
                </a:extLst>
              </p:cNvPr>
              <p:cNvSpPr/>
              <p:nvPr/>
            </p:nvSpPr>
            <p:spPr>
              <a:xfrm>
                <a:off x="715797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692B2532-6CD3-5591-2EC0-2BED28DAC8A3}"/>
                  </a:ext>
                </a:extLst>
              </p:cNvPr>
              <p:cNvSpPr/>
              <p:nvPr/>
            </p:nvSpPr>
            <p:spPr>
              <a:xfrm>
                <a:off x="788181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AF279505-EB1A-BC86-479C-A132A3120990}"/>
                  </a:ext>
                </a:extLst>
              </p:cNvPr>
              <p:cNvSpPr/>
              <p:nvPr/>
            </p:nvSpPr>
            <p:spPr>
              <a:xfrm>
                <a:off x="859791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F5F2203D-D5B2-6853-7595-5DF3663BABAE}"/>
                  </a:ext>
                </a:extLst>
              </p:cNvPr>
              <p:cNvSpPr/>
              <p:nvPr/>
            </p:nvSpPr>
            <p:spPr>
              <a:xfrm>
                <a:off x="932176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8109B799-83F8-DE2C-858A-259FDAE5F924}"/>
                  </a:ext>
                </a:extLst>
              </p:cNvPr>
              <p:cNvSpPr/>
              <p:nvPr/>
            </p:nvSpPr>
            <p:spPr>
              <a:xfrm>
                <a:off x="1003384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E4DF39C2-1EE6-A63D-C8E4-13ACF9A58CD4}"/>
                  </a:ext>
                </a:extLst>
              </p:cNvPr>
              <p:cNvSpPr/>
              <p:nvPr/>
            </p:nvSpPr>
            <p:spPr>
              <a:xfrm>
                <a:off x="1075778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71A6A601-81F5-3A23-9F6B-BD2E34BC73FD}"/>
                  </a:ext>
                </a:extLst>
              </p:cNvPr>
              <p:cNvSpPr txBox="1"/>
              <p:nvPr/>
            </p:nvSpPr>
            <p:spPr>
              <a:xfrm>
                <a:off x="172503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2019</a:t>
                </a: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B439CB99-E6B5-4D2D-6D93-BCFB6240369D}"/>
                  </a:ext>
                </a:extLst>
              </p:cNvPr>
              <p:cNvSpPr txBox="1"/>
              <p:nvPr/>
            </p:nvSpPr>
            <p:spPr>
              <a:xfrm>
                <a:off x="2432812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2020</a:t>
                </a: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47471736-3EFF-5239-AC6E-8A522023E14E}"/>
                  </a:ext>
                </a:extLst>
              </p:cNvPr>
              <p:cNvSpPr txBox="1"/>
              <p:nvPr/>
            </p:nvSpPr>
            <p:spPr>
              <a:xfrm>
                <a:off x="316498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2020</a:t>
                </a: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99A62878-FE57-196F-78A0-4AA7051277DD}"/>
                  </a:ext>
                </a:extLst>
              </p:cNvPr>
              <p:cNvSpPr txBox="1"/>
              <p:nvPr/>
            </p:nvSpPr>
            <p:spPr>
              <a:xfrm>
                <a:off x="3868838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2021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5B635E41-CD4A-9D3B-4539-42E29D47BB2F}"/>
                  </a:ext>
                </a:extLst>
              </p:cNvPr>
              <p:cNvSpPr txBox="1"/>
              <p:nvPr/>
            </p:nvSpPr>
            <p:spPr>
              <a:xfrm>
                <a:off x="460090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2021</a:t>
                </a: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F4ACDA4E-F2BB-B800-E143-438BEF3D54AD}"/>
                  </a:ext>
                </a:extLst>
              </p:cNvPr>
              <p:cNvSpPr txBox="1"/>
              <p:nvPr/>
            </p:nvSpPr>
            <p:spPr>
              <a:xfrm>
                <a:off x="5304759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2022</a:t>
                </a: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02995088-84DB-257F-02DA-5E574478C258}"/>
                  </a:ext>
                </a:extLst>
              </p:cNvPr>
              <p:cNvSpPr txBox="1"/>
              <p:nvPr/>
            </p:nvSpPr>
            <p:spPr>
              <a:xfrm>
                <a:off x="603692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2022</a:t>
                </a: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A36F8EB-2445-20EF-5F57-E3655B4BDF23}"/>
                  </a:ext>
                </a:extLst>
              </p:cNvPr>
              <p:cNvSpPr txBox="1"/>
              <p:nvPr/>
            </p:nvSpPr>
            <p:spPr>
              <a:xfrm>
                <a:off x="6740785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2023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86B7E701-A0BE-3E74-760E-C71C2A2C8EF6}"/>
                  </a:ext>
                </a:extLst>
              </p:cNvPr>
              <p:cNvSpPr txBox="1"/>
              <p:nvPr/>
            </p:nvSpPr>
            <p:spPr>
              <a:xfrm>
                <a:off x="747284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2023</a:t>
                </a: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85F069F-BB19-5DE8-F4A1-6AB6C285E5DC}"/>
                  </a:ext>
                </a:extLst>
              </p:cNvPr>
              <p:cNvSpPr txBox="1"/>
              <p:nvPr/>
            </p:nvSpPr>
            <p:spPr>
              <a:xfrm>
                <a:off x="8180732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2024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390F8AF7-07D0-1FBF-F361-9EDBE96BB813}"/>
                  </a:ext>
                </a:extLst>
              </p:cNvPr>
              <p:cNvSpPr txBox="1"/>
              <p:nvPr/>
            </p:nvSpPr>
            <p:spPr>
              <a:xfrm>
                <a:off x="891279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2024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47D44A7A-2093-7FD2-0DC7-01A40ADA178E}"/>
                  </a:ext>
                </a:extLst>
              </p:cNvPr>
              <p:cNvSpPr txBox="1"/>
              <p:nvPr/>
            </p:nvSpPr>
            <p:spPr>
              <a:xfrm>
                <a:off x="9616653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2025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4CEE2E9E-803C-74EF-F8BA-12EB51BAC250}"/>
                  </a:ext>
                </a:extLst>
              </p:cNvPr>
              <p:cNvSpPr txBox="1"/>
              <p:nvPr/>
            </p:nvSpPr>
            <p:spPr>
              <a:xfrm>
                <a:off x="10348822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2025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24251C3C-A1B3-6613-D934-536A0C5C1810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9A089895-AD7D-5E92-D6A3-59E4B1805217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42260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in MAR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Kapuntori</a:t>
                </a:r>
                <a:endParaRPr lang="en-US" sz="20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5697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ntent Placeholder 4">
            <a:extLst>
              <a:ext uri="{FF2B5EF4-FFF2-40B4-BE49-F238E27FC236}">
                <a16:creationId xmlns:a16="http://schemas.microsoft.com/office/drawing/2014/main" id="{79DD4A8B-9AEE-BE75-C938-DC8BC953A58F}"/>
              </a:ext>
            </a:extLst>
          </p:cNvPr>
          <p:cNvGrpSpPr/>
          <p:nvPr/>
        </p:nvGrpSpPr>
        <p:grpSpPr>
          <a:xfrm>
            <a:off x="961062" y="612426"/>
            <a:ext cx="10232717" cy="5602107"/>
            <a:chOff x="961062" y="612426"/>
            <a:chExt cx="10232717" cy="560210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222D8E4-61BE-6C16-4CD0-26B7D8B5B0C1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78A2A6-4F70-E146-EE18-D5FFFC609F78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9" name="Content Placeholder 4">
              <a:extLst>
                <a:ext uri="{FF2B5EF4-FFF2-40B4-BE49-F238E27FC236}">
                  <a16:creationId xmlns:a16="http://schemas.microsoft.com/office/drawing/2014/main" id="{4414BFE1-9708-36ED-5451-799877A1DCE1}"/>
                </a:ext>
              </a:extLst>
            </p:cNvPr>
            <p:cNvGrpSpPr/>
            <p:nvPr/>
          </p:nvGrpSpPr>
          <p:grpSpPr>
            <a:xfrm>
              <a:off x="1594747" y="971481"/>
              <a:ext cx="9526921" cy="4805204"/>
              <a:chOff x="1594747" y="971481"/>
              <a:chExt cx="9526921" cy="4805204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A1DEEE4-0049-170E-029B-F3D5CA6A2001}"/>
                  </a:ext>
                </a:extLst>
              </p:cNvPr>
              <p:cNvSpPr/>
              <p:nvPr/>
            </p:nvSpPr>
            <p:spPr>
              <a:xfrm>
                <a:off x="1594747" y="971481"/>
                <a:ext cx="9526921" cy="4805204"/>
              </a:xfrm>
              <a:custGeom>
                <a:avLst/>
                <a:gdLst>
                  <a:gd name="connsiteX0" fmla="*/ 0 w 9526921"/>
                  <a:gd name="connsiteY0" fmla="*/ 0 h 4805204"/>
                  <a:gd name="connsiteX1" fmla="*/ 9526922 w 9526921"/>
                  <a:gd name="connsiteY1" fmla="*/ 0 h 4805204"/>
                  <a:gd name="connsiteX2" fmla="*/ 9526922 w 9526921"/>
                  <a:gd name="connsiteY2" fmla="*/ 4805204 h 4805204"/>
                  <a:gd name="connsiteX3" fmla="*/ 0 w 952692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6921" h="4805204">
                    <a:moveTo>
                      <a:pt x="0" y="0"/>
                    </a:moveTo>
                    <a:lnTo>
                      <a:pt x="9526922" y="0"/>
                    </a:lnTo>
                    <a:lnTo>
                      <a:pt x="952692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60FC427-5830-24DF-C249-8482A2B25EAA}"/>
                  </a:ext>
                </a:extLst>
              </p:cNvPr>
              <p:cNvSpPr/>
              <p:nvPr/>
            </p:nvSpPr>
            <p:spPr>
              <a:xfrm>
                <a:off x="2027822" y="971481"/>
                <a:ext cx="8660769" cy="2974377"/>
              </a:xfrm>
              <a:custGeom>
                <a:avLst/>
                <a:gdLst>
                  <a:gd name="connsiteX0" fmla="*/ 0 w 8660769"/>
                  <a:gd name="connsiteY0" fmla="*/ 0 h 2974377"/>
                  <a:gd name="connsiteX1" fmla="*/ 109567 w 8660769"/>
                  <a:gd name="connsiteY1" fmla="*/ 317953 h 2974377"/>
                  <a:gd name="connsiteX2" fmla="*/ 219240 w 8660769"/>
                  <a:gd name="connsiteY2" fmla="*/ 609005 h 2974377"/>
                  <a:gd name="connsiteX3" fmla="*/ 328807 w 8660769"/>
                  <a:gd name="connsiteY3" fmla="*/ 872306 h 2974377"/>
                  <a:gd name="connsiteX4" fmla="*/ 438480 w 8660769"/>
                  <a:gd name="connsiteY4" fmla="*/ 1107117 h 2974377"/>
                  <a:gd name="connsiteX5" fmla="*/ 548153 w 8660769"/>
                  <a:gd name="connsiteY5" fmla="*/ 1313543 h 2974377"/>
                  <a:gd name="connsiteX6" fmla="*/ 657720 w 8660769"/>
                  <a:gd name="connsiteY6" fmla="*/ 1492220 h 2974377"/>
                  <a:gd name="connsiteX7" fmla="*/ 767393 w 8660769"/>
                  <a:gd name="connsiteY7" fmla="*/ 1643783 h 2974377"/>
                  <a:gd name="connsiteX8" fmla="*/ 877066 w 8660769"/>
                  <a:gd name="connsiteY8" fmla="*/ 1770244 h 2974377"/>
                  <a:gd name="connsiteX9" fmla="*/ 986632 w 8660769"/>
                  <a:gd name="connsiteY9" fmla="*/ 1875204 h 2974377"/>
                  <a:gd name="connsiteX10" fmla="*/ 1096305 w 8660769"/>
                  <a:gd name="connsiteY10" fmla="*/ 1961736 h 2974377"/>
                  <a:gd name="connsiteX11" fmla="*/ 1205872 w 8660769"/>
                  <a:gd name="connsiteY11" fmla="*/ 2032698 h 2974377"/>
                  <a:gd name="connsiteX12" fmla="*/ 1315545 w 8660769"/>
                  <a:gd name="connsiteY12" fmla="*/ 2090315 h 2974377"/>
                  <a:gd name="connsiteX13" fmla="*/ 1425218 w 8660769"/>
                  <a:gd name="connsiteY13" fmla="*/ 2136917 h 2974377"/>
                  <a:gd name="connsiteX14" fmla="*/ 1534785 w 8660769"/>
                  <a:gd name="connsiteY14" fmla="*/ 2174305 h 2974377"/>
                  <a:gd name="connsiteX15" fmla="*/ 1644458 w 8660769"/>
                  <a:gd name="connsiteY15" fmla="*/ 2197182 h 2974377"/>
                  <a:gd name="connsiteX16" fmla="*/ 1754025 w 8660769"/>
                  <a:gd name="connsiteY16" fmla="*/ 2190722 h 2974377"/>
                  <a:gd name="connsiteX17" fmla="*/ 1863698 w 8660769"/>
                  <a:gd name="connsiteY17" fmla="*/ 2161489 h 2974377"/>
                  <a:gd name="connsiteX18" fmla="*/ 1973371 w 8660769"/>
                  <a:gd name="connsiteY18" fmla="*/ 2119442 h 2974377"/>
                  <a:gd name="connsiteX19" fmla="*/ 2082938 w 8660769"/>
                  <a:gd name="connsiteY19" fmla="*/ 2079088 h 2974377"/>
                  <a:gd name="connsiteX20" fmla="*/ 2192611 w 8660769"/>
                  <a:gd name="connsiteY20" fmla="*/ 2056952 h 2974377"/>
                  <a:gd name="connsiteX21" fmla="*/ 2302178 w 8660769"/>
                  <a:gd name="connsiteY21" fmla="*/ 2046679 h 2974377"/>
                  <a:gd name="connsiteX22" fmla="*/ 2411851 w 8660769"/>
                  <a:gd name="connsiteY22" fmla="*/ 2031215 h 2974377"/>
                  <a:gd name="connsiteX23" fmla="*/ 2521524 w 8660769"/>
                  <a:gd name="connsiteY23" fmla="*/ 2006220 h 2974377"/>
                  <a:gd name="connsiteX24" fmla="*/ 2631091 w 8660769"/>
                  <a:gd name="connsiteY24" fmla="*/ 1983342 h 2974377"/>
                  <a:gd name="connsiteX25" fmla="*/ 2740764 w 8660769"/>
                  <a:gd name="connsiteY25" fmla="*/ 1954534 h 2974377"/>
                  <a:gd name="connsiteX26" fmla="*/ 2850331 w 8660769"/>
                  <a:gd name="connsiteY26" fmla="*/ 1918205 h 2974377"/>
                  <a:gd name="connsiteX27" fmla="*/ 2960004 w 8660769"/>
                  <a:gd name="connsiteY27" fmla="*/ 1869167 h 2974377"/>
                  <a:gd name="connsiteX28" fmla="*/ 3069676 w 8660769"/>
                  <a:gd name="connsiteY28" fmla="*/ 1807525 h 2974377"/>
                  <a:gd name="connsiteX29" fmla="*/ 3179243 w 8660769"/>
                  <a:gd name="connsiteY29" fmla="*/ 1749273 h 2974377"/>
                  <a:gd name="connsiteX30" fmla="*/ 3288916 w 8660769"/>
                  <a:gd name="connsiteY30" fmla="*/ 1709767 h 2974377"/>
                  <a:gd name="connsiteX31" fmla="*/ 3398483 w 8660769"/>
                  <a:gd name="connsiteY31" fmla="*/ 1669096 h 2974377"/>
                  <a:gd name="connsiteX32" fmla="*/ 3508156 w 8660769"/>
                  <a:gd name="connsiteY32" fmla="*/ 1620693 h 2974377"/>
                  <a:gd name="connsiteX33" fmla="*/ 3617829 w 8660769"/>
                  <a:gd name="connsiteY33" fmla="*/ 1575044 h 2974377"/>
                  <a:gd name="connsiteX34" fmla="*/ 3727396 w 8660769"/>
                  <a:gd name="connsiteY34" fmla="*/ 1553650 h 2974377"/>
                  <a:gd name="connsiteX35" fmla="*/ 3837069 w 8660769"/>
                  <a:gd name="connsiteY35" fmla="*/ 1548248 h 2974377"/>
                  <a:gd name="connsiteX36" fmla="*/ 3946636 w 8660769"/>
                  <a:gd name="connsiteY36" fmla="*/ 1539563 h 2974377"/>
                  <a:gd name="connsiteX37" fmla="*/ 4056309 w 8660769"/>
                  <a:gd name="connsiteY37" fmla="*/ 1526536 h 2974377"/>
                  <a:gd name="connsiteX38" fmla="*/ 4165982 w 8660769"/>
                  <a:gd name="connsiteY38" fmla="*/ 1522723 h 2974377"/>
                  <a:gd name="connsiteX39" fmla="*/ 4275549 w 8660769"/>
                  <a:gd name="connsiteY39" fmla="*/ 1529502 h 2974377"/>
                  <a:gd name="connsiteX40" fmla="*/ 4385222 w 8660769"/>
                  <a:gd name="connsiteY40" fmla="*/ 1535221 h 2974377"/>
                  <a:gd name="connsiteX41" fmla="*/ 4494789 w 8660769"/>
                  <a:gd name="connsiteY41" fmla="*/ 1531408 h 2974377"/>
                  <a:gd name="connsiteX42" fmla="*/ 4604461 w 8660769"/>
                  <a:gd name="connsiteY42" fmla="*/ 1515309 h 2974377"/>
                  <a:gd name="connsiteX43" fmla="*/ 4714135 w 8660769"/>
                  <a:gd name="connsiteY43" fmla="*/ 1490102 h 2974377"/>
                  <a:gd name="connsiteX44" fmla="*/ 4823701 w 8660769"/>
                  <a:gd name="connsiteY44" fmla="*/ 1462140 h 2974377"/>
                  <a:gd name="connsiteX45" fmla="*/ 4933375 w 8660769"/>
                  <a:gd name="connsiteY45" fmla="*/ 1436086 h 2974377"/>
                  <a:gd name="connsiteX46" fmla="*/ 5042941 w 8660769"/>
                  <a:gd name="connsiteY46" fmla="*/ 1407807 h 2974377"/>
                  <a:gd name="connsiteX47" fmla="*/ 5152615 w 8660769"/>
                  <a:gd name="connsiteY47" fmla="*/ 1371902 h 2974377"/>
                  <a:gd name="connsiteX48" fmla="*/ 5262287 w 8660769"/>
                  <a:gd name="connsiteY48" fmla="*/ 1327948 h 2974377"/>
                  <a:gd name="connsiteX49" fmla="*/ 5371854 w 8660769"/>
                  <a:gd name="connsiteY49" fmla="*/ 1283570 h 2974377"/>
                  <a:gd name="connsiteX50" fmla="*/ 5481527 w 8660769"/>
                  <a:gd name="connsiteY50" fmla="*/ 1253066 h 2974377"/>
                  <a:gd name="connsiteX51" fmla="*/ 5591094 w 8660769"/>
                  <a:gd name="connsiteY51" fmla="*/ 1233684 h 2974377"/>
                  <a:gd name="connsiteX52" fmla="*/ 5700767 w 8660769"/>
                  <a:gd name="connsiteY52" fmla="*/ 1211231 h 2974377"/>
                  <a:gd name="connsiteX53" fmla="*/ 5810440 w 8660769"/>
                  <a:gd name="connsiteY53" fmla="*/ 1213984 h 2974377"/>
                  <a:gd name="connsiteX54" fmla="*/ 5920007 w 8660769"/>
                  <a:gd name="connsiteY54" fmla="*/ 1230719 h 2974377"/>
                  <a:gd name="connsiteX55" fmla="*/ 6029680 w 8660769"/>
                  <a:gd name="connsiteY55" fmla="*/ 1254867 h 2974377"/>
                  <a:gd name="connsiteX56" fmla="*/ 6139247 w 8660769"/>
                  <a:gd name="connsiteY56" fmla="*/ 1280392 h 2974377"/>
                  <a:gd name="connsiteX57" fmla="*/ 6248920 w 8660769"/>
                  <a:gd name="connsiteY57" fmla="*/ 1302740 h 2974377"/>
                  <a:gd name="connsiteX58" fmla="*/ 6358593 w 8660769"/>
                  <a:gd name="connsiteY58" fmla="*/ 1320216 h 2974377"/>
                  <a:gd name="connsiteX59" fmla="*/ 6468159 w 8660769"/>
                  <a:gd name="connsiteY59" fmla="*/ 1334620 h 2974377"/>
                  <a:gd name="connsiteX60" fmla="*/ 6577833 w 8660769"/>
                  <a:gd name="connsiteY60" fmla="*/ 1349766 h 2974377"/>
                  <a:gd name="connsiteX61" fmla="*/ 6687505 w 8660769"/>
                  <a:gd name="connsiteY61" fmla="*/ 1370101 h 2974377"/>
                  <a:gd name="connsiteX62" fmla="*/ 6797073 w 8660769"/>
                  <a:gd name="connsiteY62" fmla="*/ 1414373 h 2974377"/>
                  <a:gd name="connsiteX63" fmla="*/ 6906745 w 8660769"/>
                  <a:gd name="connsiteY63" fmla="*/ 1455997 h 2974377"/>
                  <a:gd name="connsiteX64" fmla="*/ 7016312 w 8660769"/>
                  <a:gd name="connsiteY64" fmla="*/ 1487454 h 2974377"/>
                  <a:gd name="connsiteX65" fmla="*/ 7125985 w 8660769"/>
                  <a:gd name="connsiteY65" fmla="*/ 1523676 h 2974377"/>
                  <a:gd name="connsiteX66" fmla="*/ 7235658 w 8660769"/>
                  <a:gd name="connsiteY66" fmla="*/ 1560640 h 2974377"/>
                  <a:gd name="connsiteX67" fmla="*/ 7345225 w 8660769"/>
                  <a:gd name="connsiteY67" fmla="*/ 1594427 h 2974377"/>
                  <a:gd name="connsiteX68" fmla="*/ 7454898 w 8660769"/>
                  <a:gd name="connsiteY68" fmla="*/ 1620905 h 2974377"/>
                  <a:gd name="connsiteX69" fmla="*/ 7564465 w 8660769"/>
                  <a:gd name="connsiteY69" fmla="*/ 1640287 h 2974377"/>
                  <a:gd name="connsiteX70" fmla="*/ 7674138 w 8660769"/>
                  <a:gd name="connsiteY70" fmla="*/ 1653738 h 2974377"/>
                  <a:gd name="connsiteX71" fmla="*/ 7783811 w 8660769"/>
                  <a:gd name="connsiteY71" fmla="*/ 1658822 h 2974377"/>
                  <a:gd name="connsiteX72" fmla="*/ 7893378 w 8660769"/>
                  <a:gd name="connsiteY72" fmla="*/ 1653315 h 2974377"/>
                  <a:gd name="connsiteX73" fmla="*/ 8003051 w 8660769"/>
                  <a:gd name="connsiteY73" fmla="*/ 1635521 h 2974377"/>
                  <a:gd name="connsiteX74" fmla="*/ 8112618 w 8660769"/>
                  <a:gd name="connsiteY74" fmla="*/ 1603747 h 2974377"/>
                  <a:gd name="connsiteX75" fmla="*/ 8222291 w 8660769"/>
                  <a:gd name="connsiteY75" fmla="*/ 1556616 h 2974377"/>
                  <a:gd name="connsiteX76" fmla="*/ 8331964 w 8660769"/>
                  <a:gd name="connsiteY76" fmla="*/ 1495185 h 2974377"/>
                  <a:gd name="connsiteX77" fmla="*/ 8441530 w 8660769"/>
                  <a:gd name="connsiteY77" fmla="*/ 1420940 h 2974377"/>
                  <a:gd name="connsiteX78" fmla="*/ 8551203 w 8660769"/>
                  <a:gd name="connsiteY78" fmla="*/ 1335785 h 2974377"/>
                  <a:gd name="connsiteX79" fmla="*/ 8660770 w 8660769"/>
                  <a:gd name="connsiteY79" fmla="*/ 1241840 h 2974377"/>
                  <a:gd name="connsiteX80" fmla="*/ 8660770 w 8660769"/>
                  <a:gd name="connsiteY80" fmla="*/ 2812965 h 2974377"/>
                  <a:gd name="connsiteX81" fmla="*/ 8551203 w 8660769"/>
                  <a:gd name="connsiteY81" fmla="*/ 2732047 h 2974377"/>
                  <a:gd name="connsiteX82" fmla="*/ 8441530 w 8660769"/>
                  <a:gd name="connsiteY82" fmla="*/ 2658225 h 2974377"/>
                  <a:gd name="connsiteX83" fmla="*/ 8331964 w 8660769"/>
                  <a:gd name="connsiteY83" fmla="*/ 2591394 h 2974377"/>
                  <a:gd name="connsiteX84" fmla="*/ 8222291 w 8660769"/>
                  <a:gd name="connsiteY84" fmla="*/ 2531023 h 2974377"/>
                  <a:gd name="connsiteX85" fmla="*/ 8112618 w 8660769"/>
                  <a:gd name="connsiteY85" fmla="*/ 2476689 h 2974377"/>
                  <a:gd name="connsiteX86" fmla="*/ 8003051 w 8660769"/>
                  <a:gd name="connsiteY86" fmla="*/ 2427757 h 2974377"/>
                  <a:gd name="connsiteX87" fmla="*/ 7893378 w 8660769"/>
                  <a:gd name="connsiteY87" fmla="*/ 2385709 h 2974377"/>
                  <a:gd name="connsiteX88" fmla="*/ 7783811 w 8660769"/>
                  <a:gd name="connsiteY88" fmla="*/ 2350863 h 2974377"/>
                  <a:gd name="connsiteX89" fmla="*/ 7674138 w 8660769"/>
                  <a:gd name="connsiteY89" fmla="*/ 2322902 h 2974377"/>
                  <a:gd name="connsiteX90" fmla="*/ 7564465 w 8660769"/>
                  <a:gd name="connsiteY90" fmla="*/ 2301084 h 2974377"/>
                  <a:gd name="connsiteX91" fmla="*/ 7454898 w 8660769"/>
                  <a:gd name="connsiteY91" fmla="*/ 2284244 h 2974377"/>
                  <a:gd name="connsiteX92" fmla="*/ 7345225 w 8660769"/>
                  <a:gd name="connsiteY92" fmla="*/ 2266132 h 2974377"/>
                  <a:gd name="connsiteX93" fmla="*/ 7235658 w 8660769"/>
                  <a:gd name="connsiteY93" fmla="*/ 2242619 h 2974377"/>
                  <a:gd name="connsiteX94" fmla="*/ 7125985 w 8660769"/>
                  <a:gd name="connsiteY94" fmla="*/ 2216670 h 2974377"/>
                  <a:gd name="connsiteX95" fmla="*/ 7016312 w 8660769"/>
                  <a:gd name="connsiteY95" fmla="*/ 2191357 h 2974377"/>
                  <a:gd name="connsiteX96" fmla="*/ 6906745 w 8660769"/>
                  <a:gd name="connsiteY96" fmla="*/ 2169645 h 2974377"/>
                  <a:gd name="connsiteX97" fmla="*/ 6797073 w 8660769"/>
                  <a:gd name="connsiteY97" fmla="*/ 2135329 h 2974377"/>
                  <a:gd name="connsiteX98" fmla="*/ 6687505 w 8660769"/>
                  <a:gd name="connsiteY98" fmla="*/ 2097306 h 2974377"/>
                  <a:gd name="connsiteX99" fmla="*/ 6577833 w 8660769"/>
                  <a:gd name="connsiteY99" fmla="*/ 2071992 h 2974377"/>
                  <a:gd name="connsiteX100" fmla="*/ 6468159 w 8660769"/>
                  <a:gd name="connsiteY100" fmla="*/ 2041701 h 2974377"/>
                  <a:gd name="connsiteX101" fmla="*/ 6358593 w 8660769"/>
                  <a:gd name="connsiteY101" fmla="*/ 2012680 h 2974377"/>
                  <a:gd name="connsiteX102" fmla="*/ 6248920 w 8660769"/>
                  <a:gd name="connsiteY102" fmla="*/ 1990650 h 2974377"/>
                  <a:gd name="connsiteX103" fmla="*/ 6139247 w 8660769"/>
                  <a:gd name="connsiteY103" fmla="*/ 1979106 h 2974377"/>
                  <a:gd name="connsiteX104" fmla="*/ 6029680 w 8660769"/>
                  <a:gd name="connsiteY104" fmla="*/ 1978470 h 2974377"/>
                  <a:gd name="connsiteX105" fmla="*/ 5920007 w 8660769"/>
                  <a:gd name="connsiteY105" fmla="*/ 1985884 h 2974377"/>
                  <a:gd name="connsiteX106" fmla="*/ 5810440 w 8660769"/>
                  <a:gd name="connsiteY106" fmla="*/ 1997217 h 2974377"/>
                  <a:gd name="connsiteX107" fmla="*/ 5700767 w 8660769"/>
                  <a:gd name="connsiteY107" fmla="*/ 2008020 h 2974377"/>
                  <a:gd name="connsiteX108" fmla="*/ 5591094 w 8660769"/>
                  <a:gd name="connsiteY108" fmla="*/ 2040324 h 2974377"/>
                  <a:gd name="connsiteX109" fmla="*/ 5481527 w 8660769"/>
                  <a:gd name="connsiteY109" fmla="*/ 2070298 h 2974377"/>
                  <a:gd name="connsiteX110" fmla="*/ 5371854 w 8660769"/>
                  <a:gd name="connsiteY110" fmla="*/ 2087244 h 2974377"/>
                  <a:gd name="connsiteX111" fmla="*/ 5262287 w 8660769"/>
                  <a:gd name="connsiteY111" fmla="*/ 2113934 h 2974377"/>
                  <a:gd name="connsiteX112" fmla="*/ 5152615 w 8660769"/>
                  <a:gd name="connsiteY112" fmla="*/ 2154393 h 2974377"/>
                  <a:gd name="connsiteX113" fmla="*/ 5042941 w 8660769"/>
                  <a:gd name="connsiteY113" fmla="*/ 2205973 h 2974377"/>
                  <a:gd name="connsiteX114" fmla="*/ 4933375 w 8660769"/>
                  <a:gd name="connsiteY114" fmla="*/ 2258189 h 2974377"/>
                  <a:gd name="connsiteX115" fmla="*/ 4823701 w 8660769"/>
                  <a:gd name="connsiteY115" fmla="*/ 2295364 h 2974377"/>
                  <a:gd name="connsiteX116" fmla="*/ 4714135 w 8660769"/>
                  <a:gd name="connsiteY116" fmla="*/ 2309027 h 2974377"/>
                  <a:gd name="connsiteX117" fmla="*/ 4604461 w 8660769"/>
                  <a:gd name="connsiteY117" fmla="*/ 2308392 h 2974377"/>
                  <a:gd name="connsiteX118" fmla="*/ 4494789 w 8660769"/>
                  <a:gd name="connsiteY118" fmla="*/ 2304685 h 2974377"/>
                  <a:gd name="connsiteX119" fmla="*/ 4385222 w 8660769"/>
                  <a:gd name="connsiteY119" fmla="*/ 2306062 h 2974377"/>
                  <a:gd name="connsiteX120" fmla="*/ 4275549 w 8660769"/>
                  <a:gd name="connsiteY120" fmla="*/ 2314958 h 2974377"/>
                  <a:gd name="connsiteX121" fmla="*/ 4165982 w 8660769"/>
                  <a:gd name="connsiteY121" fmla="*/ 2327774 h 2974377"/>
                  <a:gd name="connsiteX122" fmla="*/ 4056309 w 8660769"/>
                  <a:gd name="connsiteY122" fmla="*/ 2337730 h 2974377"/>
                  <a:gd name="connsiteX123" fmla="*/ 3946636 w 8660769"/>
                  <a:gd name="connsiteY123" fmla="*/ 2332434 h 2974377"/>
                  <a:gd name="connsiteX124" fmla="*/ 3837069 w 8660769"/>
                  <a:gd name="connsiteY124" fmla="*/ 2325868 h 2974377"/>
                  <a:gd name="connsiteX125" fmla="*/ 3727396 w 8660769"/>
                  <a:gd name="connsiteY125" fmla="*/ 2332222 h 2974377"/>
                  <a:gd name="connsiteX126" fmla="*/ 3617829 w 8660769"/>
                  <a:gd name="connsiteY126" fmla="*/ 2347686 h 2974377"/>
                  <a:gd name="connsiteX127" fmla="*/ 3508156 w 8660769"/>
                  <a:gd name="connsiteY127" fmla="*/ 2369716 h 2974377"/>
                  <a:gd name="connsiteX128" fmla="*/ 3398483 w 8660769"/>
                  <a:gd name="connsiteY128" fmla="*/ 2406468 h 2974377"/>
                  <a:gd name="connsiteX129" fmla="*/ 3288916 w 8660769"/>
                  <a:gd name="connsiteY129" fmla="*/ 2453494 h 2974377"/>
                  <a:gd name="connsiteX130" fmla="*/ 3179243 w 8660769"/>
                  <a:gd name="connsiteY130" fmla="*/ 2491199 h 2974377"/>
                  <a:gd name="connsiteX131" fmla="*/ 3069676 w 8660769"/>
                  <a:gd name="connsiteY131" fmla="*/ 2519160 h 2974377"/>
                  <a:gd name="connsiteX132" fmla="*/ 2960004 w 8660769"/>
                  <a:gd name="connsiteY132" fmla="*/ 2552206 h 2974377"/>
                  <a:gd name="connsiteX133" fmla="*/ 2850331 w 8660769"/>
                  <a:gd name="connsiteY133" fmla="*/ 2594677 h 2974377"/>
                  <a:gd name="connsiteX134" fmla="*/ 2740764 w 8660769"/>
                  <a:gd name="connsiteY134" fmla="*/ 2634818 h 2974377"/>
                  <a:gd name="connsiteX135" fmla="*/ 2631091 w 8660769"/>
                  <a:gd name="connsiteY135" fmla="*/ 2662144 h 2974377"/>
                  <a:gd name="connsiteX136" fmla="*/ 2521524 w 8660769"/>
                  <a:gd name="connsiteY136" fmla="*/ 2690529 h 2974377"/>
                  <a:gd name="connsiteX137" fmla="*/ 2411851 w 8660769"/>
                  <a:gd name="connsiteY137" fmla="*/ 2713512 h 2974377"/>
                  <a:gd name="connsiteX138" fmla="*/ 2302178 w 8660769"/>
                  <a:gd name="connsiteY138" fmla="*/ 2737025 h 2974377"/>
                  <a:gd name="connsiteX139" fmla="*/ 2192611 w 8660769"/>
                  <a:gd name="connsiteY139" fmla="*/ 2766046 h 2974377"/>
                  <a:gd name="connsiteX140" fmla="*/ 2082938 w 8660769"/>
                  <a:gd name="connsiteY140" fmla="*/ 2797290 h 2974377"/>
                  <a:gd name="connsiteX141" fmla="*/ 1973371 w 8660769"/>
                  <a:gd name="connsiteY141" fmla="*/ 2843257 h 2974377"/>
                  <a:gd name="connsiteX142" fmla="*/ 1863698 w 8660769"/>
                  <a:gd name="connsiteY142" fmla="*/ 2897802 h 2974377"/>
                  <a:gd name="connsiteX143" fmla="*/ 1754025 w 8660769"/>
                  <a:gd name="connsiteY143" fmla="*/ 2947476 h 2974377"/>
                  <a:gd name="connsiteX144" fmla="*/ 1644458 w 8660769"/>
                  <a:gd name="connsiteY144" fmla="*/ 2974378 h 2974377"/>
                  <a:gd name="connsiteX145" fmla="*/ 1534785 w 8660769"/>
                  <a:gd name="connsiteY145" fmla="*/ 2960291 h 2974377"/>
                  <a:gd name="connsiteX146" fmla="*/ 1425218 w 8660769"/>
                  <a:gd name="connsiteY146" fmla="*/ 2925340 h 2974377"/>
                  <a:gd name="connsiteX147" fmla="*/ 1315545 w 8660769"/>
                  <a:gd name="connsiteY147" fmla="*/ 2879903 h 2974377"/>
                  <a:gd name="connsiteX148" fmla="*/ 1205872 w 8660769"/>
                  <a:gd name="connsiteY148" fmla="*/ 2823239 h 2974377"/>
                  <a:gd name="connsiteX149" fmla="*/ 1096305 w 8660769"/>
                  <a:gd name="connsiteY149" fmla="*/ 2754713 h 2974377"/>
                  <a:gd name="connsiteX150" fmla="*/ 986632 w 8660769"/>
                  <a:gd name="connsiteY150" fmla="*/ 2673795 h 2974377"/>
                  <a:gd name="connsiteX151" fmla="*/ 877066 w 8660769"/>
                  <a:gd name="connsiteY151" fmla="*/ 2580484 h 2974377"/>
                  <a:gd name="connsiteX152" fmla="*/ 767393 w 8660769"/>
                  <a:gd name="connsiteY152" fmla="*/ 2475100 h 2974377"/>
                  <a:gd name="connsiteX153" fmla="*/ 657720 w 8660769"/>
                  <a:gd name="connsiteY153" fmla="*/ 2358383 h 2974377"/>
                  <a:gd name="connsiteX154" fmla="*/ 548153 w 8660769"/>
                  <a:gd name="connsiteY154" fmla="*/ 2233405 h 2974377"/>
                  <a:gd name="connsiteX155" fmla="*/ 438480 w 8660769"/>
                  <a:gd name="connsiteY155" fmla="*/ 2103978 h 2974377"/>
                  <a:gd name="connsiteX156" fmla="*/ 328807 w 8660769"/>
                  <a:gd name="connsiteY156" fmla="*/ 1971374 h 2974377"/>
                  <a:gd name="connsiteX157" fmla="*/ 219240 w 8660769"/>
                  <a:gd name="connsiteY157" fmla="*/ 1835910 h 2974377"/>
                  <a:gd name="connsiteX158" fmla="*/ 109567 w 8660769"/>
                  <a:gd name="connsiteY158" fmla="*/ 1697481 h 2974377"/>
                  <a:gd name="connsiteX159" fmla="*/ 0 w 8660769"/>
                  <a:gd name="connsiteY159" fmla="*/ 1555874 h 297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660769" h="2974377">
                    <a:moveTo>
                      <a:pt x="0" y="0"/>
                    </a:moveTo>
                    <a:lnTo>
                      <a:pt x="109567" y="317953"/>
                    </a:lnTo>
                    <a:lnTo>
                      <a:pt x="219240" y="609005"/>
                    </a:lnTo>
                    <a:lnTo>
                      <a:pt x="328807" y="872306"/>
                    </a:lnTo>
                    <a:lnTo>
                      <a:pt x="438480" y="1107117"/>
                    </a:lnTo>
                    <a:lnTo>
                      <a:pt x="548153" y="1313543"/>
                    </a:lnTo>
                    <a:lnTo>
                      <a:pt x="657720" y="1492220"/>
                    </a:lnTo>
                    <a:lnTo>
                      <a:pt x="767393" y="1643783"/>
                    </a:lnTo>
                    <a:lnTo>
                      <a:pt x="877066" y="1770244"/>
                    </a:lnTo>
                    <a:lnTo>
                      <a:pt x="986632" y="1875204"/>
                    </a:lnTo>
                    <a:lnTo>
                      <a:pt x="1096305" y="1961736"/>
                    </a:lnTo>
                    <a:lnTo>
                      <a:pt x="1205872" y="2032698"/>
                    </a:lnTo>
                    <a:lnTo>
                      <a:pt x="1315545" y="2090315"/>
                    </a:lnTo>
                    <a:lnTo>
                      <a:pt x="1425218" y="2136917"/>
                    </a:lnTo>
                    <a:lnTo>
                      <a:pt x="1534785" y="2174305"/>
                    </a:lnTo>
                    <a:lnTo>
                      <a:pt x="1644458" y="2197182"/>
                    </a:lnTo>
                    <a:lnTo>
                      <a:pt x="1754025" y="2190722"/>
                    </a:lnTo>
                    <a:lnTo>
                      <a:pt x="1863698" y="2161489"/>
                    </a:lnTo>
                    <a:lnTo>
                      <a:pt x="1973371" y="2119442"/>
                    </a:lnTo>
                    <a:lnTo>
                      <a:pt x="2082938" y="2079088"/>
                    </a:lnTo>
                    <a:lnTo>
                      <a:pt x="2192611" y="2056952"/>
                    </a:lnTo>
                    <a:lnTo>
                      <a:pt x="2302178" y="2046679"/>
                    </a:lnTo>
                    <a:lnTo>
                      <a:pt x="2411851" y="2031215"/>
                    </a:lnTo>
                    <a:lnTo>
                      <a:pt x="2521524" y="2006220"/>
                    </a:lnTo>
                    <a:lnTo>
                      <a:pt x="2631091" y="1983342"/>
                    </a:lnTo>
                    <a:lnTo>
                      <a:pt x="2740764" y="1954534"/>
                    </a:lnTo>
                    <a:lnTo>
                      <a:pt x="2850331" y="1918205"/>
                    </a:lnTo>
                    <a:lnTo>
                      <a:pt x="2960004" y="1869167"/>
                    </a:lnTo>
                    <a:lnTo>
                      <a:pt x="3069676" y="1807525"/>
                    </a:lnTo>
                    <a:lnTo>
                      <a:pt x="3179243" y="1749273"/>
                    </a:lnTo>
                    <a:lnTo>
                      <a:pt x="3288916" y="1709767"/>
                    </a:lnTo>
                    <a:lnTo>
                      <a:pt x="3398483" y="1669096"/>
                    </a:lnTo>
                    <a:lnTo>
                      <a:pt x="3508156" y="1620693"/>
                    </a:lnTo>
                    <a:lnTo>
                      <a:pt x="3617829" y="1575044"/>
                    </a:lnTo>
                    <a:lnTo>
                      <a:pt x="3727396" y="1553650"/>
                    </a:lnTo>
                    <a:lnTo>
                      <a:pt x="3837069" y="1548248"/>
                    </a:lnTo>
                    <a:lnTo>
                      <a:pt x="3946636" y="1539563"/>
                    </a:lnTo>
                    <a:lnTo>
                      <a:pt x="4056309" y="1526536"/>
                    </a:lnTo>
                    <a:lnTo>
                      <a:pt x="4165982" y="1522723"/>
                    </a:lnTo>
                    <a:lnTo>
                      <a:pt x="4275549" y="1529502"/>
                    </a:lnTo>
                    <a:lnTo>
                      <a:pt x="4385222" y="1535221"/>
                    </a:lnTo>
                    <a:lnTo>
                      <a:pt x="4494789" y="1531408"/>
                    </a:lnTo>
                    <a:lnTo>
                      <a:pt x="4604461" y="1515309"/>
                    </a:lnTo>
                    <a:lnTo>
                      <a:pt x="4714135" y="1490102"/>
                    </a:lnTo>
                    <a:lnTo>
                      <a:pt x="4823701" y="1462140"/>
                    </a:lnTo>
                    <a:lnTo>
                      <a:pt x="4933375" y="1436086"/>
                    </a:lnTo>
                    <a:lnTo>
                      <a:pt x="5042941" y="1407807"/>
                    </a:lnTo>
                    <a:lnTo>
                      <a:pt x="5152615" y="1371902"/>
                    </a:lnTo>
                    <a:lnTo>
                      <a:pt x="5262287" y="1327948"/>
                    </a:lnTo>
                    <a:lnTo>
                      <a:pt x="5371854" y="1283570"/>
                    </a:lnTo>
                    <a:lnTo>
                      <a:pt x="5481527" y="1253066"/>
                    </a:lnTo>
                    <a:lnTo>
                      <a:pt x="5591094" y="1233684"/>
                    </a:lnTo>
                    <a:lnTo>
                      <a:pt x="5700767" y="1211231"/>
                    </a:lnTo>
                    <a:lnTo>
                      <a:pt x="5810440" y="1213984"/>
                    </a:lnTo>
                    <a:lnTo>
                      <a:pt x="5920007" y="1230719"/>
                    </a:lnTo>
                    <a:lnTo>
                      <a:pt x="6029680" y="1254867"/>
                    </a:lnTo>
                    <a:lnTo>
                      <a:pt x="6139247" y="1280392"/>
                    </a:lnTo>
                    <a:lnTo>
                      <a:pt x="6248920" y="1302740"/>
                    </a:lnTo>
                    <a:lnTo>
                      <a:pt x="6358593" y="1320216"/>
                    </a:lnTo>
                    <a:lnTo>
                      <a:pt x="6468159" y="1334620"/>
                    </a:lnTo>
                    <a:lnTo>
                      <a:pt x="6577833" y="1349766"/>
                    </a:lnTo>
                    <a:lnTo>
                      <a:pt x="6687505" y="1370101"/>
                    </a:lnTo>
                    <a:lnTo>
                      <a:pt x="6797073" y="1414373"/>
                    </a:lnTo>
                    <a:lnTo>
                      <a:pt x="6906745" y="1455997"/>
                    </a:lnTo>
                    <a:lnTo>
                      <a:pt x="7016312" y="1487454"/>
                    </a:lnTo>
                    <a:lnTo>
                      <a:pt x="7125985" y="1523676"/>
                    </a:lnTo>
                    <a:lnTo>
                      <a:pt x="7235658" y="1560640"/>
                    </a:lnTo>
                    <a:lnTo>
                      <a:pt x="7345225" y="1594427"/>
                    </a:lnTo>
                    <a:lnTo>
                      <a:pt x="7454898" y="1620905"/>
                    </a:lnTo>
                    <a:lnTo>
                      <a:pt x="7564465" y="1640287"/>
                    </a:lnTo>
                    <a:lnTo>
                      <a:pt x="7674138" y="1653738"/>
                    </a:lnTo>
                    <a:lnTo>
                      <a:pt x="7783811" y="1658822"/>
                    </a:lnTo>
                    <a:lnTo>
                      <a:pt x="7893378" y="1653315"/>
                    </a:lnTo>
                    <a:lnTo>
                      <a:pt x="8003051" y="1635521"/>
                    </a:lnTo>
                    <a:lnTo>
                      <a:pt x="8112618" y="1603747"/>
                    </a:lnTo>
                    <a:lnTo>
                      <a:pt x="8222291" y="1556616"/>
                    </a:lnTo>
                    <a:lnTo>
                      <a:pt x="8331964" y="1495185"/>
                    </a:lnTo>
                    <a:lnTo>
                      <a:pt x="8441530" y="1420940"/>
                    </a:lnTo>
                    <a:lnTo>
                      <a:pt x="8551203" y="1335785"/>
                    </a:lnTo>
                    <a:lnTo>
                      <a:pt x="8660770" y="1241840"/>
                    </a:lnTo>
                    <a:lnTo>
                      <a:pt x="8660770" y="2812965"/>
                    </a:lnTo>
                    <a:lnTo>
                      <a:pt x="8551203" y="2732047"/>
                    </a:lnTo>
                    <a:lnTo>
                      <a:pt x="8441530" y="2658225"/>
                    </a:lnTo>
                    <a:lnTo>
                      <a:pt x="8331964" y="2591394"/>
                    </a:lnTo>
                    <a:lnTo>
                      <a:pt x="8222291" y="2531023"/>
                    </a:lnTo>
                    <a:lnTo>
                      <a:pt x="8112618" y="2476689"/>
                    </a:lnTo>
                    <a:lnTo>
                      <a:pt x="8003051" y="2427757"/>
                    </a:lnTo>
                    <a:lnTo>
                      <a:pt x="7893378" y="2385709"/>
                    </a:lnTo>
                    <a:lnTo>
                      <a:pt x="7783811" y="2350863"/>
                    </a:lnTo>
                    <a:lnTo>
                      <a:pt x="7674138" y="2322902"/>
                    </a:lnTo>
                    <a:lnTo>
                      <a:pt x="7564465" y="2301084"/>
                    </a:lnTo>
                    <a:lnTo>
                      <a:pt x="7454898" y="2284244"/>
                    </a:lnTo>
                    <a:lnTo>
                      <a:pt x="7345225" y="2266132"/>
                    </a:lnTo>
                    <a:lnTo>
                      <a:pt x="7235658" y="2242619"/>
                    </a:lnTo>
                    <a:lnTo>
                      <a:pt x="7125985" y="2216670"/>
                    </a:lnTo>
                    <a:lnTo>
                      <a:pt x="7016312" y="2191357"/>
                    </a:lnTo>
                    <a:lnTo>
                      <a:pt x="6906745" y="2169645"/>
                    </a:lnTo>
                    <a:lnTo>
                      <a:pt x="6797073" y="2135329"/>
                    </a:lnTo>
                    <a:lnTo>
                      <a:pt x="6687505" y="2097306"/>
                    </a:lnTo>
                    <a:lnTo>
                      <a:pt x="6577833" y="2071992"/>
                    </a:lnTo>
                    <a:lnTo>
                      <a:pt x="6468159" y="2041701"/>
                    </a:lnTo>
                    <a:lnTo>
                      <a:pt x="6358593" y="2012680"/>
                    </a:lnTo>
                    <a:lnTo>
                      <a:pt x="6248920" y="1990650"/>
                    </a:lnTo>
                    <a:lnTo>
                      <a:pt x="6139247" y="1979106"/>
                    </a:lnTo>
                    <a:lnTo>
                      <a:pt x="6029680" y="1978470"/>
                    </a:lnTo>
                    <a:lnTo>
                      <a:pt x="5920007" y="1985884"/>
                    </a:lnTo>
                    <a:lnTo>
                      <a:pt x="5810440" y="1997217"/>
                    </a:lnTo>
                    <a:lnTo>
                      <a:pt x="5700767" y="2008020"/>
                    </a:lnTo>
                    <a:lnTo>
                      <a:pt x="5591094" y="2040324"/>
                    </a:lnTo>
                    <a:lnTo>
                      <a:pt x="5481527" y="2070298"/>
                    </a:lnTo>
                    <a:lnTo>
                      <a:pt x="5371854" y="2087244"/>
                    </a:lnTo>
                    <a:lnTo>
                      <a:pt x="5262287" y="2113934"/>
                    </a:lnTo>
                    <a:lnTo>
                      <a:pt x="5152615" y="2154393"/>
                    </a:lnTo>
                    <a:lnTo>
                      <a:pt x="5042941" y="2205973"/>
                    </a:lnTo>
                    <a:lnTo>
                      <a:pt x="4933375" y="2258189"/>
                    </a:lnTo>
                    <a:lnTo>
                      <a:pt x="4823701" y="2295364"/>
                    </a:lnTo>
                    <a:lnTo>
                      <a:pt x="4714135" y="2309027"/>
                    </a:lnTo>
                    <a:lnTo>
                      <a:pt x="4604461" y="2308392"/>
                    </a:lnTo>
                    <a:lnTo>
                      <a:pt x="4494789" y="2304685"/>
                    </a:lnTo>
                    <a:lnTo>
                      <a:pt x="4385222" y="2306062"/>
                    </a:lnTo>
                    <a:lnTo>
                      <a:pt x="4275549" y="2314958"/>
                    </a:lnTo>
                    <a:lnTo>
                      <a:pt x="4165982" y="2327774"/>
                    </a:lnTo>
                    <a:lnTo>
                      <a:pt x="4056309" y="2337730"/>
                    </a:lnTo>
                    <a:lnTo>
                      <a:pt x="3946636" y="2332434"/>
                    </a:lnTo>
                    <a:lnTo>
                      <a:pt x="3837069" y="2325868"/>
                    </a:lnTo>
                    <a:lnTo>
                      <a:pt x="3727396" y="2332222"/>
                    </a:lnTo>
                    <a:lnTo>
                      <a:pt x="3617829" y="2347686"/>
                    </a:lnTo>
                    <a:lnTo>
                      <a:pt x="3508156" y="2369716"/>
                    </a:lnTo>
                    <a:lnTo>
                      <a:pt x="3398483" y="2406468"/>
                    </a:lnTo>
                    <a:lnTo>
                      <a:pt x="3288916" y="2453494"/>
                    </a:lnTo>
                    <a:lnTo>
                      <a:pt x="3179243" y="2491199"/>
                    </a:lnTo>
                    <a:lnTo>
                      <a:pt x="3069676" y="2519160"/>
                    </a:lnTo>
                    <a:lnTo>
                      <a:pt x="2960004" y="2552206"/>
                    </a:lnTo>
                    <a:lnTo>
                      <a:pt x="2850331" y="2594677"/>
                    </a:lnTo>
                    <a:lnTo>
                      <a:pt x="2740764" y="2634818"/>
                    </a:lnTo>
                    <a:lnTo>
                      <a:pt x="2631091" y="2662144"/>
                    </a:lnTo>
                    <a:lnTo>
                      <a:pt x="2521524" y="2690529"/>
                    </a:lnTo>
                    <a:lnTo>
                      <a:pt x="2411851" y="2713512"/>
                    </a:lnTo>
                    <a:lnTo>
                      <a:pt x="2302178" y="2737025"/>
                    </a:lnTo>
                    <a:lnTo>
                      <a:pt x="2192611" y="2766046"/>
                    </a:lnTo>
                    <a:lnTo>
                      <a:pt x="2082938" y="2797290"/>
                    </a:lnTo>
                    <a:lnTo>
                      <a:pt x="1973371" y="2843257"/>
                    </a:lnTo>
                    <a:lnTo>
                      <a:pt x="1863698" y="2897802"/>
                    </a:lnTo>
                    <a:lnTo>
                      <a:pt x="1754025" y="2947476"/>
                    </a:lnTo>
                    <a:lnTo>
                      <a:pt x="1644458" y="2974378"/>
                    </a:lnTo>
                    <a:lnTo>
                      <a:pt x="1534785" y="2960291"/>
                    </a:lnTo>
                    <a:lnTo>
                      <a:pt x="1425218" y="2925340"/>
                    </a:lnTo>
                    <a:lnTo>
                      <a:pt x="1315545" y="2879903"/>
                    </a:lnTo>
                    <a:lnTo>
                      <a:pt x="1205872" y="2823239"/>
                    </a:lnTo>
                    <a:lnTo>
                      <a:pt x="1096305" y="2754713"/>
                    </a:lnTo>
                    <a:lnTo>
                      <a:pt x="986632" y="2673795"/>
                    </a:lnTo>
                    <a:lnTo>
                      <a:pt x="877066" y="2580484"/>
                    </a:lnTo>
                    <a:lnTo>
                      <a:pt x="767393" y="2475100"/>
                    </a:lnTo>
                    <a:lnTo>
                      <a:pt x="657720" y="2358383"/>
                    </a:lnTo>
                    <a:lnTo>
                      <a:pt x="548153" y="2233405"/>
                    </a:lnTo>
                    <a:lnTo>
                      <a:pt x="438480" y="2103978"/>
                    </a:lnTo>
                    <a:lnTo>
                      <a:pt x="328807" y="1971374"/>
                    </a:lnTo>
                    <a:lnTo>
                      <a:pt x="219240" y="1835910"/>
                    </a:lnTo>
                    <a:lnTo>
                      <a:pt x="109567" y="1697481"/>
                    </a:lnTo>
                    <a:lnTo>
                      <a:pt x="0" y="1555874"/>
                    </a:lnTo>
                    <a:close/>
                  </a:path>
                </a:pathLst>
              </a:custGeom>
              <a:solidFill>
                <a:srgbClr val="06A7B4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36A7211-7251-D0FC-7975-121F690F6CCD}"/>
                  </a:ext>
                </a:extLst>
              </p:cNvPr>
              <p:cNvSpPr/>
              <p:nvPr/>
            </p:nvSpPr>
            <p:spPr>
              <a:xfrm>
                <a:off x="2027822" y="971481"/>
                <a:ext cx="8660769" cy="2197182"/>
              </a:xfrm>
              <a:custGeom>
                <a:avLst/>
                <a:gdLst>
                  <a:gd name="connsiteX0" fmla="*/ 0 w 8660769"/>
                  <a:gd name="connsiteY0" fmla="*/ 0 h 2197182"/>
                  <a:gd name="connsiteX1" fmla="*/ 109567 w 8660769"/>
                  <a:gd name="connsiteY1" fmla="*/ 317953 h 2197182"/>
                  <a:gd name="connsiteX2" fmla="*/ 219240 w 8660769"/>
                  <a:gd name="connsiteY2" fmla="*/ 609005 h 2197182"/>
                  <a:gd name="connsiteX3" fmla="*/ 328807 w 8660769"/>
                  <a:gd name="connsiteY3" fmla="*/ 872306 h 2197182"/>
                  <a:gd name="connsiteX4" fmla="*/ 438480 w 8660769"/>
                  <a:gd name="connsiteY4" fmla="*/ 1107117 h 2197182"/>
                  <a:gd name="connsiteX5" fmla="*/ 548153 w 8660769"/>
                  <a:gd name="connsiteY5" fmla="*/ 1313543 h 2197182"/>
                  <a:gd name="connsiteX6" fmla="*/ 657720 w 8660769"/>
                  <a:gd name="connsiteY6" fmla="*/ 1492220 h 2197182"/>
                  <a:gd name="connsiteX7" fmla="*/ 767393 w 8660769"/>
                  <a:gd name="connsiteY7" fmla="*/ 1643783 h 2197182"/>
                  <a:gd name="connsiteX8" fmla="*/ 877066 w 8660769"/>
                  <a:gd name="connsiteY8" fmla="*/ 1770244 h 2197182"/>
                  <a:gd name="connsiteX9" fmla="*/ 986632 w 8660769"/>
                  <a:gd name="connsiteY9" fmla="*/ 1875204 h 2197182"/>
                  <a:gd name="connsiteX10" fmla="*/ 1096305 w 8660769"/>
                  <a:gd name="connsiteY10" fmla="*/ 1961736 h 2197182"/>
                  <a:gd name="connsiteX11" fmla="*/ 1205872 w 8660769"/>
                  <a:gd name="connsiteY11" fmla="*/ 2032698 h 2197182"/>
                  <a:gd name="connsiteX12" fmla="*/ 1315545 w 8660769"/>
                  <a:gd name="connsiteY12" fmla="*/ 2090315 h 2197182"/>
                  <a:gd name="connsiteX13" fmla="*/ 1425218 w 8660769"/>
                  <a:gd name="connsiteY13" fmla="*/ 2136917 h 2197182"/>
                  <a:gd name="connsiteX14" fmla="*/ 1534785 w 8660769"/>
                  <a:gd name="connsiteY14" fmla="*/ 2174305 h 2197182"/>
                  <a:gd name="connsiteX15" fmla="*/ 1644458 w 8660769"/>
                  <a:gd name="connsiteY15" fmla="*/ 2197182 h 2197182"/>
                  <a:gd name="connsiteX16" fmla="*/ 1754025 w 8660769"/>
                  <a:gd name="connsiteY16" fmla="*/ 2190722 h 2197182"/>
                  <a:gd name="connsiteX17" fmla="*/ 1863698 w 8660769"/>
                  <a:gd name="connsiteY17" fmla="*/ 2161489 h 2197182"/>
                  <a:gd name="connsiteX18" fmla="*/ 1973371 w 8660769"/>
                  <a:gd name="connsiteY18" fmla="*/ 2119442 h 2197182"/>
                  <a:gd name="connsiteX19" fmla="*/ 2082938 w 8660769"/>
                  <a:gd name="connsiteY19" fmla="*/ 2079088 h 2197182"/>
                  <a:gd name="connsiteX20" fmla="*/ 2192611 w 8660769"/>
                  <a:gd name="connsiteY20" fmla="*/ 2056952 h 2197182"/>
                  <a:gd name="connsiteX21" fmla="*/ 2302178 w 8660769"/>
                  <a:gd name="connsiteY21" fmla="*/ 2046679 h 2197182"/>
                  <a:gd name="connsiteX22" fmla="*/ 2411851 w 8660769"/>
                  <a:gd name="connsiteY22" fmla="*/ 2031215 h 2197182"/>
                  <a:gd name="connsiteX23" fmla="*/ 2521524 w 8660769"/>
                  <a:gd name="connsiteY23" fmla="*/ 2006220 h 2197182"/>
                  <a:gd name="connsiteX24" fmla="*/ 2631091 w 8660769"/>
                  <a:gd name="connsiteY24" fmla="*/ 1983342 h 2197182"/>
                  <a:gd name="connsiteX25" fmla="*/ 2740764 w 8660769"/>
                  <a:gd name="connsiteY25" fmla="*/ 1954534 h 2197182"/>
                  <a:gd name="connsiteX26" fmla="*/ 2850331 w 8660769"/>
                  <a:gd name="connsiteY26" fmla="*/ 1918205 h 2197182"/>
                  <a:gd name="connsiteX27" fmla="*/ 2960004 w 8660769"/>
                  <a:gd name="connsiteY27" fmla="*/ 1869167 h 2197182"/>
                  <a:gd name="connsiteX28" fmla="*/ 3069676 w 8660769"/>
                  <a:gd name="connsiteY28" fmla="*/ 1807525 h 2197182"/>
                  <a:gd name="connsiteX29" fmla="*/ 3179243 w 8660769"/>
                  <a:gd name="connsiteY29" fmla="*/ 1749273 h 2197182"/>
                  <a:gd name="connsiteX30" fmla="*/ 3288916 w 8660769"/>
                  <a:gd name="connsiteY30" fmla="*/ 1709767 h 2197182"/>
                  <a:gd name="connsiteX31" fmla="*/ 3398483 w 8660769"/>
                  <a:gd name="connsiteY31" fmla="*/ 1669096 h 2197182"/>
                  <a:gd name="connsiteX32" fmla="*/ 3508156 w 8660769"/>
                  <a:gd name="connsiteY32" fmla="*/ 1620693 h 2197182"/>
                  <a:gd name="connsiteX33" fmla="*/ 3617829 w 8660769"/>
                  <a:gd name="connsiteY33" fmla="*/ 1575044 h 2197182"/>
                  <a:gd name="connsiteX34" fmla="*/ 3727396 w 8660769"/>
                  <a:gd name="connsiteY34" fmla="*/ 1553650 h 2197182"/>
                  <a:gd name="connsiteX35" fmla="*/ 3837069 w 8660769"/>
                  <a:gd name="connsiteY35" fmla="*/ 1548248 h 2197182"/>
                  <a:gd name="connsiteX36" fmla="*/ 3946636 w 8660769"/>
                  <a:gd name="connsiteY36" fmla="*/ 1539563 h 2197182"/>
                  <a:gd name="connsiteX37" fmla="*/ 4056309 w 8660769"/>
                  <a:gd name="connsiteY37" fmla="*/ 1526536 h 2197182"/>
                  <a:gd name="connsiteX38" fmla="*/ 4165982 w 8660769"/>
                  <a:gd name="connsiteY38" fmla="*/ 1522723 h 2197182"/>
                  <a:gd name="connsiteX39" fmla="*/ 4275549 w 8660769"/>
                  <a:gd name="connsiteY39" fmla="*/ 1529502 h 2197182"/>
                  <a:gd name="connsiteX40" fmla="*/ 4385222 w 8660769"/>
                  <a:gd name="connsiteY40" fmla="*/ 1535221 h 2197182"/>
                  <a:gd name="connsiteX41" fmla="*/ 4494789 w 8660769"/>
                  <a:gd name="connsiteY41" fmla="*/ 1531408 h 2197182"/>
                  <a:gd name="connsiteX42" fmla="*/ 4604461 w 8660769"/>
                  <a:gd name="connsiteY42" fmla="*/ 1515309 h 2197182"/>
                  <a:gd name="connsiteX43" fmla="*/ 4714135 w 8660769"/>
                  <a:gd name="connsiteY43" fmla="*/ 1490102 h 2197182"/>
                  <a:gd name="connsiteX44" fmla="*/ 4823701 w 8660769"/>
                  <a:gd name="connsiteY44" fmla="*/ 1462140 h 2197182"/>
                  <a:gd name="connsiteX45" fmla="*/ 4933375 w 8660769"/>
                  <a:gd name="connsiteY45" fmla="*/ 1436086 h 2197182"/>
                  <a:gd name="connsiteX46" fmla="*/ 5042941 w 8660769"/>
                  <a:gd name="connsiteY46" fmla="*/ 1407807 h 2197182"/>
                  <a:gd name="connsiteX47" fmla="*/ 5152615 w 8660769"/>
                  <a:gd name="connsiteY47" fmla="*/ 1371902 h 2197182"/>
                  <a:gd name="connsiteX48" fmla="*/ 5262287 w 8660769"/>
                  <a:gd name="connsiteY48" fmla="*/ 1327948 h 2197182"/>
                  <a:gd name="connsiteX49" fmla="*/ 5371854 w 8660769"/>
                  <a:gd name="connsiteY49" fmla="*/ 1283570 h 2197182"/>
                  <a:gd name="connsiteX50" fmla="*/ 5481527 w 8660769"/>
                  <a:gd name="connsiteY50" fmla="*/ 1253066 h 2197182"/>
                  <a:gd name="connsiteX51" fmla="*/ 5591094 w 8660769"/>
                  <a:gd name="connsiteY51" fmla="*/ 1233684 h 2197182"/>
                  <a:gd name="connsiteX52" fmla="*/ 5700767 w 8660769"/>
                  <a:gd name="connsiteY52" fmla="*/ 1211231 h 2197182"/>
                  <a:gd name="connsiteX53" fmla="*/ 5810440 w 8660769"/>
                  <a:gd name="connsiteY53" fmla="*/ 1213984 h 2197182"/>
                  <a:gd name="connsiteX54" fmla="*/ 5920007 w 8660769"/>
                  <a:gd name="connsiteY54" fmla="*/ 1230719 h 2197182"/>
                  <a:gd name="connsiteX55" fmla="*/ 6029680 w 8660769"/>
                  <a:gd name="connsiteY55" fmla="*/ 1254867 h 2197182"/>
                  <a:gd name="connsiteX56" fmla="*/ 6139247 w 8660769"/>
                  <a:gd name="connsiteY56" fmla="*/ 1280392 h 2197182"/>
                  <a:gd name="connsiteX57" fmla="*/ 6248920 w 8660769"/>
                  <a:gd name="connsiteY57" fmla="*/ 1302740 h 2197182"/>
                  <a:gd name="connsiteX58" fmla="*/ 6358593 w 8660769"/>
                  <a:gd name="connsiteY58" fmla="*/ 1320216 h 2197182"/>
                  <a:gd name="connsiteX59" fmla="*/ 6468159 w 8660769"/>
                  <a:gd name="connsiteY59" fmla="*/ 1334620 h 2197182"/>
                  <a:gd name="connsiteX60" fmla="*/ 6577833 w 8660769"/>
                  <a:gd name="connsiteY60" fmla="*/ 1349766 h 2197182"/>
                  <a:gd name="connsiteX61" fmla="*/ 6687505 w 8660769"/>
                  <a:gd name="connsiteY61" fmla="*/ 1370101 h 2197182"/>
                  <a:gd name="connsiteX62" fmla="*/ 6797073 w 8660769"/>
                  <a:gd name="connsiteY62" fmla="*/ 1414373 h 2197182"/>
                  <a:gd name="connsiteX63" fmla="*/ 6906745 w 8660769"/>
                  <a:gd name="connsiteY63" fmla="*/ 1455997 h 2197182"/>
                  <a:gd name="connsiteX64" fmla="*/ 7016312 w 8660769"/>
                  <a:gd name="connsiteY64" fmla="*/ 1487454 h 2197182"/>
                  <a:gd name="connsiteX65" fmla="*/ 7125985 w 8660769"/>
                  <a:gd name="connsiteY65" fmla="*/ 1523676 h 2197182"/>
                  <a:gd name="connsiteX66" fmla="*/ 7235658 w 8660769"/>
                  <a:gd name="connsiteY66" fmla="*/ 1560640 h 2197182"/>
                  <a:gd name="connsiteX67" fmla="*/ 7345225 w 8660769"/>
                  <a:gd name="connsiteY67" fmla="*/ 1594427 h 2197182"/>
                  <a:gd name="connsiteX68" fmla="*/ 7454898 w 8660769"/>
                  <a:gd name="connsiteY68" fmla="*/ 1620905 h 2197182"/>
                  <a:gd name="connsiteX69" fmla="*/ 7564465 w 8660769"/>
                  <a:gd name="connsiteY69" fmla="*/ 1640287 h 2197182"/>
                  <a:gd name="connsiteX70" fmla="*/ 7674138 w 8660769"/>
                  <a:gd name="connsiteY70" fmla="*/ 1653738 h 2197182"/>
                  <a:gd name="connsiteX71" fmla="*/ 7783811 w 8660769"/>
                  <a:gd name="connsiteY71" fmla="*/ 1658822 h 2197182"/>
                  <a:gd name="connsiteX72" fmla="*/ 7893378 w 8660769"/>
                  <a:gd name="connsiteY72" fmla="*/ 1653315 h 2197182"/>
                  <a:gd name="connsiteX73" fmla="*/ 8003051 w 8660769"/>
                  <a:gd name="connsiteY73" fmla="*/ 1635521 h 2197182"/>
                  <a:gd name="connsiteX74" fmla="*/ 8112618 w 8660769"/>
                  <a:gd name="connsiteY74" fmla="*/ 1603747 h 2197182"/>
                  <a:gd name="connsiteX75" fmla="*/ 8222291 w 8660769"/>
                  <a:gd name="connsiteY75" fmla="*/ 1556616 h 2197182"/>
                  <a:gd name="connsiteX76" fmla="*/ 8331964 w 8660769"/>
                  <a:gd name="connsiteY76" fmla="*/ 1495185 h 2197182"/>
                  <a:gd name="connsiteX77" fmla="*/ 8441530 w 8660769"/>
                  <a:gd name="connsiteY77" fmla="*/ 1420940 h 2197182"/>
                  <a:gd name="connsiteX78" fmla="*/ 8551203 w 8660769"/>
                  <a:gd name="connsiteY78" fmla="*/ 1335785 h 2197182"/>
                  <a:gd name="connsiteX79" fmla="*/ 8660770 w 8660769"/>
                  <a:gd name="connsiteY79" fmla="*/ 1241840 h 219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60769" h="2197182">
                    <a:moveTo>
                      <a:pt x="0" y="0"/>
                    </a:moveTo>
                    <a:lnTo>
                      <a:pt x="109567" y="317953"/>
                    </a:lnTo>
                    <a:lnTo>
                      <a:pt x="219240" y="609005"/>
                    </a:lnTo>
                    <a:lnTo>
                      <a:pt x="328807" y="872306"/>
                    </a:lnTo>
                    <a:lnTo>
                      <a:pt x="438480" y="1107117"/>
                    </a:lnTo>
                    <a:lnTo>
                      <a:pt x="548153" y="1313543"/>
                    </a:lnTo>
                    <a:lnTo>
                      <a:pt x="657720" y="1492220"/>
                    </a:lnTo>
                    <a:lnTo>
                      <a:pt x="767393" y="1643783"/>
                    </a:lnTo>
                    <a:lnTo>
                      <a:pt x="877066" y="1770244"/>
                    </a:lnTo>
                    <a:lnTo>
                      <a:pt x="986632" y="1875204"/>
                    </a:lnTo>
                    <a:lnTo>
                      <a:pt x="1096305" y="1961736"/>
                    </a:lnTo>
                    <a:lnTo>
                      <a:pt x="1205872" y="2032698"/>
                    </a:lnTo>
                    <a:lnTo>
                      <a:pt x="1315545" y="2090315"/>
                    </a:lnTo>
                    <a:lnTo>
                      <a:pt x="1425218" y="2136917"/>
                    </a:lnTo>
                    <a:lnTo>
                      <a:pt x="1534785" y="2174305"/>
                    </a:lnTo>
                    <a:lnTo>
                      <a:pt x="1644458" y="2197182"/>
                    </a:lnTo>
                    <a:lnTo>
                      <a:pt x="1754025" y="2190722"/>
                    </a:lnTo>
                    <a:lnTo>
                      <a:pt x="1863698" y="2161489"/>
                    </a:lnTo>
                    <a:lnTo>
                      <a:pt x="1973371" y="2119442"/>
                    </a:lnTo>
                    <a:lnTo>
                      <a:pt x="2082938" y="2079088"/>
                    </a:lnTo>
                    <a:lnTo>
                      <a:pt x="2192611" y="2056952"/>
                    </a:lnTo>
                    <a:lnTo>
                      <a:pt x="2302178" y="2046679"/>
                    </a:lnTo>
                    <a:lnTo>
                      <a:pt x="2411851" y="2031215"/>
                    </a:lnTo>
                    <a:lnTo>
                      <a:pt x="2521524" y="2006220"/>
                    </a:lnTo>
                    <a:lnTo>
                      <a:pt x="2631091" y="1983342"/>
                    </a:lnTo>
                    <a:lnTo>
                      <a:pt x="2740764" y="1954534"/>
                    </a:lnTo>
                    <a:lnTo>
                      <a:pt x="2850331" y="1918205"/>
                    </a:lnTo>
                    <a:lnTo>
                      <a:pt x="2960004" y="1869167"/>
                    </a:lnTo>
                    <a:lnTo>
                      <a:pt x="3069676" y="1807525"/>
                    </a:lnTo>
                    <a:lnTo>
                      <a:pt x="3179243" y="1749273"/>
                    </a:lnTo>
                    <a:lnTo>
                      <a:pt x="3288916" y="1709767"/>
                    </a:lnTo>
                    <a:lnTo>
                      <a:pt x="3398483" y="1669096"/>
                    </a:lnTo>
                    <a:lnTo>
                      <a:pt x="3508156" y="1620693"/>
                    </a:lnTo>
                    <a:lnTo>
                      <a:pt x="3617829" y="1575044"/>
                    </a:lnTo>
                    <a:lnTo>
                      <a:pt x="3727396" y="1553650"/>
                    </a:lnTo>
                    <a:lnTo>
                      <a:pt x="3837069" y="1548248"/>
                    </a:lnTo>
                    <a:lnTo>
                      <a:pt x="3946636" y="1539563"/>
                    </a:lnTo>
                    <a:lnTo>
                      <a:pt x="4056309" y="1526536"/>
                    </a:lnTo>
                    <a:lnTo>
                      <a:pt x="4165982" y="1522723"/>
                    </a:lnTo>
                    <a:lnTo>
                      <a:pt x="4275549" y="1529502"/>
                    </a:lnTo>
                    <a:lnTo>
                      <a:pt x="4385222" y="1535221"/>
                    </a:lnTo>
                    <a:lnTo>
                      <a:pt x="4494789" y="1531408"/>
                    </a:lnTo>
                    <a:lnTo>
                      <a:pt x="4604461" y="1515309"/>
                    </a:lnTo>
                    <a:lnTo>
                      <a:pt x="4714135" y="1490102"/>
                    </a:lnTo>
                    <a:lnTo>
                      <a:pt x="4823701" y="1462140"/>
                    </a:lnTo>
                    <a:lnTo>
                      <a:pt x="4933375" y="1436086"/>
                    </a:lnTo>
                    <a:lnTo>
                      <a:pt x="5042941" y="1407807"/>
                    </a:lnTo>
                    <a:lnTo>
                      <a:pt x="5152615" y="1371902"/>
                    </a:lnTo>
                    <a:lnTo>
                      <a:pt x="5262287" y="1327948"/>
                    </a:lnTo>
                    <a:lnTo>
                      <a:pt x="5371854" y="1283570"/>
                    </a:lnTo>
                    <a:lnTo>
                      <a:pt x="5481527" y="1253066"/>
                    </a:lnTo>
                    <a:lnTo>
                      <a:pt x="5591094" y="1233684"/>
                    </a:lnTo>
                    <a:lnTo>
                      <a:pt x="5700767" y="1211231"/>
                    </a:lnTo>
                    <a:lnTo>
                      <a:pt x="5810440" y="1213984"/>
                    </a:lnTo>
                    <a:lnTo>
                      <a:pt x="5920007" y="1230719"/>
                    </a:lnTo>
                    <a:lnTo>
                      <a:pt x="6029680" y="1254867"/>
                    </a:lnTo>
                    <a:lnTo>
                      <a:pt x="6139247" y="1280392"/>
                    </a:lnTo>
                    <a:lnTo>
                      <a:pt x="6248920" y="1302740"/>
                    </a:lnTo>
                    <a:lnTo>
                      <a:pt x="6358593" y="1320216"/>
                    </a:lnTo>
                    <a:lnTo>
                      <a:pt x="6468159" y="1334620"/>
                    </a:lnTo>
                    <a:lnTo>
                      <a:pt x="6577833" y="1349766"/>
                    </a:lnTo>
                    <a:lnTo>
                      <a:pt x="6687505" y="1370101"/>
                    </a:lnTo>
                    <a:lnTo>
                      <a:pt x="6797073" y="1414373"/>
                    </a:lnTo>
                    <a:lnTo>
                      <a:pt x="6906745" y="1455997"/>
                    </a:lnTo>
                    <a:lnTo>
                      <a:pt x="7016312" y="1487454"/>
                    </a:lnTo>
                    <a:lnTo>
                      <a:pt x="7125985" y="1523676"/>
                    </a:lnTo>
                    <a:lnTo>
                      <a:pt x="7235658" y="1560640"/>
                    </a:lnTo>
                    <a:lnTo>
                      <a:pt x="7345225" y="1594427"/>
                    </a:lnTo>
                    <a:lnTo>
                      <a:pt x="7454898" y="1620905"/>
                    </a:lnTo>
                    <a:lnTo>
                      <a:pt x="7564465" y="1640287"/>
                    </a:lnTo>
                    <a:lnTo>
                      <a:pt x="7674138" y="1653738"/>
                    </a:lnTo>
                    <a:lnTo>
                      <a:pt x="7783811" y="1658822"/>
                    </a:lnTo>
                    <a:lnTo>
                      <a:pt x="7893378" y="1653315"/>
                    </a:lnTo>
                    <a:lnTo>
                      <a:pt x="8003051" y="1635521"/>
                    </a:lnTo>
                    <a:lnTo>
                      <a:pt x="8112618" y="1603747"/>
                    </a:lnTo>
                    <a:lnTo>
                      <a:pt x="8222291" y="1556616"/>
                    </a:lnTo>
                    <a:lnTo>
                      <a:pt x="8331964" y="1495185"/>
                    </a:lnTo>
                    <a:lnTo>
                      <a:pt x="8441530" y="1420940"/>
                    </a:lnTo>
                    <a:lnTo>
                      <a:pt x="8551203" y="1335785"/>
                    </a:lnTo>
                    <a:lnTo>
                      <a:pt x="8660770" y="124184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872EE65-EA1C-48DE-0BC0-B0BA08CADF81}"/>
                  </a:ext>
                </a:extLst>
              </p:cNvPr>
              <p:cNvSpPr/>
              <p:nvPr/>
            </p:nvSpPr>
            <p:spPr>
              <a:xfrm>
                <a:off x="2027822" y="2527355"/>
                <a:ext cx="8660769" cy="1418503"/>
              </a:xfrm>
              <a:custGeom>
                <a:avLst/>
                <a:gdLst>
                  <a:gd name="connsiteX0" fmla="*/ 8660770 w 8660769"/>
                  <a:gd name="connsiteY0" fmla="*/ 1257091 h 1418503"/>
                  <a:gd name="connsiteX1" fmla="*/ 8551203 w 8660769"/>
                  <a:gd name="connsiteY1" fmla="*/ 1176173 h 1418503"/>
                  <a:gd name="connsiteX2" fmla="*/ 8441530 w 8660769"/>
                  <a:gd name="connsiteY2" fmla="*/ 1102351 h 1418503"/>
                  <a:gd name="connsiteX3" fmla="*/ 8331964 w 8660769"/>
                  <a:gd name="connsiteY3" fmla="*/ 1035520 h 1418503"/>
                  <a:gd name="connsiteX4" fmla="*/ 8222291 w 8660769"/>
                  <a:gd name="connsiteY4" fmla="*/ 975149 h 1418503"/>
                  <a:gd name="connsiteX5" fmla="*/ 8112618 w 8660769"/>
                  <a:gd name="connsiteY5" fmla="*/ 920815 h 1418503"/>
                  <a:gd name="connsiteX6" fmla="*/ 8003051 w 8660769"/>
                  <a:gd name="connsiteY6" fmla="*/ 871883 h 1418503"/>
                  <a:gd name="connsiteX7" fmla="*/ 7893378 w 8660769"/>
                  <a:gd name="connsiteY7" fmla="*/ 829835 h 1418503"/>
                  <a:gd name="connsiteX8" fmla="*/ 7783811 w 8660769"/>
                  <a:gd name="connsiteY8" fmla="*/ 794989 h 1418503"/>
                  <a:gd name="connsiteX9" fmla="*/ 7674138 w 8660769"/>
                  <a:gd name="connsiteY9" fmla="*/ 767028 h 1418503"/>
                  <a:gd name="connsiteX10" fmla="*/ 7564465 w 8660769"/>
                  <a:gd name="connsiteY10" fmla="*/ 745210 h 1418503"/>
                  <a:gd name="connsiteX11" fmla="*/ 7454898 w 8660769"/>
                  <a:gd name="connsiteY11" fmla="*/ 728369 h 1418503"/>
                  <a:gd name="connsiteX12" fmla="*/ 7345225 w 8660769"/>
                  <a:gd name="connsiteY12" fmla="*/ 710258 h 1418503"/>
                  <a:gd name="connsiteX13" fmla="*/ 7235658 w 8660769"/>
                  <a:gd name="connsiteY13" fmla="*/ 686745 h 1418503"/>
                  <a:gd name="connsiteX14" fmla="*/ 7125985 w 8660769"/>
                  <a:gd name="connsiteY14" fmla="*/ 660796 h 1418503"/>
                  <a:gd name="connsiteX15" fmla="*/ 7016312 w 8660769"/>
                  <a:gd name="connsiteY15" fmla="*/ 635483 h 1418503"/>
                  <a:gd name="connsiteX16" fmla="*/ 6906745 w 8660769"/>
                  <a:gd name="connsiteY16" fmla="*/ 613771 h 1418503"/>
                  <a:gd name="connsiteX17" fmla="*/ 6797073 w 8660769"/>
                  <a:gd name="connsiteY17" fmla="*/ 579455 h 1418503"/>
                  <a:gd name="connsiteX18" fmla="*/ 6687505 w 8660769"/>
                  <a:gd name="connsiteY18" fmla="*/ 541432 h 1418503"/>
                  <a:gd name="connsiteX19" fmla="*/ 6577833 w 8660769"/>
                  <a:gd name="connsiteY19" fmla="*/ 516118 h 1418503"/>
                  <a:gd name="connsiteX20" fmla="*/ 6468159 w 8660769"/>
                  <a:gd name="connsiteY20" fmla="*/ 485827 h 1418503"/>
                  <a:gd name="connsiteX21" fmla="*/ 6358593 w 8660769"/>
                  <a:gd name="connsiteY21" fmla="*/ 456806 h 1418503"/>
                  <a:gd name="connsiteX22" fmla="*/ 6248920 w 8660769"/>
                  <a:gd name="connsiteY22" fmla="*/ 434776 h 1418503"/>
                  <a:gd name="connsiteX23" fmla="*/ 6139247 w 8660769"/>
                  <a:gd name="connsiteY23" fmla="*/ 423232 h 1418503"/>
                  <a:gd name="connsiteX24" fmla="*/ 6029680 w 8660769"/>
                  <a:gd name="connsiteY24" fmla="*/ 422596 h 1418503"/>
                  <a:gd name="connsiteX25" fmla="*/ 5920007 w 8660769"/>
                  <a:gd name="connsiteY25" fmla="*/ 430010 h 1418503"/>
                  <a:gd name="connsiteX26" fmla="*/ 5810440 w 8660769"/>
                  <a:gd name="connsiteY26" fmla="*/ 441343 h 1418503"/>
                  <a:gd name="connsiteX27" fmla="*/ 5700767 w 8660769"/>
                  <a:gd name="connsiteY27" fmla="*/ 452146 h 1418503"/>
                  <a:gd name="connsiteX28" fmla="*/ 5591094 w 8660769"/>
                  <a:gd name="connsiteY28" fmla="*/ 484450 h 1418503"/>
                  <a:gd name="connsiteX29" fmla="*/ 5481527 w 8660769"/>
                  <a:gd name="connsiteY29" fmla="*/ 514424 h 1418503"/>
                  <a:gd name="connsiteX30" fmla="*/ 5371854 w 8660769"/>
                  <a:gd name="connsiteY30" fmla="*/ 531370 h 1418503"/>
                  <a:gd name="connsiteX31" fmla="*/ 5262287 w 8660769"/>
                  <a:gd name="connsiteY31" fmla="*/ 558060 h 1418503"/>
                  <a:gd name="connsiteX32" fmla="*/ 5152615 w 8660769"/>
                  <a:gd name="connsiteY32" fmla="*/ 598519 h 1418503"/>
                  <a:gd name="connsiteX33" fmla="*/ 5042941 w 8660769"/>
                  <a:gd name="connsiteY33" fmla="*/ 650099 h 1418503"/>
                  <a:gd name="connsiteX34" fmla="*/ 4933375 w 8660769"/>
                  <a:gd name="connsiteY34" fmla="*/ 702315 h 1418503"/>
                  <a:gd name="connsiteX35" fmla="*/ 4823701 w 8660769"/>
                  <a:gd name="connsiteY35" fmla="*/ 739490 h 1418503"/>
                  <a:gd name="connsiteX36" fmla="*/ 4714135 w 8660769"/>
                  <a:gd name="connsiteY36" fmla="*/ 753153 h 1418503"/>
                  <a:gd name="connsiteX37" fmla="*/ 4604461 w 8660769"/>
                  <a:gd name="connsiteY37" fmla="*/ 752518 h 1418503"/>
                  <a:gd name="connsiteX38" fmla="*/ 4494789 w 8660769"/>
                  <a:gd name="connsiteY38" fmla="*/ 748811 h 1418503"/>
                  <a:gd name="connsiteX39" fmla="*/ 4385222 w 8660769"/>
                  <a:gd name="connsiteY39" fmla="*/ 750188 h 1418503"/>
                  <a:gd name="connsiteX40" fmla="*/ 4275549 w 8660769"/>
                  <a:gd name="connsiteY40" fmla="*/ 759084 h 1418503"/>
                  <a:gd name="connsiteX41" fmla="*/ 4165982 w 8660769"/>
                  <a:gd name="connsiteY41" fmla="*/ 771900 h 1418503"/>
                  <a:gd name="connsiteX42" fmla="*/ 4056309 w 8660769"/>
                  <a:gd name="connsiteY42" fmla="*/ 781856 h 1418503"/>
                  <a:gd name="connsiteX43" fmla="*/ 3946636 w 8660769"/>
                  <a:gd name="connsiteY43" fmla="*/ 776560 h 1418503"/>
                  <a:gd name="connsiteX44" fmla="*/ 3837069 w 8660769"/>
                  <a:gd name="connsiteY44" fmla="*/ 769994 h 1418503"/>
                  <a:gd name="connsiteX45" fmla="*/ 3727396 w 8660769"/>
                  <a:gd name="connsiteY45" fmla="*/ 776348 h 1418503"/>
                  <a:gd name="connsiteX46" fmla="*/ 3617829 w 8660769"/>
                  <a:gd name="connsiteY46" fmla="*/ 791812 h 1418503"/>
                  <a:gd name="connsiteX47" fmla="*/ 3508156 w 8660769"/>
                  <a:gd name="connsiteY47" fmla="*/ 813842 h 1418503"/>
                  <a:gd name="connsiteX48" fmla="*/ 3398483 w 8660769"/>
                  <a:gd name="connsiteY48" fmla="*/ 850594 h 1418503"/>
                  <a:gd name="connsiteX49" fmla="*/ 3288916 w 8660769"/>
                  <a:gd name="connsiteY49" fmla="*/ 897620 h 1418503"/>
                  <a:gd name="connsiteX50" fmla="*/ 3179243 w 8660769"/>
                  <a:gd name="connsiteY50" fmla="*/ 935325 h 1418503"/>
                  <a:gd name="connsiteX51" fmla="*/ 3069676 w 8660769"/>
                  <a:gd name="connsiteY51" fmla="*/ 963286 h 1418503"/>
                  <a:gd name="connsiteX52" fmla="*/ 2960004 w 8660769"/>
                  <a:gd name="connsiteY52" fmla="*/ 996331 h 1418503"/>
                  <a:gd name="connsiteX53" fmla="*/ 2850331 w 8660769"/>
                  <a:gd name="connsiteY53" fmla="*/ 1038803 h 1418503"/>
                  <a:gd name="connsiteX54" fmla="*/ 2740764 w 8660769"/>
                  <a:gd name="connsiteY54" fmla="*/ 1078944 h 1418503"/>
                  <a:gd name="connsiteX55" fmla="*/ 2631091 w 8660769"/>
                  <a:gd name="connsiteY55" fmla="*/ 1106270 h 1418503"/>
                  <a:gd name="connsiteX56" fmla="*/ 2521524 w 8660769"/>
                  <a:gd name="connsiteY56" fmla="*/ 1134655 h 1418503"/>
                  <a:gd name="connsiteX57" fmla="*/ 2411851 w 8660769"/>
                  <a:gd name="connsiteY57" fmla="*/ 1157638 h 1418503"/>
                  <a:gd name="connsiteX58" fmla="*/ 2302178 w 8660769"/>
                  <a:gd name="connsiteY58" fmla="*/ 1181151 h 1418503"/>
                  <a:gd name="connsiteX59" fmla="*/ 2192611 w 8660769"/>
                  <a:gd name="connsiteY59" fmla="*/ 1210171 h 1418503"/>
                  <a:gd name="connsiteX60" fmla="*/ 2082938 w 8660769"/>
                  <a:gd name="connsiteY60" fmla="*/ 1241416 h 1418503"/>
                  <a:gd name="connsiteX61" fmla="*/ 1973371 w 8660769"/>
                  <a:gd name="connsiteY61" fmla="*/ 1287383 h 1418503"/>
                  <a:gd name="connsiteX62" fmla="*/ 1863698 w 8660769"/>
                  <a:gd name="connsiteY62" fmla="*/ 1341928 h 1418503"/>
                  <a:gd name="connsiteX63" fmla="*/ 1754025 w 8660769"/>
                  <a:gd name="connsiteY63" fmla="*/ 1391602 h 1418503"/>
                  <a:gd name="connsiteX64" fmla="*/ 1644458 w 8660769"/>
                  <a:gd name="connsiteY64" fmla="*/ 1418504 h 1418503"/>
                  <a:gd name="connsiteX65" fmla="*/ 1534785 w 8660769"/>
                  <a:gd name="connsiteY65" fmla="*/ 1404417 h 1418503"/>
                  <a:gd name="connsiteX66" fmla="*/ 1425218 w 8660769"/>
                  <a:gd name="connsiteY66" fmla="*/ 1369466 h 1418503"/>
                  <a:gd name="connsiteX67" fmla="*/ 1315545 w 8660769"/>
                  <a:gd name="connsiteY67" fmla="*/ 1324029 h 1418503"/>
                  <a:gd name="connsiteX68" fmla="*/ 1205872 w 8660769"/>
                  <a:gd name="connsiteY68" fmla="*/ 1267365 h 1418503"/>
                  <a:gd name="connsiteX69" fmla="*/ 1096305 w 8660769"/>
                  <a:gd name="connsiteY69" fmla="*/ 1198839 h 1418503"/>
                  <a:gd name="connsiteX70" fmla="*/ 986632 w 8660769"/>
                  <a:gd name="connsiteY70" fmla="*/ 1117921 h 1418503"/>
                  <a:gd name="connsiteX71" fmla="*/ 877066 w 8660769"/>
                  <a:gd name="connsiteY71" fmla="*/ 1024610 h 1418503"/>
                  <a:gd name="connsiteX72" fmla="*/ 767393 w 8660769"/>
                  <a:gd name="connsiteY72" fmla="*/ 919226 h 1418503"/>
                  <a:gd name="connsiteX73" fmla="*/ 657720 w 8660769"/>
                  <a:gd name="connsiteY73" fmla="*/ 802509 h 1418503"/>
                  <a:gd name="connsiteX74" fmla="*/ 548153 w 8660769"/>
                  <a:gd name="connsiteY74" fmla="*/ 677531 h 1418503"/>
                  <a:gd name="connsiteX75" fmla="*/ 438480 w 8660769"/>
                  <a:gd name="connsiteY75" fmla="*/ 548104 h 1418503"/>
                  <a:gd name="connsiteX76" fmla="*/ 328807 w 8660769"/>
                  <a:gd name="connsiteY76" fmla="*/ 415500 h 1418503"/>
                  <a:gd name="connsiteX77" fmla="*/ 219240 w 8660769"/>
                  <a:gd name="connsiteY77" fmla="*/ 280036 h 1418503"/>
                  <a:gd name="connsiteX78" fmla="*/ 109567 w 8660769"/>
                  <a:gd name="connsiteY78" fmla="*/ 141607 h 1418503"/>
                  <a:gd name="connsiteX79" fmla="*/ 0 w 8660769"/>
                  <a:gd name="connsiteY79" fmla="*/ 0 h 1418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60769" h="1418503">
                    <a:moveTo>
                      <a:pt x="8660770" y="1257091"/>
                    </a:moveTo>
                    <a:lnTo>
                      <a:pt x="8551203" y="1176173"/>
                    </a:lnTo>
                    <a:lnTo>
                      <a:pt x="8441530" y="1102351"/>
                    </a:lnTo>
                    <a:lnTo>
                      <a:pt x="8331964" y="1035520"/>
                    </a:lnTo>
                    <a:lnTo>
                      <a:pt x="8222291" y="975149"/>
                    </a:lnTo>
                    <a:lnTo>
                      <a:pt x="8112618" y="920815"/>
                    </a:lnTo>
                    <a:lnTo>
                      <a:pt x="8003051" y="871883"/>
                    </a:lnTo>
                    <a:lnTo>
                      <a:pt x="7893378" y="829835"/>
                    </a:lnTo>
                    <a:lnTo>
                      <a:pt x="7783811" y="794989"/>
                    </a:lnTo>
                    <a:lnTo>
                      <a:pt x="7674138" y="767028"/>
                    </a:lnTo>
                    <a:lnTo>
                      <a:pt x="7564465" y="745210"/>
                    </a:lnTo>
                    <a:lnTo>
                      <a:pt x="7454898" y="728369"/>
                    </a:lnTo>
                    <a:lnTo>
                      <a:pt x="7345225" y="710258"/>
                    </a:lnTo>
                    <a:lnTo>
                      <a:pt x="7235658" y="686745"/>
                    </a:lnTo>
                    <a:lnTo>
                      <a:pt x="7125985" y="660796"/>
                    </a:lnTo>
                    <a:lnTo>
                      <a:pt x="7016312" y="635483"/>
                    </a:lnTo>
                    <a:lnTo>
                      <a:pt x="6906745" y="613771"/>
                    </a:lnTo>
                    <a:lnTo>
                      <a:pt x="6797073" y="579455"/>
                    </a:lnTo>
                    <a:lnTo>
                      <a:pt x="6687505" y="541432"/>
                    </a:lnTo>
                    <a:lnTo>
                      <a:pt x="6577833" y="516118"/>
                    </a:lnTo>
                    <a:lnTo>
                      <a:pt x="6468159" y="485827"/>
                    </a:lnTo>
                    <a:lnTo>
                      <a:pt x="6358593" y="456806"/>
                    </a:lnTo>
                    <a:lnTo>
                      <a:pt x="6248920" y="434776"/>
                    </a:lnTo>
                    <a:lnTo>
                      <a:pt x="6139247" y="423232"/>
                    </a:lnTo>
                    <a:lnTo>
                      <a:pt x="6029680" y="422596"/>
                    </a:lnTo>
                    <a:lnTo>
                      <a:pt x="5920007" y="430010"/>
                    </a:lnTo>
                    <a:lnTo>
                      <a:pt x="5810440" y="441343"/>
                    </a:lnTo>
                    <a:lnTo>
                      <a:pt x="5700767" y="452146"/>
                    </a:lnTo>
                    <a:lnTo>
                      <a:pt x="5591094" y="484450"/>
                    </a:lnTo>
                    <a:lnTo>
                      <a:pt x="5481527" y="514424"/>
                    </a:lnTo>
                    <a:lnTo>
                      <a:pt x="5371854" y="531370"/>
                    </a:lnTo>
                    <a:lnTo>
                      <a:pt x="5262287" y="558060"/>
                    </a:lnTo>
                    <a:lnTo>
                      <a:pt x="5152615" y="598519"/>
                    </a:lnTo>
                    <a:lnTo>
                      <a:pt x="5042941" y="650099"/>
                    </a:lnTo>
                    <a:lnTo>
                      <a:pt x="4933375" y="702315"/>
                    </a:lnTo>
                    <a:lnTo>
                      <a:pt x="4823701" y="739490"/>
                    </a:lnTo>
                    <a:lnTo>
                      <a:pt x="4714135" y="753153"/>
                    </a:lnTo>
                    <a:lnTo>
                      <a:pt x="4604461" y="752518"/>
                    </a:lnTo>
                    <a:lnTo>
                      <a:pt x="4494789" y="748811"/>
                    </a:lnTo>
                    <a:lnTo>
                      <a:pt x="4385222" y="750188"/>
                    </a:lnTo>
                    <a:lnTo>
                      <a:pt x="4275549" y="759084"/>
                    </a:lnTo>
                    <a:lnTo>
                      <a:pt x="4165982" y="771900"/>
                    </a:lnTo>
                    <a:lnTo>
                      <a:pt x="4056309" y="781856"/>
                    </a:lnTo>
                    <a:lnTo>
                      <a:pt x="3946636" y="776560"/>
                    </a:lnTo>
                    <a:lnTo>
                      <a:pt x="3837069" y="769994"/>
                    </a:lnTo>
                    <a:lnTo>
                      <a:pt x="3727396" y="776348"/>
                    </a:lnTo>
                    <a:lnTo>
                      <a:pt x="3617829" y="791812"/>
                    </a:lnTo>
                    <a:lnTo>
                      <a:pt x="3508156" y="813842"/>
                    </a:lnTo>
                    <a:lnTo>
                      <a:pt x="3398483" y="850594"/>
                    </a:lnTo>
                    <a:lnTo>
                      <a:pt x="3288916" y="897620"/>
                    </a:lnTo>
                    <a:lnTo>
                      <a:pt x="3179243" y="935325"/>
                    </a:lnTo>
                    <a:lnTo>
                      <a:pt x="3069676" y="963286"/>
                    </a:lnTo>
                    <a:lnTo>
                      <a:pt x="2960004" y="996331"/>
                    </a:lnTo>
                    <a:lnTo>
                      <a:pt x="2850331" y="1038803"/>
                    </a:lnTo>
                    <a:lnTo>
                      <a:pt x="2740764" y="1078944"/>
                    </a:lnTo>
                    <a:lnTo>
                      <a:pt x="2631091" y="1106270"/>
                    </a:lnTo>
                    <a:lnTo>
                      <a:pt x="2521524" y="1134655"/>
                    </a:lnTo>
                    <a:lnTo>
                      <a:pt x="2411851" y="1157638"/>
                    </a:lnTo>
                    <a:lnTo>
                      <a:pt x="2302178" y="1181151"/>
                    </a:lnTo>
                    <a:lnTo>
                      <a:pt x="2192611" y="1210171"/>
                    </a:lnTo>
                    <a:lnTo>
                      <a:pt x="2082938" y="1241416"/>
                    </a:lnTo>
                    <a:lnTo>
                      <a:pt x="1973371" y="1287383"/>
                    </a:lnTo>
                    <a:lnTo>
                      <a:pt x="1863698" y="1341928"/>
                    </a:lnTo>
                    <a:lnTo>
                      <a:pt x="1754025" y="1391602"/>
                    </a:lnTo>
                    <a:lnTo>
                      <a:pt x="1644458" y="1418504"/>
                    </a:lnTo>
                    <a:lnTo>
                      <a:pt x="1534785" y="1404417"/>
                    </a:lnTo>
                    <a:lnTo>
                      <a:pt x="1425218" y="1369466"/>
                    </a:lnTo>
                    <a:lnTo>
                      <a:pt x="1315545" y="1324029"/>
                    </a:lnTo>
                    <a:lnTo>
                      <a:pt x="1205872" y="1267365"/>
                    </a:lnTo>
                    <a:lnTo>
                      <a:pt x="1096305" y="1198839"/>
                    </a:lnTo>
                    <a:lnTo>
                      <a:pt x="986632" y="1117921"/>
                    </a:lnTo>
                    <a:lnTo>
                      <a:pt x="877066" y="1024610"/>
                    </a:lnTo>
                    <a:lnTo>
                      <a:pt x="767393" y="919226"/>
                    </a:lnTo>
                    <a:lnTo>
                      <a:pt x="657720" y="802509"/>
                    </a:lnTo>
                    <a:lnTo>
                      <a:pt x="548153" y="677531"/>
                    </a:lnTo>
                    <a:lnTo>
                      <a:pt x="438480" y="548104"/>
                    </a:lnTo>
                    <a:lnTo>
                      <a:pt x="328807" y="415500"/>
                    </a:lnTo>
                    <a:lnTo>
                      <a:pt x="219240" y="280036"/>
                    </a:lnTo>
                    <a:lnTo>
                      <a:pt x="109567" y="141607"/>
                    </a:lnTo>
                    <a:lnTo>
                      <a:pt x="0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A56E10D-52DA-8FA0-0DE7-2DE8B0D1ACDE}"/>
                  </a:ext>
                </a:extLst>
              </p:cNvPr>
              <p:cNvSpPr/>
              <p:nvPr/>
            </p:nvSpPr>
            <p:spPr>
              <a:xfrm>
                <a:off x="2027822" y="1749418"/>
                <a:ext cx="8660769" cy="1807842"/>
              </a:xfrm>
              <a:custGeom>
                <a:avLst/>
                <a:gdLst>
                  <a:gd name="connsiteX0" fmla="*/ 0 w 8660769"/>
                  <a:gd name="connsiteY0" fmla="*/ 0 h 1807842"/>
                  <a:gd name="connsiteX1" fmla="*/ 109567 w 8660769"/>
                  <a:gd name="connsiteY1" fmla="*/ 229727 h 1807842"/>
                  <a:gd name="connsiteX2" fmla="*/ 219240 w 8660769"/>
                  <a:gd name="connsiteY2" fmla="*/ 444520 h 1807842"/>
                  <a:gd name="connsiteX3" fmla="*/ 328807 w 8660769"/>
                  <a:gd name="connsiteY3" fmla="*/ 643850 h 1807842"/>
                  <a:gd name="connsiteX4" fmla="*/ 438480 w 8660769"/>
                  <a:gd name="connsiteY4" fmla="*/ 827611 h 1807842"/>
                  <a:gd name="connsiteX5" fmla="*/ 548153 w 8660769"/>
                  <a:gd name="connsiteY5" fmla="*/ 995590 h 1807842"/>
                  <a:gd name="connsiteX6" fmla="*/ 657720 w 8660769"/>
                  <a:gd name="connsiteY6" fmla="*/ 1147365 h 1807842"/>
                  <a:gd name="connsiteX7" fmla="*/ 767393 w 8660769"/>
                  <a:gd name="connsiteY7" fmla="*/ 1281557 h 1807842"/>
                  <a:gd name="connsiteX8" fmla="*/ 877066 w 8660769"/>
                  <a:gd name="connsiteY8" fmla="*/ 1397427 h 1807842"/>
                  <a:gd name="connsiteX9" fmla="*/ 986632 w 8660769"/>
                  <a:gd name="connsiteY9" fmla="*/ 1496562 h 1807842"/>
                  <a:gd name="connsiteX10" fmla="*/ 1096305 w 8660769"/>
                  <a:gd name="connsiteY10" fmla="*/ 1580340 h 1807842"/>
                  <a:gd name="connsiteX11" fmla="*/ 1205872 w 8660769"/>
                  <a:gd name="connsiteY11" fmla="*/ 1650031 h 1807842"/>
                  <a:gd name="connsiteX12" fmla="*/ 1315545 w 8660769"/>
                  <a:gd name="connsiteY12" fmla="*/ 1707225 h 1807842"/>
                  <a:gd name="connsiteX13" fmla="*/ 1425218 w 8660769"/>
                  <a:gd name="connsiteY13" fmla="*/ 1753192 h 1807842"/>
                  <a:gd name="connsiteX14" fmla="*/ 1534785 w 8660769"/>
                  <a:gd name="connsiteY14" fmla="*/ 1789414 h 1807842"/>
                  <a:gd name="connsiteX15" fmla="*/ 1644458 w 8660769"/>
                  <a:gd name="connsiteY15" fmla="*/ 1807843 h 1807842"/>
                  <a:gd name="connsiteX16" fmla="*/ 1754025 w 8660769"/>
                  <a:gd name="connsiteY16" fmla="*/ 1791109 h 1807842"/>
                  <a:gd name="connsiteX17" fmla="*/ 1863698 w 8660769"/>
                  <a:gd name="connsiteY17" fmla="*/ 1751709 h 1807842"/>
                  <a:gd name="connsiteX18" fmla="*/ 1973371 w 8660769"/>
                  <a:gd name="connsiteY18" fmla="*/ 1703412 h 1807842"/>
                  <a:gd name="connsiteX19" fmla="*/ 2082938 w 8660769"/>
                  <a:gd name="connsiteY19" fmla="*/ 1660199 h 1807842"/>
                  <a:gd name="connsiteX20" fmla="*/ 2192611 w 8660769"/>
                  <a:gd name="connsiteY20" fmla="*/ 1633509 h 1807842"/>
                  <a:gd name="connsiteX21" fmla="*/ 2302178 w 8660769"/>
                  <a:gd name="connsiteY21" fmla="*/ 1613915 h 1807842"/>
                  <a:gd name="connsiteX22" fmla="*/ 2411851 w 8660769"/>
                  <a:gd name="connsiteY22" fmla="*/ 1594427 h 1807842"/>
                  <a:gd name="connsiteX23" fmla="*/ 2521524 w 8660769"/>
                  <a:gd name="connsiteY23" fmla="*/ 1570490 h 1807842"/>
                  <a:gd name="connsiteX24" fmla="*/ 2631091 w 8660769"/>
                  <a:gd name="connsiteY24" fmla="*/ 1544859 h 1807842"/>
                  <a:gd name="connsiteX25" fmla="*/ 2740764 w 8660769"/>
                  <a:gd name="connsiteY25" fmla="*/ 1516792 h 1807842"/>
                  <a:gd name="connsiteX26" fmla="*/ 2850331 w 8660769"/>
                  <a:gd name="connsiteY26" fmla="*/ 1478451 h 1807842"/>
                  <a:gd name="connsiteX27" fmla="*/ 2960004 w 8660769"/>
                  <a:gd name="connsiteY27" fmla="*/ 1432696 h 1807842"/>
                  <a:gd name="connsiteX28" fmla="*/ 3069676 w 8660769"/>
                  <a:gd name="connsiteY28" fmla="*/ 1385459 h 1807842"/>
                  <a:gd name="connsiteX29" fmla="*/ 3179243 w 8660769"/>
                  <a:gd name="connsiteY29" fmla="*/ 1342352 h 1807842"/>
                  <a:gd name="connsiteX30" fmla="*/ 3288916 w 8660769"/>
                  <a:gd name="connsiteY30" fmla="*/ 1303693 h 1807842"/>
                  <a:gd name="connsiteX31" fmla="*/ 3398483 w 8660769"/>
                  <a:gd name="connsiteY31" fmla="*/ 1259845 h 1807842"/>
                  <a:gd name="connsiteX32" fmla="*/ 3508156 w 8660769"/>
                  <a:gd name="connsiteY32" fmla="*/ 1217268 h 1807842"/>
                  <a:gd name="connsiteX33" fmla="*/ 3617829 w 8660769"/>
                  <a:gd name="connsiteY33" fmla="*/ 1183375 h 1807842"/>
                  <a:gd name="connsiteX34" fmla="*/ 3727396 w 8660769"/>
                  <a:gd name="connsiteY34" fmla="*/ 1164946 h 1807842"/>
                  <a:gd name="connsiteX35" fmla="*/ 3837069 w 8660769"/>
                  <a:gd name="connsiteY35" fmla="*/ 1159121 h 1807842"/>
                  <a:gd name="connsiteX36" fmla="*/ 3946636 w 8660769"/>
                  <a:gd name="connsiteY36" fmla="*/ 1158062 h 1807842"/>
                  <a:gd name="connsiteX37" fmla="*/ 4056309 w 8660769"/>
                  <a:gd name="connsiteY37" fmla="*/ 1154249 h 1807842"/>
                  <a:gd name="connsiteX38" fmla="*/ 4165982 w 8660769"/>
                  <a:gd name="connsiteY38" fmla="*/ 1147365 h 1807842"/>
                  <a:gd name="connsiteX39" fmla="*/ 4275549 w 8660769"/>
                  <a:gd name="connsiteY39" fmla="*/ 1144293 h 1807842"/>
                  <a:gd name="connsiteX40" fmla="*/ 4385222 w 8660769"/>
                  <a:gd name="connsiteY40" fmla="*/ 1142704 h 1807842"/>
                  <a:gd name="connsiteX41" fmla="*/ 4494789 w 8660769"/>
                  <a:gd name="connsiteY41" fmla="*/ 1140056 h 1807842"/>
                  <a:gd name="connsiteX42" fmla="*/ 4604461 w 8660769"/>
                  <a:gd name="connsiteY42" fmla="*/ 1133913 h 1807842"/>
                  <a:gd name="connsiteX43" fmla="*/ 4714135 w 8660769"/>
                  <a:gd name="connsiteY43" fmla="*/ 1121628 h 1807842"/>
                  <a:gd name="connsiteX44" fmla="*/ 4823701 w 8660769"/>
                  <a:gd name="connsiteY44" fmla="*/ 1100762 h 1807842"/>
                  <a:gd name="connsiteX45" fmla="*/ 4933375 w 8660769"/>
                  <a:gd name="connsiteY45" fmla="*/ 1069200 h 1807842"/>
                  <a:gd name="connsiteX46" fmla="*/ 5042941 w 8660769"/>
                  <a:gd name="connsiteY46" fmla="*/ 1028953 h 1807842"/>
                  <a:gd name="connsiteX47" fmla="*/ 5152615 w 8660769"/>
                  <a:gd name="connsiteY47" fmla="*/ 985210 h 1807842"/>
                  <a:gd name="connsiteX48" fmla="*/ 5262287 w 8660769"/>
                  <a:gd name="connsiteY48" fmla="*/ 942951 h 1807842"/>
                  <a:gd name="connsiteX49" fmla="*/ 5371854 w 8660769"/>
                  <a:gd name="connsiteY49" fmla="*/ 907470 h 1807842"/>
                  <a:gd name="connsiteX50" fmla="*/ 5481527 w 8660769"/>
                  <a:gd name="connsiteY50" fmla="*/ 883745 h 1807842"/>
                  <a:gd name="connsiteX51" fmla="*/ 5591094 w 8660769"/>
                  <a:gd name="connsiteY51" fmla="*/ 859067 h 1807842"/>
                  <a:gd name="connsiteX52" fmla="*/ 5700767 w 8660769"/>
                  <a:gd name="connsiteY52" fmla="*/ 831635 h 1807842"/>
                  <a:gd name="connsiteX53" fmla="*/ 5810440 w 8660769"/>
                  <a:gd name="connsiteY53" fmla="*/ 827717 h 1807842"/>
                  <a:gd name="connsiteX54" fmla="*/ 5920007 w 8660769"/>
                  <a:gd name="connsiteY54" fmla="*/ 830364 h 1807842"/>
                  <a:gd name="connsiteX55" fmla="*/ 6029680 w 8660769"/>
                  <a:gd name="connsiteY55" fmla="*/ 838732 h 1807842"/>
                  <a:gd name="connsiteX56" fmla="*/ 6139247 w 8660769"/>
                  <a:gd name="connsiteY56" fmla="*/ 851865 h 1807842"/>
                  <a:gd name="connsiteX57" fmla="*/ 6248920 w 8660769"/>
                  <a:gd name="connsiteY57" fmla="*/ 868705 h 1807842"/>
                  <a:gd name="connsiteX58" fmla="*/ 6358593 w 8660769"/>
                  <a:gd name="connsiteY58" fmla="*/ 888511 h 1807842"/>
                  <a:gd name="connsiteX59" fmla="*/ 6468159 w 8660769"/>
                  <a:gd name="connsiteY59" fmla="*/ 910223 h 1807842"/>
                  <a:gd name="connsiteX60" fmla="*/ 6577833 w 8660769"/>
                  <a:gd name="connsiteY60" fmla="*/ 932889 h 1807842"/>
                  <a:gd name="connsiteX61" fmla="*/ 6687505 w 8660769"/>
                  <a:gd name="connsiteY61" fmla="*/ 955766 h 1807842"/>
                  <a:gd name="connsiteX62" fmla="*/ 6797073 w 8660769"/>
                  <a:gd name="connsiteY62" fmla="*/ 996861 h 1807842"/>
                  <a:gd name="connsiteX63" fmla="*/ 6906745 w 8660769"/>
                  <a:gd name="connsiteY63" fmla="*/ 1034884 h 1807842"/>
                  <a:gd name="connsiteX64" fmla="*/ 7016312 w 8660769"/>
                  <a:gd name="connsiteY64" fmla="*/ 1061468 h 1807842"/>
                  <a:gd name="connsiteX65" fmla="*/ 7125985 w 8660769"/>
                  <a:gd name="connsiteY65" fmla="*/ 1092183 h 1807842"/>
                  <a:gd name="connsiteX66" fmla="*/ 7235658 w 8660769"/>
                  <a:gd name="connsiteY66" fmla="*/ 1123746 h 1807842"/>
                  <a:gd name="connsiteX67" fmla="*/ 7345225 w 8660769"/>
                  <a:gd name="connsiteY67" fmla="*/ 1152342 h 1807842"/>
                  <a:gd name="connsiteX68" fmla="*/ 7454898 w 8660769"/>
                  <a:gd name="connsiteY68" fmla="*/ 1174584 h 1807842"/>
                  <a:gd name="connsiteX69" fmla="*/ 7564465 w 8660769"/>
                  <a:gd name="connsiteY69" fmla="*/ 1192696 h 1807842"/>
                  <a:gd name="connsiteX70" fmla="*/ 7674138 w 8660769"/>
                  <a:gd name="connsiteY70" fmla="*/ 1210383 h 1807842"/>
                  <a:gd name="connsiteX71" fmla="*/ 7783811 w 8660769"/>
                  <a:gd name="connsiteY71" fmla="*/ 1226906 h 1807842"/>
                  <a:gd name="connsiteX72" fmla="*/ 7893378 w 8660769"/>
                  <a:gd name="connsiteY72" fmla="*/ 1241628 h 1807842"/>
                  <a:gd name="connsiteX73" fmla="*/ 8003051 w 8660769"/>
                  <a:gd name="connsiteY73" fmla="*/ 1253702 h 1807842"/>
                  <a:gd name="connsiteX74" fmla="*/ 8112618 w 8660769"/>
                  <a:gd name="connsiteY74" fmla="*/ 1262281 h 1807842"/>
                  <a:gd name="connsiteX75" fmla="*/ 8222291 w 8660769"/>
                  <a:gd name="connsiteY75" fmla="*/ 1265882 h 1807842"/>
                  <a:gd name="connsiteX76" fmla="*/ 8331964 w 8660769"/>
                  <a:gd name="connsiteY76" fmla="*/ 1265352 h 1807842"/>
                  <a:gd name="connsiteX77" fmla="*/ 8441530 w 8660769"/>
                  <a:gd name="connsiteY77" fmla="*/ 1261645 h 1807842"/>
                  <a:gd name="connsiteX78" fmla="*/ 8551203 w 8660769"/>
                  <a:gd name="connsiteY78" fmla="*/ 1256032 h 1807842"/>
                  <a:gd name="connsiteX79" fmla="*/ 8660770 w 8660769"/>
                  <a:gd name="connsiteY79" fmla="*/ 1249465 h 1807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60769" h="1807842">
                    <a:moveTo>
                      <a:pt x="0" y="0"/>
                    </a:moveTo>
                    <a:lnTo>
                      <a:pt x="109567" y="229727"/>
                    </a:lnTo>
                    <a:lnTo>
                      <a:pt x="219240" y="444520"/>
                    </a:lnTo>
                    <a:lnTo>
                      <a:pt x="328807" y="643850"/>
                    </a:lnTo>
                    <a:lnTo>
                      <a:pt x="438480" y="827611"/>
                    </a:lnTo>
                    <a:lnTo>
                      <a:pt x="548153" y="995590"/>
                    </a:lnTo>
                    <a:lnTo>
                      <a:pt x="657720" y="1147365"/>
                    </a:lnTo>
                    <a:lnTo>
                      <a:pt x="767393" y="1281557"/>
                    </a:lnTo>
                    <a:lnTo>
                      <a:pt x="877066" y="1397427"/>
                    </a:lnTo>
                    <a:lnTo>
                      <a:pt x="986632" y="1496562"/>
                    </a:lnTo>
                    <a:lnTo>
                      <a:pt x="1096305" y="1580340"/>
                    </a:lnTo>
                    <a:lnTo>
                      <a:pt x="1205872" y="1650031"/>
                    </a:lnTo>
                    <a:lnTo>
                      <a:pt x="1315545" y="1707225"/>
                    </a:lnTo>
                    <a:lnTo>
                      <a:pt x="1425218" y="1753192"/>
                    </a:lnTo>
                    <a:lnTo>
                      <a:pt x="1534785" y="1789414"/>
                    </a:lnTo>
                    <a:lnTo>
                      <a:pt x="1644458" y="1807843"/>
                    </a:lnTo>
                    <a:lnTo>
                      <a:pt x="1754025" y="1791109"/>
                    </a:lnTo>
                    <a:lnTo>
                      <a:pt x="1863698" y="1751709"/>
                    </a:lnTo>
                    <a:lnTo>
                      <a:pt x="1973371" y="1703412"/>
                    </a:lnTo>
                    <a:lnTo>
                      <a:pt x="2082938" y="1660199"/>
                    </a:lnTo>
                    <a:lnTo>
                      <a:pt x="2192611" y="1633509"/>
                    </a:lnTo>
                    <a:lnTo>
                      <a:pt x="2302178" y="1613915"/>
                    </a:lnTo>
                    <a:lnTo>
                      <a:pt x="2411851" y="1594427"/>
                    </a:lnTo>
                    <a:lnTo>
                      <a:pt x="2521524" y="1570490"/>
                    </a:lnTo>
                    <a:lnTo>
                      <a:pt x="2631091" y="1544859"/>
                    </a:lnTo>
                    <a:lnTo>
                      <a:pt x="2740764" y="1516792"/>
                    </a:lnTo>
                    <a:lnTo>
                      <a:pt x="2850331" y="1478451"/>
                    </a:lnTo>
                    <a:lnTo>
                      <a:pt x="2960004" y="1432696"/>
                    </a:lnTo>
                    <a:lnTo>
                      <a:pt x="3069676" y="1385459"/>
                    </a:lnTo>
                    <a:lnTo>
                      <a:pt x="3179243" y="1342352"/>
                    </a:lnTo>
                    <a:lnTo>
                      <a:pt x="3288916" y="1303693"/>
                    </a:lnTo>
                    <a:lnTo>
                      <a:pt x="3398483" y="1259845"/>
                    </a:lnTo>
                    <a:lnTo>
                      <a:pt x="3508156" y="1217268"/>
                    </a:lnTo>
                    <a:lnTo>
                      <a:pt x="3617829" y="1183375"/>
                    </a:lnTo>
                    <a:lnTo>
                      <a:pt x="3727396" y="1164946"/>
                    </a:lnTo>
                    <a:lnTo>
                      <a:pt x="3837069" y="1159121"/>
                    </a:lnTo>
                    <a:lnTo>
                      <a:pt x="3946636" y="1158062"/>
                    </a:lnTo>
                    <a:lnTo>
                      <a:pt x="4056309" y="1154249"/>
                    </a:lnTo>
                    <a:lnTo>
                      <a:pt x="4165982" y="1147365"/>
                    </a:lnTo>
                    <a:lnTo>
                      <a:pt x="4275549" y="1144293"/>
                    </a:lnTo>
                    <a:lnTo>
                      <a:pt x="4385222" y="1142704"/>
                    </a:lnTo>
                    <a:lnTo>
                      <a:pt x="4494789" y="1140056"/>
                    </a:lnTo>
                    <a:lnTo>
                      <a:pt x="4604461" y="1133913"/>
                    </a:lnTo>
                    <a:lnTo>
                      <a:pt x="4714135" y="1121628"/>
                    </a:lnTo>
                    <a:lnTo>
                      <a:pt x="4823701" y="1100762"/>
                    </a:lnTo>
                    <a:lnTo>
                      <a:pt x="4933375" y="1069200"/>
                    </a:lnTo>
                    <a:lnTo>
                      <a:pt x="5042941" y="1028953"/>
                    </a:lnTo>
                    <a:lnTo>
                      <a:pt x="5152615" y="985210"/>
                    </a:lnTo>
                    <a:lnTo>
                      <a:pt x="5262287" y="942951"/>
                    </a:lnTo>
                    <a:lnTo>
                      <a:pt x="5371854" y="907470"/>
                    </a:lnTo>
                    <a:lnTo>
                      <a:pt x="5481527" y="883745"/>
                    </a:lnTo>
                    <a:lnTo>
                      <a:pt x="5591094" y="859067"/>
                    </a:lnTo>
                    <a:lnTo>
                      <a:pt x="5700767" y="831635"/>
                    </a:lnTo>
                    <a:lnTo>
                      <a:pt x="5810440" y="827717"/>
                    </a:lnTo>
                    <a:lnTo>
                      <a:pt x="5920007" y="830364"/>
                    </a:lnTo>
                    <a:lnTo>
                      <a:pt x="6029680" y="838732"/>
                    </a:lnTo>
                    <a:lnTo>
                      <a:pt x="6139247" y="851865"/>
                    </a:lnTo>
                    <a:lnTo>
                      <a:pt x="6248920" y="868705"/>
                    </a:lnTo>
                    <a:lnTo>
                      <a:pt x="6358593" y="888511"/>
                    </a:lnTo>
                    <a:lnTo>
                      <a:pt x="6468159" y="910223"/>
                    </a:lnTo>
                    <a:lnTo>
                      <a:pt x="6577833" y="932889"/>
                    </a:lnTo>
                    <a:lnTo>
                      <a:pt x="6687505" y="955766"/>
                    </a:lnTo>
                    <a:lnTo>
                      <a:pt x="6797073" y="996861"/>
                    </a:lnTo>
                    <a:lnTo>
                      <a:pt x="6906745" y="1034884"/>
                    </a:lnTo>
                    <a:lnTo>
                      <a:pt x="7016312" y="1061468"/>
                    </a:lnTo>
                    <a:lnTo>
                      <a:pt x="7125985" y="1092183"/>
                    </a:lnTo>
                    <a:lnTo>
                      <a:pt x="7235658" y="1123746"/>
                    </a:lnTo>
                    <a:lnTo>
                      <a:pt x="7345225" y="1152342"/>
                    </a:lnTo>
                    <a:lnTo>
                      <a:pt x="7454898" y="1174584"/>
                    </a:lnTo>
                    <a:lnTo>
                      <a:pt x="7564465" y="1192696"/>
                    </a:lnTo>
                    <a:lnTo>
                      <a:pt x="7674138" y="1210383"/>
                    </a:lnTo>
                    <a:lnTo>
                      <a:pt x="7783811" y="1226906"/>
                    </a:lnTo>
                    <a:lnTo>
                      <a:pt x="7893378" y="1241628"/>
                    </a:lnTo>
                    <a:lnTo>
                      <a:pt x="8003051" y="1253702"/>
                    </a:lnTo>
                    <a:lnTo>
                      <a:pt x="8112618" y="1262281"/>
                    </a:lnTo>
                    <a:lnTo>
                      <a:pt x="8222291" y="1265882"/>
                    </a:lnTo>
                    <a:lnTo>
                      <a:pt x="8331964" y="1265352"/>
                    </a:lnTo>
                    <a:lnTo>
                      <a:pt x="8441530" y="1261645"/>
                    </a:lnTo>
                    <a:lnTo>
                      <a:pt x="8551203" y="1256032"/>
                    </a:lnTo>
                    <a:lnTo>
                      <a:pt x="8660770" y="1249465"/>
                    </a:lnTo>
                  </a:path>
                </a:pathLst>
              </a:custGeom>
              <a:noFill/>
              <a:ln w="22550" cap="flat">
                <a:solidFill>
                  <a:srgbClr val="06A7B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C985EB2-5055-6D6F-B48A-8FEC720F9F37}"/>
                  </a:ext>
                </a:extLst>
              </p:cNvPr>
              <p:cNvSpPr txBox="1"/>
              <p:nvPr/>
            </p:nvSpPr>
            <p:spPr>
              <a:xfrm>
                <a:off x="5768895" y="3876170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 dirty="0">
                    <a:ln/>
                    <a:solidFill>
                      <a:srgbClr val="06A7B4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6" name="Content Placeholder 4">
              <a:extLst>
                <a:ext uri="{FF2B5EF4-FFF2-40B4-BE49-F238E27FC236}">
                  <a16:creationId xmlns:a16="http://schemas.microsoft.com/office/drawing/2014/main" id="{2D552520-7473-15A3-02CB-E7E64B26EB17}"/>
                </a:ext>
              </a:extLst>
            </p:cNvPr>
            <p:cNvGrpSpPr/>
            <p:nvPr/>
          </p:nvGrpSpPr>
          <p:grpSpPr>
            <a:xfrm>
              <a:off x="961062" y="612426"/>
              <a:ext cx="10232717" cy="5419645"/>
              <a:chOff x="961062" y="612426"/>
              <a:chExt cx="10232717" cy="541964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EAADA1C-1DB2-3C0A-BB84-08A124FFB80C}"/>
                  </a:ext>
                </a:extLst>
              </p:cNvPr>
              <p:cNvSpPr/>
              <p:nvPr/>
            </p:nvSpPr>
            <p:spPr>
              <a:xfrm>
                <a:off x="159474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F748D4-7A40-0926-8D41-DA318AECBC88}"/>
                  </a:ext>
                </a:extLst>
              </p:cNvPr>
              <p:cNvSpPr txBox="1"/>
              <p:nvPr/>
            </p:nvSpPr>
            <p:spPr>
              <a:xfrm>
                <a:off x="136739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181A8E-BF1E-3358-5D29-5D68666B6A69}"/>
                  </a:ext>
                </a:extLst>
              </p:cNvPr>
              <p:cNvSpPr txBox="1"/>
              <p:nvPr/>
            </p:nvSpPr>
            <p:spPr>
              <a:xfrm>
                <a:off x="1244840" y="4552421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2.5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E09FB7-D0E6-65E4-D8E4-5D75D7D5AC03}"/>
                  </a:ext>
                </a:extLst>
              </p:cNvPr>
              <p:cNvSpPr txBox="1"/>
              <p:nvPr/>
            </p:nvSpPr>
            <p:spPr>
              <a:xfrm>
                <a:off x="1244840" y="3455048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5.0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5402D9-F48C-5D9E-6065-D839C1E9B124}"/>
                  </a:ext>
                </a:extLst>
              </p:cNvPr>
              <p:cNvSpPr txBox="1"/>
              <p:nvPr/>
            </p:nvSpPr>
            <p:spPr>
              <a:xfrm>
                <a:off x="1244840" y="2357675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7.5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BAE313-8A71-AD0A-DFC5-BB1D5150ACF3}"/>
                  </a:ext>
                </a:extLst>
              </p:cNvPr>
              <p:cNvSpPr txBox="1"/>
              <p:nvPr/>
            </p:nvSpPr>
            <p:spPr>
              <a:xfrm>
                <a:off x="1162335" y="1260302"/>
                <a:ext cx="4828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10.0</a:t>
                </a: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95DC7E3-4CBE-0266-A583-1E73075655F2}"/>
                  </a:ext>
                </a:extLst>
              </p:cNvPr>
              <p:cNvSpPr/>
              <p:nvPr/>
            </p:nvSpPr>
            <p:spPr>
              <a:xfrm>
                <a:off x="1565713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29BB5FE-C06A-0133-E727-913036198F0C}"/>
                  </a:ext>
                </a:extLst>
              </p:cNvPr>
              <p:cNvSpPr/>
              <p:nvPr/>
            </p:nvSpPr>
            <p:spPr>
              <a:xfrm>
                <a:off x="1565713" y="467931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9A779C8-DB26-A228-86FB-EA1D95768B47}"/>
                  </a:ext>
                </a:extLst>
              </p:cNvPr>
              <p:cNvSpPr/>
              <p:nvPr/>
            </p:nvSpPr>
            <p:spPr>
              <a:xfrm>
                <a:off x="1565713" y="3581939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65D2CC6-EF25-64A6-73CD-86ECD81D1C24}"/>
                  </a:ext>
                </a:extLst>
              </p:cNvPr>
              <p:cNvSpPr/>
              <p:nvPr/>
            </p:nvSpPr>
            <p:spPr>
              <a:xfrm>
                <a:off x="1565713" y="248456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0EA2373-0D78-1586-9453-ACA0E666F843}"/>
                  </a:ext>
                </a:extLst>
              </p:cNvPr>
              <p:cNvSpPr/>
              <p:nvPr/>
            </p:nvSpPr>
            <p:spPr>
              <a:xfrm>
                <a:off x="1565713" y="138719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C3AB00F-F19A-3312-44A9-BF9678F653A5}"/>
                  </a:ext>
                </a:extLst>
              </p:cNvPr>
              <p:cNvSpPr/>
              <p:nvPr/>
            </p:nvSpPr>
            <p:spPr>
              <a:xfrm>
                <a:off x="1594747" y="5776685"/>
                <a:ext cx="9526921" cy="10591"/>
              </a:xfrm>
              <a:custGeom>
                <a:avLst/>
                <a:gdLst>
                  <a:gd name="connsiteX0" fmla="*/ 0 w 9526921"/>
                  <a:gd name="connsiteY0" fmla="*/ 0 h 10591"/>
                  <a:gd name="connsiteX1" fmla="*/ 9526922 w 952692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6921" h="10591">
                    <a:moveTo>
                      <a:pt x="0" y="0"/>
                    </a:moveTo>
                    <a:lnTo>
                      <a:pt x="952692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E26EA2D-C5A9-3502-B52C-58166B763D6D}"/>
                  </a:ext>
                </a:extLst>
              </p:cNvPr>
              <p:cNvSpPr/>
              <p:nvPr/>
            </p:nvSpPr>
            <p:spPr>
              <a:xfrm>
                <a:off x="224918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46F2C7A-20FF-7E69-845E-E4D9AA65F48B}"/>
                  </a:ext>
                </a:extLst>
              </p:cNvPr>
              <p:cNvSpPr/>
              <p:nvPr/>
            </p:nvSpPr>
            <p:spPr>
              <a:xfrm>
                <a:off x="295596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2865003-51A5-5559-B889-6BE03B40CD2C}"/>
                  </a:ext>
                </a:extLst>
              </p:cNvPr>
              <p:cNvSpPr/>
              <p:nvPr/>
            </p:nvSpPr>
            <p:spPr>
              <a:xfrm>
                <a:off x="367058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75468BA-BE0C-939B-B6D3-FDC87F008252}"/>
                  </a:ext>
                </a:extLst>
              </p:cNvPr>
              <p:cNvSpPr/>
              <p:nvPr/>
            </p:nvSpPr>
            <p:spPr>
              <a:xfrm>
                <a:off x="437355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1DC372DC-EB69-3B3A-4337-F19FF9F200EA}"/>
                  </a:ext>
                </a:extLst>
              </p:cNvPr>
              <p:cNvSpPr/>
              <p:nvPr/>
            </p:nvSpPr>
            <p:spPr>
              <a:xfrm>
                <a:off x="508817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082C9E6-7170-D414-5504-0700E3A52D12}"/>
                  </a:ext>
                </a:extLst>
              </p:cNvPr>
              <p:cNvSpPr/>
              <p:nvPr/>
            </p:nvSpPr>
            <p:spPr>
              <a:xfrm>
                <a:off x="579114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411165E2-F387-B59B-47AF-410C33D11D66}"/>
                  </a:ext>
                </a:extLst>
              </p:cNvPr>
              <p:cNvSpPr/>
              <p:nvPr/>
            </p:nvSpPr>
            <p:spPr>
              <a:xfrm>
                <a:off x="650576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C00A7EFF-94FB-70E3-ED4B-96A01A179F3C}"/>
                  </a:ext>
                </a:extLst>
              </p:cNvPr>
              <p:cNvSpPr/>
              <p:nvPr/>
            </p:nvSpPr>
            <p:spPr>
              <a:xfrm>
                <a:off x="720872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4A1327B0-2FAC-2E8E-5DC1-EC85C4FA5ED0}"/>
                  </a:ext>
                </a:extLst>
              </p:cNvPr>
              <p:cNvSpPr/>
              <p:nvPr/>
            </p:nvSpPr>
            <p:spPr>
              <a:xfrm>
                <a:off x="792335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118099B-8F21-4A52-A64C-A901A3EE0B72}"/>
                  </a:ext>
                </a:extLst>
              </p:cNvPr>
              <p:cNvSpPr/>
              <p:nvPr/>
            </p:nvSpPr>
            <p:spPr>
              <a:xfrm>
                <a:off x="863023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5B817D3-49DF-EAF5-6431-C6556E377751}"/>
                  </a:ext>
                </a:extLst>
              </p:cNvPr>
              <p:cNvSpPr/>
              <p:nvPr/>
            </p:nvSpPr>
            <p:spPr>
              <a:xfrm>
                <a:off x="934486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78A9E7BA-674B-C81E-3AB4-471010B9F63F}"/>
                  </a:ext>
                </a:extLst>
              </p:cNvPr>
              <p:cNvSpPr/>
              <p:nvPr/>
            </p:nvSpPr>
            <p:spPr>
              <a:xfrm>
                <a:off x="1004782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B5F28A6A-2D6A-66F2-CEA2-18420C2EB82A}"/>
                  </a:ext>
                </a:extLst>
              </p:cNvPr>
              <p:cNvSpPr/>
              <p:nvPr/>
            </p:nvSpPr>
            <p:spPr>
              <a:xfrm>
                <a:off x="1076244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E46874F-4E81-8767-8D69-AB191E9DCAF6}"/>
                  </a:ext>
                </a:extLst>
              </p:cNvPr>
              <p:cNvSpPr txBox="1"/>
              <p:nvPr/>
            </p:nvSpPr>
            <p:spPr>
              <a:xfrm>
                <a:off x="184021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2019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BD449B9-B743-181A-1E69-6F27F72F2A6A}"/>
                  </a:ext>
                </a:extLst>
              </p:cNvPr>
              <p:cNvSpPr txBox="1"/>
              <p:nvPr/>
            </p:nvSpPr>
            <p:spPr>
              <a:xfrm>
                <a:off x="2538776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2020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B113EB0-0378-BD26-C18E-787D9B990043}"/>
                  </a:ext>
                </a:extLst>
              </p:cNvPr>
              <p:cNvSpPr txBox="1"/>
              <p:nvPr/>
            </p:nvSpPr>
            <p:spPr>
              <a:xfrm>
                <a:off x="326162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2020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CE82DC4-DDCB-0300-1B8C-70E0D48EEBF9}"/>
                  </a:ext>
                </a:extLst>
              </p:cNvPr>
              <p:cNvSpPr txBox="1"/>
              <p:nvPr/>
            </p:nvSpPr>
            <p:spPr>
              <a:xfrm>
                <a:off x="3956365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082E966-F3A1-FBE0-A3D4-15B70BFA30EC}"/>
                  </a:ext>
                </a:extLst>
              </p:cNvPr>
              <p:cNvSpPr txBox="1"/>
              <p:nvPr/>
            </p:nvSpPr>
            <p:spPr>
              <a:xfrm>
                <a:off x="467920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2021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94315BE-294D-2473-980C-6FCF17FB8DAF}"/>
                  </a:ext>
                </a:extLst>
              </p:cNvPr>
              <p:cNvSpPr txBox="1"/>
              <p:nvPr/>
            </p:nvSpPr>
            <p:spPr>
              <a:xfrm>
                <a:off x="5373953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2022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B8505D2-64DD-4A40-4F1E-B9295B953331}"/>
                  </a:ext>
                </a:extLst>
              </p:cNvPr>
              <p:cNvSpPr txBox="1"/>
              <p:nvPr/>
            </p:nvSpPr>
            <p:spPr>
              <a:xfrm>
                <a:off x="609679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2022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8D27B3-0A4E-5FF8-B95C-D167A32DD92C}"/>
                  </a:ext>
                </a:extLst>
              </p:cNvPr>
              <p:cNvSpPr txBox="1"/>
              <p:nvPr/>
            </p:nvSpPr>
            <p:spPr>
              <a:xfrm>
                <a:off x="6791542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2023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2AEE853-3158-D8F1-A8C9-60B1792115B0}"/>
                  </a:ext>
                </a:extLst>
              </p:cNvPr>
              <p:cNvSpPr txBox="1"/>
              <p:nvPr/>
            </p:nvSpPr>
            <p:spPr>
              <a:xfrm>
                <a:off x="751438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2023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DCD5242-7EF3-0066-A0B4-89A374F39BE2}"/>
                  </a:ext>
                </a:extLst>
              </p:cNvPr>
              <p:cNvSpPr txBox="1"/>
              <p:nvPr/>
            </p:nvSpPr>
            <p:spPr>
              <a:xfrm>
                <a:off x="8213051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EBE4401-9E87-8225-462A-DFDB702D1A72}"/>
                  </a:ext>
                </a:extLst>
              </p:cNvPr>
              <p:cNvSpPr txBox="1"/>
              <p:nvPr/>
            </p:nvSpPr>
            <p:spPr>
              <a:xfrm>
                <a:off x="893589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2024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A853A83-A6ED-F774-CBEB-72C14C9013DD}"/>
                  </a:ext>
                </a:extLst>
              </p:cNvPr>
              <p:cNvSpPr txBox="1"/>
              <p:nvPr/>
            </p:nvSpPr>
            <p:spPr>
              <a:xfrm>
                <a:off x="9630640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2025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6EE2F23-E197-89BB-B54F-75081B192A3E}"/>
                  </a:ext>
                </a:extLst>
              </p:cNvPr>
              <p:cNvSpPr txBox="1"/>
              <p:nvPr/>
            </p:nvSpPr>
            <p:spPr>
              <a:xfrm>
                <a:off x="10353484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2025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C1F6BCF-E4C1-BB8D-7037-C36C43AA2878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94BF037-7298-DF4F-664C-3C18A1B73134}"/>
                  </a:ext>
                </a:extLst>
              </p:cNvPr>
              <p:cNvSpPr txBox="1"/>
              <p:nvPr/>
            </p:nvSpPr>
            <p:spPr>
              <a:xfrm>
                <a:off x="1503307" y="612426"/>
                <a:ext cx="49407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in MAR Kapuntori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355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9FD90-1D63-C153-AD86-77D0F967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284A-ED1F-2067-65A3-B86BC493E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Katamba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F4B19A-CD38-E4E8-D102-8D1E5E02A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Lethrinus </a:t>
            </a:r>
            <a:r>
              <a:rPr lang="en-US" i="1" dirty="0" err="1"/>
              <a:t>lentjan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9225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Content Placeholder 57">
            <a:extLst>
              <a:ext uri="{FF2B5EF4-FFF2-40B4-BE49-F238E27FC236}">
                <a16:creationId xmlns:a16="http://schemas.microsoft.com/office/drawing/2014/main" id="{7588F0F6-0EC8-1B61-E2D0-66406A1E4EAE}"/>
              </a:ext>
            </a:extLst>
          </p:cNvPr>
          <p:cNvGrpSpPr/>
          <p:nvPr/>
        </p:nvGrpSpPr>
        <p:grpSpPr>
          <a:xfrm>
            <a:off x="961062" y="612426"/>
            <a:ext cx="10221697" cy="5602107"/>
            <a:chOff x="961062" y="612426"/>
            <a:chExt cx="10221697" cy="5602107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AD8505-881A-6207-0628-F6CFC6D4E7B7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F25756F-C6D8-0130-49B1-EBD77C979988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62" name="Content Placeholder 57">
              <a:extLst>
                <a:ext uri="{FF2B5EF4-FFF2-40B4-BE49-F238E27FC236}">
                  <a16:creationId xmlns:a16="http://schemas.microsoft.com/office/drawing/2014/main" id="{CEF23988-D85D-0122-1AC7-8E9C5206CC99}"/>
                </a:ext>
              </a:extLst>
            </p:cNvPr>
            <p:cNvGrpSpPr/>
            <p:nvPr/>
          </p:nvGrpSpPr>
          <p:grpSpPr>
            <a:xfrm>
              <a:off x="1512307" y="971481"/>
              <a:ext cx="9609361" cy="4805204"/>
              <a:chOff x="1512307" y="971481"/>
              <a:chExt cx="9609361" cy="4805204"/>
            </a:xfrm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EE519F3-46E7-EB56-AF8D-404FEB1D5840}"/>
                  </a:ext>
                </a:extLst>
              </p:cNvPr>
              <p:cNvSpPr/>
              <p:nvPr/>
            </p:nvSpPr>
            <p:spPr>
              <a:xfrm>
                <a:off x="1512307" y="971481"/>
                <a:ext cx="9609361" cy="4805204"/>
              </a:xfrm>
              <a:custGeom>
                <a:avLst/>
                <a:gdLst>
                  <a:gd name="connsiteX0" fmla="*/ 0 w 9609361"/>
                  <a:gd name="connsiteY0" fmla="*/ 0 h 4805204"/>
                  <a:gd name="connsiteX1" fmla="*/ 9609362 w 9609361"/>
                  <a:gd name="connsiteY1" fmla="*/ 0 h 4805204"/>
                  <a:gd name="connsiteX2" fmla="*/ 9609362 w 9609361"/>
                  <a:gd name="connsiteY2" fmla="*/ 4805204 h 4805204"/>
                  <a:gd name="connsiteX3" fmla="*/ 0 w 960936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9361" h="4805204">
                    <a:moveTo>
                      <a:pt x="0" y="0"/>
                    </a:moveTo>
                    <a:lnTo>
                      <a:pt x="9609362" y="0"/>
                    </a:lnTo>
                    <a:lnTo>
                      <a:pt x="960936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1E2A01C6-177F-4015-098B-92B2CAD360BE}"/>
                  </a:ext>
                </a:extLst>
              </p:cNvPr>
              <p:cNvSpPr/>
              <p:nvPr/>
            </p:nvSpPr>
            <p:spPr>
              <a:xfrm>
                <a:off x="1949091" y="971481"/>
                <a:ext cx="8735792" cy="3696498"/>
              </a:xfrm>
              <a:custGeom>
                <a:avLst/>
                <a:gdLst>
                  <a:gd name="connsiteX0" fmla="*/ 0 w 8735792"/>
                  <a:gd name="connsiteY0" fmla="*/ 0 h 3696498"/>
                  <a:gd name="connsiteX1" fmla="*/ 110521 w 8735792"/>
                  <a:gd name="connsiteY1" fmla="*/ 364026 h 3696498"/>
                  <a:gd name="connsiteX2" fmla="*/ 221147 w 8735792"/>
                  <a:gd name="connsiteY2" fmla="*/ 701467 h 3696498"/>
                  <a:gd name="connsiteX3" fmla="*/ 331774 w 8735792"/>
                  <a:gd name="connsiteY3" fmla="*/ 1011159 h 3696498"/>
                  <a:gd name="connsiteX4" fmla="*/ 442294 w 8735792"/>
                  <a:gd name="connsiteY4" fmla="*/ 1292678 h 3696498"/>
                  <a:gd name="connsiteX5" fmla="*/ 552921 w 8735792"/>
                  <a:gd name="connsiteY5" fmla="*/ 1545918 h 3696498"/>
                  <a:gd name="connsiteX6" fmla="*/ 663442 w 8735792"/>
                  <a:gd name="connsiteY6" fmla="*/ 1771515 h 3696498"/>
                  <a:gd name="connsiteX7" fmla="*/ 774068 w 8735792"/>
                  <a:gd name="connsiteY7" fmla="*/ 1971056 h 3696498"/>
                  <a:gd name="connsiteX8" fmla="*/ 884589 w 8735792"/>
                  <a:gd name="connsiteY8" fmla="*/ 2146979 h 3696498"/>
                  <a:gd name="connsiteX9" fmla="*/ 995216 w 8735792"/>
                  <a:gd name="connsiteY9" fmla="*/ 2302037 h 3696498"/>
                  <a:gd name="connsiteX10" fmla="*/ 1105736 w 8735792"/>
                  <a:gd name="connsiteY10" fmla="*/ 2438666 h 3696498"/>
                  <a:gd name="connsiteX11" fmla="*/ 1216363 w 8735792"/>
                  <a:gd name="connsiteY11" fmla="*/ 2559196 h 3696498"/>
                  <a:gd name="connsiteX12" fmla="*/ 1326989 w 8735792"/>
                  <a:gd name="connsiteY12" fmla="*/ 2665004 h 3696498"/>
                  <a:gd name="connsiteX13" fmla="*/ 1437510 w 8735792"/>
                  <a:gd name="connsiteY13" fmla="*/ 2757784 h 3696498"/>
                  <a:gd name="connsiteX14" fmla="*/ 1548137 w 8735792"/>
                  <a:gd name="connsiteY14" fmla="*/ 2836584 h 3696498"/>
                  <a:gd name="connsiteX15" fmla="*/ 1658657 w 8735792"/>
                  <a:gd name="connsiteY15" fmla="*/ 2896531 h 3696498"/>
                  <a:gd name="connsiteX16" fmla="*/ 1769284 w 8735792"/>
                  <a:gd name="connsiteY16" fmla="*/ 2936461 h 3696498"/>
                  <a:gd name="connsiteX17" fmla="*/ 1879804 w 8735792"/>
                  <a:gd name="connsiteY17" fmla="*/ 2959021 h 3696498"/>
                  <a:gd name="connsiteX18" fmla="*/ 1990431 w 8735792"/>
                  <a:gd name="connsiteY18" fmla="*/ 2972471 h 3696498"/>
                  <a:gd name="connsiteX19" fmla="*/ 2101058 w 8735792"/>
                  <a:gd name="connsiteY19" fmla="*/ 2965587 h 3696498"/>
                  <a:gd name="connsiteX20" fmla="*/ 2211578 w 8735792"/>
                  <a:gd name="connsiteY20" fmla="*/ 2925975 h 3696498"/>
                  <a:gd name="connsiteX21" fmla="*/ 2322205 w 8735792"/>
                  <a:gd name="connsiteY21" fmla="*/ 2905852 h 3696498"/>
                  <a:gd name="connsiteX22" fmla="*/ 2432726 w 8735792"/>
                  <a:gd name="connsiteY22" fmla="*/ 2873019 h 3696498"/>
                  <a:gd name="connsiteX23" fmla="*/ 2543352 w 8735792"/>
                  <a:gd name="connsiteY23" fmla="*/ 2823874 h 3696498"/>
                  <a:gd name="connsiteX24" fmla="*/ 2653873 w 8735792"/>
                  <a:gd name="connsiteY24" fmla="*/ 2788711 h 3696498"/>
                  <a:gd name="connsiteX25" fmla="*/ 2764500 w 8735792"/>
                  <a:gd name="connsiteY25" fmla="*/ 2765410 h 3696498"/>
                  <a:gd name="connsiteX26" fmla="*/ 2875020 w 8735792"/>
                  <a:gd name="connsiteY26" fmla="*/ 2737131 h 3696498"/>
                  <a:gd name="connsiteX27" fmla="*/ 2985647 w 8735792"/>
                  <a:gd name="connsiteY27" fmla="*/ 2707157 h 3696498"/>
                  <a:gd name="connsiteX28" fmla="*/ 3096273 w 8735792"/>
                  <a:gd name="connsiteY28" fmla="*/ 2668287 h 3696498"/>
                  <a:gd name="connsiteX29" fmla="*/ 3206794 w 8735792"/>
                  <a:gd name="connsiteY29" fmla="*/ 2615118 h 3696498"/>
                  <a:gd name="connsiteX30" fmla="*/ 3317421 w 8735792"/>
                  <a:gd name="connsiteY30" fmla="*/ 2556654 h 3696498"/>
                  <a:gd name="connsiteX31" fmla="*/ 3427941 w 8735792"/>
                  <a:gd name="connsiteY31" fmla="*/ 2513017 h 3696498"/>
                  <a:gd name="connsiteX32" fmla="*/ 3538568 w 8735792"/>
                  <a:gd name="connsiteY32" fmla="*/ 2493635 h 3696498"/>
                  <a:gd name="connsiteX33" fmla="*/ 3649088 w 8735792"/>
                  <a:gd name="connsiteY33" fmla="*/ 2481137 h 3696498"/>
                  <a:gd name="connsiteX34" fmla="*/ 3759715 w 8735792"/>
                  <a:gd name="connsiteY34" fmla="*/ 2464721 h 3696498"/>
                  <a:gd name="connsiteX35" fmla="*/ 3870236 w 8735792"/>
                  <a:gd name="connsiteY35" fmla="*/ 2441420 h 3696498"/>
                  <a:gd name="connsiteX36" fmla="*/ 3980862 w 8735792"/>
                  <a:gd name="connsiteY36" fmla="*/ 2414412 h 3696498"/>
                  <a:gd name="connsiteX37" fmla="*/ 4091489 w 8735792"/>
                  <a:gd name="connsiteY37" fmla="*/ 2389734 h 3696498"/>
                  <a:gd name="connsiteX38" fmla="*/ 4202010 w 8735792"/>
                  <a:gd name="connsiteY38" fmla="*/ 2366327 h 3696498"/>
                  <a:gd name="connsiteX39" fmla="*/ 4312636 w 8735792"/>
                  <a:gd name="connsiteY39" fmla="*/ 2339742 h 3696498"/>
                  <a:gd name="connsiteX40" fmla="*/ 4423157 w 8735792"/>
                  <a:gd name="connsiteY40" fmla="*/ 2306274 h 3696498"/>
                  <a:gd name="connsiteX41" fmla="*/ 4533784 w 8735792"/>
                  <a:gd name="connsiteY41" fmla="*/ 2264755 h 3696498"/>
                  <a:gd name="connsiteX42" fmla="*/ 4644304 w 8735792"/>
                  <a:gd name="connsiteY42" fmla="*/ 2216670 h 3696498"/>
                  <a:gd name="connsiteX43" fmla="*/ 4754931 w 8735792"/>
                  <a:gd name="connsiteY43" fmla="*/ 2166573 h 3696498"/>
                  <a:gd name="connsiteX44" fmla="*/ 4865451 w 8735792"/>
                  <a:gd name="connsiteY44" fmla="*/ 2120607 h 3696498"/>
                  <a:gd name="connsiteX45" fmla="*/ 4976078 w 8735792"/>
                  <a:gd name="connsiteY45" fmla="*/ 2085125 h 3696498"/>
                  <a:gd name="connsiteX46" fmla="*/ 5086705 w 8735792"/>
                  <a:gd name="connsiteY46" fmla="*/ 2061613 h 3696498"/>
                  <a:gd name="connsiteX47" fmla="*/ 5197225 w 8735792"/>
                  <a:gd name="connsiteY47" fmla="*/ 2042230 h 3696498"/>
                  <a:gd name="connsiteX48" fmla="*/ 5307852 w 8735792"/>
                  <a:gd name="connsiteY48" fmla="*/ 2022001 h 3696498"/>
                  <a:gd name="connsiteX49" fmla="*/ 5418372 w 8735792"/>
                  <a:gd name="connsiteY49" fmla="*/ 1998594 h 3696498"/>
                  <a:gd name="connsiteX50" fmla="*/ 5528999 w 8735792"/>
                  <a:gd name="connsiteY50" fmla="*/ 1974551 h 3696498"/>
                  <a:gd name="connsiteX51" fmla="*/ 5639520 w 8735792"/>
                  <a:gd name="connsiteY51" fmla="*/ 1956758 h 3696498"/>
                  <a:gd name="connsiteX52" fmla="*/ 5750146 w 8735792"/>
                  <a:gd name="connsiteY52" fmla="*/ 1953157 h 3696498"/>
                  <a:gd name="connsiteX53" fmla="*/ 5860667 w 8735792"/>
                  <a:gd name="connsiteY53" fmla="*/ 1965125 h 3696498"/>
                  <a:gd name="connsiteX54" fmla="*/ 5971293 w 8735792"/>
                  <a:gd name="connsiteY54" fmla="*/ 1987897 h 3696498"/>
                  <a:gd name="connsiteX55" fmla="*/ 6081920 w 8735792"/>
                  <a:gd name="connsiteY55" fmla="*/ 2016176 h 3696498"/>
                  <a:gd name="connsiteX56" fmla="*/ 6192441 w 8735792"/>
                  <a:gd name="connsiteY56" fmla="*/ 2044878 h 3696498"/>
                  <a:gd name="connsiteX57" fmla="*/ 6303067 w 8735792"/>
                  <a:gd name="connsiteY57" fmla="*/ 2069662 h 3696498"/>
                  <a:gd name="connsiteX58" fmla="*/ 6413588 w 8735792"/>
                  <a:gd name="connsiteY58" fmla="*/ 2088621 h 3696498"/>
                  <a:gd name="connsiteX59" fmla="*/ 6524214 w 8735792"/>
                  <a:gd name="connsiteY59" fmla="*/ 2102495 h 3696498"/>
                  <a:gd name="connsiteX60" fmla="*/ 6634736 w 8735792"/>
                  <a:gd name="connsiteY60" fmla="*/ 2114464 h 3696498"/>
                  <a:gd name="connsiteX61" fmla="*/ 6745362 w 8735792"/>
                  <a:gd name="connsiteY61" fmla="*/ 2128338 h 3696498"/>
                  <a:gd name="connsiteX62" fmla="*/ 6855988 w 8735792"/>
                  <a:gd name="connsiteY62" fmla="*/ 2150792 h 3696498"/>
                  <a:gd name="connsiteX63" fmla="*/ 6966509 w 8735792"/>
                  <a:gd name="connsiteY63" fmla="*/ 2174411 h 3696498"/>
                  <a:gd name="connsiteX64" fmla="*/ 7077136 w 8735792"/>
                  <a:gd name="connsiteY64" fmla="*/ 2196653 h 3696498"/>
                  <a:gd name="connsiteX65" fmla="*/ 7187657 w 8735792"/>
                  <a:gd name="connsiteY65" fmla="*/ 2221331 h 3696498"/>
                  <a:gd name="connsiteX66" fmla="*/ 7298283 w 8735792"/>
                  <a:gd name="connsiteY66" fmla="*/ 2246962 h 3696498"/>
                  <a:gd name="connsiteX67" fmla="*/ 7408804 w 8735792"/>
                  <a:gd name="connsiteY67" fmla="*/ 2272911 h 3696498"/>
                  <a:gd name="connsiteX68" fmla="*/ 7519430 w 8735792"/>
                  <a:gd name="connsiteY68" fmla="*/ 2298860 h 3696498"/>
                  <a:gd name="connsiteX69" fmla="*/ 7629951 w 8735792"/>
                  <a:gd name="connsiteY69" fmla="*/ 2322902 h 3696498"/>
                  <a:gd name="connsiteX70" fmla="*/ 7740578 w 8735792"/>
                  <a:gd name="connsiteY70" fmla="*/ 2342814 h 3696498"/>
                  <a:gd name="connsiteX71" fmla="*/ 7851204 w 8735792"/>
                  <a:gd name="connsiteY71" fmla="*/ 2357112 h 3696498"/>
                  <a:gd name="connsiteX72" fmla="*/ 7961725 w 8735792"/>
                  <a:gd name="connsiteY72" fmla="*/ 2364102 h 3696498"/>
                  <a:gd name="connsiteX73" fmla="*/ 8072351 w 8735792"/>
                  <a:gd name="connsiteY73" fmla="*/ 2362514 h 3696498"/>
                  <a:gd name="connsiteX74" fmla="*/ 8182872 w 8735792"/>
                  <a:gd name="connsiteY74" fmla="*/ 2351499 h 3696498"/>
                  <a:gd name="connsiteX75" fmla="*/ 8293499 w 8735792"/>
                  <a:gd name="connsiteY75" fmla="*/ 2330846 h 3696498"/>
                  <a:gd name="connsiteX76" fmla="*/ 8404019 w 8735792"/>
                  <a:gd name="connsiteY76" fmla="*/ 2299707 h 3696498"/>
                  <a:gd name="connsiteX77" fmla="*/ 8514645 w 8735792"/>
                  <a:gd name="connsiteY77" fmla="*/ 2259248 h 3696498"/>
                  <a:gd name="connsiteX78" fmla="*/ 8625166 w 8735792"/>
                  <a:gd name="connsiteY78" fmla="*/ 2210633 h 3696498"/>
                  <a:gd name="connsiteX79" fmla="*/ 8735793 w 8735792"/>
                  <a:gd name="connsiteY79" fmla="*/ 2155346 h 3696498"/>
                  <a:gd name="connsiteX80" fmla="*/ 8735793 w 8735792"/>
                  <a:gd name="connsiteY80" fmla="*/ 3536251 h 3696498"/>
                  <a:gd name="connsiteX81" fmla="*/ 8625166 w 8735792"/>
                  <a:gd name="connsiteY81" fmla="*/ 3433197 h 3696498"/>
                  <a:gd name="connsiteX82" fmla="*/ 8514645 w 8735792"/>
                  <a:gd name="connsiteY82" fmla="*/ 3338616 h 3696498"/>
                  <a:gd name="connsiteX83" fmla="*/ 8404019 w 8735792"/>
                  <a:gd name="connsiteY83" fmla="*/ 3252614 h 3696498"/>
                  <a:gd name="connsiteX84" fmla="*/ 8293499 w 8735792"/>
                  <a:gd name="connsiteY84" fmla="*/ 3175402 h 3696498"/>
                  <a:gd name="connsiteX85" fmla="*/ 8182872 w 8735792"/>
                  <a:gd name="connsiteY85" fmla="*/ 3106770 h 3696498"/>
                  <a:gd name="connsiteX86" fmla="*/ 8072351 w 8735792"/>
                  <a:gd name="connsiteY86" fmla="*/ 3047670 h 3696498"/>
                  <a:gd name="connsiteX87" fmla="*/ 7961725 w 8735792"/>
                  <a:gd name="connsiteY87" fmla="*/ 2998526 h 3696498"/>
                  <a:gd name="connsiteX88" fmla="*/ 7851204 w 8735792"/>
                  <a:gd name="connsiteY88" fmla="*/ 2959338 h 3696498"/>
                  <a:gd name="connsiteX89" fmla="*/ 7740578 w 8735792"/>
                  <a:gd name="connsiteY89" fmla="*/ 2929153 h 3696498"/>
                  <a:gd name="connsiteX90" fmla="*/ 7629951 w 8735792"/>
                  <a:gd name="connsiteY90" fmla="*/ 2905852 h 3696498"/>
                  <a:gd name="connsiteX91" fmla="*/ 7519430 w 8735792"/>
                  <a:gd name="connsiteY91" fmla="*/ 2886576 h 3696498"/>
                  <a:gd name="connsiteX92" fmla="*/ 7408804 w 8735792"/>
                  <a:gd name="connsiteY92" fmla="*/ 2871112 h 3696498"/>
                  <a:gd name="connsiteX93" fmla="*/ 7298283 w 8735792"/>
                  <a:gd name="connsiteY93" fmla="*/ 2859038 h 3696498"/>
                  <a:gd name="connsiteX94" fmla="*/ 7187657 w 8735792"/>
                  <a:gd name="connsiteY94" fmla="*/ 2846434 h 3696498"/>
                  <a:gd name="connsiteX95" fmla="*/ 7077136 w 8735792"/>
                  <a:gd name="connsiteY95" fmla="*/ 2833830 h 3696498"/>
                  <a:gd name="connsiteX96" fmla="*/ 6966509 w 8735792"/>
                  <a:gd name="connsiteY96" fmla="*/ 2822921 h 3696498"/>
                  <a:gd name="connsiteX97" fmla="*/ 6855988 w 8735792"/>
                  <a:gd name="connsiteY97" fmla="*/ 2809364 h 3696498"/>
                  <a:gd name="connsiteX98" fmla="*/ 6745362 w 8735792"/>
                  <a:gd name="connsiteY98" fmla="*/ 2796760 h 3696498"/>
                  <a:gd name="connsiteX99" fmla="*/ 6634736 w 8735792"/>
                  <a:gd name="connsiteY99" fmla="*/ 2784157 h 3696498"/>
                  <a:gd name="connsiteX100" fmla="*/ 6524214 w 8735792"/>
                  <a:gd name="connsiteY100" fmla="*/ 2769011 h 3696498"/>
                  <a:gd name="connsiteX101" fmla="*/ 6413588 w 8735792"/>
                  <a:gd name="connsiteY101" fmla="*/ 2756513 h 3696498"/>
                  <a:gd name="connsiteX102" fmla="*/ 6303067 w 8735792"/>
                  <a:gd name="connsiteY102" fmla="*/ 2751112 h 3696498"/>
                  <a:gd name="connsiteX103" fmla="*/ 6192441 w 8735792"/>
                  <a:gd name="connsiteY103" fmla="*/ 2755030 h 3696498"/>
                  <a:gd name="connsiteX104" fmla="*/ 6081920 w 8735792"/>
                  <a:gd name="connsiteY104" fmla="*/ 2767740 h 3696498"/>
                  <a:gd name="connsiteX105" fmla="*/ 5971293 w 8735792"/>
                  <a:gd name="connsiteY105" fmla="*/ 2786381 h 3696498"/>
                  <a:gd name="connsiteX106" fmla="*/ 5860667 w 8735792"/>
                  <a:gd name="connsiteY106" fmla="*/ 2807034 h 3696498"/>
                  <a:gd name="connsiteX107" fmla="*/ 5750146 w 8735792"/>
                  <a:gd name="connsiteY107" fmla="*/ 2825993 h 3696498"/>
                  <a:gd name="connsiteX108" fmla="*/ 5639520 w 8735792"/>
                  <a:gd name="connsiteY108" fmla="*/ 2840079 h 3696498"/>
                  <a:gd name="connsiteX109" fmla="*/ 5528999 w 8735792"/>
                  <a:gd name="connsiteY109" fmla="*/ 2853212 h 3696498"/>
                  <a:gd name="connsiteX110" fmla="*/ 5418372 w 8735792"/>
                  <a:gd name="connsiteY110" fmla="*/ 2871112 h 3696498"/>
                  <a:gd name="connsiteX111" fmla="*/ 5307852 w 8735792"/>
                  <a:gd name="connsiteY111" fmla="*/ 2896743 h 3696498"/>
                  <a:gd name="connsiteX112" fmla="*/ 5197225 w 8735792"/>
                  <a:gd name="connsiteY112" fmla="*/ 2929259 h 3696498"/>
                  <a:gd name="connsiteX113" fmla="*/ 5086705 w 8735792"/>
                  <a:gd name="connsiteY113" fmla="*/ 2962939 h 3696498"/>
                  <a:gd name="connsiteX114" fmla="*/ 4976078 w 8735792"/>
                  <a:gd name="connsiteY114" fmla="*/ 2989206 h 3696498"/>
                  <a:gd name="connsiteX115" fmla="*/ 4865451 w 8735792"/>
                  <a:gd name="connsiteY115" fmla="*/ 3006787 h 3696498"/>
                  <a:gd name="connsiteX116" fmla="*/ 4754931 w 8735792"/>
                  <a:gd name="connsiteY116" fmla="*/ 3021298 h 3696498"/>
                  <a:gd name="connsiteX117" fmla="*/ 4644304 w 8735792"/>
                  <a:gd name="connsiteY117" fmla="*/ 3036761 h 3696498"/>
                  <a:gd name="connsiteX118" fmla="*/ 4533784 w 8735792"/>
                  <a:gd name="connsiteY118" fmla="*/ 3057415 h 3696498"/>
                  <a:gd name="connsiteX119" fmla="*/ 4423157 w 8735792"/>
                  <a:gd name="connsiteY119" fmla="*/ 3085376 h 3696498"/>
                  <a:gd name="connsiteX120" fmla="*/ 4312636 w 8735792"/>
                  <a:gd name="connsiteY120" fmla="*/ 3120433 h 3696498"/>
                  <a:gd name="connsiteX121" fmla="*/ 4202010 w 8735792"/>
                  <a:gd name="connsiteY121" fmla="*/ 3158880 h 3696498"/>
                  <a:gd name="connsiteX122" fmla="*/ 4091489 w 8735792"/>
                  <a:gd name="connsiteY122" fmla="*/ 3195103 h 3696498"/>
                  <a:gd name="connsiteX123" fmla="*/ 3980862 w 8735792"/>
                  <a:gd name="connsiteY123" fmla="*/ 3222640 h 3696498"/>
                  <a:gd name="connsiteX124" fmla="*/ 3870236 w 8735792"/>
                  <a:gd name="connsiteY124" fmla="*/ 3232384 h 3696498"/>
                  <a:gd name="connsiteX125" fmla="*/ 3759715 w 8735792"/>
                  <a:gd name="connsiteY125" fmla="*/ 3225711 h 3696498"/>
                  <a:gd name="connsiteX126" fmla="*/ 3649088 w 8735792"/>
                  <a:gd name="connsiteY126" fmla="*/ 3218615 h 3696498"/>
                  <a:gd name="connsiteX127" fmla="*/ 3538568 w 8735792"/>
                  <a:gd name="connsiteY127" fmla="*/ 3221581 h 3696498"/>
                  <a:gd name="connsiteX128" fmla="*/ 3427941 w 8735792"/>
                  <a:gd name="connsiteY128" fmla="*/ 3236832 h 3696498"/>
                  <a:gd name="connsiteX129" fmla="*/ 3317421 w 8735792"/>
                  <a:gd name="connsiteY129" fmla="*/ 3258333 h 3696498"/>
                  <a:gd name="connsiteX130" fmla="*/ 3206794 w 8735792"/>
                  <a:gd name="connsiteY130" fmla="*/ 3286188 h 3696498"/>
                  <a:gd name="connsiteX131" fmla="*/ 3096273 w 8735792"/>
                  <a:gd name="connsiteY131" fmla="*/ 3323364 h 3696498"/>
                  <a:gd name="connsiteX132" fmla="*/ 2985647 w 8735792"/>
                  <a:gd name="connsiteY132" fmla="*/ 3361493 h 3696498"/>
                  <a:gd name="connsiteX133" fmla="*/ 2875020 w 8735792"/>
                  <a:gd name="connsiteY133" fmla="*/ 3389666 h 3696498"/>
                  <a:gd name="connsiteX134" fmla="*/ 2764500 w 8735792"/>
                  <a:gd name="connsiteY134" fmla="*/ 3420275 h 3696498"/>
                  <a:gd name="connsiteX135" fmla="*/ 2653873 w 8735792"/>
                  <a:gd name="connsiteY135" fmla="*/ 3451202 h 3696498"/>
                  <a:gd name="connsiteX136" fmla="*/ 2543352 w 8735792"/>
                  <a:gd name="connsiteY136" fmla="*/ 3480328 h 3696498"/>
                  <a:gd name="connsiteX137" fmla="*/ 2432726 w 8735792"/>
                  <a:gd name="connsiteY137" fmla="*/ 3523117 h 3696498"/>
                  <a:gd name="connsiteX138" fmla="*/ 2322205 w 8735792"/>
                  <a:gd name="connsiteY138" fmla="*/ 3562200 h 3696498"/>
                  <a:gd name="connsiteX139" fmla="*/ 2211578 w 8735792"/>
                  <a:gd name="connsiteY139" fmla="*/ 3589102 h 3696498"/>
                  <a:gd name="connsiteX140" fmla="*/ 2101058 w 8735792"/>
                  <a:gd name="connsiteY140" fmla="*/ 3660382 h 3696498"/>
                  <a:gd name="connsiteX141" fmla="*/ 1990431 w 8735792"/>
                  <a:gd name="connsiteY141" fmla="*/ 3696499 h 3696498"/>
                  <a:gd name="connsiteX142" fmla="*/ 1879804 w 8735792"/>
                  <a:gd name="connsiteY142" fmla="*/ 3683577 h 3696498"/>
                  <a:gd name="connsiteX143" fmla="*/ 1769284 w 8735792"/>
                  <a:gd name="connsiteY143" fmla="*/ 3660805 h 3696498"/>
                  <a:gd name="connsiteX144" fmla="*/ 1658657 w 8735792"/>
                  <a:gd name="connsiteY144" fmla="*/ 3627655 h 3696498"/>
                  <a:gd name="connsiteX145" fmla="*/ 1548137 w 8735792"/>
                  <a:gd name="connsiteY145" fmla="*/ 3578087 h 3696498"/>
                  <a:gd name="connsiteX146" fmla="*/ 1437510 w 8735792"/>
                  <a:gd name="connsiteY146" fmla="*/ 3502888 h 3696498"/>
                  <a:gd name="connsiteX147" fmla="*/ 1326989 w 8735792"/>
                  <a:gd name="connsiteY147" fmla="*/ 3408307 h 3696498"/>
                  <a:gd name="connsiteX148" fmla="*/ 1216363 w 8735792"/>
                  <a:gd name="connsiteY148" fmla="*/ 3299322 h 3696498"/>
                  <a:gd name="connsiteX149" fmla="*/ 1105736 w 8735792"/>
                  <a:gd name="connsiteY149" fmla="*/ 3176462 h 3696498"/>
                  <a:gd name="connsiteX150" fmla="*/ 995216 w 8735792"/>
                  <a:gd name="connsiteY150" fmla="*/ 3040256 h 3696498"/>
                  <a:gd name="connsiteX151" fmla="*/ 884589 w 8735792"/>
                  <a:gd name="connsiteY151" fmla="*/ 2891871 h 3696498"/>
                  <a:gd name="connsiteX152" fmla="*/ 774068 w 8735792"/>
                  <a:gd name="connsiteY152" fmla="*/ 2732788 h 3696498"/>
                  <a:gd name="connsiteX153" fmla="*/ 663442 w 8735792"/>
                  <a:gd name="connsiteY153" fmla="*/ 2564597 h 3696498"/>
                  <a:gd name="connsiteX154" fmla="*/ 552921 w 8735792"/>
                  <a:gd name="connsiteY154" fmla="*/ 2389839 h 3696498"/>
                  <a:gd name="connsiteX155" fmla="*/ 442294 w 8735792"/>
                  <a:gd name="connsiteY155" fmla="*/ 2211375 h 3696498"/>
                  <a:gd name="connsiteX156" fmla="*/ 331774 w 8735792"/>
                  <a:gd name="connsiteY156" fmla="*/ 2030368 h 3696498"/>
                  <a:gd name="connsiteX157" fmla="*/ 221147 w 8735792"/>
                  <a:gd name="connsiteY157" fmla="*/ 1846819 h 3696498"/>
                  <a:gd name="connsiteX158" fmla="*/ 110521 w 8735792"/>
                  <a:gd name="connsiteY158" fmla="*/ 1660411 h 3696498"/>
                  <a:gd name="connsiteX159" fmla="*/ 0 w 8735792"/>
                  <a:gd name="connsiteY159" fmla="*/ 1470719 h 3696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35792" h="3696498">
                    <a:moveTo>
                      <a:pt x="0" y="0"/>
                    </a:moveTo>
                    <a:lnTo>
                      <a:pt x="110521" y="364026"/>
                    </a:lnTo>
                    <a:lnTo>
                      <a:pt x="221147" y="701467"/>
                    </a:lnTo>
                    <a:lnTo>
                      <a:pt x="331774" y="1011159"/>
                    </a:lnTo>
                    <a:lnTo>
                      <a:pt x="442294" y="1292678"/>
                    </a:lnTo>
                    <a:lnTo>
                      <a:pt x="552921" y="1545918"/>
                    </a:lnTo>
                    <a:lnTo>
                      <a:pt x="663442" y="1771515"/>
                    </a:lnTo>
                    <a:lnTo>
                      <a:pt x="774068" y="1971056"/>
                    </a:lnTo>
                    <a:lnTo>
                      <a:pt x="884589" y="2146979"/>
                    </a:lnTo>
                    <a:lnTo>
                      <a:pt x="995216" y="2302037"/>
                    </a:lnTo>
                    <a:lnTo>
                      <a:pt x="1105736" y="2438666"/>
                    </a:lnTo>
                    <a:lnTo>
                      <a:pt x="1216363" y="2559196"/>
                    </a:lnTo>
                    <a:lnTo>
                      <a:pt x="1326989" y="2665004"/>
                    </a:lnTo>
                    <a:lnTo>
                      <a:pt x="1437510" y="2757784"/>
                    </a:lnTo>
                    <a:lnTo>
                      <a:pt x="1548137" y="2836584"/>
                    </a:lnTo>
                    <a:lnTo>
                      <a:pt x="1658657" y="2896531"/>
                    </a:lnTo>
                    <a:lnTo>
                      <a:pt x="1769284" y="2936461"/>
                    </a:lnTo>
                    <a:lnTo>
                      <a:pt x="1879804" y="2959021"/>
                    </a:lnTo>
                    <a:lnTo>
                      <a:pt x="1990431" y="2972471"/>
                    </a:lnTo>
                    <a:lnTo>
                      <a:pt x="2101058" y="2965587"/>
                    </a:lnTo>
                    <a:lnTo>
                      <a:pt x="2211578" y="2925975"/>
                    </a:lnTo>
                    <a:lnTo>
                      <a:pt x="2322205" y="2905852"/>
                    </a:lnTo>
                    <a:lnTo>
                      <a:pt x="2432726" y="2873019"/>
                    </a:lnTo>
                    <a:lnTo>
                      <a:pt x="2543352" y="2823874"/>
                    </a:lnTo>
                    <a:lnTo>
                      <a:pt x="2653873" y="2788711"/>
                    </a:lnTo>
                    <a:lnTo>
                      <a:pt x="2764500" y="2765410"/>
                    </a:lnTo>
                    <a:lnTo>
                      <a:pt x="2875020" y="2737131"/>
                    </a:lnTo>
                    <a:lnTo>
                      <a:pt x="2985647" y="2707157"/>
                    </a:lnTo>
                    <a:lnTo>
                      <a:pt x="3096273" y="2668287"/>
                    </a:lnTo>
                    <a:lnTo>
                      <a:pt x="3206794" y="2615118"/>
                    </a:lnTo>
                    <a:lnTo>
                      <a:pt x="3317421" y="2556654"/>
                    </a:lnTo>
                    <a:lnTo>
                      <a:pt x="3427941" y="2513017"/>
                    </a:lnTo>
                    <a:lnTo>
                      <a:pt x="3538568" y="2493635"/>
                    </a:lnTo>
                    <a:lnTo>
                      <a:pt x="3649088" y="2481137"/>
                    </a:lnTo>
                    <a:lnTo>
                      <a:pt x="3759715" y="2464721"/>
                    </a:lnTo>
                    <a:lnTo>
                      <a:pt x="3870236" y="2441420"/>
                    </a:lnTo>
                    <a:lnTo>
                      <a:pt x="3980862" y="2414412"/>
                    </a:lnTo>
                    <a:lnTo>
                      <a:pt x="4091489" y="2389734"/>
                    </a:lnTo>
                    <a:lnTo>
                      <a:pt x="4202010" y="2366327"/>
                    </a:lnTo>
                    <a:lnTo>
                      <a:pt x="4312636" y="2339742"/>
                    </a:lnTo>
                    <a:lnTo>
                      <a:pt x="4423157" y="2306274"/>
                    </a:lnTo>
                    <a:lnTo>
                      <a:pt x="4533784" y="2264755"/>
                    </a:lnTo>
                    <a:lnTo>
                      <a:pt x="4644304" y="2216670"/>
                    </a:lnTo>
                    <a:lnTo>
                      <a:pt x="4754931" y="2166573"/>
                    </a:lnTo>
                    <a:lnTo>
                      <a:pt x="4865451" y="2120607"/>
                    </a:lnTo>
                    <a:lnTo>
                      <a:pt x="4976078" y="2085125"/>
                    </a:lnTo>
                    <a:lnTo>
                      <a:pt x="5086705" y="2061613"/>
                    </a:lnTo>
                    <a:lnTo>
                      <a:pt x="5197225" y="2042230"/>
                    </a:lnTo>
                    <a:lnTo>
                      <a:pt x="5307852" y="2022001"/>
                    </a:lnTo>
                    <a:lnTo>
                      <a:pt x="5418372" y="1998594"/>
                    </a:lnTo>
                    <a:lnTo>
                      <a:pt x="5528999" y="1974551"/>
                    </a:lnTo>
                    <a:lnTo>
                      <a:pt x="5639520" y="1956758"/>
                    </a:lnTo>
                    <a:lnTo>
                      <a:pt x="5750146" y="1953157"/>
                    </a:lnTo>
                    <a:lnTo>
                      <a:pt x="5860667" y="1965125"/>
                    </a:lnTo>
                    <a:lnTo>
                      <a:pt x="5971293" y="1987897"/>
                    </a:lnTo>
                    <a:lnTo>
                      <a:pt x="6081920" y="2016176"/>
                    </a:lnTo>
                    <a:lnTo>
                      <a:pt x="6192441" y="2044878"/>
                    </a:lnTo>
                    <a:lnTo>
                      <a:pt x="6303067" y="2069662"/>
                    </a:lnTo>
                    <a:lnTo>
                      <a:pt x="6413588" y="2088621"/>
                    </a:lnTo>
                    <a:lnTo>
                      <a:pt x="6524214" y="2102495"/>
                    </a:lnTo>
                    <a:lnTo>
                      <a:pt x="6634736" y="2114464"/>
                    </a:lnTo>
                    <a:lnTo>
                      <a:pt x="6745362" y="2128338"/>
                    </a:lnTo>
                    <a:lnTo>
                      <a:pt x="6855988" y="2150792"/>
                    </a:lnTo>
                    <a:lnTo>
                      <a:pt x="6966509" y="2174411"/>
                    </a:lnTo>
                    <a:lnTo>
                      <a:pt x="7077136" y="2196653"/>
                    </a:lnTo>
                    <a:lnTo>
                      <a:pt x="7187657" y="2221331"/>
                    </a:lnTo>
                    <a:lnTo>
                      <a:pt x="7298283" y="2246962"/>
                    </a:lnTo>
                    <a:lnTo>
                      <a:pt x="7408804" y="2272911"/>
                    </a:lnTo>
                    <a:lnTo>
                      <a:pt x="7519430" y="2298860"/>
                    </a:lnTo>
                    <a:lnTo>
                      <a:pt x="7629951" y="2322902"/>
                    </a:lnTo>
                    <a:lnTo>
                      <a:pt x="7740578" y="2342814"/>
                    </a:lnTo>
                    <a:lnTo>
                      <a:pt x="7851204" y="2357112"/>
                    </a:lnTo>
                    <a:lnTo>
                      <a:pt x="7961725" y="2364102"/>
                    </a:lnTo>
                    <a:lnTo>
                      <a:pt x="8072351" y="2362514"/>
                    </a:lnTo>
                    <a:lnTo>
                      <a:pt x="8182872" y="2351499"/>
                    </a:lnTo>
                    <a:lnTo>
                      <a:pt x="8293499" y="2330846"/>
                    </a:lnTo>
                    <a:lnTo>
                      <a:pt x="8404019" y="2299707"/>
                    </a:lnTo>
                    <a:lnTo>
                      <a:pt x="8514645" y="2259248"/>
                    </a:lnTo>
                    <a:lnTo>
                      <a:pt x="8625166" y="2210633"/>
                    </a:lnTo>
                    <a:lnTo>
                      <a:pt x="8735793" y="2155346"/>
                    </a:lnTo>
                    <a:lnTo>
                      <a:pt x="8735793" y="3536251"/>
                    </a:lnTo>
                    <a:lnTo>
                      <a:pt x="8625166" y="3433197"/>
                    </a:lnTo>
                    <a:lnTo>
                      <a:pt x="8514645" y="3338616"/>
                    </a:lnTo>
                    <a:lnTo>
                      <a:pt x="8404019" y="3252614"/>
                    </a:lnTo>
                    <a:lnTo>
                      <a:pt x="8293499" y="3175402"/>
                    </a:lnTo>
                    <a:lnTo>
                      <a:pt x="8182872" y="3106770"/>
                    </a:lnTo>
                    <a:lnTo>
                      <a:pt x="8072351" y="3047670"/>
                    </a:lnTo>
                    <a:lnTo>
                      <a:pt x="7961725" y="2998526"/>
                    </a:lnTo>
                    <a:lnTo>
                      <a:pt x="7851204" y="2959338"/>
                    </a:lnTo>
                    <a:lnTo>
                      <a:pt x="7740578" y="2929153"/>
                    </a:lnTo>
                    <a:lnTo>
                      <a:pt x="7629951" y="2905852"/>
                    </a:lnTo>
                    <a:lnTo>
                      <a:pt x="7519430" y="2886576"/>
                    </a:lnTo>
                    <a:lnTo>
                      <a:pt x="7408804" y="2871112"/>
                    </a:lnTo>
                    <a:lnTo>
                      <a:pt x="7298283" y="2859038"/>
                    </a:lnTo>
                    <a:lnTo>
                      <a:pt x="7187657" y="2846434"/>
                    </a:lnTo>
                    <a:lnTo>
                      <a:pt x="7077136" y="2833830"/>
                    </a:lnTo>
                    <a:lnTo>
                      <a:pt x="6966509" y="2822921"/>
                    </a:lnTo>
                    <a:lnTo>
                      <a:pt x="6855988" y="2809364"/>
                    </a:lnTo>
                    <a:lnTo>
                      <a:pt x="6745362" y="2796760"/>
                    </a:lnTo>
                    <a:lnTo>
                      <a:pt x="6634736" y="2784157"/>
                    </a:lnTo>
                    <a:lnTo>
                      <a:pt x="6524214" y="2769011"/>
                    </a:lnTo>
                    <a:lnTo>
                      <a:pt x="6413588" y="2756513"/>
                    </a:lnTo>
                    <a:lnTo>
                      <a:pt x="6303067" y="2751112"/>
                    </a:lnTo>
                    <a:lnTo>
                      <a:pt x="6192441" y="2755030"/>
                    </a:lnTo>
                    <a:lnTo>
                      <a:pt x="6081920" y="2767740"/>
                    </a:lnTo>
                    <a:lnTo>
                      <a:pt x="5971293" y="2786381"/>
                    </a:lnTo>
                    <a:lnTo>
                      <a:pt x="5860667" y="2807034"/>
                    </a:lnTo>
                    <a:lnTo>
                      <a:pt x="5750146" y="2825993"/>
                    </a:lnTo>
                    <a:lnTo>
                      <a:pt x="5639520" y="2840079"/>
                    </a:lnTo>
                    <a:lnTo>
                      <a:pt x="5528999" y="2853212"/>
                    </a:lnTo>
                    <a:lnTo>
                      <a:pt x="5418372" y="2871112"/>
                    </a:lnTo>
                    <a:lnTo>
                      <a:pt x="5307852" y="2896743"/>
                    </a:lnTo>
                    <a:lnTo>
                      <a:pt x="5197225" y="2929259"/>
                    </a:lnTo>
                    <a:lnTo>
                      <a:pt x="5086705" y="2962939"/>
                    </a:lnTo>
                    <a:lnTo>
                      <a:pt x="4976078" y="2989206"/>
                    </a:lnTo>
                    <a:lnTo>
                      <a:pt x="4865451" y="3006787"/>
                    </a:lnTo>
                    <a:lnTo>
                      <a:pt x="4754931" y="3021298"/>
                    </a:lnTo>
                    <a:lnTo>
                      <a:pt x="4644304" y="3036761"/>
                    </a:lnTo>
                    <a:lnTo>
                      <a:pt x="4533784" y="3057415"/>
                    </a:lnTo>
                    <a:lnTo>
                      <a:pt x="4423157" y="3085376"/>
                    </a:lnTo>
                    <a:lnTo>
                      <a:pt x="4312636" y="3120433"/>
                    </a:lnTo>
                    <a:lnTo>
                      <a:pt x="4202010" y="3158880"/>
                    </a:lnTo>
                    <a:lnTo>
                      <a:pt x="4091489" y="3195103"/>
                    </a:lnTo>
                    <a:lnTo>
                      <a:pt x="3980862" y="3222640"/>
                    </a:lnTo>
                    <a:lnTo>
                      <a:pt x="3870236" y="3232384"/>
                    </a:lnTo>
                    <a:lnTo>
                      <a:pt x="3759715" y="3225711"/>
                    </a:lnTo>
                    <a:lnTo>
                      <a:pt x="3649088" y="3218615"/>
                    </a:lnTo>
                    <a:lnTo>
                      <a:pt x="3538568" y="3221581"/>
                    </a:lnTo>
                    <a:lnTo>
                      <a:pt x="3427941" y="3236832"/>
                    </a:lnTo>
                    <a:lnTo>
                      <a:pt x="3317421" y="3258333"/>
                    </a:lnTo>
                    <a:lnTo>
                      <a:pt x="3206794" y="3286188"/>
                    </a:lnTo>
                    <a:lnTo>
                      <a:pt x="3096273" y="3323364"/>
                    </a:lnTo>
                    <a:lnTo>
                      <a:pt x="2985647" y="3361493"/>
                    </a:lnTo>
                    <a:lnTo>
                      <a:pt x="2875020" y="3389666"/>
                    </a:lnTo>
                    <a:lnTo>
                      <a:pt x="2764500" y="3420275"/>
                    </a:lnTo>
                    <a:lnTo>
                      <a:pt x="2653873" y="3451202"/>
                    </a:lnTo>
                    <a:lnTo>
                      <a:pt x="2543352" y="3480328"/>
                    </a:lnTo>
                    <a:lnTo>
                      <a:pt x="2432726" y="3523117"/>
                    </a:lnTo>
                    <a:lnTo>
                      <a:pt x="2322205" y="3562200"/>
                    </a:lnTo>
                    <a:lnTo>
                      <a:pt x="2211578" y="3589102"/>
                    </a:lnTo>
                    <a:lnTo>
                      <a:pt x="2101058" y="3660382"/>
                    </a:lnTo>
                    <a:lnTo>
                      <a:pt x="1990431" y="3696499"/>
                    </a:lnTo>
                    <a:lnTo>
                      <a:pt x="1879804" y="3683577"/>
                    </a:lnTo>
                    <a:lnTo>
                      <a:pt x="1769284" y="3660805"/>
                    </a:lnTo>
                    <a:lnTo>
                      <a:pt x="1658657" y="3627655"/>
                    </a:lnTo>
                    <a:lnTo>
                      <a:pt x="1548137" y="3578087"/>
                    </a:lnTo>
                    <a:lnTo>
                      <a:pt x="1437510" y="3502888"/>
                    </a:lnTo>
                    <a:lnTo>
                      <a:pt x="1326989" y="3408307"/>
                    </a:lnTo>
                    <a:lnTo>
                      <a:pt x="1216363" y="3299322"/>
                    </a:lnTo>
                    <a:lnTo>
                      <a:pt x="1105736" y="3176462"/>
                    </a:lnTo>
                    <a:lnTo>
                      <a:pt x="995216" y="3040256"/>
                    </a:lnTo>
                    <a:lnTo>
                      <a:pt x="884589" y="2891871"/>
                    </a:lnTo>
                    <a:lnTo>
                      <a:pt x="774068" y="2732788"/>
                    </a:lnTo>
                    <a:lnTo>
                      <a:pt x="663442" y="2564597"/>
                    </a:lnTo>
                    <a:lnTo>
                      <a:pt x="552921" y="2389839"/>
                    </a:lnTo>
                    <a:lnTo>
                      <a:pt x="442294" y="2211375"/>
                    </a:lnTo>
                    <a:lnTo>
                      <a:pt x="331774" y="2030368"/>
                    </a:lnTo>
                    <a:lnTo>
                      <a:pt x="221147" y="1846819"/>
                    </a:lnTo>
                    <a:lnTo>
                      <a:pt x="110521" y="1660411"/>
                    </a:lnTo>
                    <a:lnTo>
                      <a:pt x="0" y="1470719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6CDA0F5C-2F20-2308-B535-5A73640D2F45}"/>
                  </a:ext>
                </a:extLst>
              </p:cNvPr>
              <p:cNvSpPr/>
              <p:nvPr/>
            </p:nvSpPr>
            <p:spPr>
              <a:xfrm>
                <a:off x="1949091" y="971481"/>
                <a:ext cx="8735792" cy="2972471"/>
              </a:xfrm>
              <a:custGeom>
                <a:avLst/>
                <a:gdLst>
                  <a:gd name="connsiteX0" fmla="*/ 0 w 8735792"/>
                  <a:gd name="connsiteY0" fmla="*/ 0 h 2972471"/>
                  <a:gd name="connsiteX1" fmla="*/ 110521 w 8735792"/>
                  <a:gd name="connsiteY1" fmla="*/ 364026 h 2972471"/>
                  <a:gd name="connsiteX2" fmla="*/ 221147 w 8735792"/>
                  <a:gd name="connsiteY2" fmla="*/ 701467 h 2972471"/>
                  <a:gd name="connsiteX3" fmla="*/ 331774 w 8735792"/>
                  <a:gd name="connsiteY3" fmla="*/ 1011159 h 2972471"/>
                  <a:gd name="connsiteX4" fmla="*/ 442294 w 8735792"/>
                  <a:gd name="connsiteY4" fmla="*/ 1292678 h 2972471"/>
                  <a:gd name="connsiteX5" fmla="*/ 552921 w 8735792"/>
                  <a:gd name="connsiteY5" fmla="*/ 1545918 h 2972471"/>
                  <a:gd name="connsiteX6" fmla="*/ 663442 w 8735792"/>
                  <a:gd name="connsiteY6" fmla="*/ 1771515 h 2972471"/>
                  <a:gd name="connsiteX7" fmla="*/ 774068 w 8735792"/>
                  <a:gd name="connsiteY7" fmla="*/ 1971056 h 2972471"/>
                  <a:gd name="connsiteX8" fmla="*/ 884589 w 8735792"/>
                  <a:gd name="connsiteY8" fmla="*/ 2146979 h 2972471"/>
                  <a:gd name="connsiteX9" fmla="*/ 995216 w 8735792"/>
                  <a:gd name="connsiteY9" fmla="*/ 2302037 h 2972471"/>
                  <a:gd name="connsiteX10" fmla="*/ 1105736 w 8735792"/>
                  <a:gd name="connsiteY10" fmla="*/ 2438666 h 2972471"/>
                  <a:gd name="connsiteX11" fmla="*/ 1216363 w 8735792"/>
                  <a:gd name="connsiteY11" fmla="*/ 2559196 h 2972471"/>
                  <a:gd name="connsiteX12" fmla="*/ 1326989 w 8735792"/>
                  <a:gd name="connsiteY12" fmla="*/ 2665004 h 2972471"/>
                  <a:gd name="connsiteX13" fmla="*/ 1437510 w 8735792"/>
                  <a:gd name="connsiteY13" fmla="*/ 2757784 h 2972471"/>
                  <a:gd name="connsiteX14" fmla="*/ 1548137 w 8735792"/>
                  <a:gd name="connsiteY14" fmla="*/ 2836584 h 2972471"/>
                  <a:gd name="connsiteX15" fmla="*/ 1658657 w 8735792"/>
                  <a:gd name="connsiteY15" fmla="*/ 2896531 h 2972471"/>
                  <a:gd name="connsiteX16" fmla="*/ 1769284 w 8735792"/>
                  <a:gd name="connsiteY16" fmla="*/ 2936461 h 2972471"/>
                  <a:gd name="connsiteX17" fmla="*/ 1879804 w 8735792"/>
                  <a:gd name="connsiteY17" fmla="*/ 2959021 h 2972471"/>
                  <a:gd name="connsiteX18" fmla="*/ 1990431 w 8735792"/>
                  <a:gd name="connsiteY18" fmla="*/ 2972471 h 2972471"/>
                  <a:gd name="connsiteX19" fmla="*/ 2101058 w 8735792"/>
                  <a:gd name="connsiteY19" fmla="*/ 2965587 h 2972471"/>
                  <a:gd name="connsiteX20" fmla="*/ 2211578 w 8735792"/>
                  <a:gd name="connsiteY20" fmla="*/ 2925975 h 2972471"/>
                  <a:gd name="connsiteX21" fmla="*/ 2322205 w 8735792"/>
                  <a:gd name="connsiteY21" fmla="*/ 2905852 h 2972471"/>
                  <a:gd name="connsiteX22" fmla="*/ 2432726 w 8735792"/>
                  <a:gd name="connsiteY22" fmla="*/ 2873019 h 2972471"/>
                  <a:gd name="connsiteX23" fmla="*/ 2543352 w 8735792"/>
                  <a:gd name="connsiteY23" fmla="*/ 2823874 h 2972471"/>
                  <a:gd name="connsiteX24" fmla="*/ 2653873 w 8735792"/>
                  <a:gd name="connsiteY24" fmla="*/ 2788711 h 2972471"/>
                  <a:gd name="connsiteX25" fmla="*/ 2764500 w 8735792"/>
                  <a:gd name="connsiteY25" fmla="*/ 2765410 h 2972471"/>
                  <a:gd name="connsiteX26" fmla="*/ 2875020 w 8735792"/>
                  <a:gd name="connsiteY26" fmla="*/ 2737131 h 2972471"/>
                  <a:gd name="connsiteX27" fmla="*/ 2985647 w 8735792"/>
                  <a:gd name="connsiteY27" fmla="*/ 2707157 h 2972471"/>
                  <a:gd name="connsiteX28" fmla="*/ 3096273 w 8735792"/>
                  <a:gd name="connsiteY28" fmla="*/ 2668287 h 2972471"/>
                  <a:gd name="connsiteX29" fmla="*/ 3206794 w 8735792"/>
                  <a:gd name="connsiteY29" fmla="*/ 2615118 h 2972471"/>
                  <a:gd name="connsiteX30" fmla="*/ 3317421 w 8735792"/>
                  <a:gd name="connsiteY30" fmla="*/ 2556654 h 2972471"/>
                  <a:gd name="connsiteX31" fmla="*/ 3427941 w 8735792"/>
                  <a:gd name="connsiteY31" fmla="*/ 2513017 h 2972471"/>
                  <a:gd name="connsiteX32" fmla="*/ 3538568 w 8735792"/>
                  <a:gd name="connsiteY32" fmla="*/ 2493635 h 2972471"/>
                  <a:gd name="connsiteX33" fmla="*/ 3649088 w 8735792"/>
                  <a:gd name="connsiteY33" fmla="*/ 2481137 h 2972471"/>
                  <a:gd name="connsiteX34" fmla="*/ 3759715 w 8735792"/>
                  <a:gd name="connsiteY34" fmla="*/ 2464721 h 2972471"/>
                  <a:gd name="connsiteX35" fmla="*/ 3870236 w 8735792"/>
                  <a:gd name="connsiteY35" fmla="*/ 2441420 h 2972471"/>
                  <a:gd name="connsiteX36" fmla="*/ 3980862 w 8735792"/>
                  <a:gd name="connsiteY36" fmla="*/ 2414412 h 2972471"/>
                  <a:gd name="connsiteX37" fmla="*/ 4091489 w 8735792"/>
                  <a:gd name="connsiteY37" fmla="*/ 2389734 h 2972471"/>
                  <a:gd name="connsiteX38" fmla="*/ 4202010 w 8735792"/>
                  <a:gd name="connsiteY38" fmla="*/ 2366327 h 2972471"/>
                  <a:gd name="connsiteX39" fmla="*/ 4312636 w 8735792"/>
                  <a:gd name="connsiteY39" fmla="*/ 2339742 h 2972471"/>
                  <a:gd name="connsiteX40" fmla="*/ 4423157 w 8735792"/>
                  <a:gd name="connsiteY40" fmla="*/ 2306274 h 2972471"/>
                  <a:gd name="connsiteX41" fmla="*/ 4533784 w 8735792"/>
                  <a:gd name="connsiteY41" fmla="*/ 2264755 h 2972471"/>
                  <a:gd name="connsiteX42" fmla="*/ 4644304 w 8735792"/>
                  <a:gd name="connsiteY42" fmla="*/ 2216670 h 2972471"/>
                  <a:gd name="connsiteX43" fmla="*/ 4754931 w 8735792"/>
                  <a:gd name="connsiteY43" fmla="*/ 2166573 h 2972471"/>
                  <a:gd name="connsiteX44" fmla="*/ 4865451 w 8735792"/>
                  <a:gd name="connsiteY44" fmla="*/ 2120607 h 2972471"/>
                  <a:gd name="connsiteX45" fmla="*/ 4976078 w 8735792"/>
                  <a:gd name="connsiteY45" fmla="*/ 2085125 h 2972471"/>
                  <a:gd name="connsiteX46" fmla="*/ 5086705 w 8735792"/>
                  <a:gd name="connsiteY46" fmla="*/ 2061613 h 2972471"/>
                  <a:gd name="connsiteX47" fmla="*/ 5197225 w 8735792"/>
                  <a:gd name="connsiteY47" fmla="*/ 2042230 h 2972471"/>
                  <a:gd name="connsiteX48" fmla="*/ 5307852 w 8735792"/>
                  <a:gd name="connsiteY48" fmla="*/ 2022001 h 2972471"/>
                  <a:gd name="connsiteX49" fmla="*/ 5418372 w 8735792"/>
                  <a:gd name="connsiteY49" fmla="*/ 1998594 h 2972471"/>
                  <a:gd name="connsiteX50" fmla="*/ 5528999 w 8735792"/>
                  <a:gd name="connsiteY50" fmla="*/ 1974551 h 2972471"/>
                  <a:gd name="connsiteX51" fmla="*/ 5639520 w 8735792"/>
                  <a:gd name="connsiteY51" fmla="*/ 1956758 h 2972471"/>
                  <a:gd name="connsiteX52" fmla="*/ 5750146 w 8735792"/>
                  <a:gd name="connsiteY52" fmla="*/ 1953157 h 2972471"/>
                  <a:gd name="connsiteX53" fmla="*/ 5860667 w 8735792"/>
                  <a:gd name="connsiteY53" fmla="*/ 1965125 h 2972471"/>
                  <a:gd name="connsiteX54" fmla="*/ 5971293 w 8735792"/>
                  <a:gd name="connsiteY54" fmla="*/ 1987897 h 2972471"/>
                  <a:gd name="connsiteX55" fmla="*/ 6081920 w 8735792"/>
                  <a:gd name="connsiteY55" fmla="*/ 2016176 h 2972471"/>
                  <a:gd name="connsiteX56" fmla="*/ 6192441 w 8735792"/>
                  <a:gd name="connsiteY56" fmla="*/ 2044878 h 2972471"/>
                  <a:gd name="connsiteX57" fmla="*/ 6303067 w 8735792"/>
                  <a:gd name="connsiteY57" fmla="*/ 2069662 h 2972471"/>
                  <a:gd name="connsiteX58" fmla="*/ 6413588 w 8735792"/>
                  <a:gd name="connsiteY58" fmla="*/ 2088621 h 2972471"/>
                  <a:gd name="connsiteX59" fmla="*/ 6524214 w 8735792"/>
                  <a:gd name="connsiteY59" fmla="*/ 2102495 h 2972471"/>
                  <a:gd name="connsiteX60" fmla="*/ 6634736 w 8735792"/>
                  <a:gd name="connsiteY60" fmla="*/ 2114464 h 2972471"/>
                  <a:gd name="connsiteX61" fmla="*/ 6745362 w 8735792"/>
                  <a:gd name="connsiteY61" fmla="*/ 2128338 h 2972471"/>
                  <a:gd name="connsiteX62" fmla="*/ 6855988 w 8735792"/>
                  <a:gd name="connsiteY62" fmla="*/ 2150792 h 2972471"/>
                  <a:gd name="connsiteX63" fmla="*/ 6966509 w 8735792"/>
                  <a:gd name="connsiteY63" fmla="*/ 2174411 h 2972471"/>
                  <a:gd name="connsiteX64" fmla="*/ 7077136 w 8735792"/>
                  <a:gd name="connsiteY64" fmla="*/ 2196653 h 2972471"/>
                  <a:gd name="connsiteX65" fmla="*/ 7187657 w 8735792"/>
                  <a:gd name="connsiteY65" fmla="*/ 2221331 h 2972471"/>
                  <a:gd name="connsiteX66" fmla="*/ 7298283 w 8735792"/>
                  <a:gd name="connsiteY66" fmla="*/ 2246962 h 2972471"/>
                  <a:gd name="connsiteX67" fmla="*/ 7408804 w 8735792"/>
                  <a:gd name="connsiteY67" fmla="*/ 2272911 h 2972471"/>
                  <a:gd name="connsiteX68" fmla="*/ 7519430 w 8735792"/>
                  <a:gd name="connsiteY68" fmla="*/ 2298860 h 2972471"/>
                  <a:gd name="connsiteX69" fmla="*/ 7629951 w 8735792"/>
                  <a:gd name="connsiteY69" fmla="*/ 2322902 h 2972471"/>
                  <a:gd name="connsiteX70" fmla="*/ 7740578 w 8735792"/>
                  <a:gd name="connsiteY70" fmla="*/ 2342814 h 2972471"/>
                  <a:gd name="connsiteX71" fmla="*/ 7851204 w 8735792"/>
                  <a:gd name="connsiteY71" fmla="*/ 2357112 h 2972471"/>
                  <a:gd name="connsiteX72" fmla="*/ 7961725 w 8735792"/>
                  <a:gd name="connsiteY72" fmla="*/ 2364102 h 2972471"/>
                  <a:gd name="connsiteX73" fmla="*/ 8072351 w 8735792"/>
                  <a:gd name="connsiteY73" fmla="*/ 2362514 h 2972471"/>
                  <a:gd name="connsiteX74" fmla="*/ 8182872 w 8735792"/>
                  <a:gd name="connsiteY74" fmla="*/ 2351499 h 2972471"/>
                  <a:gd name="connsiteX75" fmla="*/ 8293499 w 8735792"/>
                  <a:gd name="connsiteY75" fmla="*/ 2330846 h 2972471"/>
                  <a:gd name="connsiteX76" fmla="*/ 8404019 w 8735792"/>
                  <a:gd name="connsiteY76" fmla="*/ 2299707 h 2972471"/>
                  <a:gd name="connsiteX77" fmla="*/ 8514645 w 8735792"/>
                  <a:gd name="connsiteY77" fmla="*/ 2259248 h 2972471"/>
                  <a:gd name="connsiteX78" fmla="*/ 8625166 w 8735792"/>
                  <a:gd name="connsiteY78" fmla="*/ 2210633 h 2972471"/>
                  <a:gd name="connsiteX79" fmla="*/ 8735793 w 8735792"/>
                  <a:gd name="connsiteY79" fmla="*/ 2155346 h 2972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35792" h="2972471">
                    <a:moveTo>
                      <a:pt x="0" y="0"/>
                    </a:moveTo>
                    <a:lnTo>
                      <a:pt x="110521" y="364026"/>
                    </a:lnTo>
                    <a:lnTo>
                      <a:pt x="221147" y="701467"/>
                    </a:lnTo>
                    <a:lnTo>
                      <a:pt x="331774" y="1011159"/>
                    </a:lnTo>
                    <a:lnTo>
                      <a:pt x="442294" y="1292678"/>
                    </a:lnTo>
                    <a:lnTo>
                      <a:pt x="552921" y="1545918"/>
                    </a:lnTo>
                    <a:lnTo>
                      <a:pt x="663442" y="1771515"/>
                    </a:lnTo>
                    <a:lnTo>
                      <a:pt x="774068" y="1971056"/>
                    </a:lnTo>
                    <a:lnTo>
                      <a:pt x="884589" y="2146979"/>
                    </a:lnTo>
                    <a:lnTo>
                      <a:pt x="995216" y="2302037"/>
                    </a:lnTo>
                    <a:lnTo>
                      <a:pt x="1105736" y="2438666"/>
                    </a:lnTo>
                    <a:lnTo>
                      <a:pt x="1216363" y="2559196"/>
                    </a:lnTo>
                    <a:lnTo>
                      <a:pt x="1326989" y="2665004"/>
                    </a:lnTo>
                    <a:lnTo>
                      <a:pt x="1437510" y="2757784"/>
                    </a:lnTo>
                    <a:lnTo>
                      <a:pt x="1548137" y="2836584"/>
                    </a:lnTo>
                    <a:lnTo>
                      <a:pt x="1658657" y="2896531"/>
                    </a:lnTo>
                    <a:lnTo>
                      <a:pt x="1769284" y="2936461"/>
                    </a:lnTo>
                    <a:lnTo>
                      <a:pt x="1879804" y="2959021"/>
                    </a:lnTo>
                    <a:lnTo>
                      <a:pt x="1990431" y="2972471"/>
                    </a:lnTo>
                    <a:lnTo>
                      <a:pt x="2101058" y="2965587"/>
                    </a:lnTo>
                    <a:lnTo>
                      <a:pt x="2211578" y="2925975"/>
                    </a:lnTo>
                    <a:lnTo>
                      <a:pt x="2322205" y="2905852"/>
                    </a:lnTo>
                    <a:lnTo>
                      <a:pt x="2432726" y="2873019"/>
                    </a:lnTo>
                    <a:lnTo>
                      <a:pt x="2543352" y="2823874"/>
                    </a:lnTo>
                    <a:lnTo>
                      <a:pt x="2653873" y="2788711"/>
                    </a:lnTo>
                    <a:lnTo>
                      <a:pt x="2764500" y="2765410"/>
                    </a:lnTo>
                    <a:lnTo>
                      <a:pt x="2875020" y="2737131"/>
                    </a:lnTo>
                    <a:lnTo>
                      <a:pt x="2985647" y="2707157"/>
                    </a:lnTo>
                    <a:lnTo>
                      <a:pt x="3096273" y="2668287"/>
                    </a:lnTo>
                    <a:lnTo>
                      <a:pt x="3206794" y="2615118"/>
                    </a:lnTo>
                    <a:lnTo>
                      <a:pt x="3317421" y="2556654"/>
                    </a:lnTo>
                    <a:lnTo>
                      <a:pt x="3427941" y="2513017"/>
                    </a:lnTo>
                    <a:lnTo>
                      <a:pt x="3538568" y="2493635"/>
                    </a:lnTo>
                    <a:lnTo>
                      <a:pt x="3649088" y="2481137"/>
                    </a:lnTo>
                    <a:lnTo>
                      <a:pt x="3759715" y="2464721"/>
                    </a:lnTo>
                    <a:lnTo>
                      <a:pt x="3870236" y="2441420"/>
                    </a:lnTo>
                    <a:lnTo>
                      <a:pt x="3980862" y="2414412"/>
                    </a:lnTo>
                    <a:lnTo>
                      <a:pt x="4091489" y="2389734"/>
                    </a:lnTo>
                    <a:lnTo>
                      <a:pt x="4202010" y="2366327"/>
                    </a:lnTo>
                    <a:lnTo>
                      <a:pt x="4312636" y="2339742"/>
                    </a:lnTo>
                    <a:lnTo>
                      <a:pt x="4423157" y="2306274"/>
                    </a:lnTo>
                    <a:lnTo>
                      <a:pt x="4533784" y="2264755"/>
                    </a:lnTo>
                    <a:lnTo>
                      <a:pt x="4644304" y="2216670"/>
                    </a:lnTo>
                    <a:lnTo>
                      <a:pt x="4754931" y="2166573"/>
                    </a:lnTo>
                    <a:lnTo>
                      <a:pt x="4865451" y="2120607"/>
                    </a:lnTo>
                    <a:lnTo>
                      <a:pt x="4976078" y="2085125"/>
                    </a:lnTo>
                    <a:lnTo>
                      <a:pt x="5086705" y="2061613"/>
                    </a:lnTo>
                    <a:lnTo>
                      <a:pt x="5197225" y="2042230"/>
                    </a:lnTo>
                    <a:lnTo>
                      <a:pt x="5307852" y="2022001"/>
                    </a:lnTo>
                    <a:lnTo>
                      <a:pt x="5418372" y="1998594"/>
                    </a:lnTo>
                    <a:lnTo>
                      <a:pt x="5528999" y="1974551"/>
                    </a:lnTo>
                    <a:lnTo>
                      <a:pt x="5639520" y="1956758"/>
                    </a:lnTo>
                    <a:lnTo>
                      <a:pt x="5750146" y="1953157"/>
                    </a:lnTo>
                    <a:lnTo>
                      <a:pt x="5860667" y="1965125"/>
                    </a:lnTo>
                    <a:lnTo>
                      <a:pt x="5971293" y="1987897"/>
                    </a:lnTo>
                    <a:lnTo>
                      <a:pt x="6081920" y="2016176"/>
                    </a:lnTo>
                    <a:lnTo>
                      <a:pt x="6192441" y="2044878"/>
                    </a:lnTo>
                    <a:lnTo>
                      <a:pt x="6303067" y="2069662"/>
                    </a:lnTo>
                    <a:lnTo>
                      <a:pt x="6413588" y="2088621"/>
                    </a:lnTo>
                    <a:lnTo>
                      <a:pt x="6524214" y="2102495"/>
                    </a:lnTo>
                    <a:lnTo>
                      <a:pt x="6634736" y="2114464"/>
                    </a:lnTo>
                    <a:lnTo>
                      <a:pt x="6745362" y="2128338"/>
                    </a:lnTo>
                    <a:lnTo>
                      <a:pt x="6855988" y="2150792"/>
                    </a:lnTo>
                    <a:lnTo>
                      <a:pt x="6966509" y="2174411"/>
                    </a:lnTo>
                    <a:lnTo>
                      <a:pt x="7077136" y="2196653"/>
                    </a:lnTo>
                    <a:lnTo>
                      <a:pt x="7187657" y="2221331"/>
                    </a:lnTo>
                    <a:lnTo>
                      <a:pt x="7298283" y="2246962"/>
                    </a:lnTo>
                    <a:lnTo>
                      <a:pt x="7408804" y="2272911"/>
                    </a:lnTo>
                    <a:lnTo>
                      <a:pt x="7519430" y="2298860"/>
                    </a:lnTo>
                    <a:lnTo>
                      <a:pt x="7629951" y="2322902"/>
                    </a:lnTo>
                    <a:lnTo>
                      <a:pt x="7740578" y="2342814"/>
                    </a:lnTo>
                    <a:lnTo>
                      <a:pt x="7851204" y="2357112"/>
                    </a:lnTo>
                    <a:lnTo>
                      <a:pt x="7961725" y="2364102"/>
                    </a:lnTo>
                    <a:lnTo>
                      <a:pt x="8072351" y="2362514"/>
                    </a:lnTo>
                    <a:lnTo>
                      <a:pt x="8182872" y="2351499"/>
                    </a:lnTo>
                    <a:lnTo>
                      <a:pt x="8293499" y="2330846"/>
                    </a:lnTo>
                    <a:lnTo>
                      <a:pt x="8404019" y="2299707"/>
                    </a:lnTo>
                    <a:lnTo>
                      <a:pt x="8514645" y="2259248"/>
                    </a:lnTo>
                    <a:lnTo>
                      <a:pt x="8625166" y="2210633"/>
                    </a:lnTo>
                    <a:lnTo>
                      <a:pt x="8735793" y="2155346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7CE2B528-5F92-9EB1-F187-17DAE4807F9B}"/>
                  </a:ext>
                </a:extLst>
              </p:cNvPr>
              <p:cNvSpPr/>
              <p:nvPr/>
            </p:nvSpPr>
            <p:spPr>
              <a:xfrm>
                <a:off x="1949091" y="2442200"/>
                <a:ext cx="8735792" cy="2225779"/>
              </a:xfrm>
              <a:custGeom>
                <a:avLst/>
                <a:gdLst>
                  <a:gd name="connsiteX0" fmla="*/ 8735793 w 8735792"/>
                  <a:gd name="connsiteY0" fmla="*/ 2065531 h 2225779"/>
                  <a:gd name="connsiteX1" fmla="*/ 8625166 w 8735792"/>
                  <a:gd name="connsiteY1" fmla="*/ 1962477 h 2225779"/>
                  <a:gd name="connsiteX2" fmla="*/ 8514645 w 8735792"/>
                  <a:gd name="connsiteY2" fmla="*/ 1867896 h 2225779"/>
                  <a:gd name="connsiteX3" fmla="*/ 8404019 w 8735792"/>
                  <a:gd name="connsiteY3" fmla="*/ 1781894 h 2225779"/>
                  <a:gd name="connsiteX4" fmla="*/ 8293499 w 8735792"/>
                  <a:gd name="connsiteY4" fmla="*/ 1704683 h 2225779"/>
                  <a:gd name="connsiteX5" fmla="*/ 8182872 w 8735792"/>
                  <a:gd name="connsiteY5" fmla="*/ 1636051 h 2225779"/>
                  <a:gd name="connsiteX6" fmla="*/ 8072351 w 8735792"/>
                  <a:gd name="connsiteY6" fmla="*/ 1576951 h 2225779"/>
                  <a:gd name="connsiteX7" fmla="*/ 7961725 w 8735792"/>
                  <a:gd name="connsiteY7" fmla="*/ 1527807 h 2225779"/>
                  <a:gd name="connsiteX8" fmla="*/ 7851204 w 8735792"/>
                  <a:gd name="connsiteY8" fmla="*/ 1488619 h 2225779"/>
                  <a:gd name="connsiteX9" fmla="*/ 7740578 w 8735792"/>
                  <a:gd name="connsiteY9" fmla="*/ 1458433 h 2225779"/>
                  <a:gd name="connsiteX10" fmla="*/ 7629951 w 8735792"/>
                  <a:gd name="connsiteY10" fmla="*/ 1435132 h 2225779"/>
                  <a:gd name="connsiteX11" fmla="*/ 7519430 w 8735792"/>
                  <a:gd name="connsiteY11" fmla="*/ 1415856 h 2225779"/>
                  <a:gd name="connsiteX12" fmla="*/ 7408804 w 8735792"/>
                  <a:gd name="connsiteY12" fmla="*/ 1400392 h 2225779"/>
                  <a:gd name="connsiteX13" fmla="*/ 7298283 w 8735792"/>
                  <a:gd name="connsiteY13" fmla="*/ 1388318 h 2225779"/>
                  <a:gd name="connsiteX14" fmla="*/ 7187657 w 8735792"/>
                  <a:gd name="connsiteY14" fmla="*/ 1375715 h 2225779"/>
                  <a:gd name="connsiteX15" fmla="*/ 7077136 w 8735792"/>
                  <a:gd name="connsiteY15" fmla="*/ 1363111 h 2225779"/>
                  <a:gd name="connsiteX16" fmla="*/ 6966509 w 8735792"/>
                  <a:gd name="connsiteY16" fmla="*/ 1352202 h 2225779"/>
                  <a:gd name="connsiteX17" fmla="*/ 6855988 w 8735792"/>
                  <a:gd name="connsiteY17" fmla="*/ 1338645 h 2225779"/>
                  <a:gd name="connsiteX18" fmla="*/ 6745362 w 8735792"/>
                  <a:gd name="connsiteY18" fmla="*/ 1326041 h 2225779"/>
                  <a:gd name="connsiteX19" fmla="*/ 6634736 w 8735792"/>
                  <a:gd name="connsiteY19" fmla="*/ 1313437 h 2225779"/>
                  <a:gd name="connsiteX20" fmla="*/ 6524214 w 8735792"/>
                  <a:gd name="connsiteY20" fmla="*/ 1298292 h 2225779"/>
                  <a:gd name="connsiteX21" fmla="*/ 6413588 w 8735792"/>
                  <a:gd name="connsiteY21" fmla="*/ 1285794 h 2225779"/>
                  <a:gd name="connsiteX22" fmla="*/ 6303067 w 8735792"/>
                  <a:gd name="connsiteY22" fmla="*/ 1280392 h 2225779"/>
                  <a:gd name="connsiteX23" fmla="*/ 6192441 w 8735792"/>
                  <a:gd name="connsiteY23" fmla="*/ 1284311 h 2225779"/>
                  <a:gd name="connsiteX24" fmla="*/ 6081920 w 8735792"/>
                  <a:gd name="connsiteY24" fmla="*/ 1297021 h 2225779"/>
                  <a:gd name="connsiteX25" fmla="*/ 5971293 w 8735792"/>
                  <a:gd name="connsiteY25" fmla="*/ 1315661 h 2225779"/>
                  <a:gd name="connsiteX26" fmla="*/ 5860667 w 8735792"/>
                  <a:gd name="connsiteY26" fmla="*/ 1336315 h 2225779"/>
                  <a:gd name="connsiteX27" fmla="*/ 5750146 w 8735792"/>
                  <a:gd name="connsiteY27" fmla="*/ 1355273 h 2225779"/>
                  <a:gd name="connsiteX28" fmla="*/ 5639520 w 8735792"/>
                  <a:gd name="connsiteY28" fmla="*/ 1369360 h 2225779"/>
                  <a:gd name="connsiteX29" fmla="*/ 5528999 w 8735792"/>
                  <a:gd name="connsiteY29" fmla="*/ 1382493 h 2225779"/>
                  <a:gd name="connsiteX30" fmla="*/ 5418372 w 8735792"/>
                  <a:gd name="connsiteY30" fmla="*/ 1400392 h 2225779"/>
                  <a:gd name="connsiteX31" fmla="*/ 5307852 w 8735792"/>
                  <a:gd name="connsiteY31" fmla="*/ 1426024 h 2225779"/>
                  <a:gd name="connsiteX32" fmla="*/ 5197225 w 8735792"/>
                  <a:gd name="connsiteY32" fmla="*/ 1458539 h 2225779"/>
                  <a:gd name="connsiteX33" fmla="*/ 5086705 w 8735792"/>
                  <a:gd name="connsiteY33" fmla="*/ 1492220 h 2225779"/>
                  <a:gd name="connsiteX34" fmla="*/ 4976078 w 8735792"/>
                  <a:gd name="connsiteY34" fmla="*/ 1518487 h 2225779"/>
                  <a:gd name="connsiteX35" fmla="*/ 4865451 w 8735792"/>
                  <a:gd name="connsiteY35" fmla="*/ 1536068 h 2225779"/>
                  <a:gd name="connsiteX36" fmla="*/ 4754931 w 8735792"/>
                  <a:gd name="connsiteY36" fmla="*/ 1550579 h 2225779"/>
                  <a:gd name="connsiteX37" fmla="*/ 4644304 w 8735792"/>
                  <a:gd name="connsiteY37" fmla="*/ 1566042 h 2225779"/>
                  <a:gd name="connsiteX38" fmla="*/ 4533784 w 8735792"/>
                  <a:gd name="connsiteY38" fmla="*/ 1586695 h 2225779"/>
                  <a:gd name="connsiteX39" fmla="*/ 4423157 w 8735792"/>
                  <a:gd name="connsiteY39" fmla="*/ 1614656 h 2225779"/>
                  <a:gd name="connsiteX40" fmla="*/ 4312636 w 8735792"/>
                  <a:gd name="connsiteY40" fmla="*/ 1649714 h 2225779"/>
                  <a:gd name="connsiteX41" fmla="*/ 4202010 w 8735792"/>
                  <a:gd name="connsiteY41" fmla="*/ 1688160 h 2225779"/>
                  <a:gd name="connsiteX42" fmla="*/ 4091489 w 8735792"/>
                  <a:gd name="connsiteY42" fmla="*/ 1724383 h 2225779"/>
                  <a:gd name="connsiteX43" fmla="*/ 3980862 w 8735792"/>
                  <a:gd name="connsiteY43" fmla="*/ 1751920 h 2225779"/>
                  <a:gd name="connsiteX44" fmla="*/ 3870236 w 8735792"/>
                  <a:gd name="connsiteY44" fmla="*/ 1761665 h 2225779"/>
                  <a:gd name="connsiteX45" fmla="*/ 3759715 w 8735792"/>
                  <a:gd name="connsiteY45" fmla="*/ 1754992 h 2225779"/>
                  <a:gd name="connsiteX46" fmla="*/ 3649088 w 8735792"/>
                  <a:gd name="connsiteY46" fmla="*/ 1747896 h 2225779"/>
                  <a:gd name="connsiteX47" fmla="*/ 3538568 w 8735792"/>
                  <a:gd name="connsiteY47" fmla="*/ 1750862 h 2225779"/>
                  <a:gd name="connsiteX48" fmla="*/ 3427941 w 8735792"/>
                  <a:gd name="connsiteY48" fmla="*/ 1766113 h 2225779"/>
                  <a:gd name="connsiteX49" fmla="*/ 3317421 w 8735792"/>
                  <a:gd name="connsiteY49" fmla="*/ 1787613 h 2225779"/>
                  <a:gd name="connsiteX50" fmla="*/ 3206794 w 8735792"/>
                  <a:gd name="connsiteY50" fmla="*/ 1815469 h 2225779"/>
                  <a:gd name="connsiteX51" fmla="*/ 3096273 w 8735792"/>
                  <a:gd name="connsiteY51" fmla="*/ 1852645 h 2225779"/>
                  <a:gd name="connsiteX52" fmla="*/ 2985647 w 8735792"/>
                  <a:gd name="connsiteY52" fmla="*/ 1890774 h 2225779"/>
                  <a:gd name="connsiteX53" fmla="*/ 2875020 w 8735792"/>
                  <a:gd name="connsiteY53" fmla="*/ 1918947 h 2225779"/>
                  <a:gd name="connsiteX54" fmla="*/ 2764500 w 8735792"/>
                  <a:gd name="connsiteY54" fmla="*/ 1949556 h 2225779"/>
                  <a:gd name="connsiteX55" fmla="*/ 2653873 w 8735792"/>
                  <a:gd name="connsiteY55" fmla="*/ 1980483 h 2225779"/>
                  <a:gd name="connsiteX56" fmla="*/ 2543352 w 8735792"/>
                  <a:gd name="connsiteY56" fmla="*/ 2009609 h 2225779"/>
                  <a:gd name="connsiteX57" fmla="*/ 2432726 w 8735792"/>
                  <a:gd name="connsiteY57" fmla="*/ 2052398 h 2225779"/>
                  <a:gd name="connsiteX58" fmla="*/ 2322205 w 8735792"/>
                  <a:gd name="connsiteY58" fmla="*/ 2091480 h 2225779"/>
                  <a:gd name="connsiteX59" fmla="*/ 2211578 w 8735792"/>
                  <a:gd name="connsiteY59" fmla="*/ 2118382 h 2225779"/>
                  <a:gd name="connsiteX60" fmla="*/ 2101058 w 8735792"/>
                  <a:gd name="connsiteY60" fmla="*/ 2189663 h 2225779"/>
                  <a:gd name="connsiteX61" fmla="*/ 1990431 w 8735792"/>
                  <a:gd name="connsiteY61" fmla="*/ 2225779 h 2225779"/>
                  <a:gd name="connsiteX62" fmla="*/ 1879804 w 8735792"/>
                  <a:gd name="connsiteY62" fmla="*/ 2212858 h 2225779"/>
                  <a:gd name="connsiteX63" fmla="*/ 1769284 w 8735792"/>
                  <a:gd name="connsiteY63" fmla="*/ 2190086 h 2225779"/>
                  <a:gd name="connsiteX64" fmla="*/ 1658657 w 8735792"/>
                  <a:gd name="connsiteY64" fmla="*/ 2156935 h 2225779"/>
                  <a:gd name="connsiteX65" fmla="*/ 1548137 w 8735792"/>
                  <a:gd name="connsiteY65" fmla="*/ 2107367 h 2225779"/>
                  <a:gd name="connsiteX66" fmla="*/ 1437510 w 8735792"/>
                  <a:gd name="connsiteY66" fmla="*/ 2032169 h 2225779"/>
                  <a:gd name="connsiteX67" fmla="*/ 1326989 w 8735792"/>
                  <a:gd name="connsiteY67" fmla="*/ 1937587 h 2225779"/>
                  <a:gd name="connsiteX68" fmla="*/ 1216363 w 8735792"/>
                  <a:gd name="connsiteY68" fmla="*/ 1828602 h 2225779"/>
                  <a:gd name="connsiteX69" fmla="*/ 1105736 w 8735792"/>
                  <a:gd name="connsiteY69" fmla="*/ 1705742 h 2225779"/>
                  <a:gd name="connsiteX70" fmla="*/ 995216 w 8735792"/>
                  <a:gd name="connsiteY70" fmla="*/ 1569537 h 2225779"/>
                  <a:gd name="connsiteX71" fmla="*/ 884589 w 8735792"/>
                  <a:gd name="connsiteY71" fmla="*/ 1421152 h 2225779"/>
                  <a:gd name="connsiteX72" fmla="*/ 774068 w 8735792"/>
                  <a:gd name="connsiteY72" fmla="*/ 1262069 h 2225779"/>
                  <a:gd name="connsiteX73" fmla="*/ 663442 w 8735792"/>
                  <a:gd name="connsiteY73" fmla="*/ 1093878 h 2225779"/>
                  <a:gd name="connsiteX74" fmla="*/ 552921 w 8735792"/>
                  <a:gd name="connsiteY74" fmla="*/ 919120 h 2225779"/>
                  <a:gd name="connsiteX75" fmla="*/ 442294 w 8735792"/>
                  <a:gd name="connsiteY75" fmla="*/ 740655 h 2225779"/>
                  <a:gd name="connsiteX76" fmla="*/ 331774 w 8735792"/>
                  <a:gd name="connsiteY76" fmla="*/ 559649 h 2225779"/>
                  <a:gd name="connsiteX77" fmla="*/ 221147 w 8735792"/>
                  <a:gd name="connsiteY77" fmla="*/ 376100 h 2225779"/>
                  <a:gd name="connsiteX78" fmla="*/ 110521 w 8735792"/>
                  <a:gd name="connsiteY78" fmla="*/ 189692 h 2225779"/>
                  <a:gd name="connsiteX79" fmla="*/ 0 w 8735792"/>
                  <a:gd name="connsiteY79" fmla="*/ 0 h 2225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35792" h="2225779">
                    <a:moveTo>
                      <a:pt x="8735793" y="2065531"/>
                    </a:moveTo>
                    <a:lnTo>
                      <a:pt x="8625166" y="1962477"/>
                    </a:lnTo>
                    <a:lnTo>
                      <a:pt x="8514645" y="1867896"/>
                    </a:lnTo>
                    <a:lnTo>
                      <a:pt x="8404019" y="1781894"/>
                    </a:lnTo>
                    <a:lnTo>
                      <a:pt x="8293499" y="1704683"/>
                    </a:lnTo>
                    <a:lnTo>
                      <a:pt x="8182872" y="1636051"/>
                    </a:lnTo>
                    <a:lnTo>
                      <a:pt x="8072351" y="1576951"/>
                    </a:lnTo>
                    <a:lnTo>
                      <a:pt x="7961725" y="1527807"/>
                    </a:lnTo>
                    <a:lnTo>
                      <a:pt x="7851204" y="1488619"/>
                    </a:lnTo>
                    <a:lnTo>
                      <a:pt x="7740578" y="1458433"/>
                    </a:lnTo>
                    <a:lnTo>
                      <a:pt x="7629951" y="1435132"/>
                    </a:lnTo>
                    <a:lnTo>
                      <a:pt x="7519430" y="1415856"/>
                    </a:lnTo>
                    <a:lnTo>
                      <a:pt x="7408804" y="1400392"/>
                    </a:lnTo>
                    <a:lnTo>
                      <a:pt x="7298283" y="1388318"/>
                    </a:lnTo>
                    <a:lnTo>
                      <a:pt x="7187657" y="1375715"/>
                    </a:lnTo>
                    <a:lnTo>
                      <a:pt x="7077136" y="1363111"/>
                    </a:lnTo>
                    <a:lnTo>
                      <a:pt x="6966509" y="1352202"/>
                    </a:lnTo>
                    <a:lnTo>
                      <a:pt x="6855988" y="1338645"/>
                    </a:lnTo>
                    <a:lnTo>
                      <a:pt x="6745362" y="1326041"/>
                    </a:lnTo>
                    <a:lnTo>
                      <a:pt x="6634736" y="1313437"/>
                    </a:lnTo>
                    <a:lnTo>
                      <a:pt x="6524214" y="1298292"/>
                    </a:lnTo>
                    <a:lnTo>
                      <a:pt x="6413588" y="1285794"/>
                    </a:lnTo>
                    <a:lnTo>
                      <a:pt x="6303067" y="1280392"/>
                    </a:lnTo>
                    <a:lnTo>
                      <a:pt x="6192441" y="1284311"/>
                    </a:lnTo>
                    <a:lnTo>
                      <a:pt x="6081920" y="1297021"/>
                    </a:lnTo>
                    <a:lnTo>
                      <a:pt x="5971293" y="1315661"/>
                    </a:lnTo>
                    <a:lnTo>
                      <a:pt x="5860667" y="1336315"/>
                    </a:lnTo>
                    <a:lnTo>
                      <a:pt x="5750146" y="1355273"/>
                    </a:lnTo>
                    <a:lnTo>
                      <a:pt x="5639520" y="1369360"/>
                    </a:lnTo>
                    <a:lnTo>
                      <a:pt x="5528999" y="1382493"/>
                    </a:lnTo>
                    <a:lnTo>
                      <a:pt x="5418372" y="1400392"/>
                    </a:lnTo>
                    <a:lnTo>
                      <a:pt x="5307852" y="1426024"/>
                    </a:lnTo>
                    <a:lnTo>
                      <a:pt x="5197225" y="1458539"/>
                    </a:lnTo>
                    <a:lnTo>
                      <a:pt x="5086705" y="1492220"/>
                    </a:lnTo>
                    <a:lnTo>
                      <a:pt x="4976078" y="1518487"/>
                    </a:lnTo>
                    <a:lnTo>
                      <a:pt x="4865451" y="1536068"/>
                    </a:lnTo>
                    <a:lnTo>
                      <a:pt x="4754931" y="1550579"/>
                    </a:lnTo>
                    <a:lnTo>
                      <a:pt x="4644304" y="1566042"/>
                    </a:lnTo>
                    <a:lnTo>
                      <a:pt x="4533784" y="1586695"/>
                    </a:lnTo>
                    <a:lnTo>
                      <a:pt x="4423157" y="1614656"/>
                    </a:lnTo>
                    <a:lnTo>
                      <a:pt x="4312636" y="1649714"/>
                    </a:lnTo>
                    <a:lnTo>
                      <a:pt x="4202010" y="1688160"/>
                    </a:lnTo>
                    <a:lnTo>
                      <a:pt x="4091489" y="1724383"/>
                    </a:lnTo>
                    <a:lnTo>
                      <a:pt x="3980862" y="1751920"/>
                    </a:lnTo>
                    <a:lnTo>
                      <a:pt x="3870236" y="1761665"/>
                    </a:lnTo>
                    <a:lnTo>
                      <a:pt x="3759715" y="1754992"/>
                    </a:lnTo>
                    <a:lnTo>
                      <a:pt x="3649088" y="1747896"/>
                    </a:lnTo>
                    <a:lnTo>
                      <a:pt x="3538568" y="1750862"/>
                    </a:lnTo>
                    <a:lnTo>
                      <a:pt x="3427941" y="1766113"/>
                    </a:lnTo>
                    <a:lnTo>
                      <a:pt x="3317421" y="1787613"/>
                    </a:lnTo>
                    <a:lnTo>
                      <a:pt x="3206794" y="1815469"/>
                    </a:lnTo>
                    <a:lnTo>
                      <a:pt x="3096273" y="1852645"/>
                    </a:lnTo>
                    <a:lnTo>
                      <a:pt x="2985647" y="1890774"/>
                    </a:lnTo>
                    <a:lnTo>
                      <a:pt x="2875020" y="1918947"/>
                    </a:lnTo>
                    <a:lnTo>
                      <a:pt x="2764500" y="1949556"/>
                    </a:lnTo>
                    <a:lnTo>
                      <a:pt x="2653873" y="1980483"/>
                    </a:lnTo>
                    <a:lnTo>
                      <a:pt x="2543352" y="2009609"/>
                    </a:lnTo>
                    <a:lnTo>
                      <a:pt x="2432726" y="2052398"/>
                    </a:lnTo>
                    <a:lnTo>
                      <a:pt x="2322205" y="2091480"/>
                    </a:lnTo>
                    <a:lnTo>
                      <a:pt x="2211578" y="2118382"/>
                    </a:lnTo>
                    <a:lnTo>
                      <a:pt x="2101058" y="2189663"/>
                    </a:lnTo>
                    <a:lnTo>
                      <a:pt x="1990431" y="2225779"/>
                    </a:lnTo>
                    <a:lnTo>
                      <a:pt x="1879804" y="2212858"/>
                    </a:lnTo>
                    <a:lnTo>
                      <a:pt x="1769284" y="2190086"/>
                    </a:lnTo>
                    <a:lnTo>
                      <a:pt x="1658657" y="2156935"/>
                    </a:lnTo>
                    <a:lnTo>
                      <a:pt x="1548137" y="2107367"/>
                    </a:lnTo>
                    <a:lnTo>
                      <a:pt x="1437510" y="2032169"/>
                    </a:lnTo>
                    <a:lnTo>
                      <a:pt x="1326989" y="1937587"/>
                    </a:lnTo>
                    <a:lnTo>
                      <a:pt x="1216363" y="1828602"/>
                    </a:lnTo>
                    <a:lnTo>
                      <a:pt x="1105736" y="1705742"/>
                    </a:lnTo>
                    <a:lnTo>
                      <a:pt x="995216" y="1569537"/>
                    </a:lnTo>
                    <a:lnTo>
                      <a:pt x="884589" y="1421152"/>
                    </a:lnTo>
                    <a:lnTo>
                      <a:pt x="774068" y="1262069"/>
                    </a:lnTo>
                    <a:lnTo>
                      <a:pt x="663442" y="1093878"/>
                    </a:lnTo>
                    <a:lnTo>
                      <a:pt x="552921" y="919120"/>
                    </a:lnTo>
                    <a:lnTo>
                      <a:pt x="442294" y="740655"/>
                    </a:lnTo>
                    <a:lnTo>
                      <a:pt x="331774" y="559649"/>
                    </a:lnTo>
                    <a:lnTo>
                      <a:pt x="221147" y="376100"/>
                    </a:lnTo>
                    <a:lnTo>
                      <a:pt x="110521" y="189692"/>
                    </a:lnTo>
                    <a:lnTo>
                      <a:pt x="0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4008E1A1-77B0-E7D6-47EC-DC19C9BDA6BA}"/>
                  </a:ext>
                </a:extLst>
              </p:cNvPr>
              <p:cNvSpPr/>
              <p:nvPr/>
            </p:nvSpPr>
            <p:spPr>
              <a:xfrm>
                <a:off x="1949091" y="1706840"/>
                <a:ext cx="8735792" cy="2599125"/>
              </a:xfrm>
              <a:custGeom>
                <a:avLst/>
                <a:gdLst>
                  <a:gd name="connsiteX0" fmla="*/ 0 w 8735792"/>
                  <a:gd name="connsiteY0" fmla="*/ 0 h 2599125"/>
                  <a:gd name="connsiteX1" fmla="*/ 110521 w 8735792"/>
                  <a:gd name="connsiteY1" fmla="*/ 276859 h 2599125"/>
                  <a:gd name="connsiteX2" fmla="*/ 221147 w 8735792"/>
                  <a:gd name="connsiteY2" fmla="*/ 538784 h 2599125"/>
                  <a:gd name="connsiteX3" fmla="*/ 331774 w 8735792"/>
                  <a:gd name="connsiteY3" fmla="*/ 785351 h 2599125"/>
                  <a:gd name="connsiteX4" fmla="*/ 442294 w 8735792"/>
                  <a:gd name="connsiteY4" fmla="*/ 1016667 h 2599125"/>
                  <a:gd name="connsiteX5" fmla="*/ 552921 w 8735792"/>
                  <a:gd name="connsiteY5" fmla="*/ 1232519 h 2599125"/>
                  <a:gd name="connsiteX6" fmla="*/ 663442 w 8735792"/>
                  <a:gd name="connsiteY6" fmla="*/ 1432696 h 2599125"/>
                  <a:gd name="connsiteX7" fmla="*/ 774068 w 8735792"/>
                  <a:gd name="connsiteY7" fmla="*/ 1616563 h 2599125"/>
                  <a:gd name="connsiteX8" fmla="*/ 884589 w 8735792"/>
                  <a:gd name="connsiteY8" fmla="*/ 1784012 h 2599125"/>
                  <a:gd name="connsiteX9" fmla="*/ 995216 w 8735792"/>
                  <a:gd name="connsiteY9" fmla="*/ 1935787 h 2599125"/>
                  <a:gd name="connsiteX10" fmla="*/ 1105736 w 8735792"/>
                  <a:gd name="connsiteY10" fmla="*/ 2072204 h 2599125"/>
                  <a:gd name="connsiteX11" fmla="*/ 1216363 w 8735792"/>
                  <a:gd name="connsiteY11" fmla="*/ 2193899 h 2599125"/>
                  <a:gd name="connsiteX12" fmla="*/ 1326989 w 8735792"/>
                  <a:gd name="connsiteY12" fmla="*/ 2301296 h 2599125"/>
                  <a:gd name="connsiteX13" fmla="*/ 1437510 w 8735792"/>
                  <a:gd name="connsiteY13" fmla="*/ 2395029 h 2599125"/>
                  <a:gd name="connsiteX14" fmla="*/ 1548137 w 8735792"/>
                  <a:gd name="connsiteY14" fmla="*/ 2472029 h 2599125"/>
                  <a:gd name="connsiteX15" fmla="*/ 1658657 w 8735792"/>
                  <a:gd name="connsiteY15" fmla="*/ 2526786 h 2599125"/>
                  <a:gd name="connsiteX16" fmla="*/ 1769284 w 8735792"/>
                  <a:gd name="connsiteY16" fmla="*/ 2563221 h 2599125"/>
                  <a:gd name="connsiteX17" fmla="*/ 1879804 w 8735792"/>
                  <a:gd name="connsiteY17" fmla="*/ 2585992 h 2599125"/>
                  <a:gd name="connsiteX18" fmla="*/ 1990431 w 8735792"/>
                  <a:gd name="connsiteY18" fmla="*/ 2599125 h 2599125"/>
                  <a:gd name="connsiteX19" fmla="*/ 2101058 w 8735792"/>
                  <a:gd name="connsiteY19" fmla="*/ 2577625 h 2599125"/>
                  <a:gd name="connsiteX20" fmla="*/ 2211578 w 8735792"/>
                  <a:gd name="connsiteY20" fmla="*/ 2522232 h 2599125"/>
                  <a:gd name="connsiteX21" fmla="*/ 2322205 w 8735792"/>
                  <a:gd name="connsiteY21" fmla="*/ 2498719 h 2599125"/>
                  <a:gd name="connsiteX22" fmla="*/ 2432726 w 8735792"/>
                  <a:gd name="connsiteY22" fmla="*/ 2462708 h 2599125"/>
                  <a:gd name="connsiteX23" fmla="*/ 2543352 w 8735792"/>
                  <a:gd name="connsiteY23" fmla="*/ 2416742 h 2599125"/>
                  <a:gd name="connsiteX24" fmla="*/ 2653873 w 8735792"/>
                  <a:gd name="connsiteY24" fmla="*/ 2384650 h 2599125"/>
                  <a:gd name="connsiteX25" fmla="*/ 2764500 w 8735792"/>
                  <a:gd name="connsiteY25" fmla="*/ 2357430 h 2599125"/>
                  <a:gd name="connsiteX26" fmla="*/ 2875020 w 8735792"/>
                  <a:gd name="connsiteY26" fmla="*/ 2327986 h 2599125"/>
                  <a:gd name="connsiteX27" fmla="*/ 2985647 w 8735792"/>
                  <a:gd name="connsiteY27" fmla="*/ 2298965 h 2599125"/>
                  <a:gd name="connsiteX28" fmla="*/ 3096273 w 8735792"/>
                  <a:gd name="connsiteY28" fmla="*/ 2260519 h 2599125"/>
                  <a:gd name="connsiteX29" fmla="*/ 3206794 w 8735792"/>
                  <a:gd name="connsiteY29" fmla="*/ 2215294 h 2599125"/>
                  <a:gd name="connsiteX30" fmla="*/ 3317421 w 8735792"/>
                  <a:gd name="connsiteY30" fmla="*/ 2172081 h 2599125"/>
                  <a:gd name="connsiteX31" fmla="*/ 3427941 w 8735792"/>
                  <a:gd name="connsiteY31" fmla="*/ 2139565 h 2599125"/>
                  <a:gd name="connsiteX32" fmla="*/ 3538568 w 8735792"/>
                  <a:gd name="connsiteY32" fmla="*/ 2122195 h 2599125"/>
                  <a:gd name="connsiteX33" fmla="*/ 3649088 w 8735792"/>
                  <a:gd name="connsiteY33" fmla="*/ 2114569 h 2599125"/>
                  <a:gd name="connsiteX34" fmla="*/ 3759715 w 8735792"/>
                  <a:gd name="connsiteY34" fmla="*/ 2109803 h 2599125"/>
                  <a:gd name="connsiteX35" fmla="*/ 3870236 w 8735792"/>
                  <a:gd name="connsiteY35" fmla="*/ 2101542 h 2599125"/>
                  <a:gd name="connsiteX36" fmla="*/ 3980862 w 8735792"/>
                  <a:gd name="connsiteY36" fmla="*/ 2083113 h 2599125"/>
                  <a:gd name="connsiteX37" fmla="*/ 4091489 w 8735792"/>
                  <a:gd name="connsiteY37" fmla="*/ 2057058 h 2599125"/>
                  <a:gd name="connsiteX38" fmla="*/ 4202010 w 8735792"/>
                  <a:gd name="connsiteY38" fmla="*/ 2027190 h 2599125"/>
                  <a:gd name="connsiteX39" fmla="*/ 4312636 w 8735792"/>
                  <a:gd name="connsiteY39" fmla="*/ 1994675 h 2599125"/>
                  <a:gd name="connsiteX40" fmla="*/ 4423157 w 8735792"/>
                  <a:gd name="connsiteY40" fmla="*/ 1960465 h 2599125"/>
                  <a:gd name="connsiteX41" fmla="*/ 4533784 w 8735792"/>
                  <a:gd name="connsiteY41" fmla="*/ 1925725 h 2599125"/>
                  <a:gd name="connsiteX42" fmla="*/ 4644304 w 8735792"/>
                  <a:gd name="connsiteY42" fmla="*/ 1891409 h 2599125"/>
                  <a:gd name="connsiteX43" fmla="*/ 4754931 w 8735792"/>
                  <a:gd name="connsiteY43" fmla="*/ 1858576 h 2599125"/>
                  <a:gd name="connsiteX44" fmla="*/ 4865451 w 8735792"/>
                  <a:gd name="connsiteY44" fmla="*/ 1828284 h 2599125"/>
                  <a:gd name="connsiteX45" fmla="*/ 4976078 w 8735792"/>
                  <a:gd name="connsiteY45" fmla="*/ 1801806 h 2599125"/>
                  <a:gd name="connsiteX46" fmla="*/ 5086705 w 8735792"/>
                  <a:gd name="connsiteY46" fmla="*/ 1776916 h 2599125"/>
                  <a:gd name="connsiteX47" fmla="*/ 5197225 w 8735792"/>
                  <a:gd name="connsiteY47" fmla="*/ 1750438 h 2599125"/>
                  <a:gd name="connsiteX48" fmla="*/ 5307852 w 8735792"/>
                  <a:gd name="connsiteY48" fmla="*/ 1723959 h 2599125"/>
                  <a:gd name="connsiteX49" fmla="*/ 5418372 w 8735792"/>
                  <a:gd name="connsiteY49" fmla="*/ 1699493 h 2599125"/>
                  <a:gd name="connsiteX50" fmla="*/ 5528999 w 8735792"/>
                  <a:gd name="connsiteY50" fmla="*/ 1678522 h 2599125"/>
                  <a:gd name="connsiteX51" fmla="*/ 5639520 w 8735792"/>
                  <a:gd name="connsiteY51" fmla="*/ 1663059 h 2599125"/>
                  <a:gd name="connsiteX52" fmla="*/ 5750146 w 8735792"/>
                  <a:gd name="connsiteY52" fmla="*/ 1654162 h 2599125"/>
                  <a:gd name="connsiteX53" fmla="*/ 5860667 w 8735792"/>
                  <a:gd name="connsiteY53" fmla="*/ 1650773 h 2599125"/>
                  <a:gd name="connsiteX54" fmla="*/ 5971293 w 8735792"/>
                  <a:gd name="connsiteY54" fmla="*/ 1651726 h 2599125"/>
                  <a:gd name="connsiteX55" fmla="*/ 6081920 w 8735792"/>
                  <a:gd name="connsiteY55" fmla="*/ 1656598 h 2599125"/>
                  <a:gd name="connsiteX56" fmla="*/ 6192441 w 8735792"/>
                  <a:gd name="connsiteY56" fmla="*/ 1664648 h 2599125"/>
                  <a:gd name="connsiteX57" fmla="*/ 6303067 w 8735792"/>
                  <a:gd name="connsiteY57" fmla="*/ 1675027 h 2599125"/>
                  <a:gd name="connsiteX58" fmla="*/ 6413588 w 8735792"/>
                  <a:gd name="connsiteY58" fmla="*/ 1687207 h 2599125"/>
                  <a:gd name="connsiteX59" fmla="*/ 6524214 w 8735792"/>
                  <a:gd name="connsiteY59" fmla="*/ 1700447 h 2599125"/>
                  <a:gd name="connsiteX60" fmla="*/ 6634736 w 8735792"/>
                  <a:gd name="connsiteY60" fmla="*/ 1714004 h 2599125"/>
                  <a:gd name="connsiteX61" fmla="*/ 6745362 w 8735792"/>
                  <a:gd name="connsiteY61" fmla="*/ 1727137 h 2599125"/>
                  <a:gd name="connsiteX62" fmla="*/ 6855988 w 8735792"/>
                  <a:gd name="connsiteY62" fmla="*/ 1744718 h 2599125"/>
                  <a:gd name="connsiteX63" fmla="*/ 6966509 w 8735792"/>
                  <a:gd name="connsiteY63" fmla="*/ 1763253 h 2599125"/>
                  <a:gd name="connsiteX64" fmla="*/ 7077136 w 8735792"/>
                  <a:gd name="connsiteY64" fmla="*/ 1779882 h 2599125"/>
                  <a:gd name="connsiteX65" fmla="*/ 7187657 w 8735792"/>
                  <a:gd name="connsiteY65" fmla="*/ 1798523 h 2599125"/>
                  <a:gd name="connsiteX66" fmla="*/ 7298283 w 8735792"/>
                  <a:gd name="connsiteY66" fmla="*/ 1817587 h 2599125"/>
                  <a:gd name="connsiteX67" fmla="*/ 7408804 w 8735792"/>
                  <a:gd name="connsiteY67" fmla="*/ 1836652 h 2599125"/>
                  <a:gd name="connsiteX68" fmla="*/ 7519430 w 8735792"/>
                  <a:gd name="connsiteY68" fmla="*/ 1857305 h 2599125"/>
                  <a:gd name="connsiteX69" fmla="*/ 7629951 w 8735792"/>
                  <a:gd name="connsiteY69" fmla="*/ 1879017 h 2599125"/>
                  <a:gd name="connsiteX70" fmla="*/ 7740578 w 8735792"/>
                  <a:gd name="connsiteY70" fmla="*/ 1900624 h 2599125"/>
                  <a:gd name="connsiteX71" fmla="*/ 7851204 w 8735792"/>
                  <a:gd name="connsiteY71" fmla="*/ 1922866 h 2599125"/>
                  <a:gd name="connsiteX72" fmla="*/ 7961725 w 8735792"/>
                  <a:gd name="connsiteY72" fmla="*/ 1945955 h 2599125"/>
                  <a:gd name="connsiteX73" fmla="*/ 8072351 w 8735792"/>
                  <a:gd name="connsiteY73" fmla="*/ 1969679 h 2599125"/>
                  <a:gd name="connsiteX74" fmla="*/ 8182872 w 8735792"/>
                  <a:gd name="connsiteY74" fmla="*/ 1993828 h 2599125"/>
                  <a:gd name="connsiteX75" fmla="*/ 8293499 w 8735792"/>
                  <a:gd name="connsiteY75" fmla="*/ 2017764 h 2599125"/>
                  <a:gd name="connsiteX76" fmla="*/ 8404019 w 8735792"/>
                  <a:gd name="connsiteY76" fmla="*/ 2040853 h 2599125"/>
                  <a:gd name="connsiteX77" fmla="*/ 8514645 w 8735792"/>
                  <a:gd name="connsiteY77" fmla="*/ 2063519 h 2599125"/>
                  <a:gd name="connsiteX78" fmla="*/ 8625166 w 8735792"/>
                  <a:gd name="connsiteY78" fmla="*/ 2086502 h 2599125"/>
                  <a:gd name="connsiteX79" fmla="*/ 8735793 w 8735792"/>
                  <a:gd name="connsiteY79" fmla="*/ 2110439 h 259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35792" h="2599125">
                    <a:moveTo>
                      <a:pt x="0" y="0"/>
                    </a:moveTo>
                    <a:lnTo>
                      <a:pt x="110521" y="276859"/>
                    </a:lnTo>
                    <a:lnTo>
                      <a:pt x="221147" y="538784"/>
                    </a:lnTo>
                    <a:lnTo>
                      <a:pt x="331774" y="785351"/>
                    </a:lnTo>
                    <a:lnTo>
                      <a:pt x="442294" y="1016667"/>
                    </a:lnTo>
                    <a:lnTo>
                      <a:pt x="552921" y="1232519"/>
                    </a:lnTo>
                    <a:lnTo>
                      <a:pt x="663442" y="1432696"/>
                    </a:lnTo>
                    <a:lnTo>
                      <a:pt x="774068" y="1616563"/>
                    </a:lnTo>
                    <a:lnTo>
                      <a:pt x="884589" y="1784012"/>
                    </a:lnTo>
                    <a:lnTo>
                      <a:pt x="995216" y="1935787"/>
                    </a:lnTo>
                    <a:lnTo>
                      <a:pt x="1105736" y="2072204"/>
                    </a:lnTo>
                    <a:lnTo>
                      <a:pt x="1216363" y="2193899"/>
                    </a:lnTo>
                    <a:lnTo>
                      <a:pt x="1326989" y="2301296"/>
                    </a:lnTo>
                    <a:lnTo>
                      <a:pt x="1437510" y="2395029"/>
                    </a:lnTo>
                    <a:lnTo>
                      <a:pt x="1548137" y="2472029"/>
                    </a:lnTo>
                    <a:lnTo>
                      <a:pt x="1658657" y="2526786"/>
                    </a:lnTo>
                    <a:lnTo>
                      <a:pt x="1769284" y="2563221"/>
                    </a:lnTo>
                    <a:lnTo>
                      <a:pt x="1879804" y="2585992"/>
                    </a:lnTo>
                    <a:lnTo>
                      <a:pt x="1990431" y="2599125"/>
                    </a:lnTo>
                    <a:lnTo>
                      <a:pt x="2101058" y="2577625"/>
                    </a:lnTo>
                    <a:lnTo>
                      <a:pt x="2211578" y="2522232"/>
                    </a:lnTo>
                    <a:lnTo>
                      <a:pt x="2322205" y="2498719"/>
                    </a:lnTo>
                    <a:lnTo>
                      <a:pt x="2432726" y="2462708"/>
                    </a:lnTo>
                    <a:lnTo>
                      <a:pt x="2543352" y="2416742"/>
                    </a:lnTo>
                    <a:lnTo>
                      <a:pt x="2653873" y="2384650"/>
                    </a:lnTo>
                    <a:lnTo>
                      <a:pt x="2764500" y="2357430"/>
                    </a:lnTo>
                    <a:lnTo>
                      <a:pt x="2875020" y="2327986"/>
                    </a:lnTo>
                    <a:lnTo>
                      <a:pt x="2985647" y="2298965"/>
                    </a:lnTo>
                    <a:lnTo>
                      <a:pt x="3096273" y="2260519"/>
                    </a:lnTo>
                    <a:lnTo>
                      <a:pt x="3206794" y="2215294"/>
                    </a:lnTo>
                    <a:lnTo>
                      <a:pt x="3317421" y="2172081"/>
                    </a:lnTo>
                    <a:lnTo>
                      <a:pt x="3427941" y="2139565"/>
                    </a:lnTo>
                    <a:lnTo>
                      <a:pt x="3538568" y="2122195"/>
                    </a:lnTo>
                    <a:lnTo>
                      <a:pt x="3649088" y="2114569"/>
                    </a:lnTo>
                    <a:lnTo>
                      <a:pt x="3759715" y="2109803"/>
                    </a:lnTo>
                    <a:lnTo>
                      <a:pt x="3870236" y="2101542"/>
                    </a:lnTo>
                    <a:lnTo>
                      <a:pt x="3980862" y="2083113"/>
                    </a:lnTo>
                    <a:lnTo>
                      <a:pt x="4091489" y="2057058"/>
                    </a:lnTo>
                    <a:lnTo>
                      <a:pt x="4202010" y="2027190"/>
                    </a:lnTo>
                    <a:lnTo>
                      <a:pt x="4312636" y="1994675"/>
                    </a:lnTo>
                    <a:lnTo>
                      <a:pt x="4423157" y="1960465"/>
                    </a:lnTo>
                    <a:lnTo>
                      <a:pt x="4533784" y="1925725"/>
                    </a:lnTo>
                    <a:lnTo>
                      <a:pt x="4644304" y="1891409"/>
                    </a:lnTo>
                    <a:lnTo>
                      <a:pt x="4754931" y="1858576"/>
                    </a:lnTo>
                    <a:lnTo>
                      <a:pt x="4865451" y="1828284"/>
                    </a:lnTo>
                    <a:lnTo>
                      <a:pt x="4976078" y="1801806"/>
                    </a:lnTo>
                    <a:lnTo>
                      <a:pt x="5086705" y="1776916"/>
                    </a:lnTo>
                    <a:lnTo>
                      <a:pt x="5197225" y="1750438"/>
                    </a:lnTo>
                    <a:lnTo>
                      <a:pt x="5307852" y="1723959"/>
                    </a:lnTo>
                    <a:lnTo>
                      <a:pt x="5418372" y="1699493"/>
                    </a:lnTo>
                    <a:lnTo>
                      <a:pt x="5528999" y="1678522"/>
                    </a:lnTo>
                    <a:lnTo>
                      <a:pt x="5639520" y="1663059"/>
                    </a:lnTo>
                    <a:lnTo>
                      <a:pt x="5750146" y="1654162"/>
                    </a:lnTo>
                    <a:lnTo>
                      <a:pt x="5860667" y="1650773"/>
                    </a:lnTo>
                    <a:lnTo>
                      <a:pt x="5971293" y="1651726"/>
                    </a:lnTo>
                    <a:lnTo>
                      <a:pt x="6081920" y="1656598"/>
                    </a:lnTo>
                    <a:lnTo>
                      <a:pt x="6192441" y="1664648"/>
                    </a:lnTo>
                    <a:lnTo>
                      <a:pt x="6303067" y="1675027"/>
                    </a:lnTo>
                    <a:lnTo>
                      <a:pt x="6413588" y="1687207"/>
                    </a:lnTo>
                    <a:lnTo>
                      <a:pt x="6524214" y="1700447"/>
                    </a:lnTo>
                    <a:lnTo>
                      <a:pt x="6634736" y="1714004"/>
                    </a:lnTo>
                    <a:lnTo>
                      <a:pt x="6745362" y="1727137"/>
                    </a:lnTo>
                    <a:lnTo>
                      <a:pt x="6855988" y="1744718"/>
                    </a:lnTo>
                    <a:lnTo>
                      <a:pt x="6966509" y="1763253"/>
                    </a:lnTo>
                    <a:lnTo>
                      <a:pt x="7077136" y="1779882"/>
                    </a:lnTo>
                    <a:lnTo>
                      <a:pt x="7187657" y="1798523"/>
                    </a:lnTo>
                    <a:lnTo>
                      <a:pt x="7298283" y="1817587"/>
                    </a:lnTo>
                    <a:lnTo>
                      <a:pt x="7408804" y="1836652"/>
                    </a:lnTo>
                    <a:lnTo>
                      <a:pt x="7519430" y="1857305"/>
                    </a:lnTo>
                    <a:lnTo>
                      <a:pt x="7629951" y="1879017"/>
                    </a:lnTo>
                    <a:lnTo>
                      <a:pt x="7740578" y="1900624"/>
                    </a:lnTo>
                    <a:lnTo>
                      <a:pt x="7851204" y="1922866"/>
                    </a:lnTo>
                    <a:lnTo>
                      <a:pt x="7961725" y="1945955"/>
                    </a:lnTo>
                    <a:lnTo>
                      <a:pt x="8072351" y="1969679"/>
                    </a:lnTo>
                    <a:lnTo>
                      <a:pt x="8182872" y="1993828"/>
                    </a:lnTo>
                    <a:lnTo>
                      <a:pt x="8293499" y="2017764"/>
                    </a:lnTo>
                    <a:lnTo>
                      <a:pt x="8404019" y="2040853"/>
                    </a:lnTo>
                    <a:lnTo>
                      <a:pt x="8514645" y="2063519"/>
                    </a:lnTo>
                    <a:lnTo>
                      <a:pt x="8625166" y="2086502"/>
                    </a:lnTo>
                    <a:lnTo>
                      <a:pt x="8735793" y="2110439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C496338-9ABE-C516-282D-B0909EBBB4FB}"/>
                  </a:ext>
                </a:extLst>
              </p:cNvPr>
              <p:cNvSpPr txBox="1"/>
              <p:nvPr/>
            </p:nvSpPr>
            <p:spPr>
              <a:xfrm>
                <a:off x="5720257" y="3084570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69" name="Content Placeholder 57">
              <a:extLst>
                <a:ext uri="{FF2B5EF4-FFF2-40B4-BE49-F238E27FC236}">
                  <a16:creationId xmlns:a16="http://schemas.microsoft.com/office/drawing/2014/main" id="{BF4F601F-A494-85D5-FFD8-DD7ABB2C8135}"/>
                </a:ext>
              </a:extLst>
            </p:cNvPr>
            <p:cNvGrpSpPr/>
            <p:nvPr/>
          </p:nvGrpSpPr>
          <p:grpSpPr>
            <a:xfrm>
              <a:off x="961062" y="612426"/>
              <a:ext cx="10221697" cy="5419645"/>
              <a:chOff x="961062" y="612426"/>
              <a:chExt cx="10221697" cy="5419645"/>
            </a:xfrm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E4E58DD4-7856-21BE-5F46-244D9335B557}"/>
                  </a:ext>
                </a:extLst>
              </p:cNvPr>
              <p:cNvSpPr/>
              <p:nvPr/>
            </p:nvSpPr>
            <p:spPr>
              <a:xfrm>
                <a:off x="151230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9394B63-695F-4FFD-AB60-DFDB5934483E}"/>
                  </a:ext>
                </a:extLst>
              </p:cNvPr>
              <p:cNvSpPr txBox="1"/>
              <p:nvPr/>
            </p:nvSpPr>
            <p:spPr>
              <a:xfrm>
                <a:off x="1162400" y="5649794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0.0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599CB24-DB7B-8CEE-C06C-2220A3839059}"/>
                  </a:ext>
                </a:extLst>
              </p:cNvPr>
              <p:cNvSpPr txBox="1"/>
              <p:nvPr/>
            </p:nvSpPr>
            <p:spPr>
              <a:xfrm>
                <a:off x="1162400" y="4376075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2.5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1D9342D-7FF9-E9D7-0310-24A33765E379}"/>
                  </a:ext>
                </a:extLst>
              </p:cNvPr>
              <p:cNvSpPr txBox="1"/>
              <p:nvPr/>
            </p:nvSpPr>
            <p:spPr>
              <a:xfrm>
                <a:off x="1162400" y="3102355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5.0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A55775E-8F3B-ECF3-3406-C6B4AE869D67}"/>
                  </a:ext>
                </a:extLst>
              </p:cNvPr>
              <p:cNvSpPr txBox="1"/>
              <p:nvPr/>
            </p:nvSpPr>
            <p:spPr>
              <a:xfrm>
                <a:off x="1162400" y="1828741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7.5</a:t>
                </a: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F96FD3DA-BCD9-220F-902B-5E28D1E12582}"/>
                  </a:ext>
                </a:extLst>
              </p:cNvPr>
              <p:cNvSpPr/>
              <p:nvPr/>
            </p:nvSpPr>
            <p:spPr>
              <a:xfrm>
                <a:off x="148327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E098892A-9334-A6A1-A8AF-C31E8C05CDCC}"/>
                  </a:ext>
                </a:extLst>
              </p:cNvPr>
              <p:cNvSpPr/>
              <p:nvPr/>
            </p:nvSpPr>
            <p:spPr>
              <a:xfrm>
                <a:off x="1483272" y="450296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3C8549DD-B62C-16FF-CA46-4C8C5BF44E7C}"/>
                  </a:ext>
                </a:extLst>
              </p:cNvPr>
              <p:cNvSpPr/>
              <p:nvPr/>
            </p:nvSpPr>
            <p:spPr>
              <a:xfrm>
                <a:off x="1483272" y="322924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205CF206-4D11-4646-6EF8-FA7156F7DE10}"/>
                  </a:ext>
                </a:extLst>
              </p:cNvPr>
              <p:cNvSpPr/>
              <p:nvPr/>
            </p:nvSpPr>
            <p:spPr>
              <a:xfrm>
                <a:off x="1483272" y="195552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AAA6A9E4-78FA-3C8A-8D66-09C5D2E2429A}"/>
                  </a:ext>
                </a:extLst>
              </p:cNvPr>
              <p:cNvSpPr/>
              <p:nvPr/>
            </p:nvSpPr>
            <p:spPr>
              <a:xfrm>
                <a:off x="1512307" y="5776685"/>
                <a:ext cx="9609361" cy="10591"/>
              </a:xfrm>
              <a:custGeom>
                <a:avLst/>
                <a:gdLst>
                  <a:gd name="connsiteX0" fmla="*/ 0 w 9609361"/>
                  <a:gd name="connsiteY0" fmla="*/ 0 h 10591"/>
                  <a:gd name="connsiteX1" fmla="*/ 9609362 w 960936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09361" h="10591">
                    <a:moveTo>
                      <a:pt x="0" y="0"/>
                    </a:moveTo>
                    <a:lnTo>
                      <a:pt x="960936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07A5A244-8918-2143-2832-BD25F5EDD1BA}"/>
                  </a:ext>
                </a:extLst>
              </p:cNvPr>
              <p:cNvSpPr/>
              <p:nvPr/>
            </p:nvSpPr>
            <p:spPr>
              <a:xfrm>
                <a:off x="217214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D9C2475-C447-D35D-55B2-A673F962C337}"/>
                  </a:ext>
                </a:extLst>
              </p:cNvPr>
              <p:cNvSpPr/>
              <p:nvPr/>
            </p:nvSpPr>
            <p:spPr>
              <a:xfrm>
                <a:off x="288454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6F93F5-DE3D-CE00-2583-3013A1D62C2A}"/>
                  </a:ext>
                </a:extLst>
              </p:cNvPr>
              <p:cNvSpPr/>
              <p:nvPr/>
            </p:nvSpPr>
            <p:spPr>
              <a:xfrm>
                <a:off x="360467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B599154B-13C8-B1B7-14E3-7C1F19EAEBDD}"/>
                  </a:ext>
                </a:extLst>
              </p:cNvPr>
              <p:cNvSpPr/>
              <p:nvPr/>
            </p:nvSpPr>
            <p:spPr>
              <a:xfrm>
                <a:off x="431304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4F84173F-9636-FC5F-13C9-5E36C17820C0}"/>
                  </a:ext>
                </a:extLst>
              </p:cNvPr>
              <p:cNvSpPr/>
              <p:nvPr/>
            </p:nvSpPr>
            <p:spPr>
              <a:xfrm>
                <a:off x="503317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C30D782-D0D2-8286-9C65-08F3227885C7}"/>
                  </a:ext>
                </a:extLst>
              </p:cNvPr>
              <p:cNvSpPr/>
              <p:nvPr/>
            </p:nvSpPr>
            <p:spPr>
              <a:xfrm>
                <a:off x="574165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C68881F8-0DF4-7F49-FED2-200FBBDE2E15}"/>
                  </a:ext>
                </a:extLst>
              </p:cNvPr>
              <p:cNvSpPr/>
              <p:nvPr/>
            </p:nvSpPr>
            <p:spPr>
              <a:xfrm>
                <a:off x="646178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2CAFA31-1188-0A54-CE56-EF379C3632AD}"/>
                  </a:ext>
                </a:extLst>
              </p:cNvPr>
              <p:cNvSpPr/>
              <p:nvPr/>
            </p:nvSpPr>
            <p:spPr>
              <a:xfrm>
                <a:off x="717015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B4DAC8C2-0E1B-8FFE-A770-287854826DF0}"/>
                  </a:ext>
                </a:extLst>
              </p:cNvPr>
              <p:cNvSpPr/>
              <p:nvPr/>
            </p:nvSpPr>
            <p:spPr>
              <a:xfrm>
                <a:off x="789039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484838FE-1087-878C-74CE-456ACA3EFED5}"/>
                  </a:ext>
                </a:extLst>
              </p:cNvPr>
              <p:cNvSpPr/>
              <p:nvPr/>
            </p:nvSpPr>
            <p:spPr>
              <a:xfrm>
                <a:off x="860268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6A726999-39FC-EAEE-922F-9EF8C353D48A}"/>
                  </a:ext>
                </a:extLst>
              </p:cNvPr>
              <p:cNvSpPr/>
              <p:nvPr/>
            </p:nvSpPr>
            <p:spPr>
              <a:xfrm>
                <a:off x="932282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B56E03F7-89BD-7C9F-143A-66A689174D01}"/>
                  </a:ext>
                </a:extLst>
              </p:cNvPr>
              <p:cNvSpPr/>
              <p:nvPr/>
            </p:nvSpPr>
            <p:spPr>
              <a:xfrm>
                <a:off x="1003129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1792DF21-0106-FF89-A8E0-ACAC687EF3ED}"/>
                  </a:ext>
                </a:extLst>
              </p:cNvPr>
              <p:cNvSpPr/>
              <p:nvPr/>
            </p:nvSpPr>
            <p:spPr>
              <a:xfrm>
                <a:off x="1075142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7AFDEE6-07ED-A9D0-383F-2CDEA6063AC6}"/>
                  </a:ext>
                </a:extLst>
              </p:cNvPr>
              <p:cNvSpPr txBox="1"/>
              <p:nvPr/>
            </p:nvSpPr>
            <p:spPr>
              <a:xfrm>
                <a:off x="176318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2019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11F455A-6EFA-EEDC-729E-C29F223748E5}"/>
                  </a:ext>
                </a:extLst>
              </p:cNvPr>
              <p:cNvSpPr txBox="1"/>
              <p:nvPr/>
            </p:nvSpPr>
            <p:spPr>
              <a:xfrm>
                <a:off x="2467356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2020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FEF3B18-E83B-66F7-4E1F-858632D14D15}"/>
                  </a:ext>
                </a:extLst>
              </p:cNvPr>
              <p:cNvSpPr txBox="1"/>
              <p:nvPr/>
            </p:nvSpPr>
            <p:spPr>
              <a:xfrm>
                <a:off x="319571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2020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3B2D2DD-4B0E-D2FA-3753-1AE6C912271F}"/>
                  </a:ext>
                </a:extLst>
              </p:cNvPr>
              <p:cNvSpPr txBox="1"/>
              <p:nvPr/>
            </p:nvSpPr>
            <p:spPr>
              <a:xfrm>
                <a:off x="3895859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2021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A636BBFC-EA39-0A97-CCEC-7A7CF568AED7}"/>
                  </a:ext>
                </a:extLst>
              </p:cNvPr>
              <p:cNvSpPr txBox="1"/>
              <p:nvPr/>
            </p:nvSpPr>
            <p:spPr>
              <a:xfrm>
                <a:off x="462421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2021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85AFA76-C83A-8F5F-B108-119A7B49DC84}"/>
                  </a:ext>
                </a:extLst>
              </p:cNvPr>
              <p:cNvSpPr txBox="1"/>
              <p:nvPr/>
            </p:nvSpPr>
            <p:spPr>
              <a:xfrm>
                <a:off x="5324468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2022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D9F72DF-87F0-8D30-77D6-54DE217B0B09}"/>
                  </a:ext>
                </a:extLst>
              </p:cNvPr>
              <p:cNvSpPr txBox="1"/>
              <p:nvPr/>
            </p:nvSpPr>
            <p:spPr>
              <a:xfrm>
                <a:off x="6052822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2022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C067B47-4C15-B6D2-7D57-8C878AB23FEF}"/>
                  </a:ext>
                </a:extLst>
              </p:cNvPr>
              <p:cNvSpPr txBox="1"/>
              <p:nvPr/>
            </p:nvSpPr>
            <p:spPr>
              <a:xfrm>
                <a:off x="6752971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2023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0944E4A-55E8-8AFD-85B9-2647D22D2487}"/>
                  </a:ext>
                </a:extLst>
              </p:cNvPr>
              <p:cNvSpPr txBox="1"/>
              <p:nvPr/>
            </p:nvSpPr>
            <p:spPr>
              <a:xfrm>
                <a:off x="748143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2023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13AE911-ED33-BE9C-7B42-49DBE3E709EE}"/>
                  </a:ext>
                </a:extLst>
              </p:cNvPr>
              <p:cNvSpPr txBox="1"/>
              <p:nvPr/>
            </p:nvSpPr>
            <p:spPr>
              <a:xfrm>
                <a:off x="8185501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2024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68F4E16B-8D64-47F3-0367-2484D57CC8F5}"/>
                  </a:ext>
                </a:extLst>
              </p:cNvPr>
              <p:cNvSpPr txBox="1"/>
              <p:nvPr/>
            </p:nvSpPr>
            <p:spPr>
              <a:xfrm>
                <a:off x="891385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2024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21F8C57-56C7-CE57-D17E-F65A0C77E424}"/>
                  </a:ext>
                </a:extLst>
              </p:cNvPr>
              <p:cNvSpPr txBox="1"/>
              <p:nvPr/>
            </p:nvSpPr>
            <p:spPr>
              <a:xfrm>
                <a:off x="9614110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2025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6D32F0E-8F3C-91C4-9FCD-85B8D77EAD76}"/>
                  </a:ext>
                </a:extLst>
              </p:cNvPr>
              <p:cNvSpPr txBox="1"/>
              <p:nvPr/>
            </p:nvSpPr>
            <p:spPr>
              <a:xfrm>
                <a:off x="10342464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2025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03D5920-E5E9-64FA-8A26-5E42E083C80E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E5B1F7E-E0FE-E4EE-4A7E-62213FDA9DD9}"/>
                  </a:ext>
                </a:extLst>
              </p:cNvPr>
              <p:cNvSpPr txBox="1"/>
              <p:nvPr/>
            </p:nvSpPr>
            <p:spPr>
              <a:xfrm>
                <a:off x="1420867" y="612426"/>
                <a:ext cx="5349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L.lentjan in MAR Kapuntori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891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ntent Placeholder 4">
            <a:extLst>
              <a:ext uri="{FF2B5EF4-FFF2-40B4-BE49-F238E27FC236}">
                <a16:creationId xmlns:a16="http://schemas.microsoft.com/office/drawing/2014/main" id="{14531FC5-3117-F0F4-9352-0F7C7AB178F6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017E9D6-5848-7B30-EA82-7FEAF76B4E0A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C0AB51B-66E4-FDBF-247F-D25A82DCE093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9" name="Content Placeholder 4">
              <a:extLst>
                <a:ext uri="{FF2B5EF4-FFF2-40B4-BE49-F238E27FC236}">
                  <a16:creationId xmlns:a16="http://schemas.microsoft.com/office/drawing/2014/main" id="{CE823C1B-75E2-DD84-713B-45429BCFE376}"/>
                </a:ext>
              </a:extLst>
            </p:cNvPr>
            <p:cNvGrpSpPr/>
            <p:nvPr/>
          </p:nvGrpSpPr>
          <p:grpSpPr>
            <a:xfrm>
              <a:off x="1388646" y="971481"/>
              <a:ext cx="9733021" cy="4805204"/>
              <a:chOff x="1388646" y="971481"/>
              <a:chExt cx="9733021" cy="4805204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4641206-5A43-FF4E-15DF-33BDBC253A3A}"/>
                  </a:ext>
                </a:extLst>
              </p:cNvPr>
              <p:cNvSpPr/>
              <p:nvPr/>
            </p:nvSpPr>
            <p:spPr>
              <a:xfrm>
                <a:off x="1388646" y="971481"/>
                <a:ext cx="9733021" cy="4805204"/>
              </a:xfrm>
              <a:custGeom>
                <a:avLst/>
                <a:gdLst>
                  <a:gd name="connsiteX0" fmla="*/ 0 w 9733021"/>
                  <a:gd name="connsiteY0" fmla="*/ 0 h 4805204"/>
                  <a:gd name="connsiteX1" fmla="*/ 9733021 w 9733021"/>
                  <a:gd name="connsiteY1" fmla="*/ 0 h 4805204"/>
                  <a:gd name="connsiteX2" fmla="*/ 9733021 w 9733021"/>
                  <a:gd name="connsiteY2" fmla="*/ 4805204 h 4805204"/>
                  <a:gd name="connsiteX3" fmla="*/ 0 w 973302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33021" h="4805204">
                    <a:moveTo>
                      <a:pt x="0" y="0"/>
                    </a:moveTo>
                    <a:lnTo>
                      <a:pt x="9733021" y="0"/>
                    </a:lnTo>
                    <a:lnTo>
                      <a:pt x="9733021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96E032F-D192-7488-7D2D-FA83795E2579}"/>
                  </a:ext>
                </a:extLst>
              </p:cNvPr>
              <p:cNvSpPr/>
              <p:nvPr/>
            </p:nvSpPr>
            <p:spPr>
              <a:xfrm>
                <a:off x="1831047" y="971481"/>
                <a:ext cx="8848221" cy="3168200"/>
              </a:xfrm>
              <a:custGeom>
                <a:avLst/>
                <a:gdLst>
                  <a:gd name="connsiteX0" fmla="*/ 0 w 8848221"/>
                  <a:gd name="connsiteY0" fmla="*/ 0 h 3168200"/>
                  <a:gd name="connsiteX1" fmla="*/ 112004 w 8848221"/>
                  <a:gd name="connsiteY1" fmla="*/ 318059 h 3168200"/>
                  <a:gd name="connsiteX2" fmla="*/ 224008 w 8848221"/>
                  <a:gd name="connsiteY2" fmla="*/ 614194 h 3168200"/>
                  <a:gd name="connsiteX3" fmla="*/ 336012 w 8848221"/>
                  <a:gd name="connsiteY3" fmla="*/ 887346 h 3168200"/>
                  <a:gd name="connsiteX4" fmla="*/ 448017 w 8848221"/>
                  <a:gd name="connsiteY4" fmla="*/ 1136985 h 3168200"/>
                  <a:gd name="connsiteX5" fmla="*/ 560021 w 8848221"/>
                  <a:gd name="connsiteY5" fmla="*/ 1362793 h 3168200"/>
                  <a:gd name="connsiteX6" fmla="*/ 672025 w 8848221"/>
                  <a:gd name="connsiteY6" fmla="*/ 1564983 h 3168200"/>
                  <a:gd name="connsiteX7" fmla="*/ 784029 w 8848221"/>
                  <a:gd name="connsiteY7" fmla="*/ 1743977 h 3168200"/>
                  <a:gd name="connsiteX8" fmla="*/ 896033 w 8848221"/>
                  <a:gd name="connsiteY8" fmla="*/ 1901683 h 3168200"/>
                  <a:gd name="connsiteX9" fmla="*/ 1008037 w 8848221"/>
                  <a:gd name="connsiteY9" fmla="*/ 2040218 h 3168200"/>
                  <a:gd name="connsiteX10" fmla="*/ 1120041 w 8848221"/>
                  <a:gd name="connsiteY10" fmla="*/ 2162125 h 3168200"/>
                  <a:gd name="connsiteX11" fmla="*/ 1232046 w 8848221"/>
                  <a:gd name="connsiteY11" fmla="*/ 2269098 h 3168200"/>
                  <a:gd name="connsiteX12" fmla="*/ 1344050 w 8848221"/>
                  <a:gd name="connsiteY12" fmla="*/ 2363149 h 3168200"/>
                  <a:gd name="connsiteX13" fmla="*/ 1456054 w 8848221"/>
                  <a:gd name="connsiteY13" fmla="*/ 2445656 h 3168200"/>
                  <a:gd name="connsiteX14" fmla="*/ 1568058 w 8848221"/>
                  <a:gd name="connsiteY14" fmla="*/ 2512382 h 3168200"/>
                  <a:gd name="connsiteX15" fmla="*/ 1680062 w 8848221"/>
                  <a:gd name="connsiteY15" fmla="*/ 2555277 h 3168200"/>
                  <a:gd name="connsiteX16" fmla="*/ 1792066 w 8848221"/>
                  <a:gd name="connsiteY16" fmla="*/ 2579213 h 3168200"/>
                  <a:gd name="connsiteX17" fmla="*/ 1904070 w 8848221"/>
                  <a:gd name="connsiteY17" fmla="*/ 2591076 h 3168200"/>
                  <a:gd name="connsiteX18" fmla="*/ 2016074 w 8848221"/>
                  <a:gd name="connsiteY18" fmla="*/ 2599337 h 3168200"/>
                  <a:gd name="connsiteX19" fmla="*/ 2128079 w 8848221"/>
                  <a:gd name="connsiteY19" fmla="*/ 2610352 h 3168200"/>
                  <a:gd name="connsiteX20" fmla="*/ 2240083 w 8848221"/>
                  <a:gd name="connsiteY20" fmla="*/ 2609611 h 3168200"/>
                  <a:gd name="connsiteX21" fmla="*/ 2352087 w 8848221"/>
                  <a:gd name="connsiteY21" fmla="*/ 2596160 h 3168200"/>
                  <a:gd name="connsiteX22" fmla="*/ 2464091 w 8848221"/>
                  <a:gd name="connsiteY22" fmla="*/ 2578578 h 3168200"/>
                  <a:gd name="connsiteX23" fmla="*/ 2576095 w 8848221"/>
                  <a:gd name="connsiteY23" fmla="*/ 2568622 h 3168200"/>
                  <a:gd name="connsiteX24" fmla="*/ 2688099 w 8848221"/>
                  <a:gd name="connsiteY24" fmla="*/ 2554430 h 3168200"/>
                  <a:gd name="connsiteX25" fmla="*/ 2800104 w 8848221"/>
                  <a:gd name="connsiteY25" fmla="*/ 2528587 h 3168200"/>
                  <a:gd name="connsiteX26" fmla="*/ 2912107 w 8848221"/>
                  <a:gd name="connsiteY26" fmla="*/ 2486963 h 3168200"/>
                  <a:gd name="connsiteX27" fmla="*/ 3024006 w 8848221"/>
                  <a:gd name="connsiteY27" fmla="*/ 2436547 h 3168200"/>
                  <a:gd name="connsiteX28" fmla="*/ 3136010 w 8848221"/>
                  <a:gd name="connsiteY28" fmla="*/ 2392487 h 3168200"/>
                  <a:gd name="connsiteX29" fmla="*/ 3248014 w 8848221"/>
                  <a:gd name="connsiteY29" fmla="*/ 2345885 h 3168200"/>
                  <a:gd name="connsiteX30" fmla="*/ 3360018 w 8848221"/>
                  <a:gd name="connsiteY30" fmla="*/ 2285197 h 3168200"/>
                  <a:gd name="connsiteX31" fmla="*/ 3472022 w 8848221"/>
                  <a:gd name="connsiteY31" fmla="*/ 2213069 h 3168200"/>
                  <a:gd name="connsiteX32" fmla="*/ 3584026 w 8848221"/>
                  <a:gd name="connsiteY32" fmla="*/ 2137341 h 3168200"/>
                  <a:gd name="connsiteX33" fmla="*/ 3696031 w 8848221"/>
                  <a:gd name="connsiteY33" fmla="*/ 2070615 h 3168200"/>
                  <a:gd name="connsiteX34" fmla="*/ 3808035 w 8848221"/>
                  <a:gd name="connsiteY34" fmla="*/ 2024331 h 3168200"/>
                  <a:gd name="connsiteX35" fmla="*/ 3920039 w 8848221"/>
                  <a:gd name="connsiteY35" fmla="*/ 1984296 h 3168200"/>
                  <a:gd name="connsiteX36" fmla="*/ 4032043 w 8848221"/>
                  <a:gd name="connsiteY36" fmla="*/ 1943731 h 3168200"/>
                  <a:gd name="connsiteX37" fmla="*/ 4144047 w 8848221"/>
                  <a:gd name="connsiteY37" fmla="*/ 1902848 h 3168200"/>
                  <a:gd name="connsiteX38" fmla="*/ 4256051 w 8848221"/>
                  <a:gd name="connsiteY38" fmla="*/ 1865778 h 3168200"/>
                  <a:gd name="connsiteX39" fmla="*/ 4368056 w 8848221"/>
                  <a:gd name="connsiteY39" fmla="*/ 1839300 h 3168200"/>
                  <a:gd name="connsiteX40" fmla="*/ 4480060 w 8848221"/>
                  <a:gd name="connsiteY40" fmla="*/ 1826696 h 3168200"/>
                  <a:gd name="connsiteX41" fmla="*/ 4592064 w 8848221"/>
                  <a:gd name="connsiteY41" fmla="*/ 1823730 h 3168200"/>
                  <a:gd name="connsiteX42" fmla="*/ 4704068 w 8848221"/>
                  <a:gd name="connsiteY42" fmla="*/ 1827225 h 3168200"/>
                  <a:gd name="connsiteX43" fmla="*/ 4816072 w 8848221"/>
                  <a:gd name="connsiteY43" fmla="*/ 1833792 h 3168200"/>
                  <a:gd name="connsiteX44" fmla="*/ 4928076 w 8848221"/>
                  <a:gd name="connsiteY44" fmla="*/ 1840570 h 3168200"/>
                  <a:gd name="connsiteX45" fmla="*/ 5040081 w 8848221"/>
                  <a:gd name="connsiteY45" fmla="*/ 1845443 h 3168200"/>
                  <a:gd name="connsiteX46" fmla="*/ 5152084 w 8848221"/>
                  <a:gd name="connsiteY46" fmla="*/ 1848090 h 3168200"/>
                  <a:gd name="connsiteX47" fmla="*/ 5264088 w 8848221"/>
                  <a:gd name="connsiteY47" fmla="*/ 1849679 h 3168200"/>
                  <a:gd name="connsiteX48" fmla="*/ 5376093 w 8848221"/>
                  <a:gd name="connsiteY48" fmla="*/ 1853068 h 3168200"/>
                  <a:gd name="connsiteX49" fmla="*/ 5488097 w 8848221"/>
                  <a:gd name="connsiteY49" fmla="*/ 1861541 h 3168200"/>
                  <a:gd name="connsiteX50" fmla="*/ 5600101 w 8848221"/>
                  <a:gd name="connsiteY50" fmla="*/ 1878593 h 3168200"/>
                  <a:gd name="connsiteX51" fmla="*/ 5712105 w 8848221"/>
                  <a:gd name="connsiteY51" fmla="*/ 1907826 h 3168200"/>
                  <a:gd name="connsiteX52" fmla="*/ 5824109 w 8848221"/>
                  <a:gd name="connsiteY52" fmla="*/ 1959406 h 3168200"/>
                  <a:gd name="connsiteX53" fmla="*/ 5936114 w 8848221"/>
                  <a:gd name="connsiteY53" fmla="*/ 2028462 h 3168200"/>
                  <a:gd name="connsiteX54" fmla="*/ 6048118 w 8848221"/>
                  <a:gd name="connsiteY54" fmla="*/ 2104720 h 3168200"/>
                  <a:gd name="connsiteX55" fmla="*/ 6160121 w 8848221"/>
                  <a:gd name="connsiteY55" fmla="*/ 2178118 h 3168200"/>
                  <a:gd name="connsiteX56" fmla="*/ 6272126 w 8848221"/>
                  <a:gd name="connsiteY56" fmla="*/ 2241137 h 3168200"/>
                  <a:gd name="connsiteX57" fmla="*/ 6384130 w 8848221"/>
                  <a:gd name="connsiteY57" fmla="*/ 2289857 h 3168200"/>
                  <a:gd name="connsiteX58" fmla="*/ 6496134 w 8848221"/>
                  <a:gd name="connsiteY58" fmla="*/ 2324067 h 3168200"/>
                  <a:gd name="connsiteX59" fmla="*/ 6608138 w 8848221"/>
                  <a:gd name="connsiteY59" fmla="*/ 2347792 h 3168200"/>
                  <a:gd name="connsiteX60" fmla="*/ 6720143 w 8848221"/>
                  <a:gd name="connsiteY60" fmla="*/ 2367386 h 3168200"/>
                  <a:gd name="connsiteX61" fmla="*/ 6832147 w 8848221"/>
                  <a:gd name="connsiteY61" fmla="*/ 2377765 h 3168200"/>
                  <a:gd name="connsiteX62" fmla="*/ 6944151 w 8848221"/>
                  <a:gd name="connsiteY62" fmla="*/ 2383485 h 3168200"/>
                  <a:gd name="connsiteX63" fmla="*/ 7056154 w 8848221"/>
                  <a:gd name="connsiteY63" fmla="*/ 2384544 h 3168200"/>
                  <a:gd name="connsiteX64" fmla="*/ 7168159 w 8848221"/>
                  <a:gd name="connsiteY64" fmla="*/ 2381896 h 3168200"/>
                  <a:gd name="connsiteX65" fmla="*/ 7280163 w 8848221"/>
                  <a:gd name="connsiteY65" fmla="*/ 2374694 h 3168200"/>
                  <a:gd name="connsiteX66" fmla="*/ 7392167 w 8848221"/>
                  <a:gd name="connsiteY66" fmla="*/ 2364844 h 3168200"/>
                  <a:gd name="connsiteX67" fmla="*/ 7504171 w 8848221"/>
                  <a:gd name="connsiteY67" fmla="*/ 2350652 h 3168200"/>
                  <a:gd name="connsiteX68" fmla="*/ 7616176 w 8848221"/>
                  <a:gd name="connsiteY68" fmla="*/ 2330634 h 3168200"/>
                  <a:gd name="connsiteX69" fmla="*/ 7728180 w 8848221"/>
                  <a:gd name="connsiteY69" fmla="*/ 2304473 h 3168200"/>
                  <a:gd name="connsiteX70" fmla="*/ 7840184 w 8848221"/>
                  <a:gd name="connsiteY70" fmla="*/ 2271322 h 3168200"/>
                  <a:gd name="connsiteX71" fmla="*/ 7952188 w 8848221"/>
                  <a:gd name="connsiteY71" fmla="*/ 2228533 h 3168200"/>
                  <a:gd name="connsiteX72" fmla="*/ 8064192 w 8848221"/>
                  <a:gd name="connsiteY72" fmla="*/ 2174729 h 3168200"/>
                  <a:gd name="connsiteX73" fmla="*/ 8176196 w 8848221"/>
                  <a:gd name="connsiteY73" fmla="*/ 2109168 h 3168200"/>
                  <a:gd name="connsiteX74" fmla="*/ 8288200 w 8848221"/>
                  <a:gd name="connsiteY74" fmla="*/ 2031321 h 3168200"/>
                  <a:gd name="connsiteX75" fmla="*/ 8400204 w 8848221"/>
                  <a:gd name="connsiteY75" fmla="*/ 1941824 h 3168200"/>
                  <a:gd name="connsiteX76" fmla="*/ 8512208 w 8848221"/>
                  <a:gd name="connsiteY76" fmla="*/ 1840570 h 3168200"/>
                  <a:gd name="connsiteX77" fmla="*/ 8624213 w 8848221"/>
                  <a:gd name="connsiteY77" fmla="*/ 1727772 h 3168200"/>
                  <a:gd name="connsiteX78" fmla="*/ 8736217 w 8848221"/>
                  <a:gd name="connsiteY78" fmla="*/ 1603747 h 3168200"/>
                  <a:gd name="connsiteX79" fmla="*/ 8848221 w 8848221"/>
                  <a:gd name="connsiteY79" fmla="*/ 1468707 h 3168200"/>
                  <a:gd name="connsiteX80" fmla="*/ 8848221 w 8848221"/>
                  <a:gd name="connsiteY80" fmla="*/ 2646999 h 3168200"/>
                  <a:gd name="connsiteX81" fmla="*/ 8736217 w 8848221"/>
                  <a:gd name="connsiteY81" fmla="*/ 2643185 h 3168200"/>
                  <a:gd name="connsiteX82" fmla="*/ 8624213 w 8848221"/>
                  <a:gd name="connsiteY82" fmla="*/ 2642021 h 3168200"/>
                  <a:gd name="connsiteX83" fmla="*/ 8512208 w 8848221"/>
                  <a:gd name="connsiteY83" fmla="*/ 2644033 h 3168200"/>
                  <a:gd name="connsiteX84" fmla="*/ 8400204 w 8848221"/>
                  <a:gd name="connsiteY84" fmla="*/ 2650070 h 3168200"/>
                  <a:gd name="connsiteX85" fmla="*/ 8288200 w 8848221"/>
                  <a:gd name="connsiteY85" fmla="*/ 2660767 h 3168200"/>
                  <a:gd name="connsiteX86" fmla="*/ 8176196 w 8848221"/>
                  <a:gd name="connsiteY86" fmla="*/ 2676231 h 3168200"/>
                  <a:gd name="connsiteX87" fmla="*/ 8064192 w 8848221"/>
                  <a:gd name="connsiteY87" fmla="*/ 2695931 h 3168200"/>
                  <a:gd name="connsiteX88" fmla="*/ 7952188 w 8848221"/>
                  <a:gd name="connsiteY88" fmla="*/ 2719338 h 3168200"/>
                  <a:gd name="connsiteX89" fmla="*/ 7840184 w 8848221"/>
                  <a:gd name="connsiteY89" fmla="*/ 2745392 h 3168200"/>
                  <a:gd name="connsiteX90" fmla="*/ 7728180 w 8848221"/>
                  <a:gd name="connsiteY90" fmla="*/ 2772612 h 3168200"/>
                  <a:gd name="connsiteX91" fmla="*/ 7616176 w 8848221"/>
                  <a:gd name="connsiteY91" fmla="*/ 2799408 h 3168200"/>
                  <a:gd name="connsiteX92" fmla="*/ 7504171 w 8848221"/>
                  <a:gd name="connsiteY92" fmla="*/ 2824298 h 3168200"/>
                  <a:gd name="connsiteX93" fmla="*/ 7392167 w 8848221"/>
                  <a:gd name="connsiteY93" fmla="*/ 2845693 h 3168200"/>
                  <a:gd name="connsiteX94" fmla="*/ 7280163 w 8848221"/>
                  <a:gd name="connsiteY94" fmla="*/ 2862851 h 3168200"/>
                  <a:gd name="connsiteX95" fmla="*/ 7168159 w 8848221"/>
                  <a:gd name="connsiteY95" fmla="*/ 2876620 h 3168200"/>
                  <a:gd name="connsiteX96" fmla="*/ 7056154 w 8848221"/>
                  <a:gd name="connsiteY96" fmla="*/ 2885410 h 3168200"/>
                  <a:gd name="connsiteX97" fmla="*/ 6944151 w 8848221"/>
                  <a:gd name="connsiteY97" fmla="*/ 2890706 h 3168200"/>
                  <a:gd name="connsiteX98" fmla="*/ 6832147 w 8848221"/>
                  <a:gd name="connsiteY98" fmla="*/ 2891447 h 3168200"/>
                  <a:gd name="connsiteX99" fmla="*/ 6720143 w 8848221"/>
                  <a:gd name="connsiteY99" fmla="*/ 2892189 h 3168200"/>
                  <a:gd name="connsiteX100" fmla="*/ 6608138 w 8848221"/>
                  <a:gd name="connsiteY100" fmla="*/ 2893672 h 3168200"/>
                  <a:gd name="connsiteX101" fmla="*/ 6496134 w 8848221"/>
                  <a:gd name="connsiteY101" fmla="*/ 2878738 h 3168200"/>
                  <a:gd name="connsiteX102" fmla="*/ 6384130 w 8848221"/>
                  <a:gd name="connsiteY102" fmla="*/ 2843680 h 3168200"/>
                  <a:gd name="connsiteX103" fmla="*/ 6272126 w 8848221"/>
                  <a:gd name="connsiteY103" fmla="*/ 2799197 h 3168200"/>
                  <a:gd name="connsiteX104" fmla="*/ 6160121 w 8848221"/>
                  <a:gd name="connsiteY104" fmla="*/ 2753866 h 3168200"/>
                  <a:gd name="connsiteX105" fmla="*/ 6048118 w 8848221"/>
                  <a:gd name="connsiteY105" fmla="*/ 2713195 h 3168200"/>
                  <a:gd name="connsiteX106" fmla="*/ 5936114 w 8848221"/>
                  <a:gd name="connsiteY106" fmla="*/ 2678561 h 3168200"/>
                  <a:gd name="connsiteX107" fmla="*/ 5824109 w 8848221"/>
                  <a:gd name="connsiteY107" fmla="*/ 2648905 h 3168200"/>
                  <a:gd name="connsiteX108" fmla="*/ 5712105 w 8848221"/>
                  <a:gd name="connsiteY108" fmla="*/ 2622956 h 3168200"/>
                  <a:gd name="connsiteX109" fmla="*/ 5600101 w 8848221"/>
                  <a:gd name="connsiteY109" fmla="*/ 2598066 h 3168200"/>
                  <a:gd name="connsiteX110" fmla="*/ 5488097 w 8848221"/>
                  <a:gd name="connsiteY110" fmla="*/ 2570211 h 3168200"/>
                  <a:gd name="connsiteX111" fmla="*/ 5376093 w 8848221"/>
                  <a:gd name="connsiteY111" fmla="*/ 2541932 h 3168200"/>
                  <a:gd name="connsiteX112" fmla="*/ 5264088 w 8848221"/>
                  <a:gd name="connsiteY112" fmla="*/ 2516724 h 3168200"/>
                  <a:gd name="connsiteX113" fmla="*/ 5152084 w 8848221"/>
                  <a:gd name="connsiteY113" fmla="*/ 2497660 h 3168200"/>
                  <a:gd name="connsiteX114" fmla="*/ 5040081 w 8848221"/>
                  <a:gd name="connsiteY114" fmla="*/ 2487492 h 3168200"/>
                  <a:gd name="connsiteX115" fmla="*/ 4928076 w 8848221"/>
                  <a:gd name="connsiteY115" fmla="*/ 2487492 h 3168200"/>
                  <a:gd name="connsiteX116" fmla="*/ 4816072 w 8848221"/>
                  <a:gd name="connsiteY116" fmla="*/ 2497024 h 3168200"/>
                  <a:gd name="connsiteX117" fmla="*/ 4704068 w 8848221"/>
                  <a:gd name="connsiteY117" fmla="*/ 2514076 h 3168200"/>
                  <a:gd name="connsiteX118" fmla="*/ 4592064 w 8848221"/>
                  <a:gd name="connsiteY118" fmla="*/ 2535577 h 3168200"/>
                  <a:gd name="connsiteX119" fmla="*/ 4480060 w 8848221"/>
                  <a:gd name="connsiteY119" fmla="*/ 2558031 h 3168200"/>
                  <a:gd name="connsiteX120" fmla="*/ 4368056 w 8848221"/>
                  <a:gd name="connsiteY120" fmla="*/ 2578155 h 3168200"/>
                  <a:gd name="connsiteX121" fmla="*/ 4256051 w 8848221"/>
                  <a:gd name="connsiteY121" fmla="*/ 2591817 h 3168200"/>
                  <a:gd name="connsiteX122" fmla="*/ 4144047 w 8848221"/>
                  <a:gd name="connsiteY122" fmla="*/ 2601879 h 3168200"/>
                  <a:gd name="connsiteX123" fmla="*/ 4032043 w 8848221"/>
                  <a:gd name="connsiteY123" fmla="*/ 2614906 h 3168200"/>
                  <a:gd name="connsiteX124" fmla="*/ 3920039 w 8848221"/>
                  <a:gd name="connsiteY124" fmla="*/ 2634818 h 3168200"/>
                  <a:gd name="connsiteX125" fmla="*/ 3808035 w 8848221"/>
                  <a:gd name="connsiteY125" fmla="*/ 2661085 h 3168200"/>
                  <a:gd name="connsiteX126" fmla="*/ 3696031 w 8848221"/>
                  <a:gd name="connsiteY126" fmla="*/ 2691588 h 3168200"/>
                  <a:gd name="connsiteX127" fmla="*/ 3584026 w 8848221"/>
                  <a:gd name="connsiteY127" fmla="*/ 2729187 h 3168200"/>
                  <a:gd name="connsiteX128" fmla="*/ 3472022 w 8848221"/>
                  <a:gd name="connsiteY128" fmla="*/ 2775154 h 3168200"/>
                  <a:gd name="connsiteX129" fmla="*/ 3360018 w 8848221"/>
                  <a:gd name="connsiteY129" fmla="*/ 2828852 h 3168200"/>
                  <a:gd name="connsiteX130" fmla="*/ 3248014 w 8848221"/>
                  <a:gd name="connsiteY130" fmla="*/ 2884457 h 3168200"/>
                  <a:gd name="connsiteX131" fmla="*/ 3136010 w 8848221"/>
                  <a:gd name="connsiteY131" fmla="*/ 2931059 h 3168200"/>
                  <a:gd name="connsiteX132" fmla="*/ 3024006 w 8848221"/>
                  <a:gd name="connsiteY132" fmla="*/ 2965587 h 3168200"/>
                  <a:gd name="connsiteX133" fmla="*/ 2912107 w 8848221"/>
                  <a:gd name="connsiteY133" fmla="*/ 3001386 h 3168200"/>
                  <a:gd name="connsiteX134" fmla="*/ 2800104 w 8848221"/>
                  <a:gd name="connsiteY134" fmla="*/ 3038032 h 3168200"/>
                  <a:gd name="connsiteX135" fmla="*/ 2688099 w 8848221"/>
                  <a:gd name="connsiteY135" fmla="*/ 3066523 h 3168200"/>
                  <a:gd name="connsiteX136" fmla="*/ 2576095 w 8848221"/>
                  <a:gd name="connsiteY136" fmla="*/ 3085482 h 3168200"/>
                  <a:gd name="connsiteX137" fmla="*/ 2464091 w 8848221"/>
                  <a:gd name="connsiteY137" fmla="*/ 3101580 h 3168200"/>
                  <a:gd name="connsiteX138" fmla="*/ 2352087 w 8848221"/>
                  <a:gd name="connsiteY138" fmla="*/ 3122657 h 3168200"/>
                  <a:gd name="connsiteX139" fmla="*/ 2240083 w 8848221"/>
                  <a:gd name="connsiteY139" fmla="*/ 3148818 h 3168200"/>
                  <a:gd name="connsiteX140" fmla="*/ 2128079 w 8848221"/>
                  <a:gd name="connsiteY140" fmla="*/ 3168200 h 3168200"/>
                  <a:gd name="connsiteX141" fmla="*/ 2016074 w 8848221"/>
                  <a:gd name="connsiteY141" fmla="*/ 3166294 h 3168200"/>
                  <a:gd name="connsiteX142" fmla="*/ 1904070 w 8848221"/>
                  <a:gd name="connsiteY142" fmla="*/ 3160362 h 3168200"/>
                  <a:gd name="connsiteX143" fmla="*/ 1792066 w 8848221"/>
                  <a:gd name="connsiteY143" fmla="*/ 3151254 h 3168200"/>
                  <a:gd name="connsiteX144" fmla="*/ 1680062 w 8848221"/>
                  <a:gd name="connsiteY144" fmla="*/ 3131872 h 3168200"/>
                  <a:gd name="connsiteX145" fmla="*/ 1568058 w 8848221"/>
                  <a:gd name="connsiteY145" fmla="*/ 3093213 h 3168200"/>
                  <a:gd name="connsiteX146" fmla="*/ 1456054 w 8848221"/>
                  <a:gd name="connsiteY146" fmla="*/ 3025428 h 3168200"/>
                  <a:gd name="connsiteX147" fmla="*/ 1344050 w 8848221"/>
                  <a:gd name="connsiteY147" fmla="*/ 2939003 h 3168200"/>
                  <a:gd name="connsiteX148" fmla="*/ 1232046 w 8848221"/>
                  <a:gd name="connsiteY148" fmla="*/ 2841456 h 3168200"/>
                  <a:gd name="connsiteX149" fmla="*/ 1120041 w 8848221"/>
                  <a:gd name="connsiteY149" fmla="*/ 2732577 h 3168200"/>
                  <a:gd name="connsiteX150" fmla="*/ 1008037 w 8848221"/>
                  <a:gd name="connsiteY150" fmla="*/ 2612258 h 3168200"/>
                  <a:gd name="connsiteX151" fmla="*/ 896033 w 8848221"/>
                  <a:gd name="connsiteY151" fmla="*/ 2480820 h 3168200"/>
                  <a:gd name="connsiteX152" fmla="*/ 784029 w 8848221"/>
                  <a:gd name="connsiteY152" fmla="*/ 2338577 h 3168200"/>
                  <a:gd name="connsiteX153" fmla="*/ 672025 w 8848221"/>
                  <a:gd name="connsiteY153" fmla="*/ 2186485 h 3168200"/>
                  <a:gd name="connsiteX154" fmla="*/ 560021 w 8848221"/>
                  <a:gd name="connsiteY154" fmla="*/ 2025814 h 3168200"/>
                  <a:gd name="connsiteX155" fmla="*/ 448017 w 8848221"/>
                  <a:gd name="connsiteY155" fmla="*/ 1858682 h 3168200"/>
                  <a:gd name="connsiteX156" fmla="*/ 336012 w 8848221"/>
                  <a:gd name="connsiteY156" fmla="*/ 1686042 h 3168200"/>
                  <a:gd name="connsiteX157" fmla="*/ 224008 w 8848221"/>
                  <a:gd name="connsiteY157" fmla="*/ 1508107 h 3168200"/>
                  <a:gd name="connsiteX158" fmla="*/ 112004 w 8848221"/>
                  <a:gd name="connsiteY158" fmla="*/ 1324558 h 3168200"/>
                  <a:gd name="connsiteX159" fmla="*/ 0 w 8848221"/>
                  <a:gd name="connsiteY159" fmla="*/ 1135290 h 316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848221" h="3168200">
                    <a:moveTo>
                      <a:pt x="0" y="0"/>
                    </a:moveTo>
                    <a:lnTo>
                      <a:pt x="112004" y="318059"/>
                    </a:lnTo>
                    <a:lnTo>
                      <a:pt x="224008" y="614194"/>
                    </a:lnTo>
                    <a:lnTo>
                      <a:pt x="336012" y="887346"/>
                    </a:lnTo>
                    <a:lnTo>
                      <a:pt x="448017" y="1136985"/>
                    </a:lnTo>
                    <a:lnTo>
                      <a:pt x="560021" y="1362793"/>
                    </a:lnTo>
                    <a:lnTo>
                      <a:pt x="672025" y="1564983"/>
                    </a:lnTo>
                    <a:lnTo>
                      <a:pt x="784029" y="1743977"/>
                    </a:lnTo>
                    <a:lnTo>
                      <a:pt x="896033" y="1901683"/>
                    </a:lnTo>
                    <a:lnTo>
                      <a:pt x="1008037" y="2040218"/>
                    </a:lnTo>
                    <a:lnTo>
                      <a:pt x="1120041" y="2162125"/>
                    </a:lnTo>
                    <a:lnTo>
                      <a:pt x="1232046" y="2269098"/>
                    </a:lnTo>
                    <a:lnTo>
                      <a:pt x="1344050" y="2363149"/>
                    </a:lnTo>
                    <a:lnTo>
                      <a:pt x="1456054" y="2445656"/>
                    </a:lnTo>
                    <a:lnTo>
                      <a:pt x="1568058" y="2512382"/>
                    </a:lnTo>
                    <a:lnTo>
                      <a:pt x="1680062" y="2555277"/>
                    </a:lnTo>
                    <a:lnTo>
                      <a:pt x="1792066" y="2579213"/>
                    </a:lnTo>
                    <a:lnTo>
                      <a:pt x="1904070" y="2591076"/>
                    </a:lnTo>
                    <a:lnTo>
                      <a:pt x="2016074" y="2599337"/>
                    </a:lnTo>
                    <a:lnTo>
                      <a:pt x="2128079" y="2610352"/>
                    </a:lnTo>
                    <a:lnTo>
                      <a:pt x="2240083" y="2609611"/>
                    </a:lnTo>
                    <a:lnTo>
                      <a:pt x="2352087" y="2596160"/>
                    </a:lnTo>
                    <a:lnTo>
                      <a:pt x="2464091" y="2578578"/>
                    </a:lnTo>
                    <a:lnTo>
                      <a:pt x="2576095" y="2568622"/>
                    </a:lnTo>
                    <a:lnTo>
                      <a:pt x="2688099" y="2554430"/>
                    </a:lnTo>
                    <a:lnTo>
                      <a:pt x="2800104" y="2528587"/>
                    </a:lnTo>
                    <a:lnTo>
                      <a:pt x="2912107" y="2486963"/>
                    </a:lnTo>
                    <a:lnTo>
                      <a:pt x="3024006" y="2436547"/>
                    </a:lnTo>
                    <a:lnTo>
                      <a:pt x="3136010" y="2392487"/>
                    </a:lnTo>
                    <a:lnTo>
                      <a:pt x="3248014" y="2345885"/>
                    </a:lnTo>
                    <a:lnTo>
                      <a:pt x="3360018" y="2285197"/>
                    </a:lnTo>
                    <a:lnTo>
                      <a:pt x="3472022" y="2213069"/>
                    </a:lnTo>
                    <a:lnTo>
                      <a:pt x="3584026" y="2137341"/>
                    </a:lnTo>
                    <a:lnTo>
                      <a:pt x="3696031" y="2070615"/>
                    </a:lnTo>
                    <a:lnTo>
                      <a:pt x="3808035" y="2024331"/>
                    </a:lnTo>
                    <a:lnTo>
                      <a:pt x="3920039" y="1984296"/>
                    </a:lnTo>
                    <a:lnTo>
                      <a:pt x="4032043" y="1943731"/>
                    </a:lnTo>
                    <a:lnTo>
                      <a:pt x="4144047" y="1902848"/>
                    </a:lnTo>
                    <a:lnTo>
                      <a:pt x="4256051" y="1865778"/>
                    </a:lnTo>
                    <a:lnTo>
                      <a:pt x="4368056" y="1839300"/>
                    </a:lnTo>
                    <a:lnTo>
                      <a:pt x="4480060" y="1826696"/>
                    </a:lnTo>
                    <a:lnTo>
                      <a:pt x="4592064" y="1823730"/>
                    </a:lnTo>
                    <a:lnTo>
                      <a:pt x="4704068" y="1827225"/>
                    </a:lnTo>
                    <a:lnTo>
                      <a:pt x="4816072" y="1833792"/>
                    </a:lnTo>
                    <a:lnTo>
                      <a:pt x="4928076" y="1840570"/>
                    </a:lnTo>
                    <a:lnTo>
                      <a:pt x="5040081" y="1845443"/>
                    </a:lnTo>
                    <a:lnTo>
                      <a:pt x="5152084" y="1848090"/>
                    </a:lnTo>
                    <a:lnTo>
                      <a:pt x="5264088" y="1849679"/>
                    </a:lnTo>
                    <a:lnTo>
                      <a:pt x="5376093" y="1853068"/>
                    </a:lnTo>
                    <a:lnTo>
                      <a:pt x="5488097" y="1861541"/>
                    </a:lnTo>
                    <a:lnTo>
                      <a:pt x="5600101" y="1878593"/>
                    </a:lnTo>
                    <a:lnTo>
                      <a:pt x="5712105" y="1907826"/>
                    </a:lnTo>
                    <a:lnTo>
                      <a:pt x="5824109" y="1959406"/>
                    </a:lnTo>
                    <a:lnTo>
                      <a:pt x="5936114" y="2028462"/>
                    </a:lnTo>
                    <a:lnTo>
                      <a:pt x="6048118" y="2104720"/>
                    </a:lnTo>
                    <a:lnTo>
                      <a:pt x="6160121" y="2178118"/>
                    </a:lnTo>
                    <a:lnTo>
                      <a:pt x="6272126" y="2241137"/>
                    </a:lnTo>
                    <a:lnTo>
                      <a:pt x="6384130" y="2289857"/>
                    </a:lnTo>
                    <a:lnTo>
                      <a:pt x="6496134" y="2324067"/>
                    </a:lnTo>
                    <a:lnTo>
                      <a:pt x="6608138" y="2347792"/>
                    </a:lnTo>
                    <a:lnTo>
                      <a:pt x="6720143" y="2367386"/>
                    </a:lnTo>
                    <a:lnTo>
                      <a:pt x="6832147" y="2377765"/>
                    </a:lnTo>
                    <a:lnTo>
                      <a:pt x="6944151" y="2383485"/>
                    </a:lnTo>
                    <a:lnTo>
                      <a:pt x="7056154" y="2384544"/>
                    </a:lnTo>
                    <a:lnTo>
                      <a:pt x="7168159" y="2381896"/>
                    </a:lnTo>
                    <a:lnTo>
                      <a:pt x="7280163" y="2374694"/>
                    </a:lnTo>
                    <a:lnTo>
                      <a:pt x="7392167" y="2364844"/>
                    </a:lnTo>
                    <a:lnTo>
                      <a:pt x="7504171" y="2350652"/>
                    </a:lnTo>
                    <a:lnTo>
                      <a:pt x="7616176" y="2330634"/>
                    </a:lnTo>
                    <a:lnTo>
                      <a:pt x="7728180" y="2304473"/>
                    </a:lnTo>
                    <a:lnTo>
                      <a:pt x="7840184" y="2271322"/>
                    </a:lnTo>
                    <a:lnTo>
                      <a:pt x="7952188" y="2228533"/>
                    </a:lnTo>
                    <a:lnTo>
                      <a:pt x="8064192" y="2174729"/>
                    </a:lnTo>
                    <a:lnTo>
                      <a:pt x="8176196" y="2109168"/>
                    </a:lnTo>
                    <a:lnTo>
                      <a:pt x="8288200" y="2031321"/>
                    </a:lnTo>
                    <a:lnTo>
                      <a:pt x="8400204" y="1941824"/>
                    </a:lnTo>
                    <a:lnTo>
                      <a:pt x="8512208" y="1840570"/>
                    </a:lnTo>
                    <a:lnTo>
                      <a:pt x="8624213" y="1727772"/>
                    </a:lnTo>
                    <a:lnTo>
                      <a:pt x="8736217" y="1603747"/>
                    </a:lnTo>
                    <a:lnTo>
                      <a:pt x="8848221" y="1468707"/>
                    </a:lnTo>
                    <a:lnTo>
                      <a:pt x="8848221" y="2646999"/>
                    </a:lnTo>
                    <a:lnTo>
                      <a:pt x="8736217" y="2643185"/>
                    </a:lnTo>
                    <a:lnTo>
                      <a:pt x="8624213" y="2642021"/>
                    </a:lnTo>
                    <a:lnTo>
                      <a:pt x="8512208" y="2644033"/>
                    </a:lnTo>
                    <a:lnTo>
                      <a:pt x="8400204" y="2650070"/>
                    </a:lnTo>
                    <a:lnTo>
                      <a:pt x="8288200" y="2660767"/>
                    </a:lnTo>
                    <a:lnTo>
                      <a:pt x="8176196" y="2676231"/>
                    </a:lnTo>
                    <a:lnTo>
                      <a:pt x="8064192" y="2695931"/>
                    </a:lnTo>
                    <a:lnTo>
                      <a:pt x="7952188" y="2719338"/>
                    </a:lnTo>
                    <a:lnTo>
                      <a:pt x="7840184" y="2745392"/>
                    </a:lnTo>
                    <a:lnTo>
                      <a:pt x="7728180" y="2772612"/>
                    </a:lnTo>
                    <a:lnTo>
                      <a:pt x="7616176" y="2799408"/>
                    </a:lnTo>
                    <a:lnTo>
                      <a:pt x="7504171" y="2824298"/>
                    </a:lnTo>
                    <a:lnTo>
                      <a:pt x="7392167" y="2845693"/>
                    </a:lnTo>
                    <a:lnTo>
                      <a:pt x="7280163" y="2862851"/>
                    </a:lnTo>
                    <a:lnTo>
                      <a:pt x="7168159" y="2876620"/>
                    </a:lnTo>
                    <a:lnTo>
                      <a:pt x="7056154" y="2885410"/>
                    </a:lnTo>
                    <a:lnTo>
                      <a:pt x="6944151" y="2890706"/>
                    </a:lnTo>
                    <a:lnTo>
                      <a:pt x="6832147" y="2891447"/>
                    </a:lnTo>
                    <a:lnTo>
                      <a:pt x="6720143" y="2892189"/>
                    </a:lnTo>
                    <a:lnTo>
                      <a:pt x="6608138" y="2893672"/>
                    </a:lnTo>
                    <a:lnTo>
                      <a:pt x="6496134" y="2878738"/>
                    </a:lnTo>
                    <a:lnTo>
                      <a:pt x="6384130" y="2843680"/>
                    </a:lnTo>
                    <a:lnTo>
                      <a:pt x="6272126" y="2799197"/>
                    </a:lnTo>
                    <a:lnTo>
                      <a:pt x="6160121" y="2753866"/>
                    </a:lnTo>
                    <a:lnTo>
                      <a:pt x="6048118" y="2713195"/>
                    </a:lnTo>
                    <a:lnTo>
                      <a:pt x="5936114" y="2678561"/>
                    </a:lnTo>
                    <a:lnTo>
                      <a:pt x="5824109" y="2648905"/>
                    </a:lnTo>
                    <a:lnTo>
                      <a:pt x="5712105" y="2622956"/>
                    </a:lnTo>
                    <a:lnTo>
                      <a:pt x="5600101" y="2598066"/>
                    </a:lnTo>
                    <a:lnTo>
                      <a:pt x="5488097" y="2570211"/>
                    </a:lnTo>
                    <a:lnTo>
                      <a:pt x="5376093" y="2541932"/>
                    </a:lnTo>
                    <a:lnTo>
                      <a:pt x="5264088" y="2516724"/>
                    </a:lnTo>
                    <a:lnTo>
                      <a:pt x="5152084" y="2497660"/>
                    </a:lnTo>
                    <a:lnTo>
                      <a:pt x="5040081" y="2487492"/>
                    </a:lnTo>
                    <a:lnTo>
                      <a:pt x="4928076" y="2487492"/>
                    </a:lnTo>
                    <a:lnTo>
                      <a:pt x="4816072" y="2497024"/>
                    </a:lnTo>
                    <a:lnTo>
                      <a:pt x="4704068" y="2514076"/>
                    </a:lnTo>
                    <a:lnTo>
                      <a:pt x="4592064" y="2535577"/>
                    </a:lnTo>
                    <a:lnTo>
                      <a:pt x="4480060" y="2558031"/>
                    </a:lnTo>
                    <a:lnTo>
                      <a:pt x="4368056" y="2578155"/>
                    </a:lnTo>
                    <a:lnTo>
                      <a:pt x="4256051" y="2591817"/>
                    </a:lnTo>
                    <a:lnTo>
                      <a:pt x="4144047" y="2601879"/>
                    </a:lnTo>
                    <a:lnTo>
                      <a:pt x="4032043" y="2614906"/>
                    </a:lnTo>
                    <a:lnTo>
                      <a:pt x="3920039" y="2634818"/>
                    </a:lnTo>
                    <a:lnTo>
                      <a:pt x="3808035" y="2661085"/>
                    </a:lnTo>
                    <a:lnTo>
                      <a:pt x="3696031" y="2691588"/>
                    </a:lnTo>
                    <a:lnTo>
                      <a:pt x="3584026" y="2729187"/>
                    </a:lnTo>
                    <a:lnTo>
                      <a:pt x="3472022" y="2775154"/>
                    </a:lnTo>
                    <a:lnTo>
                      <a:pt x="3360018" y="2828852"/>
                    </a:lnTo>
                    <a:lnTo>
                      <a:pt x="3248014" y="2884457"/>
                    </a:lnTo>
                    <a:lnTo>
                      <a:pt x="3136010" y="2931059"/>
                    </a:lnTo>
                    <a:lnTo>
                      <a:pt x="3024006" y="2965587"/>
                    </a:lnTo>
                    <a:lnTo>
                      <a:pt x="2912107" y="3001386"/>
                    </a:lnTo>
                    <a:lnTo>
                      <a:pt x="2800104" y="3038032"/>
                    </a:lnTo>
                    <a:lnTo>
                      <a:pt x="2688099" y="3066523"/>
                    </a:lnTo>
                    <a:lnTo>
                      <a:pt x="2576095" y="3085482"/>
                    </a:lnTo>
                    <a:lnTo>
                      <a:pt x="2464091" y="3101580"/>
                    </a:lnTo>
                    <a:lnTo>
                      <a:pt x="2352087" y="3122657"/>
                    </a:lnTo>
                    <a:lnTo>
                      <a:pt x="2240083" y="3148818"/>
                    </a:lnTo>
                    <a:lnTo>
                      <a:pt x="2128079" y="3168200"/>
                    </a:lnTo>
                    <a:lnTo>
                      <a:pt x="2016074" y="3166294"/>
                    </a:lnTo>
                    <a:lnTo>
                      <a:pt x="1904070" y="3160362"/>
                    </a:lnTo>
                    <a:lnTo>
                      <a:pt x="1792066" y="3151254"/>
                    </a:lnTo>
                    <a:lnTo>
                      <a:pt x="1680062" y="3131872"/>
                    </a:lnTo>
                    <a:lnTo>
                      <a:pt x="1568058" y="3093213"/>
                    </a:lnTo>
                    <a:lnTo>
                      <a:pt x="1456054" y="3025428"/>
                    </a:lnTo>
                    <a:lnTo>
                      <a:pt x="1344050" y="2939003"/>
                    </a:lnTo>
                    <a:lnTo>
                      <a:pt x="1232046" y="2841456"/>
                    </a:lnTo>
                    <a:lnTo>
                      <a:pt x="1120041" y="2732577"/>
                    </a:lnTo>
                    <a:lnTo>
                      <a:pt x="1008037" y="2612258"/>
                    </a:lnTo>
                    <a:lnTo>
                      <a:pt x="896033" y="2480820"/>
                    </a:lnTo>
                    <a:lnTo>
                      <a:pt x="784029" y="2338577"/>
                    </a:lnTo>
                    <a:lnTo>
                      <a:pt x="672025" y="2186485"/>
                    </a:lnTo>
                    <a:lnTo>
                      <a:pt x="560021" y="2025814"/>
                    </a:lnTo>
                    <a:lnTo>
                      <a:pt x="448017" y="1858682"/>
                    </a:lnTo>
                    <a:lnTo>
                      <a:pt x="336012" y="1686042"/>
                    </a:lnTo>
                    <a:lnTo>
                      <a:pt x="224008" y="1508107"/>
                    </a:lnTo>
                    <a:lnTo>
                      <a:pt x="112004" y="1324558"/>
                    </a:lnTo>
                    <a:lnTo>
                      <a:pt x="0" y="1135290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37FDC88-9B51-DBEC-1FD8-5E5FD2BE1DA7}"/>
                  </a:ext>
                </a:extLst>
              </p:cNvPr>
              <p:cNvSpPr/>
              <p:nvPr/>
            </p:nvSpPr>
            <p:spPr>
              <a:xfrm>
                <a:off x="1831047" y="971481"/>
                <a:ext cx="8848221" cy="2610351"/>
              </a:xfrm>
              <a:custGeom>
                <a:avLst/>
                <a:gdLst>
                  <a:gd name="connsiteX0" fmla="*/ 0 w 8848221"/>
                  <a:gd name="connsiteY0" fmla="*/ 0 h 2610351"/>
                  <a:gd name="connsiteX1" fmla="*/ 112004 w 8848221"/>
                  <a:gd name="connsiteY1" fmla="*/ 318059 h 2610351"/>
                  <a:gd name="connsiteX2" fmla="*/ 224008 w 8848221"/>
                  <a:gd name="connsiteY2" fmla="*/ 614194 h 2610351"/>
                  <a:gd name="connsiteX3" fmla="*/ 336012 w 8848221"/>
                  <a:gd name="connsiteY3" fmla="*/ 887346 h 2610351"/>
                  <a:gd name="connsiteX4" fmla="*/ 448017 w 8848221"/>
                  <a:gd name="connsiteY4" fmla="*/ 1136985 h 2610351"/>
                  <a:gd name="connsiteX5" fmla="*/ 560021 w 8848221"/>
                  <a:gd name="connsiteY5" fmla="*/ 1362793 h 2610351"/>
                  <a:gd name="connsiteX6" fmla="*/ 672025 w 8848221"/>
                  <a:gd name="connsiteY6" fmla="*/ 1564983 h 2610351"/>
                  <a:gd name="connsiteX7" fmla="*/ 784029 w 8848221"/>
                  <a:gd name="connsiteY7" fmla="*/ 1743977 h 2610351"/>
                  <a:gd name="connsiteX8" fmla="*/ 896033 w 8848221"/>
                  <a:gd name="connsiteY8" fmla="*/ 1901683 h 2610351"/>
                  <a:gd name="connsiteX9" fmla="*/ 1008037 w 8848221"/>
                  <a:gd name="connsiteY9" fmla="*/ 2040218 h 2610351"/>
                  <a:gd name="connsiteX10" fmla="*/ 1120041 w 8848221"/>
                  <a:gd name="connsiteY10" fmla="*/ 2162125 h 2610351"/>
                  <a:gd name="connsiteX11" fmla="*/ 1232046 w 8848221"/>
                  <a:gd name="connsiteY11" fmla="*/ 2269098 h 2610351"/>
                  <a:gd name="connsiteX12" fmla="*/ 1344050 w 8848221"/>
                  <a:gd name="connsiteY12" fmla="*/ 2363149 h 2610351"/>
                  <a:gd name="connsiteX13" fmla="*/ 1456054 w 8848221"/>
                  <a:gd name="connsiteY13" fmla="*/ 2445656 h 2610351"/>
                  <a:gd name="connsiteX14" fmla="*/ 1568058 w 8848221"/>
                  <a:gd name="connsiteY14" fmla="*/ 2512382 h 2610351"/>
                  <a:gd name="connsiteX15" fmla="*/ 1680062 w 8848221"/>
                  <a:gd name="connsiteY15" fmla="*/ 2555277 h 2610351"/>
                  <a:gd name="connsiteX16" fmla="*/ 1792066 w 8848221"/>
                  <a:gd name="connsiteY16" fmla="*/ 2579213 h 2610351"/>
                  <a:gd name="connsiteX17" fmla="*/ 1904070 w 8848221"/>
                  <a:gd name="connsiteY17" fmla="*/ 2591076 h 2610351"/>
                  <a:gd name="connsiteX18" fmla="*/ 2016074 w 8848221"/>
                  <a:gd name="connsiteY18" fmla="*/ 2599337 h 2610351"/>
                  <a:gd name="connsiteX19" fmla="*/ 2128079 w 8848221"/>
                  <a:gd name="connsiteY19" fmla="*/ 2610352 h 2610351"/>
                  <a:gd name="connsiteX20" fmla="*/ 2240083 w 8848221"/>
                  <a:gd name="connsiteY20" fmla="*/ 2609611 h 2610351"/>
                  <a:gd name="connsiteX21" fmla="*/ 2352087 w 8848221"/>
                  <a:gd name="connsiteY21" fmla="*/ 2596160 h 2610351"/>
                  <a:gd name="connsiteX22" fmla="*/ 2464091 w 8848221"/>
                  <a:gd name="connsiteY22" fmla="*/ 2578578 h 2610351"/>
                  <a:gd name="connsiteX23" fmla="*/ 2576095 w 8848221"/>
                  <a:gd name="connsiteY23" fmla="*/ 2568622 h 2610351"/>
                  <a:gd name="connsiteX24" fmla="*/ 2688099 w 8848221"/>
                  <a:gd name="connsiteY24" fmla="*/ 2554430 h 2610351"/>
                  <a:gd name="connsiteX25" fmla="*/ 2800104 w 8848221"/>
                  <a:gd name="connsiteY25" fmla="*/ 2528587 h 2610351"/>
                  <a:gd name="connsiteX26" fmla="*/ 2912107 w 8848221"/>
                  <a:gd name="connsiteY26" fmla="*/ 2486963 h 2610351"/>
                  <a:gd name="connsiteX27" fmla="*/ 3024006 w 8848221"/>
                  <a:gd name="connsiteY27" fmla="*/ 2436547 h 2610351"/>
                  <a:gd name="connsiteX28" fmla="*/ 3136010 w 8848221"/>
                  <a:gd name="connsiteY28" fmla="*/ 2392487 h 2610351"/>
                  <a:gd name="connsiteX29" fmla="*/ 3248014 w 8848221"/>
                  <a:gd name="connsiteY29" fmla="*/ 2345885 h 2610351"/>
                  <a:gd name="connsiteX30" fmla="*/ 3360018 w 8848221"/>
                  <a:gd name="connsiteY30" fmla="*/ 2285197 h 2610351"/>
                  <a:gd name="connsiteX31" fmla="*/ 3472022 w 8848221"/>
                  <a:gd name="connsiteY31" fmla="*/ 2213069 h 2610351"/>
                  <a:gd name="connsiteX32" fmla="*/ 3584026 w 8848221"/>
                  <a:gd name="connsiteY32" fmla="*/ 2137341 h 2610351"/>
                  <a:gd name="connsiteX33" fmla="*/ 3696031 w 8848221"/>
                  <a:gd name="connsiteY33" fmla="*/ 2070615 h 2610351"/>
                  <a:gd name="connsiteX34" fmla="*/ 3808035 w 8848221"/>
                  <a:gd name="connsiteY34" fmla="*/ 2024331 h 2610351"/>
                  <a:gd name="connsiteX35" fmla="*/ 3920039 w 8848221"/>
                  <a:gd name="connsiteY35" fmla="*/ 1984296 h 2610351"/>
                  <a:gd name="connsiteX36" fmla="*/ 4032043 w 8848221"/>
                  <a:gd name="connsiteY36" fmla="*/ 1943731 h 2610351"/>
                  <a:gd name="connsiteX37" fmla="*/ 4144047 w 8848221"/>
                  <a:gd name="connsiteY37" fmla="*/ 1902848 h 2610351"/>
                  <a:gd name="connsiteX38" fmla="*/ 4256051 w 8848221"/>
                  <a:gd name="connsiteY38" fmla="*/ 1865778 h 2610351"/>
                  <a:gd name="connsiteX39" fmla="*/ 4368056 w 8848221"/>
                  <a:gd name="connsiteY39" fmla="*/ 1839300 h 2610351"/>
                  <a:gd name="connsiteX40" fmla="*/ 4480060 w 8848221"/>
                  <a:gd name="connsiteY40" fmla="*/ 1826696 h 2610351"/>
                  <a:gd name="connsiteX41" fmla="*/ 4592064 w 8848221"/>
                  <a:gd name="connsiteY41" fmla="*/ 1823730 h 2610351"/>
                  <a:gd name="connsiteX42" fmla="*/ 4704068 w 8848221"/>
                  <a:gd name="connsiteY42" fmla="*/ 1827225 h 2610351"/>
                  <a:gd name="connsiteX43" fmla="*/ 4816072 w 8848221"/>
                  <a:gd name="connsiteY43" fmla="*/ 1833792 h 2610351"/>
                  <a:gd name="connsiteX44" fmla="*/ 4928076 w 8848221"/>
                  <a:gd name="connsiteY44" fmla="*/ 1840570 h 2610351"/>
                  <a:gd name="connsiteX45" fmla="*/ 5040081 w 8848221"/>
                  <a:gd name="connsiteY45" fmla="*/ 1845443 h 2610351"/>
                  <a:gd name="connsiteX46" fmla="*/ 5152084 w 8848221"/>
                  <a:gd name="connsiteY46" fmla="*/ 1848090 h 2610351"/>
                  <a:gd name="connsiteX47" fmla="*/ 5264088 w 8848221"/>
                  <a:gd name="connsiteY47" fmla="*/ 1849679 h 2610351"/>
                  <a:gd name="connsiteX48" fmla="*/ 5376093 w 8848221"/>
                  <a:gd name="connsiteY48" fmla="*/ 1853068 h 2610351"/>
                  <a:gd name="connsiteX49" fmla="*/ 5488097 w 8848221"/>
                  <a:gd name="connsiteY49" fmla="*/ 1861541 h 2610351"/>
                  <a:gd name="connsiteX50" fmla="*/ 5600101 w 8848221"/>
                  <a:gd name="connsiteY50" fmla="*/ 1878593 h 2610351"/>
                  <a:gd name="connsiteX51" fmla="*/ 5712105 w 8848221"/>
                  <a:gd name="connsiteY51" fmla="*/ 1907826 h 2610351"/>
                  <a:gd name="connsiteX52" fmla="*/ 5824109 w 8848221"/>
                  <a:gd name="connsiteY52" fmla="*/ 1959406 h 2610351"/>
                  <a:gd name="connsiteX53" fmla="*/ 5936114 w 8848221"/>
                  <a:gd name="connsiteY53" fmla="*/ 2028462 h 2610351"/>
                  <a:gd name="connsiteX54" fmla="*/ 6048118 w 8848221"/>
                  <a:gd name="connsiteY54" fmla="*/ 2104720 h 2610351"/>
                  <a:gd name="connsiteX55" fmla="*/ 6160121 w 8848221"/>
                  <a:gd name="connsiteY55" fmla="*/ 2178118 h 2610351"/>
                  <a:gd name="connsiteX56" fmla="*/ 6272126 w 8848221"/>
                  <a:gd name="connsiteY56" fmla="*/ 2241137 h 2610351"/>
                  <a:gd name="connsiteX57" fmla="*/ 6384130 w 8848221"/>
                  <a:gd name="connsiteY57" fmla="*/ 2289857 h 2610351"/>
                  <a:gd name="connsiteX58" fmla="*/ 6496134 w 8848221"/>
                  <a:gd name="connsiteY58" fmla="*/ 2324067 h 2610351"/>
                  <a:gd name="connsiteX59" fmla="*/ 6608138 w 8848221"/>
                  <a:gd name="connsiteY59" fmla="*/ 2347792 h 2610351"/>
                  <a:gd name="connsiteX60" fmla="*/ 6720143 w 8848221"/>
                  <a:gd name="connsiteY60" fmla="*/ 2367386 h 2610351"/>
                  <a:gd name="connsiteX61" fmla="*/ 6832147 w 8848221"/>
                  <a:gd name="connsiteY61" fmla="*/ 2377765 h 2610351"/>
                  <a:gd name="connsiteX62" fmla="*/ 6944151 w 8848221"/>
                  <a:gd name="connsiteY62" fmla="*/ 2383485 h 2610351"/>
                  <a:gd name="connsiteX63" fmla="*/ 7056154 w 8848221"/>
                  <a:gd name="connsiteY63" fmla="*/ 2384544 h 2610351"/>
                  <a:gd name="connsiteX64" fmla="*/ 7168159 w 8848221"/>
                  <a:gd name="connsiteY64" fmla="*/ 2381896 h 2610351"/>
                  <a:gd name="connsiteX65" fmla="*/ 7280163 w 8848221"/>
                  <a:gd name="connsiteY65" fmla="*/ 2374694 h 2610351"/>
                  <a:gd name="connsiteX66" fmla="*/ 7392167 w 8848221"/>
                  <a:gd name="connsiteY66" fmla="*/ 2364844 h 2610351"/>
                  <a:gd name="connsiteX67" fmla="*/ 7504171 w 8848221"/>
                  <a:gd name="connsiteY67" fmla="*/ 2350652 h 2610351"/>
                  <a:gd name="connsiteX68" fmla="*/ 7616176 w 8848221"/>
                  <a:gd name="connsiteY68" fmla="*/ 2330634 h 2610351"/>
                  <a:gd name="connsiteX69" fmla="*/ 7728180 w 8848221"/>
                  <a:gd name="connsiteY69" fmla="*/ 2304473 h 2610351"/>
                  <a:gd name="connsiteX70" fmla="*/ 7840184 w 8848221"/>
                  <a:gd name="connsiteY70" fmla="*/ 2271322 h 2610351"/>
                  <a:gd name="connsiteX71" fmla="*/ 7952188 w 8848221"/>
                  <a:gd name="connsiteY71" fmla="*/ 2228533 h 2610351"/>
                  <a:gd name="connsiteX72" fmla="*/ 8064192 w 8848221"/>
                  <a:gd name="connsiteY72" fmla="*/ 2174729 h 2610351"/>
                  <a:gd name="connsiteX73" fmla="*/ 8176196 w 8848221"/>
                  <a:gd name="connsiteY73" fmla="*/ 2109168 h 2610351"/>
                  <a:gd name="connsiteX74" fmla="*/ 8288200 w 8848221"/>
                  <a:gd name="connsiteY74" fmla="*/ 2031321 h 2610351"/>
                  <a:gd name="connsiteX75" fmla="*/ 8400204 w 8848221"/>
                  <a:gd name="connsiteY75" fmla="*/ 1941824 h 2610351"/>
                  <a:gd name="connsiteX76" fmla="*/ 8512208 w 8848221"/>
                  <a:gd name="connsiteY76" fmla="*/ 1840570 h 2610351"/>
                  <a:gd name="connsiteX77" fmla="*/ 8624213 w 8848221"/>
                  <a:gd name="connsiteY77" fmla="*/ 1727772 h 2610351"/>
                  <a:gd name="connsiteX78" fmla="*/ 8736217 w 8848221"/>
                  <a:gd name="connsiteY78" fmla="*/ 1603747 h 2610351"/>
                  <a:gd name="connsiteX79" fmla="*/ 8848221 w 8848221"/>
                  <a:gd name="connsiteY79" fmla="*/ 1468707 h 2610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2610351">
                    <a:moveTo>
                      <a:pt x="0" y="0"/>
                    </a:moveTo>
                    <a:lnTo>
                      <a:pt x="112004" y="318059"/>
                    </a:lnTo>
                    <a:lnTo>
                      <a:pt x="224008" y="614194"/>
                    </a:lnTo>
                    <a:lnTo>
                      <a:pt x="336012" y="887346"/>
                    </a:lnTo>
                    <a:lnTo>
                      <a:pt x="448017" y="1136985"/>
                    </a:lnTo>
                    <a:lnTo>
                      <a:pt x="560021" y="1362793"/>
                    </a:lnTo>
                    <a:lnTo>
                      <a:pt x="672025" y="1564983"/>
                    </a:lnTo>
                    <a:lnTo>
                      <a:pt x="784029" y="1743977"/>
                    </a:lnTo>
                    <a:lnTo>
                      <a:pt x="896033" y="1901683"/>
                    </a:lnTo>
                    <a:lnTo>
                      <a:pt x="1008037" y="2040218"/>
                    </a:lnTo>
                    <a:lnTo>
                      <a:pt x="1120041" y="2162125"/>
                    </a:lnTo>
                    <a:lnTo>
                      <a:pt x="1232046" y="2269098"/>
                    </a:lnTo>
                    <a:lnTo>
                      <a:pt x="1344050" y="2363149"/>
                    </a:lnTo>
                    <a:lnTo>
                      <a:pt x="1456054" y="2445656"/>
                    </a:lnTo>
                    <a:lnTo>
                      <a:pt x="1568058" y="2512382"/>
                    </a:lnTo>
                    <a:lnTo>
                      <a:pt x="1680062" y="2555277"/>
                    </a:lnTo>
                    <a:lnTo>
                      <a:pt x="1792066" y="2579213"/>
                    </a:lnTo>
                    <a:lnTo>
                      <a:pt x="1904070" y="2591076"/>
                    </a:lnTo>
                    <a:lnTo>
                      <a:pt x="2016074" y="2599337"/>
                    </a:lnTo>
                    <a:lnTo>
                      <a:pt x="2128079" y="2610352"/>
                    </a:lnTo>
                    <a:lnTo>
                      <a:pt x="2240083" y="2609611"/>
                    </a:lnTo>
                    <a:lnTo>
                      <a:pt x="2352087" y="2596160"/>
                    </a:lnTo>
                    <a:lnTo>
                      <a:pt x="2464091" y="2578578"/>
                    </a:lnTo>
                    <a:lnTo>
                      <a:pt x="2576095" y="2568622"/>
                    </a:lnTo>
                    <a:lnTo>
                      <a:pt x="2688099" y="2554430"/>
                    </a:lnTo>
                    <a:lnTo>
                      <a:pt x="2800104" y="2528587"/>
                    </a:lnTo>
                    <a:lnTo>
                      <a:pt x="2912107" y="2486963"/>
                    </a:lnTo>
                    <a:lnTo>
                      <a:pt x="3024006" y="2436547"/>
                    </a:lnTo>
                    <a:lnTo>
                      <a:pt x="3136010" y="2392487"/>
                    </a:lnTo>
                    <a:lnTo>
                      <a:pt x="3248014" y="2345885"/>
                    </a:lnTo>
                    <a:lnTo>
                      <a:pt x="3360018" y="2285197"/>
                    </a:lnTo>
                    <a:lnTo>
                      <a:pt x="3472022" y="2213069"/>
                    </a:lnTo>
                    <a:lnTo>
                      <a:pt x="3584026" y="2137341"/>
                    </a:lnTo>
                    <a:lnTo>
                      <a:pt x="3696031" y="2070615"/>
                    </a:lnTo>
                    <a:lnTo>
                      <a:pt x="3808035" y="2024331"/>
                    </a:lnTo>
                    <a:lnTo>
                      <a:pt x="3920039" y="1984296"/>
                    </a:lnTo>
                    <a:lnTo>
                      <a:pt x="4032043" y="1943731"/>
                    </a:lnTo>
                    <a:lnTo>
                      <a:pt x="4144047" y="1902848"/>
                    </a:lnTo>
                    <a:lnTo>
                      <a:pt x="4256051" y="1865778"/>
                    </a:lnTo>
                    <a:lnTo>
                      <a:pt x="4368056" y="1839300"/>
                    </a:lnTo>
                    <a:lnTo>
                      <a:pt x="4480060" y="1826696"/>
                    </a:lnTo>
                    <a:lnTo>
                      <a:pt x="4592064" y="1823730"/>
                    </a:lnTo>
                    <a:lnTo>
                      <a:pt x="4704068" y="1827225"/>
                    </a:lnTo>
                    <a:lnTo>
                      <a:pt x="4816072" y="1833792"/>
                    </a:lnTo>
                    <a:lnTo>
                      <a:pt x="4928076" y="1840570"/>
                    </a:lnTo>
                    <a:lnTo>
                      <a:pt x="5040081" y="1845443"/>
                    </a:lnTo>
                    <a:lnTo>
                      <a:pt x="5152084" y="1848090"/>
                    </a:lnTo>
                    <a:lnTo>
                      <a:pt x="5264088" y="1849679"/>
                    </a:lnTo>
                    <a:lnTo>
                      <a:pt x="5376093" y="1853068"/>
                    </a:lnTo>
                    <a:lnTo>
                      <a:pt x="5488097" y="1861541"/>
                    </a:lnTo>
                    <a:lnTo>
                      <a:pt x="5600101" y="1878593"/>
                    </a:lnTo>
                    <a:lnTo>
                      <a:pt x="5712105" y="1907826"/>
                    </a:lnTo>
                    <a:lnTo>
                      <a:pt x="5824109" y="1959406"/>
                    </a:lnTo>
                    <a:lnTo>
                      <a:pt x="5936114" y="2028462"/>
                    </a:lnTo>
                    <a:lnTo>
                      <a:pt x="6048118" y="2104720"/>
                    </a:lnTo>
                    <a:lnTo>
                      <a:pt x="6160121" y="2178118"/>
                    </a:lnTo>
                    <a:lnTo>
                      <a:pt x="6272126" y="2241137"/>
                    </a:lnTo>
                    <a:lnTo>
                      <a:pt x="6384130" y="2289857"/>
                    </a:lnTo>
                    <a:lnTo>
                      <a:pt x="6496134" y="2324067"/>
                    </a:lnTo>
                    <a:lnTo>
                      <a:pt x="6608138" y="2347792"/>
                    </a:lnTo>
                    <a:lnTo>
                      <a:pt x="6720143" y="2367386"/>
                    </a:lnTo>
                    <a:lnTo>
                      <a:pt x="6832147" y="2377765"/>
                    </a:lnTo>
                    <a:lnTo>
                      <a:pt x="6944151" y="2383485"/>
                    </a:lnTo>
                    <a:lnTo>
                      <a:pt x="7056154" y="2384544"/>
                    </a:lnTo>
                    <a:lnTo>
                      <a:pt x="7168159" y="2381896"/>
                    </a:lnTo>
                    <a:lnTo>
                      <a:pt x="7280163" y="2374694"/>
                    </a:lnTo>
                    <a:lnTo>
                      <a:pt x="7392167" y="2364844"/>
                    </a:lnTo>
                    <a:lnTo>
                      <a:pt x="7504171" y="2350652"/>
                    </a:lnTo>
                    <a:lnTo>
                      <a:pt x="7616176" y="2330634"/>
                    </a:lnTo>
                    <a:lnTo>
                      <a:pt x="7728180" y="2304473"/>
                    </a:lnTo>
                    <a:lnTo>
                      <a:pt x="7840184" y="2271322"/>
                    </a:lnTo>
                    <a:lnTo>
                      <a:pt x="7952188" y="2228533"/>
                    </a:lnTo>
                    <a:lnTo>
                      <a:pt x="8064192" y="2174729"/>
                    </a:lnTo>
                    <a:lnTo>
                      <a:pt x="8176196" y="2109168"/>
                    </a:lnTo>
                    <a:lnTo>
                      <a:pt x="8288200" y="2031321"/>
                    </a:lnTo>
                    <a:lnTo>
                      <a:pt x="8400204" y="1941824"/>
                    </a:lnTo>
                    <a:lnTo>
                      <a:pt x="8512208" y="1840570"/>
                    </a:lnTo>
                    <a:lnTo>
                      <a:pt x="8624213" y="1727772"/>
                    </a:lnTo>
                    <a:lnTo>
                      <a:pt x="8736217" y="1603747"/>
                    </a:lnTo>
                    <a:lnTo>
                      <a:pt x="8848221" y="1468707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CA465E64-333A-A201-C0B9-2C441D2CD8E6}"/>
                  </a:ext>
                </a:extLst>
              </p:cNvPr>
              <p:cNvSpPr/>
              <p:nvPr/>
            </p:nvSpPr>
            <p:spPr>
              <a:xfrm>
                <a:off x="1831047" y="2106771"/>
                <a:ext cx="8848221" cy="2032909"/>
              </a:xfrm>
              <a:custGeom>
                <a:avLst/>
                <a:gdLst>
                  <a:gd name="connsiteX0" fmla="*/ 8848221 w 8848221"/>
                  <a:gd name="connsiteY0" fmla="*/ 1511708 h 2032909"/>
                  <a:gd name="connsiteX1" fmla="*/ 8736217 w 8848221"/>
                  <a:gd name="connsiteY1" fmla="*/ 1507895 h 2032909"/>
                  <a:gd name="connsiteX2" fmla="*/ 8624213 w 8848221"/>
                  <a:gd name="connsiteY2" fmla="*/ 1506730 h 2032909"/>
                  <a:gd name="connsiteX3" fmla="*/ 8512208 w 8848221"/>
                  <a:gd name="connsiteY3" fmla="*/ 1508742 h 2032909"/>
                  <a:gd name="connsiteX4" fmla="*/ 8400204 w 8848221"/>
                  <a:gd name="connsiteY4" fmla="*/ 1514779 h 2032909"/>
                  <a:gd name="connsiteX5" fmla="*/ 8288200 w 8848221"/>
                  <a:gd name="connsiteY5" fmla="*/ 1525477 h 2032909"/>
                  <a:gd name="connsiteX6" fmla="*/ 8176196 w 8848221"/>
                  <a:gd name="connsiteY6" fmla="*/ 1540940 h 2032909"/>
                  <a:gd name="connsiteX7" fmla="*/ 8064192 w 8848221"/>
                  <a:gd name="connsiteY7" fmla="*/ 1560640 h 2032909"/>
                  <a:gd name="connsiteX8" fmla="*/ 7952188 w 8848221"/>
                  <a:gd name="connsiteY8" fmla="*/ 1584047 h 2032909"/>
                  <a:gd name="connsiteX9" fmla="*/ 7840184 w 8848221"/>
                  <a:gd name="connsiteY9" fmla="*/ 1610102 h 2032909"/>
                  <a:gd name="connsiteX10" fmla="*/ 7728180 w 8848221"/>
                  <a:gd name="connsiteY10" fmla="*/ 1637322 h 2032909"/>
                  <a:gd name="connsiteX11" fmla="*/ 7616176 w 8848221"/>
                  <a:gd name="connsiteY11" fmla="*/ 1664118 h 2032909"/>
                  <a:gd name="connsiteX12" fmla="*/ 7504171 w 8848221"/>
                  <a:gd name="connsiteY12" fmla="*/ 1689008 h 2032909"/>
                  <a:gd name="connsiteX13" fmla="*/ 7392167 w 8848221"/>
                  <a:gd name="connsiteY13" fmla="*/ 1710402 h 2032909"/>
                  <a:gd name="connsiteX14" fmla="*/ 7280163 w 8848221"/>
                  <a:gd name="connsiteY14" fmla="*/ 1727560 h 2032909"/>
                  <a:gd name="connsiteX15" fmla="*/ 7168159 w 8848221"/>
                  <a:gd name="connsiteY15" fmla="*/ 1741329 h 2032909"/>
                  <a:gd name="connsiteX16" fmla="*/ 7056154 w 8848221"/>
                  <a:gd name="connsiteY16" fmla="*/ 1750120 h 2032909"/>
                  <a:gd name="connsiteX17" fmla="*/ 6944151 w 8848221"/>
                  <a:gd name="connsiteY17" fmla="*/ 1755416 h 2032909"/>
                  <a:gd name="connsiteX18" fmla="*/ 6832147 w 8848221"/>
                  <a:gd name="connsiteY18" fmla="*/ 1756157 h 2032909"/>
                  <a:gd name="connsiteX19" fmla="*/ 6720143 w 8848221"/>
                  <a:gd name="connsiteY19" fmla="*/ 1756899 h 2032909"/>
                  <a:gd name="connsiteX20" fmla="*/ 6608138 w 8848221"/>
                  <a:gd name="connsiteY20" fmla="*/ 1758381 h 2032909"/>
                  <a:gd name="connsiteX21" fmla="*/ 6496134 w 8848221"/>
                  <a:gd name="connsiteY21" fmla="*/ 1743447 h 2032909"/>
                  <a:gd name="connsiteX22" fmla="*/ 6384130 w 8848221"/>
                  <a:gd name="connsiteY22" fmla="*/ 1708390 h 2032909"/>
                  <a:gd name="connsiteX23" fmla="*/ 6272126 w 8848221"/>
                  <a:gd name="connsiteY23" fmla="*/ 1663906 h 2032909"/>
                  <a:gd name="connsiteX24" fmla="*/ 6160121 w 8848221"/>
                  <a:gd name="connsiteY24" fmla="*/ 1618575 h 2032909"/>
                  <a:gd name="connsiteX25" fmla="*/ 6048118 w 8848221"/>
                  <a:gd name="connsiteY25" fmla="*/ 1577904 h 2032909"/>
                  <a:gd name="connsiteX26" fmla="*/ 5936114 w 8848221"/>
                  <a:gd name="connsiteY26" fmla="*/ 1543270 h 2032909"/>
                  <a:gd name="connsiteX27" fmla="*/ 5824109 w 8848221"/>
                  <a:gd name="connsiteY27" fmla="*/ 1513615 h 2032909"/>
                  <a:gd name="connsiteX28" fmla="*/ 5712105 w 8848221"/>
                  <a:gd name="connsiteY28" fmla="*/ 1487666 h 2032909"/>
                  <a:gd name="connsiteX29" fmla="*/ 5600101 w 8848221"/>
                  <a:gd name="connsiteY29" fmla="*/ 1462776 h 2032909"/>
                  <a:gd name="connsiteX30" fmla="*/ 5488097 w 8848221"/>
                  <a:gd name="connsiteY30" fmla="*/ 1434921 h 2032909"/>
                  <a:gd name="connsiteX31" fmla="*/ 5376093 w 8848221"/>
                  <a:gd name="connsiteY31" fmla="*/ 1406641 h 2032909"/>
                  <a:gd name="connsiteX32" fmla="*/ 5264088 w 8848221"/>
                  <a:gd name="connsiteY32" fmla="*/ 1381434 h 2032909"/>
                  <a:gd name="connsiteX33" fmla="*/ 5152084 w 8848221"/>
                  <a:gd name="connsiteY33" fmla="*/ 1362370 h 2032909"/>
                  <a:gd name="connsiteX34" fmla="*/ 5040081 w 8848221"/>
                  <a:gd name="connsiteY34" fmla="*/ 1352202 h 2032909"/>
                  <a:gd name="connsiteX35" fmla="*/ 4928076 w 8848221"/>
                  <a:gd name="connsiteY35" fmla="*/ 1352202 h 2032909"/>
                  <a:gd name="connsiteX36" fmla="*/ 4816072 w 8848221"/>
                  <a:gd name="connsiteY36" fmla="*/ 1361734 h 2032909"/>
                  <a:gd name="connsiteX37" fmla="*/ 4704068 w 8848221"/>
                  <a:gd name="connsiteY37" fmla="*/ 1378786 h 2032909"/>
                  <a:gd name="connsiteX38" fmla="*/ 4592064 w 8848221"/>
                  <a:gd name="connsiteY38" fmla="*/ 1400287 h 2032909"/>
                  <a:gd name="connsiteX39" fmla="*/ 4480060 w 8848221"/>
                  <a:gd name="connsiteY39" fmla="*/ 1422740 h 2032909"/>
                  <a:gd name="connsiteX40" fmla="*/ 4368056 w 8848221"/>
                  <a:gd name="connsiteY40" fmla="*/ 1442864 h 2032909"/>
                  <a:gd name="connsiteX41" fmla="*/ 4256051 w 8848221"/>
                  <a:gd name="connsiteY41" fmla="*/ 1456527 h 2032909"/>
                  <a:gd name="connsiteX42" fmla="*/ 4144047 w 8848221"/>
                  <a:gd name="connsiteY42" fmla="*/ 1466589 h 2032909"/>
                  <a:gd name="connsiteX43" fmla="*/ 4032043 w 8848221"/>
                  <a:gd name="connsiteY43" fmla="*/ 1479616 h 2032909"/>
                  <a:gd name="connsiteX44" fmla="*/ 3920039 w 8848221"/>
                  <a:gd name="connsiteY44" fmla="*/ 1499528 h 2032909"/>
                  <a:gd name="connsiteX45" fmla="*/ 3808035 w 8848221"/>
                  <a:gd name="connsiteY45" fmla="*/ 1525795 h 2032909"/>
                  <a:gd name="connsiteX46" fmla="*/ 3696031 w 8848221"/>
                  <a:gd name="connsiteY46" fmla="*/ 1556298 h 2032909"/>
                  <a:gd name="connsiteX47" fmla="*/ 3584026 w 8848221"/>
                  <a:gd name="connsiteY47" fmla="*/ 1593897 h 2032909"/>
                  <a:gd name="connsiteX48" fmla="*/ 3472022 w 8848221"/>
                  <a:gd name="connsiteY48" fmla="*/ 1639864 h 2032909"/>
                  <a:gd name="connsiteX49" fmla="*/ 3360018 w 8848221"/>
                  <a:gd name="connsiteY49" fmla="*/ 1693562 h 2032909"/>
                  <a:gd name="connsiteX50" fmla="*/ 3248014 w 8848221"/>
                  <a:gd name="connsiteY50" fmla="*/ 1749167 h 2032909"/>
                  <a:gd name="connsiteX51" fmla="*/ 3136010 w 8848221"/>
                  <a:gd name="connsiteY51" fmla="*/ 1795769 h 2032909"/>
                  <a:gd name="connsiteX52" fmla="*/ 3024006 w 8848221"/>
                  <a:gd name="connsiteY52" fmla="*/ 1830297 h 2032909"/>
                  <a:gd name="connsiteX53" fmla="*/ 2912107 w 8848221"/>
                  <a:gd name="connsiteY53" fmla="*/ 1866096 h 2032909"/>
                  <a:gd name="connsiteX54" fmla="*/ 2800104 w 8848221"/>
                  <a:gd name="connsiteY54" fmla="*/ 1902742 h 2032909"/>
                  <a:gd name="connsiteX55" fmla="*/ 2688099 w 8848221"/>
                  <a:gd name="connsiteY55" fmla="*/ 1931233 h 2032909"/>
                  <a:gd name="connsiteX56" fmla="*/ 2576095 w 8848221"/>
                  <a:gd name="connsiteY56" fmla="*/ 1950191 h 2032909"/>
                  <a:gd name="connsiteX57" fmla="*/ 2464091 w 8848221"/>
                  <a:gd name="connsiteY57" fmla="*/ 1966290 h 2032909"/>
                  <a:gd name="connsiteX58" fmla="*/ 2352087 w 8848221"/>
                  <a:gd name="connsiteY58" fmla="*/ 1987367 h 2032909"/>
                  <a:gd name="connsiteX59" fmla="*/ 2240083 w 8848221"/>
                  <a:gd name="connsiteY59" fmla="*/ 2013528 h 2032909"/>
                  <a:gd name="connsiteX60" fmla="*/ 2128079 w 8848221"/>
                  <a:gd name="connsiteY60" fmla="*/ 2032910 h 2032909"/>
                  <a:gd name="connsiteX61" fmla="*/ 2016074 w 8848221"/>
                  <a:gd name="connsiteY61" fmla="*/ 2031004 h 2032909"/>
                  <a:gd name="connsiteX62" fmla="*/ 1904070 w 8848221"/>
                  <a:gd name="connsiteY62" fmla="*/ 2025072 h 2032909"/>
                  <a:gd name="connsiteX63" fmla="*/ 1792066 w 8848221"/>
                  <a:gd name="connsiteY63" fmla="*/ 2015964 h 2032909"/>
                  <a:gd name="connsiteX64" fmla="*/ 1680062 w 8848221"/>
                  <a:gd name="connsiteY64" fmla="*/ 1996582 h 2032909"/>
                  <a:gd name="connsiteX65" fmla="*/ 1568058 w 8848221"/>
                  <a:gd name="connsiteY65" fmla="*/ 1957923 h 2032909"/>
                  <a:gd name="connsiteX66" fmla="*/ 1456054 w 8848221"/>
                  <a:gd name="connsiteY66" fmla="*/ 1890138 h 2032909"/>
                  <a:gd name="connsiteX67" fmla="*/ 1344050 w 8848221"/>
                  <a:gd name="connsiteY67" fmla="*/ 1803712 h 2032909"/>
                  <a:gd name="connsiteX68" fmla="*/ 1232046 w 8848221"/>
                  <a:gd name="connsiteY68" fmla="*/ 1706166 h 2032909"/>
                  <a:gd name="connsiteX69" fmla="*/ 1120041 w 8848221"/>
                  <a:gd name="connsiteY69" fmla="*/ 1597286 h 2032909"/>
                  <a:gd name="connsiteX70" fmla="*/ 1008037 w 8848221"/>
                  <a:gd name="connsiteY70" fmla="*/ 1476968 h 2032909"/>
                  <a:gd name="connsiteX71" fmla="*/ 896033 w 8848221"/>
                  <a:gd name="connsiteY71" fmla="*/ 1345529 h 2032909"/>
                  <a:gd name="connsiteX72" fmla="*/ 784029 w 8848221"/>
                  <a:gd name="connsiteY72" fmla="*/ 1203287 h 2032909"/>
                  <a:gd name="connsiteX73" fmla="*/ 672025 w 8848221"/>
                  <a:gd name="connsiteY73" fmla="*/ 1051195 h 2032909"/>
                  <a:gd name="connsiteX74" fmla="*/ 560021 w 8848221"/>
                  <a:gd name="connsiteY74" fmla="*/ 890523 h 2032909"/>
                  <a:gd name="connsiteX75" fmla="*/ 448017 w 8848221"/>
                  <a:gd name="connsiteY75" fmla="*/ 723391 h 2032909"/>
                  <a:gd name="connsiteX76" fmla="*/ 336012 w 8848221"/>
                  <a:gd name="connsiteY76" fmla="*/ 550752 h 2032909"/>
                  <a:gd name="connsiteX77" fmla="*/ 224008 w 8848221"/>
                  <a:gd name="connsiteY77" fmla="*/ 372817 h 2032909"/>
                  <a:gd name="connsiteX78" fmla="*/ 112004 w 8848221"/>
                  <a:gd name="connsiteY78" fmla="*/ 189268 h 2032909"/>
                  <a:gd name="connsiteX79" fmla="*/ 0 w 8848221"/>
                  <a:gd name="connsiteY79" fmla="*/ 0 h 2032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2032909">
                    <a:moveTo>
                      <a:pt x="8848221" y="1511708"/>
                    </a:moveTo>
                    <a:lnTo>
                      <a:pt x="8736217" y="1507895"/>
                    </a:lnTo>
                    <a:lnTo>
                      <a:pt x="8624213" y="1506730"/>
                    </a:lnTo>
                    <a:lnTo>
                      <a:pt x="8512208" y="1508742"/>
                    </a:lnTo>
                    <a:lnTo>
                      <a:pt x="8400204" y="1514779"/>
                    </a:lnTo>
                    <a:lnTo>
                      <a:pt x="8288200" y="1525477"/>
                    </a:lnTo>
                    <a:lnTo>
                      <a:pt x="8176196" y="1540940"/>
                    </a:lnTo>
                    <a:lnTo>
                      <a:pt x="8064192" y="1560640"/>
                    </a:lnTo>
                    <a:lnTo>
                      <a:pt x="7952188" y="1584047"/>
                    </a:lnTo>
                    <a:lnTo>
                      <a:pt x="7840184" y="1610102"/>
                    </a:lnTo>
                    <a:lnTo>
                      <a:pt x="7728180" y="1637322"/>
                    </a:lnTo>
                    <a:lnTo>
                      <a:pt x="7616176" y="1664118"/>
                    </a:lnTo>
                    <a:lnTo>
                      <a:pt x="7504171" y="1689008"/>
                    </a:lnTo>
                    <a:lnTo>
                      <a:pt x="7392167" y="1710402"/>
                    </a:lnTo>
                    <a:lnTo>
                      <a:pt x="7280163" y="1727560"/>
                    </a:lnTo>
                    <a:lnTo>
                      <a:pt x="7168159" y="1741329"/>
                    </a:lnTo>
                    <a:lnTo>
                      <a:pt x="7056154" y="1750120"/>
                    </a:lnTo>
                    <a:lnTo>
                      <a:pt x="6944151" y="1755416"/>
                    </a:lnTo>
                    <a:lnTo>
                      <a:pt x="6832147" y="1756157"/>
                    </a:lnTo>
                    <a:lnTo>
                      <a:pt x="6720143" y="1756899"/>
                    </a:lnTo>
                    <a:lnTo>
                      <a:pt x="6608138" y="1758381"/>
                    </a:lnTo>
                    <a:lnTo>
                      <a:pt x="6496134" y="1743447"/>
                    </a:lnTo>
                    <a:lnTo>
                      <a:pt x="6384130" y="1708390"/>
                    </a:lnTo>
                    <a:lnTo>
                      <a:pt x="6272126" y="1663906"/>
                    </a:lnTo>
                    <a:lnTo>
                      <a:pt x="6160121" y="1618575"/>
                    </a:lnTo>
                    <a:lnTo>
                      <a:pt x="6048118" y="1577904"/>
                    </a:lnTo>
                    <a:lnTo>
                      <a:pt x="5936114" y="1543270"/>
                    </a:lnTo>
                    <a:lnTo>
                      <a:pt x="5824109" y="1513615"/>
                    </a:lnTo>
                    <a:lnTo>
                      <a:pt x="5712105" y="1487666"/>
                    </a:lnTo>
                    <a:lnTo>
                      <a:pt x="5600101" y="1462776"/>
                    </a:lnTo>
                    <a:lnTo>
                      <a:pt x="5488097" y="1434921"/>
                    </a:lnTo>
                    <a:lnTo>
                      <a:pt x="5376093" y="1406641"/>
                    </a:lnTo>
                    <a:lnTo>
                      <a:pt x="5264088" y="1381434"/>
                    </a:lnTo>
                    <a:lnTo>
                      <a:pt x="5152084" y="1362370"/>
                    </a:lnTo>
                    <a:lnTo>
                      <a:pt x="5040081" y="1352202"/>
                    </a:lnTo>
                    <a:lnTo>
                      <a:pt x="4928076" y="1352202"/>
                    </a:lnTo>
                    <a:lnTo>
                      <a:pt x="4816072" y="1361734"/>
                    </a:lnTo>
                    <a:lnTo>
                      <a:pt x="4704068" y="1378786"/>
                    </a:lnTo>
                    <a:lnTo>
                      <a:pt x="4592064" y="1400287"/>
                    </a:lnTo>
                    <a:lnTo>
                      <a:pt x="4480060" y="1422740"/>
                    </a:lnTo>
                    <a:lnTo>
                      <a:pt x="4368056" y="1442864"/>
                    </a:lnTo>
                    <a:lnTo>
                      <a:pt x="4256051" y="1456527"/>
                    </a:lnTo>
                    <a:lnTo>
                      <a:pt x="4144047" y="1466589"/>
                    </a:lnTo>
                    <a:lnTo>
                      <a:pt x="4032043" y="1479616"/>
                    </a:lnTo>
                    <a:lnTo>
                      <a:pt x="3920039" y="1499528"/>
                    </a:lnTo>
                    <a:lnTo>
                      <a:pt x="3808035" y="1525795"/>
                    </a:lnTo>
                    <a:lnTo>
                      <a:pt x="3696031" y="1556298"/>
                    </a:lnTo>
                    <a:lnTo>
                      <a:pt x="3584026" y="1593897"/>
                    </a:lnTo>
                    <a:lnTo>
                      <a:pt x="3472022" y="1639864"/>
                    </a:lnTo>
                    <a:lnTo>
                      <a:pt x="3360018" y="1693562"/>
                    </a:lnTo>
                    <a:lnTo>
                      <a:pt x="3248014" y="1749167"/>
                    </a:lnTo>
                    <a:lnTo>
                      <a:pt x="3136010" y="1795769"/>
                    </a:lnTo>
                    <a:lnTo>
                      <a:pt x="3024006" y="1830297"/>
                    </a:lnTo>
                    <a:lnTo>
                      <a:pt x="2912107" y="1866096"/>
                    </a:lnTo>
                    <a:lnTo>
                      <a:pt x="2800104" y="1902742"/>
                    </a:lnTo>
                    <a:lnTo>
                      <a:pt x="2688099" y="1931233"/>
                    </a:lnTo>
                    <a:lnTo>
                      <a:pt x="2576095" y="1950191"/>
                    </a:lnTo>
                    <a:lnTo>
                      <a:pt x="2464091" y="1966290"/>
                    </a:lnTo>
                    <a:lnTo>
                      <a:pt x="2352087" y="1987367"/>
                    </a:lnTo>
                    <a:lnTo>
                      <a:pt x="2240083" y="2013528"/>
                    </a:lnTo>
                    <a:lnTo>
                      <a:pt x="2128079" y="2032910"/>
                    </a:lnTo>
                    <a:lnTo>
                      <a:pt x="2016074" y="2031004"/>
                    </a:lnTo>
                    <a:lnTo>
                      <a:pt x="1904070" y="2025072"/>
                    </a:lnTo>
                    <a:lnTo>
                      <a:pt x="1792066" y="2015964"/>
                    </a:lnTo>
                    <a:lnTo>
                      <a:pt x="1680062" y="1996582"/>
                    </a:lnTo>
                    <a:lnTo>
                      <a:pt x="1568058" y="1957923"/>
                    </a:lnTo>
                    <a:lnTo>
                      <a:pt x="1456054" y="1890138"/>
                    </a:lnTo>
                    <a:lnTo>
                      <a:pt x="1344050" y="1803712"/>
                    </a:lnTo>
                    <a:lnTo>
                      <a:pt x="1232046" y="1706166"/>
                    </a:lnTo>
                    <a:lnTo>
                      <a:pt x="1120041" y="1597286"/>
                    </a:lnTo>
                    <a:lnTo>
                      <a:pt x="1008037" y="1476968"/>
                    </a:lnTo>
                    <a:lnTo>
                      <a:pt x="896033" y="1345529"/>
                    </a:lnTo>
                    <a:lnTo>
                      <a:pt x="784029" y="1203287"/>
                    </a:lnTo>
                    <a:lnTo>
                      <a:pt x="672025" y="1051195"/>
                    </a:lnTo>
                    <a:lnTo>
                      <a:pt x="560021" y="890523"/>
                    </a:lnTo>
                    <a:lnTo>
                      <a:pt x="448017" y="723391"/>
                    </a:lnTo>
                    <a:lnTo>
                      <a:pt x="336012" y="550752"/>
                    </a:lnTo>
                    <a:lnTo>
                      <a:pt x="224008" y="372817"/>
                    </a:lnTo>
                    <a:lnTo>
                      <a:pt x="112004" y="189268"/>
                    </a:lnTo>
                    <a:lnTo>
                      <a:pt x="0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294B6F0-6F3F-95E3-57EB-4E6460938E44}"/>
                  </a:ext>
                </a:extLst>
              </p:cNvPr>
              <p:cNvSpPr/>
              <p:nvPr/>
            </p:nvSpPr>
            <p:spPr>
              <a:xfrm>
                <a:off x="1831047" y="1539073"/>
                <a:ext cx="8848221" cy="2321736"/>
              </a:xfrm>
              <a:custGeom>
                <a:avLst/>
                <a:gdLst>
                  <a:gd name="connsiteX0" fmla="*/ 0 w 8848221"/>
                  <a:gd name="connsiteY0" fmla="*/ 0 h 2321736"/>
                  <a:gd name="connsiteX1" fmla="*/ 112004 w 8848221"/>
                  <a:gd name="connsiteY1" fmla="*/ 253770 h 2321736"/>
                  <a:gd name="connsiteX2" fmla="*/ 224008 w 8848221"/>
                  <a:gd name="connsiteY2" fmla="*/ 493558 h 2321736"/>
                  <a:gd name="connsiteX3" fmla="*/ 336012 w 8848221"/>
                  <a:gd name="connsiteY3" fmla="*/ 719155 h 2321736"/>
                  <a:gd name="connsiteX4" fmla="*/ 448017 w 8848221"/>
                  <a:gd name="connsiteY4" fmla="*/ 930241 h 2321736"/>
                  <a:gd name="connsiteX5" fmla="*/ 560021 w 8848221"/>
                  <a:gd name="connsiteY5" fmla="*/ 1126711 h 2321736"/>
                  <a:gd name="connsiteX6" fmla="*/ 672025 w 8848221"/>
                  <a:gd name="connsiteY6" fmla="*/ 1308142 h 2321736"/>
                  <a:gd name="connsiteX7" fmla="*/ 784029 w 8848221"/>
                  <a:gd name="connsiteY7" fmla="*/ 1473685 h 2321736"/>
                  <a:gd name="connsiteX8" fmla="*/ 896033 w 8848221"/>
                  <a:gd name="connsiteY8" fmla="*/ 1623659 h 2321736"/>
                  <a:gd name="connsiteX9" fmla="*/ 1008037 w 8848221"/>
                  <a:gd name="connsiteY9" fmla="*/ 1758699 h 2321736"/>
                  <a:gd name="connsiteX10" fmla="*/ 1120041 w 8848221"/>
                  <a:gd name="connsiteY10" fmla="*/ 1879759 h 2321736"/>
                  <a:gd name="connsiteX11" fmla="*/ 1232046 w 8848221"/>
                  <a:gd name="connsiteY11" fmla="*/ 1987685 h 2321736"/>
                  <a:gd name="connsiteX12" fmla="*/ 1344050 w 8848221"/>
                  <a:gd name="connsiteY12" fmla="*/ 2083537 h 2321736"/>
                  <a:gd name="connsiteX13" fmla="*/ 1456054 w 8848221"/>
                  <a:gd name="connsiteY13" fmla="*/ 2167950 h 2321736"/>
                  <a:gd name="connsiteX14" fmla="*/ 1568058 w 8848221"/>
                  <a:gd name="connsiteY14" fmla="*/ 2235206 h 2321736"/>
                  <a:gd name="connsiteX15" fmla="*/ 1680062 w 8848221"/>
                  <a:gd name="connsiteY15" fmla="*/ 2275982 h 2321736"/>
                  <a:gd name="connsiteX16" fmla="*/ 1792066 w 8848221"/>
                  <a:gd name="connsiteY16" fmla="*/ 2297695 h 2321736"/>
                  <a:gd name="connsiteX17" fmla="*/ 1904070 w 8848221"/>
                  <a:gd name="connsiteY17" fmla="*/ 2308074 h 2321736"/>
                  <a:gd name="connsiteX18" fmla="*/ 2016074 w 8848221"/>
                  <a:gd name="connsiteY18" fmla="*/ 2315170 h 2321736"/>
                  <a:gd name="connsiteX19" fmla="*/ 2128079 w 8848221"/>
                  <a:gd name="connsiteY19" fmla="*/ 2321737 h 2321736"/>
                  <a:gd name="connsiteX20" fmla="*/ 2240083 w 8848221"/>
                  <a:gd name="connsiteY20" fmla="*/ 2311569 h 2321736"/>
                  <a:gd name="connsiteX21" fmla="*/ 2352087 w 8848221"/>
                  <a:gd name="connsiteY21" fmla="*/ 2291763 h 2321736"/>
                  <a:gd name="connsiteX22" fmla="*/ 2464091 w 8848221"/>
                  <a:gd name="connsiteY22" fmla="*/ 2272487 h 2321736"/>
                  <a:gd name="connsiteX23" fmla="*/ 2576095 w 8848221"/>
                  <a:gd name="connsiteY23" fmla="*/ 2259460 h 2321736"/>
                  <a:gd name="connsiteX24" fmla="*/ 2688099 w 8848221"/>
                  <a:gd name="connsiteY24" fmla="*/ 2242831 h 2321736"/>
                  <a:gd name="connsiteX25" fmla="*/ 2800104 w 8848221"/>
                  <a:gd name="connsiteY25" fmla="*/ 2215717 h 2321736"/>
                  <a:gd name="connsiteX26" fmla="*/ 2912107 w 8848221"/>
                  <a:gd name="connsiteY26" fmla="*/ 2176529 h 2321736"/>
                  <a:gd name="connsiteX27" fmla="*/ 3024006 w 8848221"/>
                  <a:gd name="connsiteY27" fmla="*/ 2133528 h 2321736"/>
                  <a:gd name="connsiteX28" fmla="*/ 3136010 w 8848221"/>
                  <a:gd name="connsiteY28" fmla="*/ 2094234 h 2321736"/>
                  <a:gd name="connsiteX29" fmla="*/ 3248014 w 8848221"/>
                  <a:gd name="connsiteY29" fmla="*/ 2047632 h 2321736"/>
                  <a:gd name="connsiteX30" fmla="*/ 3360018 w 8848221"/>
                  <a:gd name="connsiteY30" fmla="*/ 1989485 h 2321736"/>
                  <a:gd name="connsiteX31" fmla="*/ 3472022 w 8848221"/>
                  <a:gd name="connsiteY31" fmla="*/ 1926572 h 2321736"/>
                  <a:gd name="connsiteX32" fmla="*/ 3584026 w 8848221"/>
                  <a:gd name="connsiteY32" fmla="*/ 1865672 h 2321736"/>
                  <a:gd name="connsiteX33" fmla="*/ 3696031 w 8848221"/>
                  <a:gd name="connsiteY33" fmla="*/ 1813457 h 2321736"/>
                  <a:gd name="connsiteX34" fmla="*/ 3808035 w 8848221"/>
                  <a:gd name="connsiteY34" fmla="*/ 1775116 h 2321736"/>
                  <a:gd name="connsiteX35" fmla="*/ 3920039 w 8848221"/>
                  <a:gd name="connsiteY35" fmla="*/ 1741965 h 2321736"/>
                  <a:gd name="connsiteX36" fmla="*/ 4032043 w 8848221"/>
                  <a:gd name="connsiteY36" fmla="*/ 1711779 h 2321736"/>
                  <a:gd name="connsiteX37" fmla="*/ 4144047 w 8848221"/>
                  <a:gd name="connsiteY37" fmla="*/ 1684771 h 2321736"/>
                  <a:gd name="connsiteX38" fmla="*/ 4256051 w 8848221"/>
                  <a:gd name="connsiteY38" fmla="*/ 1661152 h 2321736"/>
                  <a:gd name="connsiteX39" fmla="*/ 4368056 w 8848221"/>
                  <a:gd name="connsiteY39" fmla="*/ 1641135 h 2321736"/>
                  <a:gd name="connsiteX40" fmla="*/ 4480060 w 8848221"/>
                  <a:gd name="connsiteY40" fmla="*/ 1624718 h 2321736"/>
                  <a:gd name="connsiteX41" fmla="*/ 4592064 w 8848221"/>
                  <a:gd name="connsiteY41" fmla="*/ 1612008 h 2321736"/>
                  <a:gd name="connsiteX42" fmla="*/ 4704068 w 8848221"/>
                  <a:gd name="connsiteY42" fmla="*/ 1603112 h 2321736"/>
                  <a:gd name="connsiteX43" fmla="*/ 4816072 w 8848221"/>
                  <a:gd name="connsiteY43" fmla="*/ 1597816 h 2321736"/>
                  <a:gd name="connsiteX44" fmla="*/ 4928076 w 8848221"/>
                  <a:gd name="connsiteY44" fmla="*/ 1596439 h 2321736"/>
                  <a:gd name="connsiteX45" fmla="*/ 5040081 w 8848221"/>
                  <a:gd name="connsiteY45" fmla="*/ 1598875 h 2321736"/>
                  <a:gd name="connsiteX46" fmla="*/ 5152084 w 8848221"/>
                  <a:gd name="connsiteY46" fmla="*/ 1605336 h 2321736"/>
                  <a:gd name="connsiteX47" fmla="*/ 5264088 w 8848221"/>
                  <a:gd name="connsiteY47" fmla="*/ 1615610 h 2321736"/>
                  <a:gd name="connsiteX48" fmla="*/ 5376093 w 8848221"/>
                  <a:gd name="connsiteY48" fmla="*/ 1629908 h 2321736"/>
                  <a:gd name="connsiteX49" fmla="*/ 5488097 w 8848221"/>
                  <a:gd name="connsiteY49" fmla="*/ 1648337 h 2321736"/>
                  <a:gd name="connsiteX50" fmla="*/ 5600101 w 8848221"/>
                  <a:gd name="connsiteY50" fmla="*/ 1670791 h 2321736"/>
                  <a:gd name="connsiteX51" fmla="*/ 5712105 w 8848221"/>
                  <a:gd name="connsiteY51" fmla="*/ 1697799 h 2321736"/>
                  <a:gd name="connsiteX52" fmla="*/ 5824109 w 8848221"/>
                  <a:gd name="connsiteY52" fmla="*/ 1736563 h 2321736"/>
                  <a:gd name="connsiteX53" fmla="*/ 5936114 w 8848221"/>
                  <a:gd name="connsiteY53" fmla="*/ 1785919 h 2321736"/>
                  <a:gd name="connsiteX54" fmla="*/ 6048118 w 8848221"/>
                  <a:gd name="connsiteY54" fmla="*/ 1841418 h 2321736"/>
                  <a:gd name="connsiteX55" fmla="*/ 6160121 w 8848221"/>
                  <a:gd name="connsiteY55" fmla="*/ 1898399 h 2321736"/>
                  <a:gd name="connsiteX56" fmla="*/ 6272126 w 8848221"/>
                  <a:gd name="connsiteY56" fmla="*/ 1952521 h 2321736"/>
                  <a:gd name="connsiteX57" fmla="*/ 6384130 w 8848221"/>
                  <a:gd name="connsiteY57" fmla="*/ 1999123 h 2321736"/>
                  <a:gd name="connsiteX58" fmla="*/ 6496134 w 8848221"/>
                  <a:gd name="connsiteY58" fmla="*/ 2033757 h 2321736"/>
                  <a:gd name="connsiteX59" fmla="*/ 6608138 w 8848221"/>
                  <a:gd name="connsiteY59" fmla="*/ 2053140 h 2321736"/>
                  <a:gd name="connsiteX60" fmla="*/ 6720143 w 8848221"/>
                  <a:gd name="connsiteY60" fmla="*/ 2062248 h 2321736"/>
                  <a:gd name="connsiteX61" fmla="*/ 6832147 w 8848221"/>
                  <a:gd name="connsiteY61" fmla="*/ 2067014 h 2321736"/>
                  <a:gd name="connsiteX62" fmla="*/ 6944151 w 8848221"/>
                  <a:gd name="connsiteY62" fmla="*/ 2069556 h 2321736"/>
                  <a:gd name="connsiteX63" fmla="*/ 7056154 w 8848221"/>
                  <a:gd name="connsiteY63" fmla="*/ 2067332 h 2321736"/>
                  <a:gd name="connsiteX64" fmla="*/ 7168159 w 8848221"/>
                  <a:gd name="connsiteY64" fmla="*/ 2061719 h 2321736"/>
                  <a:gd name="connsiteX65" fmla="*/ 7280163 w 8848221"/>
                  <a:gd name="connsiteY65" fmla="*/ 2051127 h 2321736"/>
                  <a:gd name="connsiteX66" fmla="*/ 7392167 w 8848221"/>
                  <a:gd name="connsiteY66" fmla="*/ 2037676 h 2321736"/>
                  <a:gd name="connsiteX67" fmla="*/ 7504171 w 8848221"/>
                  <a:gd name="connsiteY67" fmla="*/ 2019882 h 2321736"/>
                  <a:gd name="connsiteX68" fmla="*/ 7616176 w 8848221"/>
                  <a:gd name="connsiteY68" fmla="*/ 1997429 h 2321736"/>
                  <a:gd name="connsiteX69" fmla="*/ 7728180 w 8848221"/>
                  <a:gd name="connsiteY69" fmla="*/ 1970950 h 2321736"/>
                  <a:gd name="connsiteX70" fmla="*/ 7840184 w 8848221"/>
                  <a:gd name="connsiteY70" fmla="*/ 1940765 h 2321736"/>
                  <a:gd name="connsiteX71" fmla="*/ 7952188 w 8848221"/>
                  <a:gd name="connsiteY71" fmla="*/ 1906343 h 2321736"/>
                  <a:gd name="connsiteX72" fmla="*/ 8064192 w 8848221"/>
                  <a:gd name="connsiteY72" fmla="*/ 1867790 h 2321736"/>
                  <a:gd name="connsiteX73" fmla="*/ 8176196 w 8848221"/>
                  <a:gd name="connsiteY73" fmla="*/ 1825107 h 2321736"/>
                  <a:gd name="connsiteX74" fmla="*/ 8288200 w 8848221"/>
                  <a:gd name="connsiteY74" fmla="*/ 1778505 h 2321736"/>
                  <a:gd name="connsiteX75" fmla="*/ 8400204 w 8848221"/>
                  <a:gd name="connsiteY75" fmla="*/ 1728302 h 2321736"/>
                  <a:gd name="connsiteX76" fmla="*/ 8512208 w 8848221"/>
                  <a:gd name="connsiteY76" fmla="*/ 1674709 h 2321736"/>
                  <a:gd name="connsiteX77" fmla="*/ 8624213 w 8848221"/>
                  <a:gd name="connsiteY77" fmla="*/ 1617304 h 2321736"/>
                  <a:gd name="connsiteX78" fmla="*/ 8736217 w 8848221"/>
                  <a:gd name="connsiteY78" fmla="*/ 1555874 h 2321736"/>
                  <a:gd name="connsiteX79" fmla="*/ 8848221 w 8848221"/>
                  <a:gd name="connsiteY79" fmla="*/ 1490207 h 2321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2321736">
                    <a:moveTo>
                      <a:pt x="0" y="0"/>
                    </a:moveTo>
                    <a:lnTo>
                      <a:pt x="112004" y="253770"/>
                    </a:lnTo>
                    <a:lnTo>
                      <a:pt x="224008" y="493558"/>
                    </a:lnTo>
                    <a:lnTo>
                      <a:pt x="336012" y="719155"/>
                    </a:lnTo>
                    <a:lnTo>
                      <a:pt x="448017" y="930241"/>
                    </a:lnTo>
                    <a:lnTo>
                      <a:pt x="560021" y="1126711"/>
                    </a:lnTo>
                    <a:lnTo>
                      <a:pt x="672025" y="1308142"/>
                    </a:lnTo>
                    <a:lnTo>
                      <a:pt x="784029" y="1473685"/>
                    </a:lnTo>
                    <a:lnTo>
                      <a:pt x="896033" y="1623659"/>
                    </a:lnTo>
                    <a:lnTo>
                      <a:pt x="1008037" y="1758699"/>
                    </a:lnTo>
                    <a:lnTo>
                      <a:pt x="1120041" y="1879759"/>
                    </a:lnTo>
                    <a:lnTo>
                      <a:pt x="1232046" y="1987685"/>
                    </a:lnTo>
                    <a:lnTo>
                      <a:pt x="1344050" y="2083537"/>
                    </a:lnTo>
                    <a:lnTo>
                      <a:pt x="1456054" y="2167950"/>
                    </a:lnTo>
                    <a:lnTo>
                      <a:pt x="1568058" y="2235206"/>
                    </a:lnTo>
                    <a:lnTo>
                      <a:pt x="1680062" y="2275982"/>
                    </a:lnTo>
                    <a:lnTo>
                      <a:pt x="1792066" y="2297695"/>
                    </a:lnTo>
                    <a:lnTo>
                      <a:pt x="1904070" y="2308074"/>
                    </a:lnTo>
                    <a:lnTo>
                      <a:pt x="2016074" y="2315170"/>
                    </a:lnTo>
                    <a:lnTo>
                      <a:pt x="2128079" y="2321737"/>
                    </a:lnTo>
                    <a:lnTo>
                      <a:pt x="2240083" y="2311569"/>
                    </a:lnTo>
                    <a:lnTo>
                      <a:pt x="2352087" y="2291763"/>
                    </a:lnTo>
                    <a:lnTo>
                      <a:pt x="2464091" y="2272487"/>
                    </a:lnTo>
                    <a:lnTo>
                      <a:pt x="2576095" y="2259460"/>
                    </a:lnTo>
                    <a:lnTo>
                      <a:pt x="2688099" y="2242831"/>
                    </a:lnTo>
                    <a:lnTo>
                      <a:pt x="2800104" y="2215717"/>
                    </a:lnTo>
                    <a:lnTo>
                      <a:pt x="2912107" y="2176529"/>
                    </a:lnTo>
                    <a:lnTo>
                      <a:pt x="3024006" y="2133528"/>
                    </a:lnTo>
                    <a:lnTo>
                      <a:pt x="3136010" y="2094234"/>
                    </a:lnTo>
                    <a:lnTo>
                      <a:pt x="3248014" y="2047632"/>
                    </a:lnTo>
                    <a:lnTo>
                      <a:pt x="3360018" y="1989485"/>
                    </a:lnTo>
                    <a:lnTo>
                      <a:pt x="3472022" y="1926572"/>
                    </a:lnTo>
                    <a:lnTo>
                      <a:pt x="3584026" y="1865672"/>
                    </a:lnTo>
                    <a:lnTo>
                      <a:pt x="3696031" y="1813457"/>
                    </a:lnTo>
                    <a:lnTo>
                      <a:pt x="3808035" y="1775116"/>
                    </a:lnTo>
                    <a:lnTo>
                      <a:pt x="3920039" y="1741965"/>
                    </a:lnTo>
                    <a:lnTo>
                      <a:pt x="4032043" y="1711779"/>
                    </a:lnTo>
                    <a:lnTo>
                      <a:pt x="4144047" y="1684771"/>
                    </a:lnTo>
                    <a:lnTo>
                      <a:pt x="4256051" y="1661152"/>
                    </a:lnTo>
                    <a:lnTo>
                      <a:pt x="4368056" y="1641135"/>
                    </a:lnTo>
                    <a:lnTo>
                      <a:pt x="4480060" y="1624718"/>
                    </a:lnTo>
                    <a:lnTo>
                      <a:pt x="4592064" y="1612008"/>
                    </a:lnTo>
                    <a:lnTo>
                      <a:pt x="4704068" y="1603112"/>
                    </a:lnTo>
                    <a:lnTo>
                      <a:pt x="4816072" y="1597816"/>
                    </a:lnTo>
                    <a:lnTo>
                      <a:pt x="4928076" y="1596439"/>
                    </a:lnTo>
                    <a:lnTo>
                      <a:pt x="5040081" y="1598875"/>
                    </a:lnTo>
                    <a:lnTo>
                      <a:pt x="5152084" y="1605336"/>
                    </a:lnTo>
                    <a:lnTo>
                      <a:pt x="5264088" y="1615610"/>
                    </a:lnTo>
                    <a:lnTo>
                      <a:pt x="5376093" y="1629908"/>
                    </a:lnTo>
                    <a:lnTo>
                      <a:pt x="5488097" y="1648337"/>
                    </a:lnTo>
                    <a:lnTo>
                      <a:pt x="5600101" y="1670791"/>
                    </a:lnTo>
                    <a:lnTo>
                      <a:pt x="5712105" y="1697799"/>
                    </a:lnTo>
                    <a:lnTo>
                      <a:pt x="5824109" y="1736563"/>
                    </a:lnTo>
                    <a:lnTo>
                      <a:pt x="5936114" y="1785919"/>
                    </a:lnTo>
                    <a:lnTo>
                      <a:pt x="6048118" y="1841418"/>
                    </a:lnTo>
                    <a:lnTo>
                      <a:pt x="6160121" y="1898399"/>
                    </a:lnTo>
                    <a:lnTo>
                      <a:pt x="6272126" y="1952521"/>
                    </a:lnTo>
                    <a:lnTo>
                      <a:pt x="6384130" y="1999123"/>
                    </a:lnTo>
                    <a:lnTo>
                      <a:pt x="6496134" y="2033757"/>
                    </a:lnTo>
                    <a:lnTo>
                      <a:pt x="6608138" y="2053140"/>
                    </a:lnTo>
                    <a:lnTo>
                      <a:pt x="6720143" y="2062248"/>
                    </a:lnTo>
                    <a:lnTo>
                      <a:pt x="6832147" y="2067014"/>
                    </a:lnTo>
                    <a:lnTo>
                      <a:pt x="6944151" y="2069556"/>
                    </a:lnTo>
                    <a:lnTo>
                      <a:pt x="7056154" y="2067332"/>
                    </a:lnTo>
                    <a:lnTo>
                      <a:pt x="7168159" y="2061719"/>
                    </a:lnTo>
                    <a:lnTo>
                      <a:pt x="7280163" y="2051127"/>
                    </a:lnTo>
                    <a:lnTo>
                      <a:pt x="7392167" y="2037676"/>
                    </a:lnTo>
                    <a:lnTo>
                      <a:pt x="7504171" y="2019882"/>
                    </a:lnTo>
                    <a:lnTo>
                      <a:pt x="7616176" y="1997429"/>
                    </a:lnTo>
                    <a:lnTo>
                      <a:pt x="7728180" y="1970950"/>
                    </a:lnTo>
                    <a:lnTo>
                      <a:pt x="7840184" y="1940765"/>
                    </a:lnTo>
                    <a:lnTo>
                      <a:pt x="7952188" y="1906343"/>
                    </a:lnTo>
                    <a:lnTo>
                      <a:pt x="8064192" y="1867790"/>
                    </a:lnTo>
                    <a:lnTo>
                      <a:pt x="8176196" y="1825107"/>
                    </a:lnTo>
                    <a:lnTo>
                      <a:pt x="8288200" y="1778505"/>
                    </a:lnTo>
                    <a:lnTo>
                      <a:pt x="8400204" y="1728302"/>
                    </a:lnTo>
                    <a:lnTo>
                      <a:pt x="8512208" y="1674709"/>
                    </a:lnTo>
                    <a:lnTo>
                      <a:pt x="8624213" y="1617304"/>
                    </a:lnTo>
                    <a:lnTo>
                      <a:pt x="8736217" y="1555874"/>
                    </a:lnTo>
                    <a:lnTo>
                      <a:pt x="8848221" y="1490207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373BE0-9347-CF76-4FD8-317204D092BE}"/>
                  </a:ext>
                </a:extLst>
              </p:cNvPr>
              <p:cNvSpPr txBox="1"/>
              <p:nvPr/>
            </p:nvSpPr>
            <p:spPr>
              <a:xfrm>
                <a:off x="5652652" y="2369546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6" name="Content Placeholder 4">
              <a:extLst>
                <a:ext uri="{FF2B5EF4-FFF2-40B4-BE49-F238E27FC236}">
                  <a16:creationId xmlns:a16="http://schemas.microsoft.com/office/drawing/2014/main" id="{1A4AAA11-461D-C571-81A4-C14AE491C9AE}"/>
                </a:ext>
              </a:extLst>
            </p:cNvPr>
            <p:cNvGrpSpPr/>
            <p:nvPr/>
          </p:nvGrpSpPr>
          <p:grpSpPr>
            <a:xfrm>
              <a:off x="961062" y="612426"/>
              <a:ext cx="10216929" cy="5419645"/>
              <a:chOff x="961062" y="612426"/>
              <a:chExt cx="10216929" cy="541964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BC9C99DA-342B-EE7A-B496-405A5313BD20}"/>
                  </a:ext>
                </a:extLst>
              </p:cNvPr>
              <p:cNvSpPr/>
              <p:nvPr/>
            </p:nvSpPr>
            <p:spPr>
              <a:xfrm>
                <a:off x="1388646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79274B5-9904-3FDE-20FE-933617111779}"/>
                  </a:ext>
                </a:extLst>
              </p:cNvPr>
              <p:cNvSpPr txBox="1"/>
              <p:nvPr/>
            </p:nvSpPr>
            <p:spPr>
              <a:xfrm>
                <a:off x="116246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F0EEFF-308C-AFEE-E79A-A1AA5C6BE361}"/>
                  </a:ext>
                </a:extLst>
              </p:cNvPr>
              <p:cNvSpPr txBox="1"/>
              <p:nvPr/>
            </p:nvSpPr>
            <p:spPr>
              <a:xfrm>
                <a:off x="1162461" y="4834152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52DD8D-52E4-FDF1-33DD-20937646A259}"/>
                  </a:ext>
                </a:extLst>
              </p:cNvPr>
              <p:cNvSpPr txBox="1"/>
              <p:nvPr/>
            </p:nvSpPr>
            <p:spPr>
              <a:xfrm>
                <a:off x="1162461" y="4018616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43B56A-0E4E-6552-D399-7C518C84F44C}"/>
                  </a:ext>
                </a:extLst>
              </p:cNvPr>
              <p:cNvSpPr txBox="1"/>
              <p:nvPr/>
            </p:nvSpPr>
            <p:spPr>
              <a:xfrm>
                <a:off x="1162461" y="3202973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3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C41176-EE11-BA1C-6BA4-36A29D23FBF4}"/>
                  </a:ext>
                </a:extLst>
              </p:cNvPr>
              <p:cNvSpPr txBox="1"/>
              <p:nvPr/>
            </p:nvSpPr>
            <p:spPr>
              <a:xfrm>
                <a:off x="1162461" y="2387437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4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058D68-A1A3-B233-F86E-BFCDD3A27472}"/>
                  </a:ext>
                </a:extLst>
              </p:cNvPr>
              <p:cNvSpPr txBox="1"/>
              <p:nvPr/>
            </p:nvSpPr>
            <p:spPr>
              <a:xfrm>
                <a:off x="1162461" y="1571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87C62C4-C6E9-B717-5461-1EBF1CE1724E}"/>
                  </a:ext>
                </a:extLst>
              </p:cNvPr>
              <p:cNvSpPr/>
              <p:nvPr/>
            </p:nvSpPr>
            <p:spPr>
              <a:xfrm>
                <a:off x="135961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832C563-2A09-5AC8-3E2D-A1ED2E01D3BE}"/>
                  </a:ext>
                </a:extLst>
              </p:cNvPr>
              <p:cNvSpPr/>
              <p:nvPr/>
            </p:nvSpPr>
            <p:spPr>
              <a:xfrm>
                <a:off x="1359612" y="496104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859782A5-5B89-21D0-A6A9-A3241F5A4C30}"/>
                  </a:ext>
                </a:extLst>
              </p:cNvPr>
              <p:cNvSpPr/>
              <p:nvPr/>
            </p:nvSpPr>
            <p:spPr>
              <a:xfrm>
                <a:off x="1359612" y="414550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DC20C53-B5F7-2611-504A-4784AD4D3A7A}"/>
                  </a:ext>
                </a:extLst>
              </p:cNvPr>
              <p:cNvSpPr/>
              <p:nvPr/>
            </p:nvSpPr>
            <p:spPr>
              <a:xfrm>
                <a:off x="1359612" y="332986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917AB2E-0BB2-3F67-A7F3-C23FDA86BE1E}"/>
                  </a:ext>
                </a:extLst>
              </p:cNvPr>
              <p:cNvSpPr/>
              <p:nvPr/>
            </p:nvSpPr>
            <p:spPr>
              <a:xfrm>
                <a:off x="1359612" y="2514221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302B6D0F-D1B0-696B-5B36-E7AD9B563352}"/>
                  </a:ext>
                </a:extLst>
              </p:cNvPr>
              <p:cNvSpPr/>
              <p:nvPr/>
            </p:nvSpPr>
            <p:spPr>
              <a:xfrm>
                <a:off x="1359612" y="1698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ABB70A8-256B-22F0-A599-8CB81BDB7A6B}"/>
                  </a:ext>
                </a:extLst>
              </p:cNvPr>
              <p:cNvSpPr/>
              <p:nvPr/>
            </p:nvSpPr>
            <p:spPr>
              <a:xfrm>
                <a:off x="1388646" y="5776685"/>
                <a:ext cx="9733021" cy="10591"/>
              </a:xfrm>
              <a:custGeom>
                <a:avLst/>
                <a:gdLst>
                  <a:gd name="connsiteX0" fmla="*/ 0 w 9733021"/>
                  <a:gd name="connsiteY0" fmla="*/ 0 h 10591"/>
                  <a:gd name="connsiteX1" fmla="*/ 9733022 w 973302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733021" h="10591">
                    <a:moveTo>
                      <a:pt x="0" y="0"/>
                    </a:moveTo>
                    <a:lnTo>
                      <a:pt x="973302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D4EFC2AD-5DE3-1AA2-C9E8-41FCA687BBDB}"/>
                  </a:ext>
                </a:extLst>
              </p:cNvPr>
              <p:cNvSpPr/>
              <p:nvPr/>
            </p:nvSpPr>
            <p:spPr>
              <a:xfrm>
                <a:off x="205696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CF3D7C99-72D5-6879-E465-CFC27C6B134E}"/>
                  </a:ext>
                </a:extLst>
              </p:cNvPr>
              <p:cNvSpPr/>
              <p:nvPr/>
            </p:nvSpPr>
            <p:spPr>
              <a:xfrm>
                <a:off x="277847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9AEC5669-8281-2F42-DB19-79B0D5B190D2}"/>
                  </a:ext>
                </a:extLst>
              </p:cNvPr>
              <p:cNvSpPr/>
              <p:nvPr/>
            </p:nvSpPr>
            <p:spPr>
              <a:xfrm>
                <a:off x="350793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713FAA4-890B-87D6-FADE-B54F26B2C152}"/>
                  </a:ext>
                </a:extLst>
              </p:cNvPr>
              <p:cNvSpPr/>
              <p:nvPr/>
            </p:nvSpPr>
            <p:spPr>
              <a:xfrm>
                <a:off x="422541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87FFABE1-4353-0551-4C1B-F7C66BFEB290}"/>
                  </a:ext>
                </a:extLst>
              </p:cNvPr>
              <p:cNvSpPr/>
              <p:nvPr/>
            </p:nvSpPr>
            <p:spPr>
              <a:xfrm>
                <a:off x="495487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2487C33-37C4-1602-58CC-28FAEC51ADF1}"/>
                  </a:ext>
                </a:extLst>
              </p:cNvPr>
              <p:cNvSpPr/>
              <p:nvPr/>
            </p:nvSpPr>
            <p:spPr>
              <a:xfrm>
                <a:off x="567235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FBE0E38-40F4-6371-F9CA-C09789CB0CA6}"/>
                  </a:ext>
                </a:extLst>
              </p:cNvPr>
              <p:cNvSpPr/>
              <p:nvPr/>
            </p:nvSpPr>
            <p:spPr>
              <a:xfrm>
                <a:off x="640181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9E82A2A9-8EA4-9B62-DE9B-43109EE45DD7}"/>
                  </a:ext>
                </a:extLst>
              </p:cNvPr>
              <p:cNvSpPr/>
              <p:nvPr/>
            </p:nvSpPr>
            <p:spPr>
              <a:xfrm>
                <a:off x="711940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0BD3C8A7-2C3B-EF41-3897-8DC8661F80E0}"/>
                  </a:ext>
                </a:extLst>
              </p:cNvPr>
              <p:cNvSpPr/>
              <p:nvPr/>
            </p:nvSpPr>
            <p:spPr>
              <a:xfrm>
                <a:off x="784875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A3A1ABD4-AC00-AD35-290E-D1BE5B40BE40}"/>
                  </a:ext>
                </a:extLst>
              </p:cNvPr>
              <p:cNvSpPr/>
              <p:nvPr/>
            </p:nvSpPr>
            <p:spPr>
              <a:xfrm>
                <a:off x="857026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B81961D2-E2A6-9086-83B3-A7987A95A7E1}"/>
                  </a:ext>
                </a:extLst>
              </p:cNvPr>
              <p:cNvSpPr/>
              <p:nvPr/>
            </p:nvSpPr>
            <p:spPr>
              <a:xfrm>
                <a:off x="929972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FE25B838-C171-B070-C1DB-04485D975BED}"/>
                  </a:ext>
                </a:extLst>
              </p:cNvPr>
              <p:cNvSpPr/>
              <p:nvPr/>
            </p:nvSpPr>
            <p:spPr>
              <a:xfrm>
                <a:off x="1001720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3C84F274-1402-CC77-BDC1-54F409D66ADA}"/>
                  </a:ext>
                </a:extLst>
              </p:cNvPr>
              <p:cNvSpPr/>
              <p:nvPr/>
            </p:nvSpPr>
            <p:spPr>
              <a:xfrm>
                <a:off x="1074666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1F0D5C1-4373-4B6F-0E81-E27AB15D0B03}"/>
                  </a:ext>
                </a:extLst>
              </p:cNvPr>
              <p:cNvSpPr txBox="1"/>
              <p:nvPr/>
            </p:nvSpPr>
            <p:spPr>
              <a:xfrm>
                <a:off x="164799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2019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8CEA2D7-F846-A486-6010-1EF7F13ADA71}"/>
                  </a:ext>
                </a:extLst>
              </p:cNvPr>
              <p:cNvSpPr txBox="1"/>
              <p:nvPr/>
            </p:nvSpPr>
            <p:spPr>
              <a:xfrm>
                <a:off x="2361286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2020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F3CAEDF-8B2C-4A58-739E-65F677D35E68}"/>
                  </a:ext>
                </a:extLst>
              </p:cNvPr>
              <p:cNvSpPr txBox="1"/>
              <p:nvPr/>
            </p:nvSpPr>
            <p:spPr>
              <a:xfrm>
                <a:off x="309896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2020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648DC8C-6BD8-808B-785A-B144C1051965}"/>
                  </a:ext>
                </a:extLst>
              </p:cNvPr>
              <p:cNvSpPr txBox="1"/>
              <p:nvPr/>
            </p:nvSpPr>
            <p:spPr>
              <a:xfrm>
                <a:off x="3808227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2021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3256985-D0A9-EF2E-BE8E-AE9FDFBC63BE}"/>
                  </a:ext>
                </a:extLst>
              </p:cNvPr>
              <p:cNvSpPr txBox="1"/>
              <p:nvPr/>
            </p:nvSpPr>
            <p:spPr>
              <a:xfrm>
                <a:off x="454590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7944F34-EE3F-B523-D61C-AC8C944BB323}"/>
                  </a:ext>
                </a:extLst>
              </p:cNvPr>
              <p:cNvSpPr txBox="1"/>
              <p:nvPr/>
            </p:nvSpPr>
            <p:spPr>
              <a:xfrm>
                <a:off x="5255167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2022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D8814C2-B2C9-83F3-ED08-77DB24C8D67C}"/>
                  </a:ext>
                </a:extLst>
              </p:cNvPr>
              <p:cNvSpPr txBox="1"/>
              <p:nvPr/>
            </p:nvSpPr>
            <p:spPr>
              <a:xfrm>
                <a:off x="599284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2022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B402474-F300-03BA-25B1-95F5789B412A}"/>
                  </a:ext>
                </a:extLst>
              </p:cNvPr>
              <p:cNvSpPr txBox="1"/>
              <p:nvPr/>
            </p:nvSpPr>
            <p:spPr>
              <a:xfrm>
                <a:off x="6702214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2023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DA962BB-E44D-001B-1CCD-988023DB394F}"/>
                  </a:ext>
                </a:extLst>
              </p:cNvPr>
              <p:cNvSpPr txBox="1"/>
              <p:nvPr/>
            </p:nvSpPr>
            <p:spPr>
              <a:xfrm>
                <a:off x="743978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2023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D83391D-0185-512C-E6FD-72A3D221DFD7}"/>
                  </a:ext>
                </a:extLst>
              </p:cNvPr>
              <p:cNvSpPr txBox="1"/>
              <p:nvPr/>
            </p:nvSpPr>
            <p:spPr>
              <a:xfrm>
                <a:off x="8153076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2024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FA788E0-A659-0C5A-15C5-978471A7B0E2}"/>
                  </a:ext>
                </a:extLst>
              </p:cNvPr>
              <p:cNvSpPr txBox="1"/>
              <p:nvPr/>
            </p:nvSpPr>
            <p:spPr>
              <a:xfrm>
                <a:off x="889075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2024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6D8D4D5-3151-9663-EB45-C82964119BDB}"/>
                  </a:ext>
                </a:extLst>
              </p:cNvPr>
              <p:cNvSpPr txBox="1"/>
              <p:nvPr/>
            </p:nvSpPr>
            <p:spPr>
              <a:xfrm>
                <a:off x="9600017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2025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6692A80-7F40-3A0C-D187-E01D570CBBC3}"/>
                  </a:ext>
                </a:extLst>
              </p:cNvPr>
              <p:cNvSpPr txBox="1"/>
              <p:nvPr/>
            </p:nvSpPr>
            <p:spPr>
              <a:xfrm>
                <a:off x="1033769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2025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9447C51-B405-84D4-0111-B86D659858DD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2DFD3D1-F95B-7D1F-42E3-49524FBE8C81}"/>
                  </a:ext>
                </a:extLst>
              </p:cNvPr>
              <p:cNvSpPr txBox="1"/>
              <p:nvPr/>
            </p:nvSpPr>
            <p:spPr>
              <a:xfrm>
                <a:off x="1297206" y="612426"/>
                <a:ext cx="606448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L.lentjan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in MAR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Kapuntori</a:t>
                </a:r>
                <a:endParaRPr lang="en-US" sz="20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728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CA1B90-5495-AB46-EF49-71CD23B64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40" y="120192"/>
            <a:ext cx="12083520" cy="6617616"/>
          </a:xfrm>
        </p:spPr>
      </p:pic>
    </p:spTree>
    <p:extLst>
      <p:ext uri="{BB962C8B-B14F-4D97-AF65-F5344CB8AC3E}">
        <p14:creationId xmlns:p14="http://schemas.microsoft.com/office/powerpoint/2010/main" val="3135141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0D06-0C4D-46E0-07EF-F3585CC4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39A9-B5EE-F9A1-8A80-AC43568169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Mata Besar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825526-CD3F-02D4-BF3A-44B5910737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Priacanthus</a:t>
            </a:r>
            <a:r>
              <a:rPr lang="en-US" i="1" dirty="0"/>
              <a:t> </a:t>
            </a:r>
            <a:r>
              <a:rPr lang="en-US" i="1" dirty="0" err="1"/>
              <a:t>macracanthus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90302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862A9-83FE-4EB8-8F41-EE579073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5367E2CC-A0DA-CD5B-1277-F28F0D76A5AA}"/>
              </a:ext>
            </a:extLst>
          </p:cNvPr>
          <p:cNvGrpSpPr/>
          <p:nvPr/>
        </p:nvGrpSpPr>
        <p:grpSpPr>
          <a:xfrm>
            <a:off x="961062" y="612426"/>
            <a:ext cx="10291951" cy="5602107"/>
            <a:chOff x="961062" y="612426"/>
            <a:chExt cx="10291951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AF52BE8-46E6-8160-7EF4-11D3E497D856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021CE25-0D04-169F-A170-9B9D063AB8B1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CB2D28FC-95A6-FF0F-987E-536BB49282E2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106871AA-8448-27C1-2D6E-481DAB2762C9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7E330B4-8B81-7C63-4AB2-D1F77544508F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805204"/>
              </a:xfrm>
              <a:custGeom>
                <a:avLst/>
                <a:gdLst>
                  <a:gd name="connsiteX0" fmla="*/ 0 w 8773198"/>
                  <a:gd name="connsiteY0" fmla="*/ 1983236 h 4805204"/>
                  <a:gd name="connsiteX1" fmla="*/ 111050 w 8773198"/>
                  <a:gd name="connsiteY1" fmla="*/ 2074852 h 4805204"/>
                  <a:gd name="connsiteX2" fmla="*/ 222101 w 8773198"/>
                  <a:gd name="connsiteY2" fmla="*/ 2133210 h 4805204"/>
                  <a:gd name="connsiteX3" fmla="*/ 333151 w 8773198"/>
                  <a:gd name="connsiteY3" fmla="*/ 2156829 h 4805204"/>
                  <a:gd name="connsiteX4" fmla="*/ 444202 w 8773198"/>
                  <a:gd name="connsiteY4" fmla="*/ 2149098 h 4805204"/>
                  <a:gd name="connsiteX5" fmla="*/ 555252 w 8773198"/>
                  <a:gd name="connsiteY5" fmla="*/ 2116688 h 4805204"/>
                  <a:gd name="connsiteX6" fmla="*/ 666303 w 8773198"/>
                  <a:gd name="connsiteY6" fmla="*/ 2068497 h 4805204"/>
                  <a:gd name="connsiteX7" fmla="*/ 777353 w 8773198"/>
                  <a:gd name="connsiteY7" fmla="*/ 2012892 h 4805204"/>
                  <a:gd name="connsiteX8" fmla="*/ 888404 w 8773198"/>
                  <a:gd name="connsiteY8" fmla="*/ 1956970 h 4805204"/>
                  <a:gd name="connsiteX9" fmla="*/ 999454 w 8773198"/>
                  <a:gd name="connsiteY9" fmla="*/ 1905602 h 4805204"/>
                  <a:gd name="connsiteX10" fmla="*/ 1110505 w 8773198"/>
                  <a:gd name="connsiteY10" fmla="*/ 1861965 h 4805204"/>
                  <a:gd name="connsiteX11" fmla="*/ 1221555 w 8773198"/>
                  <a:gd name="connsiteY11" fmla="*/ 1827861 h 4805204"/>
                  <a:gd name="connsiteX12" fmla="*/ 1332605 w 8773198"/>
                  <a:gd name="connsiteY12" fmla="*/ 1827755 h 4805204"/>
                  <a:gd name="connsiteX13" fmla="*/ 1443656 w 8773198"/>
                  <a:gd name="connsiteY13" fmla="*/ 1899035 h 4805204"/>
                  <a:gd name="connsiteX14" fmla="*/ 1554706 w 8773198"/>
                  <a:gd name="connsiteY14" fmla="*/ 1943519 h 4805204"/>
                  <a:gd name="connsiteX15" fmla="*/ 1665757 w 8773198"/>
                  <a:gd name="connsiteY15" fmla="*/ 1951038 h 4805204"/>
                  <a:gd name="connsiteX16" fmla="*/ 1776807 w 8773198"/>
                  <a:gd name="connsiteY16" fmla="*/ 1983978 h 4805204"/>
                  <a:gd name="connsiteX17" fmla="*/ 1887858 w 8773198"/>
                  <a:gd name="connsiteY17" fmla="*/ 1993510 h 4805204"/>
                  <a:gd name="connsiteX18" fmla="*/ 1998908 w 8773198"/>
                  <a:gd name="connsiteY18" fmla="*/ 1938117 h 4805204"/>
                  <a:gd name="connsiteX19" fmla="*/ 2109959 w 8773198"/>
                  <a:gd name="connsiteY19" fmla="*/ 1843642 h 4805204"/>
                  <a:gd name="connsiteX20" fmla="*/ 2221009 w 8773198"/>
                  <a:gd name="connsiteY20" fmla="*/ 1740164 h 4805204"/>
                  <a:gd name="connsiteX21" fmla="*/ 2332060 w 8773198"/>
                  <a:gd name="connsiteY21" fmla="*/ 1594109 h 4805204"/>
                  <a:gd name="connsiteX22" fmla="*/ 2443110 w 8773198"/>
                  <a:gd name="connsiteY22" fmla="*/ 1341610 h 4805204"/>
                  <a:gd name="connsiteX23" fmla="*/ 2554161 w 8773198"/>
                  <a:gd name="connsiteY23" fmla="*/ 967735 h 4805204"/>
                  <a:gd name="connsiteX24" fmla="*/ 2665211 w 8773198"/>
                  <a:gd name="connsiteY24" fmla="*/ 414864 h 4805204"/>
                  <a:gd name="connsiteX25" fmla="*/ 2776262 w 8773198"/>
                  <a:gd name="connsiteY25" fmla="*/ 0 h 4805204"/>
                  <a:gd name="connsiteX26" fmla="*/ 2887312 w 8773198"/>
                  <a:gd name="connsiteY26" fmla="*/ 20653 h 4805204"/>
                  <a:gd name="connsiteX27" fmla="*/ 2998362 w 8773198"/>
                  <a:gd name="connsiteY27" fmla="*/ 266797 h 4805204"/>
                  <a:gd name="connsiteX28" fmla="*/ 3109519 w 8773198"/>
                  <a:gd name="connsiteY28" fmla="*/ 529040 h 4805204"/>
                  <a:gd name="connsiteX29" fmla="*/ 3220569 w 8773198"/>
                  <a:gd name="connsiteY29" fmla="*/ 780797 h 4805204"/>
                  <a:gd name="connsiteX30" fmla="*/ 3331620 w 8773198"/>
                  <a:gd name="connsiteY30" fmla="*/ 1141433 h 4805204"/>
                  <a:gd name="connsiteX31" fmla="*/ 3442670 w 8773198"/>
                  <a:gd name="connsiteY31" fmla="*/ 1494126 h 4805204"/>
                  <a:gd name="connsiteX32" fmla="*/ 3553721 w 8773198"/>
                  <a:gd name="connsiteY32" fmla="*/ 1800429 h 4805204"/>
                  <a:gd name="connsiteX33" fmla="*/ 3664771 w 8773198"/>
                  <a:gd name="connsiteY33" fmla="*/ 2211163 h 4805204"/>
                  <a:gd name="connsiteX34" fmla="*/ 3775822 w 8773198"/>
                  <a:gd name="connsiteY34" fmla="*/ 2548075 h 4805204"/>
                  <a:gd name="connsiteX35" fmla="*/ 3886872 w 8773198"/>
                  <a:gd name="connsiteY35" fmla="*/ 2826205 h 4805204"/>
                  <a:gd name="connsiteX36" fmla="*/ 3997923 w 8773198"/>
                  <a:gd name="connsiteY36" fmla="*/ 3111748 h 4805204"/>
                  <a:gd name="connsiteX37" fmla="*/ 4108973 w 8773198"/>
                  <a:gd name="connsiteY37" fmla="*/ 3334909 h 4805204"/>
                  <a:gd name="connsiteX38" fmla="*/ 4220024 w 8773198"/>
                  <a:gd name="connsiteY38" fmla="*/ 3477363 h 4805204"/>
                  <a:gd name="connsiteX39" fmla="*/ 4331074 w 8773198"/>
                  <a:gd name="connsiteY39" fmla="*/ 3582535 h 4805204"/>
                  <a:gd name="connsiteX40" fmla="*/ 4442124 w 8773198"/>
                  <a:gd name="connsiteY40" fmla="*/ 3648096 h 4805204"/>
                  <a:gd name="connsiteX41" fmla="*/ 4553175 w 8773198"/>
                  <a:gd name="connsiteY41" fmla="*/ 3667160 h 4805204"/>
                  <a:gd name="connsiteX42" fmla="*/ 4664225 w 8773198"/>
                  <a:gd name="connsiteY42" fmla="*/ 3641741 h 4805204"/>
                  <a:gd name="connsiteX43" fmla="*/ 4775276 w 8773198"/>
                  <a:gd name="connsiteY43" fmla="*/ 3585395 h 4805204"/>
                  <a:gd name="connsiteX44" fmla="*/ 4886326 w 8773198"/>
                  <a:gd name="connsiteY44" fmla="*/ 3520999 h 4805204"/>
                  <a:gd name="connsiteX45" fmla="*/ 4997377 w 8773198"/>
                  <a:gd name="connsiteY45" fmla="*/ 3475986 h 4805204"/>
                  <a:gd name="connsiteX46" fmla="*/ 5108428 w 8773198"/>
                  <a:gd name="connsiteY46" fmla="*/ 3476092 h 4805204"/>
                  <a:gd name="connsiteX47" fmla="*/ 5219478 w 8773198"/>
                  <a:gd name="connsiteY47" fmla="*/ 3502464 h 4805204"/>
                  <a:gd name="connsiteX48" fmla="*/ 5330528 w 8773198"/>
                  <a:gd name="connsiteY48" fmla="*/ 3518881 h 4805204"/>
                  <a:gd name="connsiteX49" fmla="*/ 5441578 w 8773198"/>
                  <a:gd name="connsiteY49" fmla="*/ 3509349 h 4805204"/>
                  <a:gd name="connsiteX50" fmla="*/ 5552629 w 8773198"/>
                  <a:gd name="connsiteY50" fmla="*/ 3477681 h 4805204"/>
                  <a:gd name="connsiteX51" fmla="*/ 5663679 w 8773198"/>
                  <a:gd name="connsiteY51" fmla="*/ 3449296 h 4805204"/>
                  <a:gd name="connsiteX52" fmla="*/ 5774730 w 8773198"/>
                  <a:gd name="connsiteY52" fmla="*/ 3443364 h 4805204"/>
                  <a:gd name="connsiteX53" fmla="*/ 5885781 w 8773198"/>
                  <a:gd name="connsiteY53" fmla="*/ 3436374 h 4805204"/>
                  <a:gd name="connsiteX54" fmla="*/ 5996831 w 8773198"/>
                  <a:gd name="connsiteY54" fmla="*/ 3423770 h 4805204"/>
                  <a:gd name="connsiteX55" fmla="*/ 6107881 w 8773198"/>
                  <a:gd name="connsiteY55" fmla="*/ 3404918 h 4805204"/>
                  <a:gd name="connsiteX56" fmla="*/ 6219038 w 8773198"/>
                  <a:gd name="connsiteY56" fmla="*/ 3378757 h 4805204"/>
                  <a:gd name="connsiteX57" fmla="*/ 6330088 w 8773198"/>
                  <a:gd name="connsiteY57" fmla="*/ 3345606 h 4805204"/>
                  <a:gd name="connsiteX58" fmla="*/ 6441139 w 8773198"/>
                  <a:gd name="connsiteY58" fmla="*/ 3306418 h 4805204"/>
                  <a:gd name="connsiteX59" fmla="*/ 6552189 w 8773198"/>
                  <a:gd name="connsiteY59" fmla="*/ 3263099 h 4805204"/>
                  <a:gd name="connsiteX60" fmla="*/ 6663240 w 8773198"/>
                  <a:gd name="connsiteY60" fmla="*/ 3217874 h 4805204"/>
                  <a:gd name="connsiteX61" fmla="*/ 6774290 w 8773198"/>
                  <a:gd name="connsiteY61" fmla="*/ 3173178 h 4805204"/>
                  <a:gd name="connsiteX62" fmla="*/ 6885340 w 8773198"/>
                  <a:gd name="connsiteY62" fmla="*/ 3131130 h 4805204"/>
                  <a:gd name="connsiteX63" fmla="*/ 6996391 w 8773198"/>
                  <a:gd name="connsiteY63" fmla="*/ 3090671 h 4805204"/>
                  <a:gd name="connsiteX64" fmla="*/ 7107441 w 8773198"/>
                  <a:gd name="connsiteY64" fmla="*/ 3046293 h 4805204"/>
                  <a:gd name="connsiteX65" fmla="*/ 7218492 w 8773198"/>
                  <a:gd name="connsiteY65" fmla="*/ 2996620 h 4805204"/>
                  <a:gd name="connsiteX66" fmla="*/ 7329543 w 8773198"/>
                  <a:gd name="connsiteY66" fmla="*/ 2940380 h 4805204"/>
                  <a:gd name="connsiteX67" fmla="*/ 7440593 w 8773198"/>
                  <a:gd name="connsiteY67" fmla="*/ 2876408 h 4805204"/>
                  <a:gd name="connsiteX68" fmla="*/ 7551643 w 8773198"/>
                  <a:gd name="connsiteY68" fmla="*/ 2803751 h 4805204"/>
                  <a:gd name="connsiteX69" fmla="*/ 7662694 w 8773198"/>
                  <a:gd name="connsiteY69" fmla="*/ 2721774 h 4805204"/>
                  <a:gd name="connsiteX70" fmla="*/ 7773744 w 8773198"/>
                  <a:gd name="connsiteY70" fmla="*/ 2630158 h 4805204"/>
                  <a:gd name="connsiteX71" fmla="*/ 7884794 w 8773198"/>
                  <a:gd name="connsiteY71" fmla="*/ 2528481 h 4805204"/>
                  <a:gd name="connsiteX72" fmla="*/ 7995845 w 8773198"/>
                  <a:gd name="connsiteY72" fmla="*/ 2416742 h 4805204"/>
                  <a:gd name="connsiteX73" fmla="*/ 8106896 w 8773198"/>
                  <a:gd name="connsiteY73" fmla="*/ 2294941 h 4805204"/>
                  <a:gd name="connsiteX74" fmla="*/ 8217946 w 8773198"/>
                  <a:gd name="connsiteY74" fmla="*/ 2163184 h 4805204"/>
                  <a:gd name="connsiteX75" fmla="*/ 8328997 w 8773198"/>
                  <a:gd name="connsiteY75" fmla="*/ 2021683 h 4805204"/>
                  <a:gd name="connsiteX76" fmla="*/ 8440047 w 8773198"/>
                  <a:gd name="connsiteY76" fmla="*/ 1870438 h 4805204"/>
                  <a:gd name="connsiteX77" fmla="*/ 8551097 w 8773198"/>
                  <a:gd name="connsiteY77" fmla="*/ 1709661 h 4805204"/>
                  <a:gd name="connsiteX78" fmla="*/ 8662148 w 8773198"/>
                  <a:gd name="connsiteY78" fmla="*/ 1539563 h 4805204"/>
                  <a:gd name="connsiteX79" fmla="*/ 8773198 w 8773198"/>
                  <a:gd name="connsiteY79" fmla="*/ 1360251 h 4805204"/>
                  <a:gd name="connsiteX80" fmla="*/ 8773198 w 8773198"/>
                  <a:gd name="connsiteY80" fmla="*/ 4805204 h 4805204"/>
                  <a:gd name="connsiteX81" fmla="*/ 8662148 w 8773198"/>
                  <a:gd name="connsiteY81" fmla="*/ 4805204 h 4805204"/>
                  <a:gd name="connsiteX82" fmla="*/ 8551097 w 8773198"/>
                  <a:gd name="connsiteY82" fmla="*/ 4805204 h 4805204"/>
                  <a:gd name="connsiteX83" fmla="*/ 8440047 w 8773198"/>
                  <a:gd name="connsiteY83" fmla="*/ 4805204 h 4805204"/>
                  <a:gd name="connsiteX84" fmla="*/ 8328997 w 8773198"/>
                  <a:gd name="connsiteY84" fmla="*/ 4805204 h 4805204"/>
                  <a:gd name="connsiteX85" fmla="*/ 8217946 w 8773198"/>
                  <a:gd name="connsiteY85" fmla="*/ 4805204 h 4805204"/>
                  <a:gd name="connsiteX86" fmla="*/ 8106896 w 8773198"/>
                  <a:gd name="connsiteY86" fmla="*/ 4805204 h 4805204"/>
                  <a:gd name="connsiteX87" fmla="*/ 7995845 w 8773198"/>
                  <a:gd name="connsiteY87" fmla="*/ 4805204 h 4805204"/>
                  <a:gd name="connsiteX88" fmla="*/ 7884794 w 8773198"/>
                  <a:gd name="connsiteY88" fmla="*/ 4805204 h 4805204"/>
                  <a:gd name="connsiteX89" fmla="*/ 7773744 w 8773198"/>
                  <a:gd name="connsiteY89" fmla="*/ 4805204 h 4805204"/>
                  <a:gd name="connsiteX90" fmla="*/ 7662694 w 8773198"/>
                  <a:gd name="connsiteY90" fmla="*/ 4805204 h 4805204"/>
                  <a:gd name="connsiteX91" fmla="*/ 7551643 w 8773198"/>
                  <a:gd name="connsiteY91" fmla="*/ 4805204 h 4805204"/>
                  <a:gd name="connsiteX92" fmla="*/ 7440593 w 8773198"/>
                  <a:gd name="connsiteY92" fmla="*/ 4805204 h 4805204"/>
                  <a:gd name="connsiteX93" fmla="*/ 7329543 w 8773198"/>
                  <a:gd name="connsiteY93" fmla="*/ 4805204 h 4805204"/>
                  <a:gd name="connsiteX94" fmla="*/ 7218492 w 8773198"/>
                  <a:gd name="connsiteY94" fmla="*/ 4805204 h 4805204"/>
                  <a:gd name="connsiteX95" fmla="*/ 7107441 w 8773198"/>
                  <a:gd name="connsiteY95" fmla="*/ 4805204 h 4805204"/>
                  <a:gd name="connsiteX96" fmla="*/ 6996391 w 8773198"/>
                  <a:gd name="connsiteY96" fmla="*/ 4805204 h 4805204"/>
                  <a:gd name="connsiteX97" fmla="*/ 6885340 w 8773198"/>
                  <a:gd name="connsiteY97" fmla="*/ 4805204 h 4805204"/>
                  <a:gd name="connsiteX98" fmla="*/ 6774290 w 8773198"/>
                  <a:gd name="connsiteY98" fmla="*/ 4805204 h 4805204"/>
                  <a:gd name="connsiteX99" fmla="*/ 6663240 w 8773198"/>
                  <a:gd name="connsiteY99" fmla="*/ 4805204 h 4805204"/>
                  <a:gd name="connsiteX100" fmla="*/ 6552189 w 8773198"/>
                  <a:gd name="connsiteY100" fmla="*/ 4805204 h 4805204"/>
                  <a:gd name="connsiteX101" fmla="*/ 6441139 w 8773198"/>
                  <a:gd name="connsiteY101" fmla="*/ 4805204 h 4805204"/>
                  <a:gd name="connsiteX102" fmla="*/ 6330088 w 8773198"/>
                  <a:gd name="connsiteY102" fmla="*/ 4805204 h 4805204"/>
                  <a:gd name="connsiteX103" fmla="*/ 6219038 w 8773198"/>
                  <a:gd name="connsiteY103" fmla="*/ 4805204 h 4805204"/>
                  <a:gd name="connsiteX104" fmla="*/ 6107881 w 8773198"/>
                  <a:gd name="connsiteY104" fmla="*/ 4805204 h 4805204"/>
                  <a:gd name="connsiteX105" fmla="*/ 5996831 w 8773198"/>
                  <a:gd name="connsiteY105" fmla="*/ 4805204 h 4805204"/>
                  <a:gd name="connsiteX106" fmla="*/ 5885781 w 8773198"/>
                  <a:gd name="connsiteY106" fmla="*/ 4805204 h 4805204"/>
                  <a:gd name="connsiteX107" fmla="*/ 5774730 w 8773198"/>
                  <a:gd name="connsiteY107" fmla="*/ 4805204 h 4805204"/>
                  <a:gd name="connsiteX108" fmla="*/ 5663679 w 8773198"/>
                  <a:gd name="connsiteY108" fmla="*/ 4805204 h 4805204"/>
                  <a:gd name="connsiteX109" fmla="*/ 5552629 w 8773198"/>
                  <a:gd name="connsiteY109" fmla="*/ 4805204 h 4805204"/>
                  <a:gd name="connsiteX110" fmla="*/ 5441578 w 8773198"/>
                  <a:gd name="connsiteY110" fmla="*/ 4805204 h 4805204"/>
                  <a:gd name="connsiteX111" fmla="*/ 5330528 w 8773198"/>
                  <a:gd name="connsiteY111" fmla="*/ 4805204 h 4805204"/>
                  <a:gd name="connsiteX112" fmla="*/ 5219478 w 8773198"/>
                  <a:gd name="connsiteY112" fmla="*/ 4805204 h 4805204"/>
                  <a:gd name="connsiteX113" fmla="*/ 5108428 w 8773198"/>
                  <a:gd name="connsiteY113" fmla="*/ 4805204 h 4805204"/>
                  <a:gd name="connsiteX114" fmla="*/ 4997377 w 8773198"/>
                  <a:gd name="connsiteY114" fmla="*/ 4805204 h 4805204"/>
                  <a:gd name="connsiteX115" fmla="*/ 4886326 w 8773198"/>
                  <a:gd name="connsiteY115" fmla="*/ 4805204 h 4805204"/>
                  <a:gd name="connsiteX116" fmla="*/ 4775276 w 8773198"/>
                  <a:gd name="connsiteY116" fmla="*/ 4805204 h 4805204"/>
                  <a:gd name="connsiteX117" fmla="*/ 4664225 w 8773198"/>
                  <a:gd name="connsiteY117" fmla="*/ 4805204 h 4805204"/>
                  <a:gd name="connsiteX118" fmla="*/ 4553175 w 8773198"/>
                  <a:gd name="connsiteY118" fmla="*/ 4805204 h 4805204"/>
                  <a:gd name="connsiteX119" fmla="*/ 4442124 w 8773198"/>
                  <a:gd name="connsiteY119" fmla="*/ 4805204 h 4805204"/>
                  <a:gd name="connsiteX120" fmla="*/ 4331074 w 8773198"/>
                  <a:gd name="connsiteY120" fmla="*/ 4805204 h 4805204"/>
                  <a:gd name="connsiteX121" fmla="*/ 4220024 w 8773198"/>
                  <a:gd name="connsiteY121" fmla="*/ 4805204 h 4805204"/>
                  <a:gd name="connsiteX122" fmla="*/ 4108973 w 8773198"/>
                  <a:gd name="connsiteY122" fmla="*/ 4805204 h 4805204"/>
                  <a:gd name="connsiteX123" fmla="*/ 3997923 w 8773198"/>
                  <a:gd name="connsiteY123" fmla="*/ 4796625 h 4805204"/>
                  <a:gd name="connsiteX124" fmla="*/ 3886872 w 8773198"/>
                  <a:gd name="connsiteY124" fmla="*/ 4427833 h 4805204"/>
                  <a:gd name="connsiteX125" fmla="*/ 3775822 w 8773198"/>
                  <a:gd name="connsiteY125" fmla="*/ 4127356 h 4805204"/>
                  <a:gd name="connsiteX126" fmla="*/ 3664771 w 8773198"/>
                  <a:gd name="connsiteY126" fmla="*/ 3791609 h 4805204"/>
                  <a:gd name="connsiteX127" fmla="*/ 3553721 w 8773198"/>
                  <a:gd name="connsiteY127" fmla="*/ 3460628 h 4805204"/>
                  <a:gd name="connsiteX128" fmla="*/ 3442670 w 8773198"/>
                  <a:gd name="connsiteY128" fmla="*/ 3197962 h 4805204"/>
                  <a:gd name="connsiteX129" fmla="*/ 3331620 w 8773198"/>
                  <a:gd name="connsiteY129" fmla="*/ 2887634 h 4805204"/>
                  <a:gd name="connsiteX130" fmla="*/ 3220569 w 8773198"/>
                  <a:gd name="connsiteY130" fmla="*/ 2629522 h 4805204"/>
                  <a:gd name="connsiteX131" fmla="*/ 3109519 w 8773198"/>
                  <a:gd name="connsiteY131" fmla="*/ 2421508 h 4805204"/>
                  <a:gd name="connsiteX132" fmla="*/ 2998362 w 8773198"/>
                  <a:gd name="connsiteY132" fmla="*/ 2128444 h 4805204"/>
                  <a:gd name="connsiteX133" fmla="*/ 2887312 w 8773198"/>
                  <a:gd name="connsiteY133" fmla="*/ 1912274 h 4805204"/>
                  <a:gd name="connsiteX134" fmla="*/ 2776262 w 8773198"/>
                  <a:gd name="connsiteY134" fmla="*/ 1876475 h 4805204"/>
                  <a:gd name="connsiteX135" fmla="*/ 2665211 w 8773198"/>
                  <a:gd name="connsiteY135" fmla="*/ 2088303 h 4805204"/>
                  <a:gd name="connsiteX136" fmla="*/ 2554161 w 8773198"/>
                  <a:gd name="connsiteY136" fmla="*/ 2501155 h 4805204"/>
                  <a:gd name="connsiteX137" fmla="*/ 2443110 w 8773198"/>
                  <a:gd name="connsiteY137" fmla="*/ 2900450 h 4805204"/>
                  <a:gd name="connsiteX138" fmla="*/ 2332060 w 8773198"/>
                  <a:gd name="connsiteY138" fmla="*/ 3192984 h 4805204"/>
                  <a:gd name="connsiteX139" fmla="*/ 2221009 w 8773198"/>
                  <a:gd name="connsiteY139" fmla="*/ 3318280 h 4805204"/>
                  <a:gd name="connsiteX140" fmla="*/ 2109959 w 8773198"/>
                  <a:gd name="connsiteY140" fmla="*/ 3417627 h 4805204"/>
                  <a:gd name="connsiteX141" fmla="*/ 1998908 w 8773198"/>
                  <a:gd name="connsiteY141" fmla="*/ 3515068 h 4805204"/>
                  <a:gd name="connsiteX142" fmla="*/ 1887858 w 8773198"/>
                  <a:gd name="connsiteY142" fmla="*/ 3627972 h 4805204"/>
                  <a:gd name="connsiteX143" fmla="*/ 1776807 w 8773198"/>
                  <a:gd name="connsiteY143" fmla="*/ 3756340 h 4805204"/>
                  <a:gd name="connsiteX144" fmla="*/ 1665757 w 8773198"/>
                  <a:gd name="connsiteY144" fmla="*/ 3833127 h 4805204"/>
                  <a:gd name="connsiteX145" fmla="*/ 1554706 w 8773198"/>
                  <a:gd name="connsiteY145" fmla="*/ 3784619 h 4805204"/>
                  <a:gd name="connsiteX146" fmla="*/ 1443656 w 8773198"/>
                  <a:gd name="connsiteY146" fmla="*/ 3700735 h 4805204"/>
                  <a:gd name="connsiteX147" fmla="*/ 1332605 w 8773198"/>
                  <a:gd name="connsiteY147" fmla="*/ 3679340 h 4805204"/>
                  <a:gd name="connsiteX148" fmla="*/ 1221555 w 8773198"/>
                  <a:gd name="connsiteY148" fmla="*/ 3719588 h 4805204"/>
                  <a:gd name="connsiteX149" fmla="*/ 1110505 w 8773198"/>
                  <a:gd name="connsiteY149" fmla="*/ 3762695 h 4805204"/>
                  <a:gd name="connsiteX150" fmla="*/ 999454 w 8773198"/>
                  <a:gd name="connsiteY150" fmla="*/ 3796799 h 4805204"/>
                  <a:gd name="connsiteX151" fmla="*/ 888404 w 8773198"/>
                  <a:gd name="connsiteY151" fmla="*/ 3825395 h 4805204"/>
                  <a:gd name="connsiteX152" fmla="*/ 777353 w 8773198"/>
                  <a:gd name="connsiteY152" fmla="*/ 3853675 h 4805204"/>
                  <a:gd name="connsiteX153" fmla="*/ 666303 w 8773198"/>
                  <a:gd name="connsiteY153" fmla="*/ 3888097 h 4805204"/>
                  <a:gd name="connsiteX154" fmla="*/ 555252 w 8773198"/>
                  <a:gd name="connsiteY154" fmla="*/ 3937558 h 4805204"/>
                  <a:gd name="connsiteX155" fmla="*/ 444202 w 8773198"/>
                  <a:gd name="connsiteY155" fmla="*/ 4012439 h 4805204"/>
                  <a:gd name="connsiteX156" fmla="*/ 333151 w 8773198"/>
                  <a:gd name="connsiteY156" fmla="*/ 4123331 h 4805204"/>
                  <a:gd name="connsiteX157" fmla="*/ 222101 w 8773198"/>
                  <a:gd name="connsiteY157" fmla="*/ 4278601 h 4805204"/>
                  <a:gd name="connsiteX158" fmla="*/ 111050 w 8773198"/>
                  <a:gd name="connsiteY158" fmla="*/ 4483438 h 4805204"/>
                  <a:gd name="connsiteX159" fmla="*/ 0 w 8773198"/>
                  <a:gd name="connsiteY159" fmla="*/ 474155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805204">
                    <a:moveTo>
                      <a:pt x="0" y="1983236"/>
                    </a:moveTo>
                    <a:lnTo>
                      <a:pt x="111050" y="2074852"/>
                    </a:lnTo>
                    <a:lnTo>
                      <a:pt x="222101" y="2133210"/>
                    </a:lnTo>
                    <a:lnTo>
                      <a:pt x="333151" y="2156829"/>
                    </a:lnTo>
                    <a:lnTo>
                      <a:pt x="444202" y="2149098"/>
                    </a:lnTo>
                    <a:lnTo>
                      <a:pt x="555252" y="2116688"/>
                    </a:lnTo>
                    <a:lnTo>
                      <a:pt x="666303" y="2068497"/>
                    </a:lnTo>
                    <a:lnTo>
                      <a:pt x="777353" y="2012892"/>
                    </a:lnTo>
                    <a:lnTo>
                      <a:pt x="888404" y="1956970"/>
                    </a:lnTo>
                    <a:lnTo>
                      <a:pt x="999454" y="1905602"/>
                    </a:lnTo>
                    <a:lnTo>
                      <a:pt x="1110505" y="1861965"/>
                    </a:lnTo>
                    <a:lnTo>
                      <a:pt x="1221555" y="1827861"/>
                    </a:lnTo>
                    <a:lnTo>
                      <a:pt x="1332605" y="1827755"/>
                    </a:lnTo>
                    <a:lnTo>
                      <a:pt x="1443656" y="1899035"/>
                    </a:lnTo>
                    <a:lnTo>
                      <a:pt x="1554706" y="1943519"/>
                    </a:lnTo>
                    <a:lnTo>
                      <a:pt x="1665757" y="1951038"/>
                    </a:lnTo>
                    <a:lnTo>
                      <a:pt x="1776807" y="1983978"/>
                    </a:lnTo>
                    <a:lnTo>
                      <a:pt x="1887858" y="1993510"/>
                    </a:lnTo>
                    <a:lnTo>
                      <a:pt x="1998908" y="1938117"/>
                    </a:lnTo>
                    <a:lnTo>
                      <a:pt x="2109959" y="1843642"/>
                    </a:lnTo>
                    <a:lnTo>
                      <a:pt x="2221009" y="1740164"/>
                    </a:lnTo>
                    <a:lnTo>
                      <a:pt x="2332060" y="1594109"/>
                    </a:lnTo>
                    <a:lnTo>
                      <a:pt x="2443110" y="1341610"/>
                    </a:lnTo>
                    <a:lnTo>
                      <a:pt x="2554161" y="967735"/>
                    </a:lnTo>
                    <a:lnTo>
                      <a:pt x="2665211" y="414864"/>
                    </a:lnTo>
                    <a:lnTo>
                      <a:pt x="2776262" y="0"/>
                    </a:lnTo>
                    <a:lnTo>
                      <a:pt x="2887312" y="20653"/>
                    </a:lnTo>
                    <a:lnTo>
                      <a:pt x="2998362" y="266797"/>
                    </a:lnTo>
                    <a:lnTo>
                      <a:pt x="3109519" y="529040"/>
                    </a:lnTo>
                    <a:lnTo>
                      <a:pt x="3220569" y="780797"/>
                    </a:lnTo>
                    <a:lnTo>
                      <a:pt x="3331620" y="1141433"/>
                    </a:lnTo>
                    <a:lnTo>
                      <a:pt x="3442670" y="1494126"/>
                    </a:lnTo>
                    <a:lnTo>
                      <a:pt x="3553721" y="1800429"/>
                    </a:lnTo>
                    <a:lnTo>
                      <a:pt x="3664771" y="2211163"/>
                    </a:lnTo>
                    <a:lnTo>
                      <a:pt x="3775822" y="2548075"/>
                    </a:lnTo>
                    <a:lnTo>
                      <a:pt x="3886872" y="2826205"/>
                    </a:lnTo>
                    <a:lnTo>
                      <a:pt x="3997923" y="3111748"/>
                    </a:lnTo>
                    <a:lnTo>
                      <a:pt x="4108973" y="3334909"/>
                    </a:lnTo>
                    <a:lnTo>
                      <a:pt x="4220024" y="3477363"/>
                    </a:lnTo>
                    <a:lnTo>
                      <a:pt x="4331074" y="3582535"/>
                    </a:lnTo>
                    <a:lnTo>
                      <a:pt x="4442124" y="3648096"/>
                    </a:lnTo>
                    <a:lnTo>
                      <a:pt x="4553175" y="3667160"/>
                    </a:lnTo>
                    <a:lnTo>
                      <a:pt x="4664225" y="3641741"/>
                    </a:lnTo>
                    <a:lnTo>
                      <a:pt x="4775276" y="3585395"/>
                    </a:lnTo>
                    <a:lnTo>
                      <a:pt x="4886326" y="3520999"/>
                    </a:lnTo>
                    <a:lnTo>
                      <a:pt x="4997377" y="3475986"/>
                    </a:lnTo>
                    <a:lnTo>
                      <a:pt x="5108428" y="3476092"/>
                    </a:lnTo>
                    <a:lnTo>
                      <a:pt x="5219478" y="3502464"/>
                    </a:lnTo>
                    <a:lnTo>
                      <a:pt x="5330528" y="3518881"/>
                    </a:lnTo>
                    <a:lnTo>
                      <a:pt x="5441578" y="3509349"/>
                    </a:lnTo>
                    <a:lnTo>
                      <a:pt x="5552629" y="3477681"/>
                    </a:lnTo>
                    <a:lnTo>
                      <a:pt x="5663679" y="3449296"/>
                    </a:lnTo>
                    <a:lnTo>
                      <a:pt x="5774730" y="3443364"/>
                    </a:lnTo>
                    <a:lnTo>
                      <a:pt x="5885781" y="3436374"/>
                    </a:lnTo>
                    <a:lnTo>
                      <a:pt x="5996831" y="3423770"/>
                    </a:lnTo>
                    <a:lnTo>
                      <a:pt x="6107881" y="3404918"/>
                    </a:lnTo>
                    <a:lnTo>
                      <a:pt x="6219038" y="3378757"/>
                    </a:lnTo>
                    <a:lnTo>
                      <a:pt x="6330088" y="3345606"/>
                    </a:lnTo>
                    <a:lnTo>
                      <a:pt x="6441139" y="3306418"/>
                    </a:lnTo>
                    <a:lnTo>
                      <a:pt x="6552189" y="3263099"/>
                    </a:lnTo>
                    <a:lnTo>
                      <a:pt x="6663240" y="3217874"/>
                    </a:lnTo>
                    <a:lnTo>
                      <a:pt x="6774290" y="3173178"/>
                    </a:lnTo>
                    <a:lnTo>
                      <a:pt x="6885340" y="3131130"/>
                    </a:lnTo>
                    <a:lnTo>
                      <a:pt x="6996391" y="3090671"/>
                    </a:lnTo>
                    <a:lnTo>
                      <a:pt x="7107441" y="3046293"/>
                    </a:lnTo>
                    <a:lnTo>
                      <a:pt x="7218492" y="2996620"/>
                    </a:lnTo>
                    <a:lnTo>
                      <a:pt x="7329543" y="2940380"/>
                    </a:lnTo>
                    <a:lnTo>
                      <a:pt x="7440593" y="2876408"/>
                    </a:lnTo>
                    <a:lnTo>
                      <a:pt x="7551643" y="2803751"/>
                    </a:lnTo>
                    <a:lnTo>
                      <a:pt x="7662694" y="2721774"/>
                    </a:lnTo>
                    <a:lnTo>
                      <a:pt x="7773744" y="2630158"/>
                    </a:lnTo>
                    <a:lnTo>
                      <a:pt x="7884794" y="2528481"/>
                    </a:lnTo>
                    <a:lnTo>
                      <a:pt x="7995845" y="2416742"/>
                    </a:lnTo>
                    <a:lnTo>
                      <a:pt x="8106896" y="2294941"/>
                    </a:lnTo>
                    <a:lnTo>
                      <a:pt x="8217946" y="2163184"/>
                    </a:lnTo>
                    <a:lnTo>
                      <a:pt x="8328997" y="2021683"/>
                    </a:lnTo>
                    <a:lnTo>
                      <a:pt x="8440047" y="1870438"/>
                    </a:lnTo>
                    <a:lnTo>
                      <a:pt x="8551097" y="1709661"/>
                    </a:lnTo>
                    <a:lnTo>
                      <a:pt x="8662148" y="1539563"/>
                    </a:lnTo>
                    <a:lnTo>
                      <a:pt x="8773198" y="1360251"/>
                    </a:lnTo>
                    <a:lnTo>
                      <a:pt x="8773198" y="4805204"/>
                    </a:lnTo>
                    <a:lnTo>
                      <a:pt x="8662148" y="4805204"/>
                    </a:lnTo>
                    <a:lnTo>
                      <a:pt x="8551097" y="4805204"/>
                    </a:lnTo>
                    <a:lnTo>
                      <a:pt x="8440047" y="4805204"/>
                    </a:lnTo>
                    <a:lnTo>
                      <a:pt x="8328997" y="4805204"/>
                    </a:lnTo>
                    <a:lnTo>
                      <a:pt x="8217946" y="4805204"/>
                    </a:lnTo>
                    <a:lnTo>
                      <a:pt x="8106896" y="4805204"/>
                    </a:lnTo>
                    <a:lnTo>
                      <a:pt x="7995845" y="4805204"/>
                    </a:lnTo>
                    <a:lnTo>
                      <a:pt x="7884794" y="4805204"/>
                    </a:lnTo>
                    <a:lnTo>
                      <a:pt x="7773744" y="4805204"/>
                    </a:lnTo>
                    <a:lnTo>
                      <a:pt x="7662694" y="4805204"/>
                    </a:lnTo>
                    <a:lnTo>
                      <a:pt x="7551643" y="4805204"/>
                    </a:lnTo>
                    <a:lnTo>
                      <a:pt x="7440593" y="4805204"/>
                    </a:lnTo>
                    <a:lnTo>
                      <a:pt x="7329543" y="4805204"/>
                    </a:lnTo>
                    <a:lnTo>
                      <a:pt x="7218492" y="4805204"/>
                    </a:lnTo>
                    <a:lnTo>
                      <a:pt x="7107441" y="4805204"/>
                    </a:lnTo>
                    <a:lnTo>
                      <a:pt x="6996391" y="4805204"/>
                    </a:lnTo>
                    <a:lnTo>
                      <a:pt x="6885340" y="4805204"/>
                    </a:lnTo>
                    <a:lnTo>
                      <a:pt x="6774290" y="4805204"/>
                    </a:lnTo>
                    <a:lnTo>
                      <a:pt x="6663240" y="4805204"/>
                    </a:lnTo>
                    <a:lnTo>
                      <a:pt x="6552189" y="4805204"/>
                    </a:lnTo>
                    <a:lnTo>
                      <a:pt x="6441139" y="4805204"/>
                    </a:lnTo>
                    <a:lnTo>
                      <a:pt x="6330088" y="4805204"/>
                    </a:lnTo>
                    <a:lnTo>
                      <a:pt x="6219038" y="4805204"/>
                    </a:lnTo>
                    <a:lnTo>
                      <a:pt x="6107881" y="4805204"/>
                    </a:lnTo>
                    <a:lnTo>
                      <a:pt x="5996831" y="4805204"/>
                    </a:lnTo>
                    <a:lnTo>
                      <a:pt x="5885781" y="4805204"/>
                    </a:lnTo>
                    <a:lnTo>
                      <a:pt x="5774730" y="4805204"/>
                    </a:lnTo>
                    <a:lnTo>
                      <a:pt x="5663679" y="4805204"/>
                    </a:lnTo>
                    <a:lnTo>
                      <a:pt x="5552629" y="4805204"/>
                    </a:lnTo>
                    <a:lnTo>
                      <a:pt x="5441578" y="4805204"/>
                    </a:lnTo>
                    <a:lnTo>
                      <a:pt x="5330528" y="4805204"/>
                    </a:lnTo>
                    <a:lnTo>
                      <a:pt x="5219478" y="4805204"/>
                    </a:lnTo>
                    <a:lnTo>
                      <a:pt x="5108428" y="4805204"/>
                    </a:lnTo>
                    <a:lnTo>
                      <a:pt x="4997377" y="4805204"/>
                    </a:lnTo>
                    <a:lnTo>
                      <a:pt x="4886326" y="4805204"/>
                    </a:lnTo>
                    <a:lnTo>
                      <a:pt x="4775276" y="4805204"/>
                    </a:lnTo>
                    <a:lnTo>
                      <a:pt x="4664225" y="4805204"/>
                    </a:lnTo>
                    <a:lnTo>
                      <a:pt x="4553175" y="4805204"/>
                    </a:lnTo>
                    <a:lnTo>
                      <a:pt x="4442124" y="4805204"/>
                    </a:lnTo>
                    <a:lnTo>
                      <a:pt x="4331074" y="4805204"/>
                    </a:lnTo>
                    <a:lnTo>
                      <a:pt x="4220024" y="4805204"/>
                    </a:lnTo>
                    <a:lnTo>
                      <a:pt x="4108973" y="4805204"/>
                    </a:lnTo>
                    <a:lnTo>
                      <a:pt x="3997923" y="4796625"/>
                    </a:lnTo>
                    <a:lnTo>
                      <a:pt x="3886872" y="4427833"/>
                    </a:lnTo>
                    <a:lnTo>
                      <a:pt x="3775822" y="4127356"/>
                    </a:lnTo>
                    <a:lnTo>
                      <a:pt x="3664771" y="3791609"/>
                    </a:lnTo>
                    <a:lnTo>
                      <a:pt x="3553721" y="3460628"/>
                    </a:lnTo>
                    <a:lnTo>
                      <a:pt x="3442670" y="3197962"/>
                    </a:lnTo>
                    <a:lnTo>
                      <a:pt x="3331620" y="2887634"/>
                    </a:lnTo>
                    <a:lnTo>
                      <a:pt x="3220569" y="2629522"/>
                    </a:lnTo>
                    <a:lnTo>
                      <a:pt x="3109519" y="2421508"/>
                    </a:lnTo>
                    <a:lnTo>
                      <a:pt x="2998362" y="2128444"/>
                    </a:lnTo>
                    <a:lnTo>
                      <a:pt x="2887312" y="1912274"/>
                    </a:lnTo>
                    <a:lnTo>
                      <a:pt x="2776262" y="1876475"/>
                    </a:lnTo>
                    <a:lnTo>
                      <a:pt x="2665211" y="2088303"/>
                    </a:lnTo>
                    <a:lnTo>
                      <a:pt x="2554161" y="2501155"/>
                    </a:lnTo>
                    <a:lnTo>
                      <a:pt x="2443110" y="2900450"/>
                    </a:lnTo>
                    <a:lnTo>
                      <a:pt x="2332060" y="3192984"/>
                    </a:lnTo>
                    <a:lnTo>
                      <a:pt x="2221009" y="3318280"/>
                    </a:lnTo>
                    <a:lnTo>
                      <a:pt x="2109959" y="3417627"/>
                    </a:lnTo>
                    <a:lnTo>
                      <a:pt x="1998908" y="3515068"/>
                    </a:lnTo>
                    <a:lnTo>
                      <a:pt x="1887858" y="3627972"/>
                    </a:lnTo>
                    <a:lnTo>
                      <a:pt x="1776807" y="3756340"/>
                    </a:lnTo>
                    <a:lnTo>
                      <a:pt x="1665757" y="3833127"/>
                    </a:lnTo>
                    <a:lnTo>
                      <a:pt x="1554706" y="3784619"/>
                    </a:lnTo>
                    <a:lnTo>
                      <a:pt x="1443656" y="3700735"/>
                    </a:lnTo>
                    <a:lnTo>
                      <a:pt x="1332605" y="3679340"/>
                    </a:lnTo>
                    <a:lnTo>
                      <a:pt x="1221555" y="3719588"/>
                    </a:lnTo>
                    <a:lnTo>
                      <a:pt x="1110505" y="3762695"/>
                    </a:lnTo>
                    <a:lnTo>
                      <a:pt x="999454" y="3796799"/>
                    </a:lnTo>
                    <a:lnTo>
                      <a:pt x="888404" y="3825395"/>
                    </a:lnTo>
                    <a:lnTo>
                      <a:pt x="777353" y="3853675"/>
                    </a:lnTo>
                    <a:lnTo>
                      <a:pt x="666303" y="3888097"/>
                    </a:lnTo>
                    <a:lnTo>
                      <a:pt x="555252" y="3937558"/>
                    </a:lnTo>
                    <a:lnTo>
                      <a:pt x="444202" y="4012439"/>
                    </a:lnTo>
                    <a:lnTo>
                      <a:pt x="333151" y="4123331"/>
                    </a:lnTo>
                    <a:lnTo>
                      <a:pt x="222101" y="4278601"/>
                    </a:lnTo>
                    <a:lnTo>
                      <a:pt x="111050" y="4483438"/>
                    </a:lnTo>
                    <a:lnTo>
                      <a:pt x="0" y="4741550"/>
                    </a:lnTo>
                    <a:close/>
                  </a:path>
                </a:pathLst>
              </a:custGeom>
              <a:solidFill>
                <a:srgbClr val="B50A37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1D22502-835C-5075-118F-E1FD720F9892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3667160"/>
              </a:xfrm>
              <a:custGeom>
                <a:avLst/>
                <a:gdLst>
                  <a:gd name="connsiteX0" fmla="*/ 0 w 8773198"/>
                  <a:gd name="connsiteY0" fmla="*/ 1983236 h 3667160"/>
                  <a:gd name="connsiteX1" fmla="*/ 111050 w 8773198"/>
                  <a:gd name="connsiteY1" fmla="*/ 2074852 h 3667160"/>
                  <a:gd name="connsiteX2" fmla="*/ 222101 w 8773198"/>
                  <a:gd name="connsiteY2" fmla="*/ 2133210 h 3667160"/>
                  <a:gd name="connsiteX3" fmla="*/ 333151 w 8773198"/>
                  <a:gd name="connsiteY3" fmla="*/ 2156829 h 3667160"/>
                  <a:gd name="connsiteX4" fmla="*/ 444202 w 8773198"/>
                  <a:gd name="connsiteY4" fmla="*/ 2149098 h 3667160"/>
                  <a:gd name="connsiteX5" fmla="*/ 555252 w 8773198"/>
                  <a:gd name="connsiteY5" fmla="*/ 2116688 h 3667160"/>
                  <a:gd name="connsiteX6" fmla="*/ 666303 w 8773198"/>
                  <a:gd name="connsiteY6" fmla="*/ 2068497 h 3667160"/>
                  <a:gd name="connsiteX7" fmla="*/ 777353 w 8773198"/>
                  <a:gd name="connsiteY7" fmla="*/ 2012892 h 3667160"/>
                  <a:gd name="connsiteX8" fmla="*/ 888404 w 8773198"/>
                  <a:gd name="connsiteY8" fmla="*/ 1956970 h 3667160"/>
                  <a:gd name="connsiteX9" fmla="*/ 999454 w 8773198"/>
                  <a:gd name="connsiteY9" fmla="*/ 1905602 h 3667160"/>
                  <a:gd name="connsiteX10" fmla="*/ 1110505 w 8773198"/>
                  <a:gd name="connsiteY10" fmla="*/ 1861965 h 3667160"/>
                  <a:gd name="connsiteX11" fmla="*/ 1221555 w 8773198"/>
                  <a:gd name="connsiteY11" fmla="*/ 1827861 h 3667160"/>
                  <a:gd name="connsiteX12" fmla="*/ 1332605 w 8773198"/>
                  <a:gd name="connsiteY12" fmla="*/ 1827755 h 3667160"/>
                  <a:gd name="connsiteX13" fmla="*/ 1443656 w 8773198"/>
                  <a:gd name="connsiteY13" fmla="*/ 1899035 h 3667160"/>
                  <a:gd name="connsiteX14" fmla="*/ 1554706 w 8773198"/>
                  <a:gd name="connsiteY14" fmla="*/ 1943519 h 3667160"/>
                  <a:gd name="connsiteX15" fmla="*/ 1665757 w 8773198"/>
                  <a:gd name="connsiteY15" fmla="*/ 1951038 h 3667160"/>
                  <a:gd name="connsiteX16" fmla="*/ 1776807 w 8773198"/>
                  <a:gd name="connsiteY16" fmla="*/ 1983978 h 3667160"/>
                  <a:gd name="connsiteX17" fmla="*/ 1887858 w 8773198"/>
                  <a:gd name="connsiteY17" fmla="*/ 1993510 h 3667160"/>
                  <a:gd name="connsiteX18" fmla="*/ 1998908 w 8773198"/>
                  <a:gd name="connsiteY18" fmla="*/ 1938117 h 3667160"/>
                  <a:gd name="connsiteX19" fmla="*/ 2109959 w 8773198"/>
                  <a:gd name="connsiteY19" fmla="*/ 1843642 h 3667160"/>
                  <a:gd name="connsiteX20" fmla="*/ 2221009 w 8773198"/>
                  <a:gd name="connsiteY20" fmla="*/ 1740164 h 3667160"/>
                  <a:gd name="connsiteX21" fmla="*/ 2332060 w 8773198"/>
                  <a:gd name="connsiteY21" fmla="*/ 1594109 h 3667160"/>
                  <a:gd name="connsiteX22" fmla="*/ 2443110 w 8773198"/>
                  <a:gd name="connsiteY22" fmla="*/ 1341610 h 3667160"/>
                  <a:gd name="connsiteX23" fmla="*/ 2554161 w 8773198"/>
                  <a:gd name="connsiteY23" fmla="*/ 967735 h 3667160"/>
                  <a:gd name="connsiteX24" fmla="*/ 2665211 w 8773198"/>
                  <a:gd name="connsiteY24" fmla="*/ 414864 h 3667160"/>
                  <a:gd name="connsiteX25" fmla="*/ 2776262 w 8773198"/>
                  <a:gd name="connsiteY25" fmla="*/ 0 h 3667160"/>
                  <a:gd name="connsiteX26" fmla="*/ 2887312 w 8773198"/>
                  <a:gd name="connsiteY26" fmla="*/ 20653 h 3667160"/>
                  <a:gd name="connsiteX27" fmla="*/ 2998362 w 8773198"/>
                  <a:gd name="connsiteY27" fmla="*/ 266797 h 3667160"/>
                  <a:gd name="connsiteX28" fmla="*/ 3109519 w 8773198"/>
                  <a:gd name="connsiteY28" fmla="*/ 529040 h 3667160"/>
                  <a:gd name="connsiteX29" fmla="*/ 3220569 w 8773198"/>
                  <a:gd name="connsiteY29" fmla="*/ 780797 h 3667160"/>
                  <a:gd name="connsiteX30" fmla="*/ 3331620 w 8773198"/>
                  <a:gd name="connsiteY30" fmla="*/ 1141433 h 3667160"/>
                  <a:gd name="connsiteX31" fmla="*/ 3442670 w 8773198"/>
                  <a:gd name="connsiteY31" fmla="*/ 1494126 h 3667160"/>
                  <a:gd name="connsiteX32" fmla="*/ 3553721 w 8773198"/>
                  <a:gd name="connsiteY32" fmla="*/ 1800429 h 3667160"/>
                  <a:gd name="connsiteX33" fmla="*/ 3664771 w 8773198"/>
                  <a:gd name="connsiteY33" fmla="*/ 2211163 h 3667160"/>
                  <a:gd name="connsiteX34" fmla="*/ 3775822 w 8773198"/>
                  <a:gd name="connsiteY34" fmla="*/ 2548075 h 3667160"/>
                  <a:gd name="connsiteX35" fmla="*/ 3886872 w 8773198"/>
                  <a:gd name="connsiteY35" fmla="*/ 2826205 h 3667160"/>
                  <a:gd name="connsiteX36" fmla="*/ 3997923 w 8773198"/>
                  <a:gd name="connsiteY36" fmla="*/ 3111748 h 3667160"/>
                  <a:gd name="connsiteX37" fmla="*/ 4108973 w 8773198"/>
                  <a:gd name="connsiteY37" fmla="*/ 3334909 h 3667160"/>
                  <a:gd name="connsiteX38" fmla="*/ 4220024 w 8773198"/>
                  <a:gd name="connsiteY38" fmla="*/ 3477363 h 3667160"/>
                  <a:gd name="connsiteX39" fmla="*/ 4331074 w 8773198"/>
                  <a:gd name="connsiteY39" fmla="*/ 3582535 h 3667160"/>
                  <a:gd name="connsiteX40" fmla="*/ 4442124 w 8773198"/>
                  <a:gd name="connsiteY40" fmla="*/ 3648096 h 3667160"/>
                  <a:gd name="connsiteX41" fmla="*/ 4553175 w 8773198"/>
                  <a:gd name="connsiteY41" fmla="*/ 3667160 h 3667160"/>
                  <a:gd name="connsiteX42" fmla="*/ 4664225 w 8773198"/>
                  <a:gd name="connsiteY42" fmla="*/ 3641741 h 3667160"/>
                  <a:gd name="connsiteX43" fmla="*/ 4775276 w 8773198"/>
                  <a:gd name="connsiteY43" fmla="*/ 3585395 h 3667160"/>
                  <a:gd name="connsiteX44" fmla="*/ 4886326 w 8773198"/>
                  <a:gd name="connsiteY44" fmla="*/ 3520999 h 3667160"/>
                  <a:gd name="connsiteX45" fmla="*/ 4997377 w 8773198"/>
                  <a:gd name="connsiteY45" fmla="*/ 3475986 h 3667160"/>
                  <a:gd name="connsiteX46" fmla="*/ 5108428 w 8773198"/>
                  <a:gd name="connsiteY46" fmla="*/ 3476092 h 3667160"/>
                  <a:gd name="connsiteX47" fmla="*/ 5219478 w 8773198"/>
                  <a:gd name="connsiteY47" fmla="*/ 3502464 h 3667160"/>
                  <a:gd name="connsiteX48" fmla="*/ 5330528 w 8773198"/>
                  <a:gd name="connsiteY48" fmla="*/ 3518881 h 3667160"/>
                  <a:gd name="connsiteX49" fmla="*/ 5441578 w 8773198"/>
                  <a:gd name="connsiteY49" fmla="*/ 3509349 h 3667160"/>
                  <a:gd name="connsiteX50" fmla="*/ 5552629 w 8773198"/>
                  <a:gd name="connsiteY50" fmla="*/ 3477681 h 3667160"/>
                  <a:gd name="connsiteX51" fmla="*/ 5663679 w 8773198"/>
                  <a:gd name="connsiteY51" fmla="*/ 3449296 h 3667160"/>
                  <a:gd name="connsiteX52" fmla="*/ 5774730 w 8773198"/>
                  <a:gd name="connsiteY52" fmla="*/ 3443364 h 3667160"/>
                  <a:gd name="connsiteX53" fmla="*/ 5885781 w 8773198"/>
                  <a:gd name="connsiteY53" fmla="*/ 3436374 h 3667160"/>
                  <a:gd name="connsiteX54" fmla="*/ 5996831 w 8773198"/>
                  <a:gd name="connsiteY54" fmla="*/ 3423770 h 3667160"/>
                  <a:gd name="connsiteX55" fmla="*/ 6107881 w 8773198"/>
                  <a:gd name="connsiteY55" fmla="*/ 3404918 h 3667160"/>
                  <a:gd name="connsiteX56" fmla="*/ 6219038 w 8773198"/>
                  <a:gd name="connsiteY56" fmla="*/ 3378757 h 3667160"/>
                  <a:gd name="connsiteX57" fmla="*/ 6330088 w 8773198"/>
                  <a:gd name="connsiteY57" fmla="*/ 3345606 h 3667160"/>
                  <a:gd name="connsiteX58" fmla="*/ 6441139 w 8773198"/>
                  <a:gd name="connsiteY58" fmla="*/ 3306418 h 3667160"/>
                  <a:gd name="connsiteX59" fmla="*/ 6552189 w 8773198"/>
                  <a:gd name="connsiteY59" fmla="*/ 3263099 h 3667160"/>
                  <a:gd name="connsiteX60" fmla="*/ 6663240 w 8773198"/>
                  <a:gd name="connsiteY60" fmla="*/ 3217874 h 3667160"/>
                  <a:gd name="connsiteX61" fmla="*/ 6774290 w 8773198"/>
                  <a:gd name="connsiteY61" fmla="*/ 3173178 h 3667160"/>
                  <a:gd name="connsiteX62" fmla="*/ 6885340 w 8773198"/>
                  <a:gd name="connsiteY62" fmla="*/ 3131130 h 3667160"/>
                  <a:gd name="connsiteX63" fmla="*/ 6996391 w 8773198"/>
                  <a:gd name="connsiteY63" fmla="*/ 3090671 h 3667160"/>
                  <a:gd name="connsiteX64" fmla="*/ 7107441 w 8773198"/>
                  <a:gd name="connsiteY64" fmla="*/ 3046293 h 3667160"/>
                  <a:gd name="connsiteX65" fmla="*/ 7218492 w 8773198"/>
                  <a:gd name="connsiteY65" fmla="*/ 2996620 h 3667160"/>
                  <a:gd name="connsiteX66" fmla="*/ 7329543 w 8773198"/>
                  <a:gd name="connsiteY66" fmla="*/ 2940380 h 3667160"/>
                  <a:gd name="connsiteX67" fmla="*/ 7440593 w 8773198"/>
                  <a:gd name="connsiteY67" fmla="*/ 2876408 h 3667160"/>
                  <a:gd name="connsiteX68" fmla="*/ 7551643 w 8773198"/>
                  <a:gd name="connsiteY68" fmla="*/ 2803751 h 3667160"/>
                  <a:gd name="connsiteX69" fmla="*/ 7662694 w 8773198"/>
                  <a:gd name="connsiteY69" fmla="*/ 2721774 h 3667160"/>
                  <a:gd name="connsiteX70" fmla="*/ 7773744 w 8773198"/>
                  <a:gd name="connsiteY70" fmla="*/ 2630158 h 3667160"/>
                  <a:gd name="connsiteX71" fmla="*/ 7884794 w 8773198"/>
                  <a:gd name="connsiteY71" fmla="*/ 2528481 h 3667160"/>
                  <a:gd name="connsiteX72" fmla="*/ 7995845 w 8773198"/>
                  <a:gd name="connsiteY72" fmla="*/ 2416742 h 3667160"/>
                  <a:gd name="connsiteX73" fmla="*/ 8106896 w 8773198"/>
                  <a:gd name="connsiteY73" fmla="*/ 2294941 h 3667160"/>
                  <a:gd name="connsiteX74" fmla="*/ 8217946 w 8773198"/>
                  <a:gd name="connsiteY74" fmla="*/ 2163184 h 3667160"/>
                  <a:gd name="connsiteX75" fmla="*/ 8328997 w 8773198"/>
                  <a:gd name="connsiteY75" fmla="*/ 2021683 h 3667160"/>
                  <a:gd name="connsiteX76" fmla="*/ 8440047 w 8773198"/>
                  <a:gd name="connsiteY76" fmla="*/ 1870438 h 3667160"/>
                  <a:gd name="connsiteX77" fmla="*/ 8551097 w 8773198"/>
                  <a:gd name="connsiteY77" fmla="*/ 1709661 h 3667160"/>
                  <a:gd name="connsiteX78" fmla="*/ 8662148 w 8773198"/>
                  <a:gd name="connsiteY78" fmla="*/ 1539563 h 3667160"/>
                  <a:gd name="connsiteX79" fmla="*/ 8773198 w 8773198"/>
                  <a:gd name="connsiteY79" fmla="*/ 1360251 h 3667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667160">
                    <a:moveTo>
                      <a:pt x="0" y="1983236"/>
                    </a:moveTo>
                    <a:lnTo>
                      <a:pt x="111050" y="2074852"/>
                    </a:lnTo>
                    <a:lnTo>
                      <a:pt x="222101" y="2133210"/>
                    </a:lnTo>
                    <a:lnTo>
                      <a:pt x="333151" y="2156829"/>
                    </a:lnTo>
                    <a:lnTo>
                      <a:pt x="444202" y="2149098"/>
                    </a:lnTo>
                    <a:lnTo>
                      <a:pt x="555252" y="2116688"/>
                    </a:lnTo>
                    <a:lnTo>
                      <a:pt x="666303" y="2068497"/>
                    </a:lnTo>
                    <a:lnTo>
                      <a:pt x="777353" y="2012892"/>
                    </a:lnTo>
                    <a:lnTo>
                      <a:pt x="888404" y="1956970"/>
                    </a:lnTo>
                    <a:lnTo>
                      <a:pt x="999454" y="1905602"/>
                    </a:lnTo>
                    <a:lnTo>
                      <a:pt x="1110505" y="1861965"/>
                    </a:lnTo>
                    <a:lnTo>
                      <a:pt x="1221555" y="1827861"/>
                    </a:lnTo>
                    <a:lnTo>
                      <a:pt x="1332605" y="1827755"/>
                    </a:lnTo>
                    <a:lnTo>
                      <a:pt x="1443656" y="1899035"/>
                    </a:lnTo>
                    <a:lnTo>
                      <a:pt x="1554706" y="1943519"/>
                    </a:lnTo>
                    <a:lnTo>
                      <a:pt x="1665757" y="1951038"/>
                    </a:lnTo>
                    <a:lnTo>
                      <a:pt x="1776807" y="1983978"/>
                    </a:lnTo>
                    <a:lnTo>
                      <a:pt x="1887858" y="1993510"/>
                    </a:lnTo>
                    <a:lnTo>
                      <a:pt x="1998908" y="1938117"/>
                    </a:lnTo>
                    <a:lnTo>
                      <a:pt x="2109959" y="1843642"/>
                    </a:lnTo>
                    <a:lnTo>
                      <a:pt x="2221009" y="1740164"/>
                    </a:lnTo>
                    <a:lnTo>
                      <a:pt x="2332060" y="1594109"/>
                    </a:lnTo>
                    <a:lnTo>
                      <a:pt x="2443110" y="1341610"/>
                    </a:lnTo>
                    <a:lnTo>
                      <a:pt x="2554161" y="967735"/>
                    </a:lnTo>
                    <a:lnTo>
                      <a:pt x="2665211" y="414864"/>
                    </a:lnTo>
                    <a:lnTo>
                      <a:pt x="2776262" y="0"/>
                    </a:lnTo>
                    <a:lnTo>
                      <a:pt x="2887312" y="20653"/>
                    </a:lnTo>
                    <a:lnTo>
                      <a:pt x="2998362" y="266797"/>
                    </a:lnTo>
                    <a:lnTo>
                      <a:pt x="3109519" y="529040"/>
                    </a:lnTo>
                    <a:lnTo>
                      <a:pt x="3220569" y="780797"/>
                    </a:lnTo>
                    <a:lnTo>
                      <a:pt x="3331620" y="1141433"/>
                    </a:lnTo>
                    <a:lnTo>
                      <a:pt x="3442670" y="1494126"/>
                    </a:lnTo>
                    <a:lnTo>
                      <a:pt x="3553721" y="1800429"/>
                    </a:lnTo>
                    <a:lnTo>
                      <a:pt x="3664771" y="2211163"/>
                    </a:lnTo>
                    <a:lnTo>
                      <a:pt x="3775822" y="2548075"/>
                    </a:lnTo>
                    <a:lnTo>
                      <a:pt x="3886872" y="2826205"/>
                    </a:lnTo>
                    <a:lnTo>
                      <a:pt x="3997923" y="3111748"/>
                    </a:lnTo>
                    <a:lnTo>
                      <a:pt x="4108973" y="3334909"/>
                    </a:lnTo>
                    <a:lnTo>
                      <a:pt x="4220024" y="3477363"/>
                    </a:lnTo>
                    <a:lnTo>
                      <a:pt x="4331074" y="3582535"/>
                    </a:lnTo>
                    <a:lnTo>
                      <a:pt x="4442124" y="3648096"/>
                    </a:lnTo>
                    <a:lnTo>
                      <a:pt x="4553175" y="3667160"/>
                    </a:lnTo>
                    <a:lnTo>
                      <a:pt x="4664225" y="3641741"/>
                    </a:lnTo>
                    <a:lnTo>
                      <a:pt x="4775276" y="3585395"/>
                    </a:lnTo>
                    <a:lnTo>
                      <a:pt x="4886326" y="3520999"/>
                    </a:lnTo>
                    <a:lnTo>
                      <a:pt x="4997377" y="3475986"/>
                    </a:lnTo>
                    <a:lnTo>
                      <a:pt x="5108428" y="3476092"/>
                    </a:lnTo>
                    <a:lnTo>
                      <a:pt x="5219478" y="3502464"/>
                    </a:lnTo>
                    <a:lnTo>
                      <a:pt x="5330528" y="3518881"/>
                    </a:lnTo>
                    <a:lnTo>
                      <a:pt x="5441578" y="3509349"/>
                    </a:lnTo>
                    <a:lnTo>
                      <a:pt x="5552629" y="3477681"/>
                    </a:lnTo>
                    <a:lnTo>
                      <a:pt x="5663679" y="3449296"/>
                    </a:lnTo>
                    <a:lnTo>
                      <a:pt x="5774730" y="3443364"/>
                    </a:lnTo>
                    <a:lnTo>
                      <a:pt x="5885781" y="3436374"/>
                    </a:lnTo>
                    <a:lnTo>
                      <a:pt x="5996831" y="3423770"/>
                    </a:lnTo>
                    <a:lnTo>
                      <a:pt x="6107881" y="3404918"/>
                    </a:lnTo>
                    <a:lnTo>
                      <a:pt x="6219038" y="3378757"/>
                    </a:lnTo>
                    <a:lnTo>
                      <a:pt x="6330088" y="3345606"/>
                    </a:lnTo>
                    <a:lnTo>
                      <a:pt x="6441139" y="3306418"/>
                    </a:lnTo>
                    <a:lnTo>
                      <a:pt x="6552189" y="3263099"/>
                    </a:lnTo>
                    <a:lnTo>
                      <a:pt x="6663240" y="3217874"/>
                    </a:lnTo>
                    <a:lnTo>
                      <a:pt x="6774290" y="3173178"/>
                    </a:lnTo>
                    <a:lnTo>
                      <a:pt x="6885340" y="3131130"/>
                    </a:lnTo>
                    <a:lnTo>
                      <a:pt x="6996391" y="3090671"/>
                    </a:lnTo>
                    <a:lnTo>
                      <a:pt x="7107441" y="3046293"/>
                    </a:lnTo>
                    <a:lnTo>
                      <a:pt x="7218492" y="2996620"/>
                    </a:lnTo>
                    <a:lnTo>
                      <a:pt x="7329543" y="2940380"/>
                    </a:lnTo>
                    <a:lnTo>
                      <a:pt x="7440593" y="2876408"/>
                    </a:lnTo>
                    <a:lnTo>
                      <a:pt x="7551643" y="2803751"/>
                    </a:lnTo>
                    <a:lnTo>
                      <a:pt x="7662694" y="2721774"/>
                    </a:lnTo>
                    <a:lnTo>
                      <a:pt x="7773744" y="2630158"/>
                    </a:lnTo>
                    <a:lnTo>
                      <a:pt x="7884794" y="2528481"/>
                    </a:lnTo>
                    <a:lnTo>
                      <a:pt x="7995845" y="2416742"/>
                    </a:lnTo>
                    <a:lnTo>
                      <a:pt x="8106896" y="2294941"/>
                    </a:lnTo>
                    <a:lnTo>
                      <a:pt x="8217946" y="2163184"/>
                    </a:lnTo>
                    <a:lnTo>
                      <a:pt x="8328997" y="2021683"/>
                    </a:lnTo>
                    <a:lnTo>
                      <a:pt x="8440047" y="1870438"/>
                    </a:lnTo>
                    <a:lnTo>
                      <a:pt x="8551097" y="1709661"/>
                    </a:lnTo>
                    <a:lnTo>
                      <a:pt x="8662148" y="1539563"/>
                    </a:lnTo>
                    <a:lnTo>
                      <a:pt x="8773198" y="1360251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F0174A4-7E5D-49A0-2B9E-BA500A0266C0}"/>
                  </a:ext>
                </a:extLst>
              </p:cNvPr>
              <p:cNvSpPr/>
              <p:nvPr/>
            </p:nvSpPr>
            <p:spPr>
              <a:xfrm>
                <a:off x="1909778" y="2847956"/>
                <a:ext cx="8773198" cy="2928729"/>
              </a:xfrm>
              <a:custGeom>
                <a:avLst/>
                <a:gdLst>
                  <a:gd name="connsiteX0" fmla="*/ 8773198 w 8773198"/>
                  <a:gd name="connsiteY0" fmla="*/ 2928729 h 2928729"/>
                  <a:gd name="connsiteX1" fmla="*/ 8662148 w 8773198"/>
                  <a:gd name="connsiteY1" fmla="*/ 2928729 h 2928729"/>
                  <a:gd name="connsiteX2" fmla="*/ 8551097 w 8773198"/>
                  <a:gd name="connsiteY2" fmla="*/ 2928729 h 2928729"/>
                  <a:gd name="connsiteX3" fmla="*/ 8440047 w 8773198"/>
                  <a:gd name="connsiteY3" fmla="*/ 2928729 h 2928729"/>
                  <a:gd name="connsiteX4" fmla="*/ 8328997 w 8773198"/>
                  <a:gd name="connsiteY4" fmla="*/ 2928729 h 2928729"/>
                  <a:gd name="connsiteX5" fmla="*/ 8217946 w 8773198"/>
                  <a:gd name="connsiteY5" fmla="*/ 2928729 h 2928729"/>
                  <a:gd name="connsiteX6" fmla="*/ 8106896 w 8773198"/>
                  <a:gd name="connsiteY6" fmla="*/ 2928729 h 2928729"/>
                  <a:gd name="connsiteX7" fmla="*/ 7995845 w 8773198"/>
                  <a:gd name="connsiteY7" fmla="*/ 2928729 h 2928729"/>
                  <a:gd name="connsiteX8" fmla="*/ 7884794 w 8773198"/>
                  <a:gd name="connsiteY8" fmla="*/ 2928729 h 2928729"/>
                  <a:gd name="connsiteX9" fmla="*/ 7773744 w 8773198"/>
                  <a:gd name="connsiteY9" fmla="*/ 2928729 h 2928729"/>
                  <a:gd name="connsiteX10" fmla="*/ 7662694 w 8773198"/>
                  <a:gd name="connsiteY10" fmla="*/ 2928729 h 2928729"/>
                  <a:gd name="connsiteX11" fmla="*/ 7551643 w 8773198"/>
                  <a:gd name="connsiteY11" fmla="*/ 2928729 h 2928729"/>
                  <a:gd name="connsiteX12" fmla="*/ 7440593 w 8773198"/>
                  <a:gd name="connsiteY12" fmla="*/ 2928729 h 2928729"/>
                  <a:gd name="connsiteX13" fmla="*/ 7329543 w 8773198"/>
                  <a:gd name="connsiteY13" fmla="*/ 2928729 h 2928729"/>
                  <a:gd name="connsiteX14" fmla="*/ 7218492 w 8773198"/>
                  <a:gd name="connsiteY14" fmla="*/ 2928729 h 2928729"/>
                  <a:gd name="connsiteX15" fmla="*/ 7107441 w 8773198"/>
                  <a:gd name="connsiteY15" fmla="*/ 2928729 h 2928729"/>
                  <a:gd name="connsiteX16" fmla="*/ 6996391 w 8773198"/>
                  <a:gd name="connsiteY16" fmla="*/ 2928729 h 2928729"/>
                  <a:gd name="connsiteX17" fmla="*/ 6885340 w 8773198"/>
                  <a:gd name="connsiteY17" fmla="*/ 2928729 h 2928729"/>
                  <a:gd name="connsiteX18" fmla="*/ 6774290 w 8773198"/>
                  <a:gd name="connsiteY18" fmla="*/ 2928729 h 2928729"/>
                  <a:gd name="connsiteX19" fmla="*/ 6663240 w 8773198"/>
                  <a:gd name="connsiteY19" fmla="*/ 2928729 h 2928729"/>
                  <a:gd name="connsiteX20" fmla="*/ 6552189 w 8773198"/>
                  <a:gd name="connsiteY20" fmla="*/ 2928729 h 2928729"/>
                  <a:gd name="connsiteX21" fmla="*/ 6441139 w 8773198"/>
                  <a:gd name="connsiteY21" fmla="*/ 2928729 h 2928729"/>
                  <a:gd name="connsiteX22" fmla="*/ 6330088 w 8773198"/>
                  <a:gd name="connsiteY22" fmla="*/ 2928729 h 2928729"/>
                  <a:gd name="connsiteX23" fmla="*/ 6219038 w 8773198"/>
                  <a:gd name="connsiteY23" fmla="*/ 2928729 h 2928729"/>
                  <a:gd name="connsiteX24" fmla="*/ 6107881 w 8773198"/>
                  <a:gd name="connsiteY24" fmla="*/ 2928729 h 2928729"/>
                  <a:gd name="connsiteX25" fmla="*/ 5996831 w 8773198"/>
                  <a:gd name="connsiteY25" fmla="*/ 2928729 h 2928729"/>
                  <a:gd name="connsiteX26" fmla="*/ 5885781 w 8773198"/>
                  <a:gd name="connsiteY26" fmla="*/ 2928729 h 2928729"/>
                  <a:gd name="connsiteX27" fmla="*/ 5774730 w 8773198"/>
                  <a:gd name="connsiteY27" fmla="*/ 2928729 h 2928729"/>
                  <a:gd name="connsiteX28" fmla="*/ 5663679 w 8773198"/>
                  <a:gd name="connsiteY28" fmla="*/ 2928729 h 2928729"/>
                  <a:gd name="connsiteX29" fmla="*/ 5552629 w 8773198"/>
                  <a:gd name="connsiteY29" fmla="*/ 2928729 h 2928729"/>
                  <a:gd name="connsiteX30" fmla="*/ 5441578 w 8773198"/>
                  <a:gd name="connsiteY30" fmla="*/ 2928729 h 2928729"/>
                  <a:gd name="connsiteX31" fmla="*/ 5330528 w 8773198"/>
                  <a:gd name="connsiteY31" fmla="*/ 2928729 h 2928729"/>
                  <a:gd name="connsiteX32" fmla="*/ 5219478 w 8773198"/>
                  <a:gd name="connsiteY32" fmla="*/ 2928729 h 2928729"/>
                  <a:gd name="connsiteX33" fmla="*/ 5108428 w 8773198"/>
                  <a:gd name="connsiteY33" fmla="*/ 2928729 h 2928729"/>
                  <a:gd name="connsiteX34" fmla="*/ 4997377 w 8773198"/>
                  <a:gd name="connsiteY34" fmla="*/ 2928729 h 2928729"/>
                  <a:gd name="connsiteX35" fmla="*/ 4886326 w 8773198"/>
                  <a:gd name="connsiteY35" fmla="*/ 2928729 h 2928729"/>
                  <a:gd name="connsiteX36" fmla="*/ 4775276 w 8773198"/>
                  <a:gd name="connsiteY36" fmla="*/ 2928729 h 2928729"/>
                  <a:gd name="connsiteX37" fmla="*/ 4664225 w 8773198"/>
                  <a:gd name="connsiteY37" fmla="*/ 2928729 h 2928729"/>
                  <a:gd name="connsiteX38" fmla="*/ 4553175 w 8773198"/>
                  <a:gd name="connsiteY38" fmla="*/ 2928729 h 2928729"/>
                  <a:gd name="connsiteX39" fmla="*/ 4442124 w 8773198"/>
                  <a:gd name="connsiteY39" fmla="*/ 2928729 h 2928729"/>
                  <a:gd name="connsiteX40" fmla="*/ 4331074 w 8773198"/>
                  <a:gd name="connsiteY40" fmla="*/ 2928729 h 2928729"/>
                  <a:gd name="connsiteX41" fmla="*/ 4220024 w 8773198"/>
                  <a:gd name="connsiteY41" fmla="*/ 2928729 h 2928729"/>
                  <a:gd name="connsiteX42" fmla="*/ 4108973 w 8773198"/>
                  <a:gd name="connsiteY42" fmla="*/ 2928729 h 2928729"/>
                  <a:gd name="connsiteX43" fmla="*/ 3997923 w 8773198"/>
                  <a:gd name="connsiteY43" fmla="*/ 2920150 h 2928729"/>
                  <a:gd name="connsiteX44" fmla="*/ 3886872 w 8773198"/>
                  <a:gd name="connsiteY44" fmla="*/ 2551358 h 2928729"/>
                  <a:gd name="connsiteX45" fmla="*/ 3775822 w 8773198"/>
                  <a:gd name="connsiteY45" fmla="*/ 2250881 h 2928729"/>
                  <a:gd name="connsiteX46" fmla="*/ 3664771 w 8773198"/>
                  <a:gd name="connsiteY46" fmla="*/ 1915134 h 2928729"/>
                  <a:gd name="connsiteX47" fmla="*/ 3553721 w 8773198"/>
                  <a:gd name="connsiteY47" fmla="*/ 1584153 h 2928729"/>
                  <a:gd name="connsiteX48" fmla="*/ 3442670 w 8773198"/>
                  <a:gd name="connsiteY48" fmla="*/ 1321487 h 2928729"/>
                  <a:gd name="connsiteX49" fmla="*/ 3331620 w 8773198"/>
                  <a:gd name="connsiteY49" fmla="*/ 1011159 h 2928729"/>
                  <a:gd name="connsiteX50" fmla="*/ 3220569 w 8773198"/>
                  <a:gd name="connsiteY50" fmla="*/ 753047 h 2928729"/>
                  <a:gd name="connsiteX51" fmla="*/ 3109519 w 8773198"/>
                  <a:gd name="connsiteY51" fmla="*/ 545033 h 2928729"/>
                  <a:gd name="connsiteX52" fmla="*/ 2998362 w 8773198"/>
                  <a:gd name="connsiteY52" fmla="*/ 251969 h 2928729"/>
                  <a:gd name="connsiteX53" fmla="*/ 2887312 w 8773198"/>
                  <a:gd name="connsiteY53" fmla="*/ 35799 h 2928729"/>
                  <a:gd name="connsiteX54" fmla="*/ 2776262 w 8773198"/>
                  <a:gd name="connsiteY54" fmla="*/ 0 h 2928729"/>
                  <a:gd name="connsiteX55" fmla="*/ 2665211 w 8773198"/>
                  <a:gd name="connsiteY55" fmla="*/ 211828 h 2928729"/>
                  <a:gd name="connsiteX56" fmla="*/ 2554161 w 8773198"/>
                  <a:gd name="connsiteY56" fmla="*/ 624680 h 2928729"/>
                  <a:gd name="connsiteX57" fmla="*/ 2443110 w 8773198"/>
                  <a:gd name="connsiteY57" fmla="*/ 1023975 h 2928729"/>
                  <a:gd name="connsiteX58" fmla="*/ 2332060 w 8773198"/>
                  <a:gd name="connsiteY58" fmla="*/ 1316509 h 2928729"/>
                  <a:gd name="connsiteX59" fmla="*/ 2221009 w 8773198"/>
                  <a:gd name="connsiteY59" fmla="*/ 1441805 h 2928729"/>
                  <a:gd name="connsiteX60" fmla="*/ 2109959 w 8773198"/>
                  <a:gd name="connsiteY60" fmla="*/ 1541152 h 2928729"/>
                  <a:gd name="connsiteX61" fmla="*/ 1998908 w 8773198"/>
                  <a:gd name="connsiteY61" fmla="*/ 1638593 h 2928729"/>
                  <a:gd name="connsiteX62" fmla="*/ 1887858 w 8773198"/>
                  <a:gd name="connsiteY62" fmla="*/ 1751497 h 2928729"/>
                  <a:gd name="connsiteX63" fmla="*/ 1776807 w 8773198"/>
                  <a:gd name="connsiteY63" fmla="*/ 1879865 h 2928729"/>
                  <a:gd name="connsiteX64" fmla="*/ 1665757 w 8773198"/>
                  <a:gd name="connsiteY64" fmla="*/ 1956652 h 2928729"/>
                  <a:gd name="connsiteX65" fmla="*/ 1554706 w 8773198"/>
                  <a:gd name="connsiteY65" fmla="*/ 1908143 h 2928729"/>
                  <a:gd name="connsiteX66" fmla="*/ 1443656 w 8773198"/>
                  <a:gd name="connsiteY66" fmla="*/ 1824260 h 2928729"/>
                  <a:gd name="connsiteX67" fmla="*/ 1332605 w 8773198"/>
                  <a:gd name="connsiteY67" fmla="*/ 1802865 h 2928729"/>
                  <a:gd name="connsiteX68" fmla="*/ 1221555 w 8773198"/>
                  <a:gd name="connsiteY68" fmla="*/ 1843112 h 2928729"/>
                  <a:gd name="connsiteX69" fmla="*/ 1110505 w 8773198"/>
                  <a:gd name="connsiteY69" fmla="*/ 1886219 h 2928729"/>
                  <a:gd name="connsiteX70" fmla="*/ 999454 w 8773198"/>
                  <a:gd name="connsiteY70" fmla="*/ 1920324 h 2928729"/>
                  <a:gd name="connsiteX71" fmla="*/ 888404 w 8773198"/>
                  <a:gd name="connsiteY71" fmla="*/ 1948920 h 2928729"/>
                  <a:gd name="connsiteX72" fmla="*/ 777353 w 8773198"/>
                  <a:gd name="connsiteY72" fmla="*/ 1977199 h 2928729"/>
                  <a:gd name="connsiteX73" fmla="*/ 666303 w 8773198"/>
                  <a:gd name="connsiteY73" fmla="*/ 2011621 h 2928729"/>
                  <a:gd name="connsiteX74" fmla="*/ 555252 w 8773198"/>
                  <a:gd name="connsiteY74" fmla="*/ 2061083 h 2928729"/>
                  <a:gd name="connsiteX75" fmla="*/ 444202 w 8773198"/>
                  <a:gd name="connsiteY75" fmla="*/ 2135964 h 2928729"/>
                  <a:gd name="connsiteX76" fmla="*/ 333151 w 8773198"/>
                  <a:gd name="connsiteY76" fmla="*/ 2246856 h 2928729"/>
                  <a:gd name="connsiteX77" fmla="*/ 222101 w 8773198"/>
                  <a:gd name="connsiteY77" fmla="*/ 2402126 h 2928729"/>
                  <a:gd name="connsiteX78" fmla="*/ 111050 w 8773198"/>
                  <a:gd name="connsiteY78" fmla="*/ 2606963 h 2928729"/>
                  <a:gd name="connsiteX79" fmla="*/ 0 w 8773198"/>
                  <a:gd name="connsiteY79" fmla="*/ 2865075 h 2928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928729">
                    <a:moveTo>
                      <a:pt x="8773198" y="2928729"/>
                    </a:moveTo>
                    <a:lnTo>
                      <a:pt x="8662148" y="2928729"/>
                    </a:lnTo>
                    <a:lnTo>
                      <a:pt x="8551097" y="2928729"/>
                    </a:lnTo>
                    <a:lnTo>
                      <a:pt x="8440047" y="2928729"/>
                    </a:lnTo>
                    <a:lnTo>
                      <a:pt x="8328997" y="2928729"/>
                    </a:lnTo>
                    <a:lnTo>
                      <a:pt x="8217946" y="2928729"/>
                    </a:lnTo>
                    <a:lnTo>
                      <a:pt x="8106896" y="2928729"/>
                    </a:lnTo>
                    <a:lnTo>
                      <a:pt x="7995845" y="2928729"/>
                    </a:lnTo>
                    <a:lnTo>
                      <a:pt x="7884794" y="2928729"/>
                    </a:lnTo>
                    <a:lnTo>
                      <a:pt x="7773744" y="2928729"/>
                    </a:lnTo>
                    <a:lnTo>
                      <a:pt x="7662694" y="2928729"/>
                    </a:lnTo>
                    <a:lnTo>
                      <a:pt x="7551643" y="2928729"/>
                    </a:lnTo>
                    <a:lnTo>
                      <a:pt x="7440593" y="2928729"/>
                    </a:lnTo>
                    <a:lnTo>
                      <a:pt x="7329543" y="2928729"/>
                    </a:lnTo>
                    <a:lnTo>
                      <a:pt x="7218492" y="2928729"/>
                    </a:lnTo>
                    <a:lnTo>
                      <a:pt x="7107441" y="2928729"/>
                    </a:lnTo>
                    <a:lnTo>
                      <a:pt x="6996391" y="2928729"/>
                    </a:lnTo>
                    <a:lnTo>
                      <a:pt x="6885340" y="2928729"/>
                    </a:lnTo>
                    <a:lnTo>
                      <a:pt x="6774290" y="2928729"/>
                    </a:lnTo>
                    <a:lnTo>
                      <a:pt x="6663240" y="2928729"/>
                    </a:lnTo>
                    <a:lnTo>
                      <a:pt x="6552189" y="2928729"/>
                    </a:lnTo>
                    <a:lnTo>
                      <a:pt x="6441139" y="2928729"/>
                    </a:lnTo>
                    <a:lnTo>
                      <a:pt x="6330088" y="2928729"/>
                    </a:lnTo>
                    <a:lnTo>
                      <a:pt x="6219038" y="2928729"/>
                    </a:lnTo>
                    <a:lnTo>
                      <a:pt x="6107881" y="2928729"/>
                    </a:lnTo>
                    <a:lnTo>
                      <a:pt x="5996831" y="2928729"/>
                    </a:lnTo>
                    <a:lnTo>
                      <a:pt x="5885781" y="2928729"/>
                    </a:lnTo>
                    <a:lnTo>
                      <a:pt x="5774730" y="2928729"/>
                    </a:lnTo>
                    <a:lnTo>
                      <a:pt x="5663679" y="2928729"/>
                    </a:lnTo>
                    <a:lnTo>
                      <a:pt x="5552629" y="2928729"/>
                    </a:lnTo>
                    <a:lnTo>
                      <a:pt x="5441578" y="2928729"/>
                    </a:lnTo>
                    <a:lnTo>
                      <a:pt x="5330528" y="2928729"/>
                    </a:lnTo>
                    <a:lnTo>
                      <a:pt x="5219478" y="2928729"/>
                    </a:lnTo>
                    <a:lnTo>
                      <a:pt x="5108428" y="2928729"/>
                    </a:lnTo>
                    <a:lnTo>
                      <a:pt x="4997377" y="2928729"/>
                    </a:lnTo>
                    <a:lnTo>
                      <a:pt x="4886326" y="2928729"/>
                    </a:lnTo>
                    <a:lnTo>
                      <a:pt x="4775276" y="2928729"/>
                    </a:lnTo>
                    <a:lnTo>
                      <a:pt x="4664225" y="2928729"/>
                    </a:lnTo>
                    <a:lnTo>
                      <a:pt x="4553175" y="2928729"/>
                    </a:lnTo>
                    <a:lnTo>
                      <a:pt x="4442124" y="2928729"/>
                    </a:lnTo>
                    <a:lnTo>
                      <a:pt x="4331074" y="2928729"/>
                    </a:lnTo>
                    <a:lnTo>
                      <a:pt x="4220024" y="2928729"/>
                    </a:lnTo>
                    <a:lnTo>
                      <a:pt x="4108973" y="2928729"/>
                    </a:lnTo>
                    <a:lnTo>
                      <a:pt x="3997923" y="2920150"/>
                    </a:lnTo>
                    <a:lnTo>
                      <a:pt x="3886872" y="2551358"/>
                    </a:lnTo>
                    <a:lnTo>
                      <a:pt x="3775822" y="2250881"/>
                    </a:lnTo>
                    <a:lnTo>
                      <a:pt x="3664771" y="1915134"/>
                    </a:lnTo>
                    <a:lnTo>
                      <a:pt x="3553721" y="1584153"/>
                    </a:lnTo>
                    <a:lnTo>
                      <a:pt x="3442670" y="1321487"/>
                    </a:lnTo>
                    <a:lnTo>
                      <a:pt x="3331620" y="1011159"/>
                    </a:lnTo>
                    <a:lnTo>
                      <a:pt x="3220569" y="753047"/>
                    </a:lnTo>
                    <a:lnTo>
                      <a:pt x="3109519" y="545033"/>
                    </a:lnTo>
                    <a:lnTo>
                      <a:pt x="2998362" y="251969"/>
                    </a:lnTo>
                    <a:lnTo>
                      <a:pt x="2887312" y="35799"/>
                    </a:lnTo>
                    <a:lnTo>
                      <a:pt x="2776262" y="0"/>
                    </a:lnTo>
                    <a:lnTo>
                      <a:pt x="2665211" y="211828"/>
                    </a:lnTo>
                    <a:lnTo>
                      <a:pt x="2554161" y="624680"/>
                    </a:lnTo>
                    <a:lnTo>
                      <a:pt x="2443110" y="1023975"/>
                    </a:lnTo>
                    <a:lnTo>
                      <a:pt x="2332060" y="1316509"/>
                    </a:lnTo>
                    <a:lnTo>
                      <a:pt x="2221009" y="1441805"/>
                    </a:lnTo>
                    <a:lnTo>
                      <a:pt x="2109959" y="1541152"/>
                    </a:lnTo>
                    <a:lnTo>
                      <a:pt x="1998908" y="1638593"/>
                    </a:lnTo>
                    <a:lnTo>
                      <a:pt x="1887858" y="1751497"/>
                    </a:lnTo>
                    <a:lnTo>
                      <a:pt x="1776807" y="1879865"/>
                    </a:lnTo>
                    <a:lnTo>
                      <a:pt x="1665757" y="1956652"/>
                    </a:lnTo>
                    <a:lnTo>
                      <a:pt x="1554706" y="1908143"/>
                    </a:lnTo>
                    <a:lnTo>
                      <a:pt x="1443656" y="1824260"/>
                    </a:lnTo>
                    <a:lnTo>
                      <a:pt x="1332605" y="1802865"/>
                    </a:lnTo>
                    <a:lnTo>
                      <a:pt x="1221555" y="1843112"/>
                    </a:lnTo>
                    <a:lnTo>
                      <a:pt x="1110505" y="1886219"/>
                    </a:lnTo>
                    <a:lnTo>
                      <a:pt x="999454" y="1920324"/>
                    </a:lnTo>
                    <a:lnTo>
                      <a:pt x="888404" y="1948920"/>
                    </a:lnTo>
                    <a:lnTo>
                      <a:pt x="777353" y="1977199"/>
                    </a:lnTo>
                    <a:lnTo>
                      <a:pt x="666303" y="2011621"/>
                    </a:lnTo>
                    <a:lnTo>
                      <a:pt x="555252" y="2061083"/>
                    </a:lnTo>
                    <a:lnTo>
                      <a:pt x="444202" y="2135964"/>
                    </a:lnTo>
                    <a:lnTo>
                      <a:pt x="333151" y="2246856"/>
                    </a:lnTo>
                    <a:lnTo>
                      <a:pt x="222101" y="2402126"/>
                    </a:lnTo>
                    <a:lnTo>
                      <a:pt x="111050" y="2606963"/>
                    </a:lnTo>
                    <a:lnTo>
                      <a:pt x="0" y="2865075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CEB166D-C9BF-B89C-E02B-0B4638951839}"/>
                  </a:ext>
                </a:extLst>
              </p:cNvPr>
              <p:cNvSpPr/>
              <p:nvPr/>
            </p:nvSpPr>
            <p:spPr>
              <a:xfrm>
                <a:off x="1909778" y="1909771"/>
                <a:ext cx="8773198" cy="3639092"/>
              </a:xfrm>
              <a:custGeom>
                <a:avLst/>
                <a:gdLst>
                  <a:gd name="connsiteX0" fmla="*/ 0 w 8773198"/>
                  <a:gd name="connsiteY0" fmla="*/ 2424050 h 3639092"/>
                  <a:gd name="connsiteX1" fmla="*/ 111050 w 8773198"/>
                  <a:gd name="connsiteY1" fmla="*/ 2340907 h 3639092"/>
                  <a:gd name="connsiteX2" fmla="*/ 222101 w 8773198"/>
                  <a:gd name="connsiteY2" fmla="*/ 2267615 h 3639092"/>
                  <a:gd name="connsiteX3" fmla="*/ 333151 w 8773198"/>
                  <a:gd name="connsiteY3" fmla="*/ 2201737 h 3639092"/>
                  <a:gd name="connsiteX4" fmla="*/ 444202 w 8773198"/>
                  <a:gd name="connsiteY4" fmla="*/ 2142531 h 3639092"/>
                  <a:gd name="connsiteX5" fmla="*/ 555252 w 8773198"/>
                  <a:gd name="connsiteY5" fmla="*/ 2088832 h 3639092"/>
                  <a:gd name="connsiteX6" fmla="*/ 666303 w 8773198"/>
                  <a:gd name="connsiteY6" fmla="*/ 2040006 h 3639092"/>
                  <a:gd name="connsiteX7" fmla="*/ 777353 w 8773198"/>
                  <a:gd name="connsiteY7" fmla="*/ 1994993 h 3639092"/>
                  <a:gd name="connsiteX8" fmla="*/ 888404 w 8773198"/>
                  <a:gd name="connsiteY8" fmla="*/ 1952945 h 3639092"/>
                  <a:gd name="connsiteX9" fmla="*/ 999454 w 8773198"/>
                  <a:gd name="connsiteY9" fmla="*/ 1912910 h 3639092"/>
                  <a:gd name="connsiteX10" fmla="*/ 1110505 w 8773198"/>
                  <a:gd name="connsiteY10" fmla="*/ 1874039 h 3639092"/>
                  <a:gd name="connsiteX11" fmla="*/ 1221555 w 8773198"/>
                  <a:gd name="connsiteY11" fmla="*/ 1835486 h 3639092"/>
                  <a:gd name="connsiteX12" fmla="*/ 1332605 w 8773198"/>
                  <a:gd name="connsiteY12" fmla="*/ 1815257 h 3639092"/>
                  <a:gd name="connsiteX13" fmla="*/ 1443656 w 8773198"/>
                  <a:gd name="connsiteY13" fmla="*/ 1861647 h 3639092"/>
                  <a:gd name="connsiteX14" fmla="*/ 1554706 w 8773198"/>
                  <a:gd name="connsiteY14" fmla="*/ 1925725 h 3639092"/>
                  <a:gd name="connsiteX15" fmla="*/ 1665757 w 8773198"/>
                  <a:gd name="connsiteY15" fmla="*/ 1953792 h 3639092"/>
                  <a:gd name="connsiteX16" fmla="*/ 1776807 w 8773198"/>
                  <a:gd name="connsiteY16" fmla="*/ 1931868 h 3639092"/>
                  <a:gd name="connsiteX17" fmla="*/ 1887858 w 8773198"/>
                  <a:gd name="connsiteY17" fmla="*/ 1872451 h 3639092"/>
                  <a:gd name="connsiteX18" fmla="*/ 1998908 w 8773198"/>
                  <a:gd name="connsiteY18" fmla="*/ 1788249 h 3639092"/>
                  <a:gd name="connsiteX19" fmla="*/ 2109959 w 8773198"/>
                  <a:gd name="connsiteY19" fmla="*/ 1692397 h 3639092"/>
                  <a:gd name="connsiteX20" fmla="*/ 2221009 w 8773198"/>
                  <a:gd name="connsiteY20" fmla="*/ 1590931 h 3639092"/>
                  <a:gd name="connsiteX21" fmla="*/ 2332060 w 8773198"/>
                  <a:gd name="connsiteY21" fmla="*/ 1455256 h 3639092"/>
                  <a:gd name="connsiteX22" fmla="*/ 2443110 w 8773198"/>
                  <a:gd name="connsiteY22" fmla="*/ 1182740 h 3639092"/>
                  <a:gd name="connsiteX23" fmla="*/ 2554161 w 8773198"/>
                  <a:gd name="connsiteY23" fmla="*/ 796154 h 3639092"/>
                  <a:gd name="connsiteX24" fmla="*/ 2665211 w 8773198"/>
                  <a:gd name="connsiteY24" fmla="*/ 313293 h 3639092"/>
                  <a:gd name="connsiteX25" fmla="*/ 2776262 w 8773198"/>
                  <a:gd name="connsiteY25" fmla="*/ 0 h 3639092"/>
                  <a:gd name="connsiteX26" fmla="*/ 2887312 w 8773198"/>
                  <a:gd name="connsiteY26" fmla="*/ 28173 h 3639092"/>
                  <a:gd name="connsiteX27" fmla="*/ 2998362 w 8773198"/>
                  <a:gd name="connsiteY27" fmla="*/ 259383 h 3639092"/>
                  <a:gd name="connsiteX28" fmla="*/ 3109519 w 8773198"/>
                  <a:gd name="connsiteY28" fmla="*/ 536983 h 3639092"/>
                  <a:gd name="connsiteX29" fmla="*/ 3220569 w 8773198"/>
                  <a:gd name="connsiteY29" fmla="*/ 766816 h 3639092"/>
                  <a:gd name="connsiteX30" fmla="*/ 3331620 w 8773198"/>
                  <a:gd name="connsiteY30" fmla="*/ 1076296 h 3639092"/>
                  <a:gd name="connsiteX31" fmla="*/ 3442670 w 8773198"/>
                  <a:gd name="connsiteY31" fmla="*/ 1407701 h 3639092"/>
                  <a:gd name="connsiteX32" fmla="*/ 3553721 w 8773198"/>
                  <a:gd name="connsiteY32" fmla="*/ 1692291 h 3639092"/>
                  <a:gd name="connsiteX33" fmla="*/ 3664771 w 8773198"/>
                  <a:gd name="connsiteY33" fmla="*/ 2063095 h 3639092"/>
                  <a:gd name="connsiteX34" fmla="*/ 3775822 w 8773198"/>
                  <a:gd name="connsiteY34" fmla="*/ 2399478 h 3639092"/>
                  <a:gd name="connsiteX35" fmla="*/ 3886872 w 8773198"/>
                  <a:gd name="connsiteY35" fmla="*/ 2688729 h 3639092"/>
                  <a:gd name="connsiteX36" fmla="*/ 3997923 w 8773198"/>
                  <a:gd name="connsiteY36" fmla="*/ 3015896 h 3639092"/>
                  <a:gd name="connsiteX37" fmla="*/ 4108973 w 8773198"/>
                  <a:gd name="connsiteY37" fmla="*/ 3292861 h 3639092"/>
                  <a:gd name="connsiteX38" fmla="*/ 4220024 w 8773198"/>
                  <a:gd name="connsiteY38" fmla="*/ 3455756 h 3639092"/>
                  <a:gd name="connsiteX39" fmla="*/ 4331074 w 8773198"/>
                  <a:gd name="connsiteY39" fmla="*/ 3557645 h 3639092"/>
                  <a:gd name="connsiteX40" fmla="*/ 4442124 w 8773198"/>
                  <a:gd name="connsiteY40" fmla="*/ 3615580 h 3639092"/>
                  <a:gd name="connsiteX41" fmla="*/ 4553175 w 8773198"/>
                  <a:gd name="connsiteY41" fmla="*/ 3639093 h 3639092"/>
                  <a:gd name="connsiteX42" fmla="*/ 4664225 w 8773198"/>
                  <a:gd name="connsiteY42" fmla="*/ 3637610 h 3639092"/>
                  <a:gd name="connsiteX43" fmla="*/ 4775276 w 8773198"/>
                  <a:gd name="connsiteY43" fmla="*/ 3620346 h 3639092"/>
                  <a:gd name="connsiteX44" fmla="*/ 4886326 w 8773198"/>
                  <a:gd name="connsiteY44" fmla="*/ 3596834 h 3639092"/>
                  <a:gd name="connsiteX45" fmla="*/ 4997377 w 8773198"/>
                  <a:gd name="connsiteY45" fmla="*/ 3576392 h 3639092"/>
                  <a:gd name="connsiteX46" fmla="*/ 5108428 w 8773198"/>
                  <a:gd name="connsiteY46" fmla="*/ 3568025 h 3639092"/>
                  <a:gd name="connsiteX47" fmla="*/ 5219478 w 8773198"/>
                  <a:gd name="connsiteY47" fmla="*/ 3549278 h 3639092"/>
                  <a:gd name="connsiteX48" fmla="*/ 5330528 w 8773198"/>
                  <a:gd name="connsiteY48" fmla="*/ 3512103 h 3639092"/>
                  <a:gd name="connsiteX49" fmla="*/ 5441578 w 8773198"/>
                  <a:gd name="connsiteY49" fmla="*/ 3466136 h 3639092"/>
                  <a:gd name="connsiteX50" fmla="*/ 5552629 w 8773198"/>
                  <a:gd name="connsiteY50" fmla="*/ 3421652 h 3639092"/>
                  <a:gd name="connsiteX51" fmla="*/ 5663679 w 8773198"/>
                  <a:gd name="connsiteY51" fmla="*/ 3388501 h 3639092"/>
                  <a:gd name="connsiteX52" fmla="*/ 5774730 w 8773198"/>
                  <a:gd name="connsiteY52" fmla="*/ 3369543 h 3639092"/>
                  <a:gd name="connsiteX53" fmla="*/ 5885781 w 8773198"/>
                  <a:gd name="connsiteY53" fmla="*/ 3348466 h 3639092"/>
                  <a:gd name="connsiteX54" fmla="*/ 5996831 w 8773198"/>
                  <a:gd name="connsiteY54" fmla="*/ 3320292 h 3639092"/>
                  <a:gd name="connsiteX55" fmla="*/ 6107881 w 8773198"/>
                  <a:gd name="connsiteY55" fmla="*/ 3286718 h 3639092"/>
                  <a:gd name="connsiteX56" fmla="*/ 6219038 w 8773198"/>
                  <a:gd name="connsiteY56" fmla="*/ 3251554 h 3639092"/>
                  <a:gd name="connsiteX57" fmla="*/ 6330088 w 8773198"/>
                  <a:gd name="connsiteY57" fmla="*/ 3215968 h 3639092"/>
                  <a:gd name="connsiteX58" fmla="*/ 6441139 w 8773198"/>
                  <a:gd name="connsiteY58" fmla="*/ 3181546 h 3639092"/>
                  <a:gd name="connsiteX59" fmla="*/ 6552189 w 8773198"/>
                  <a:gd name="connsiteY59" fmla="*/ 3149348 h 3639092"/>
                  <a:gd name="connsiteX60" fmla="*/ 6663240 w 8773198"/>
                  <a:gd name="connsiteY60" fmla="*/ 3120963 h 3639092"/>
                  <a:gd name="connsiteX61" fmla="*/ 6774290 w 8773198"/>
                  <a:gd name="connsiteY61" fmla="*/ 3097768 h 3639092"/>
                  <a:gd name="connsiteX62" fmla="*/ 6885340 w 8773198"/>
                  <a:gd name="connsiteY62" fmla="*/ 3080821 h 3639092"/>
                  <a:gd name="connsiteX63" fmla="*/ 6996391 w 8773198"/>
                  <a:gd name="connsiteY63" fmla="*/ 3070124 h 3639092"/>
                  <a:gd name="connsiteX64" fmla="*/ 7107441 w 8773198"/>
                  <a:gd name="connsiteY64" fmla="*/ 3062393 h 3639092"/>
                  <a:gd name="connsiteX65" fmla="*/ 7218492 w 8773198"/>
                  <a:gd name="connsiteY65" fmla="*/ 3057732 h 3639092"/>
                  <a:gd name="connsiteX66" fmla="*/ 7329543 w 8773198"/>
                  <a:gd name="connsiteY66" fmla="*/ 3055826 h 3639092"/>
                  <a:gd name="connsiteX67" fmla="*/ 7440593 w 8773198"/>
                  <a:gd name="connsiteY67" fmla="*/ 3056673 h 3639092"/>
                  <a:gd name="connsiteX68" fmla="*/ 7551643 w 8773198"/>
                  <a:gd name="connsiteY68" fmla="*/ 3060274 h 3639092"/>
                  <a:gd name="connsiteX69" fmla="*/ 7662694 w 8773198"/>
                  <a:gd name="connsiteY69" fmla="*/ 3066417 h 3639092"/>
                  <a:gd name="connsiteX70" fmla="*/ 7773744 w 8773198"/>
                  <a:gd name="connsiteY70" fmla="*/ 3075102 h 3639092"/>
                  <a:gd name="connsiteX71" fmla="*/ 7884794 w 8773198"/>
                  <a:gd name="connsiteY71" fmla="*/ 3086117 h 3639092"/>
                  <a:gd name="connsiteX72" fmla="*/ 7995845 w 8773198"/>
                  <a:gd name="connsiteY72" fmla="*/ 3099568 h 3639092"/>
                  <a:gd name="connsiteX73" fmla="*/ 8106896 w 8773198"/>
                  <a:gd name="connsiteY73" fmla="*/ 3115137 h 3639092"/>
                  <a:gd name="connsiteX74" fmla="*/ 8217946 w 8773198"/>
                  <a:gd name="connsiteY74" fmla="*/ 3132931 h 3639092"/>
                  <a:gd name="connsiteX75" fmla="*/ 8328997 w 8773198"/>
                  <a:gd name="connsiteY75" fmla="*/ 3152843 h 3639092"/>
                  <a:gd name="connsiteX76" fmla="*/ 8440047 w 8773198"/>
                  <a:gd name="connsiteY76" fmla="*/ 3174661 h 3639092"/>
                  <a:gd name="connsiteX77" fmla="*/ 8551097 w 8773198"/>
                  <a:gd name="connsiteY77" fmla="*/ 3198386 h 3639092"/>
                  <a:gd name="connsiteX78" fmla="*/ 8662148 w 8773198"/>
                  <a:gd name="connsiteY78" fmla="*/ 3223911 h 3639092"/>
                  <a:gd name="connsiteX79" fmla="*/ 8773198 w 8773198"/>
                  <a:gd name="connsiteY79" fmla="*/ 3251237 h 3639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639092">
                    <a:moveTo>
                      <a:pt x="0" y="2424050"/>
                    </a:moveTo>
                    <a:lnTo>
                      <a:pt x="111050" y="2340907"/>
                    </a:lnTo>
                    <a:lnTo>
                      <a:pt x="222101" y="2267615"/>
                    </a:lnTo>
                    <a:lnTo>
                      <a:pt x="333151" y="2201737"/>
                    </a:lnTo>
                    <a:lnTo>
                      <a:pt x="444202" y="2142531"/>
                    </a:lnTo>
                    <a:lnTo>
                      <a:pt x="555252" y="2088832"/>
                    </a:lnTo>
                    <a:lnTo>
                      <a:pt x="666303" y="2040006"/>
                    </a:lnTo>
                    <a:lnTo>
                      <a:pt x="777353" y="1994993"/>
                    </a:lnTo>
                    <a:lnTo>
                      <a:pt x="888404" y="1952945"/>
                    </a:lnTo>
                    <a:lnTo>
                      <a:pt x="999454" y="1912910"/>
                    </a:lnTo>
                    <a:lnTo>
                      <a:pt x="1110505" y="1874039"/>
                    </a:lnTo>
                    <a:lnTo>
                      <a:pt x="1221555" y="1835486"/>
                    </a:lnTo>
                    <a:lnTo>
                      <a:pt x="1332605" y="1815257"/>
                    </a:lnTo>
                    <a:lnTo>
                      <a:pt x="1443656" y="1861647"/>
                    </a:lnTo>
                    <a:lnTo>
                      <a:pt x="1554706" y="1925725"/>
                    </a:lnTo>
                    <a:lnTo>
                      <a:pt x="1665757" y="1953792"/>
                    </a:lnTo>
                    <a:lnTo>
                      <a:pt x="1776807" y="1931868"/>
                    </a:lnTo>
                    <a:lnTo>
                      <a:pt x="1887858" y="1872451"/>
                    </a:lnTo>
                    <a:lnTo>
                      <a:pt x="1998908" y="1788249"/>
                    </a:lnTo>
                    <a:lnTo>
                      <a:pt x="2109959" y="1692397"/>
                    </a:lnTo>
                    <a:lnTo>
                      <a:pt x="2221009" y="1590931"/>
                    </a:lnTo>
                    <a:lnTo>
                      <a:pt x="2332060" y="1455256"/>
                    </a:lnTo>
                    <a:lnTo>
                      <a:pt x="2443110" y="1182740"/>
                    </a:lnTo>
                    <a:lnTo>
                      <a:pt x="2554161" y="796154"/>
                    </a:lnTo>
                    <a:lnTo>
                      <a:pt x="2665211" y="313293"/>
                    </a:lnTo>
                    <a:lnTo>
                      <a:pt x="2776262" y="0"/>
                    </a:lnTo>
                    <a:lnTo>
                      <a:pt x="2887312" y="28173"/>
                    </a:lnTo>
                    <a:lnTo>
                      <a:pt x="2998362" y="259383"/>
                    </a:lnTo>
                    <a:lnTo>
                      <a:pt x="3109519" y="536983"/>
                    </a:lnTo>
                    <a:lnTo>
                      <a:pt x="3220569" y="766816"/>
                    </a:lnTo>
                    <a:lnTo>
                      <a:pt x="3331620" y="1076296"/>
                    </a:lnTo>
                    <a:lnTo>
                      <a:pt x="3442670" y="1407701"/>
                    </a:lnTo>
                    <a:lnTo>
                      <a:pt x="3553721" y="1692291"/>
                    </a:lnTo>
                    <a:lnTo>
                      <a:pt x="3664771" y="2063095"/>
                    </a:lnTo>
                    <a:lnTo>
                      <a:pt x="3775822" y="2399478"/>
                    </a:lnTo>
                    <a:lnTo>
                      <a:pt x="3886872" y="2688729"/>
                    </a:lnTo>
                    <a:lnTo>
                      <a:pt x="3997923" y="3015896"/>
                    </a:lnTo>
                    <a:lnTo>
                      <a:pt x="4108973" y="3292861"/>
                    </a:lnTo>
                    <a:lnTo>
                      <a:pt x="4220024" y="3455756"/>
                    </a:lnTo>
                    <a:lnTo>
                      <a:pt x="4331074" y="3557645"/>
                    </a:lnTo>
                    <a:lnTo>
                      <a:pt x="4442124" y="3615580"/>
                    </a:lnTo>
                    <a:lnTo>
                      <a:pt x="4553175" y="3639093"/>
                    </a:lnTo>
                    <a:lnTo>
                      <a:pt x="4664225" y="3637610"/>
                    </a:lnTo>
                    <a:lnTo>
                      <a:pt x="4775276" y="3620346"/>
                    </a:lnTo>
                    <a:lnTo>
                      <a:pt x="4886326" y="3596834"/>
                    </a:lnTo>
                    <a:lnTo>
                      <a:pt x="4997377" y="3576392"/>
                    </a:lnTo>
                    <a:lnTo>
                      <a:pt x="5108428" y="3568025"/>
                    </a:lnTo>
                    <a:lnTo>
                      <a:pt x="5219478" y="3549278"/>
                    </a:lnTo>
                    <a:lnTo>
                      <a:pt x="5330528" y="3512103"/>
                    </a:lnTo>
                    <a:lnTo>
                      <a:pt x="5441578" y="3466136"/>
                    </a:lnTo>
                    <a:lnTo>
                      <a:pt x="5552629" y="3421652"/>
                    </a:lnTo>
                    <a:lnTo>
                      <a:pt x="5663679" y="3388501"/>
                    </a:lnTo>
                    <a:lnTo>
                      <a:pt x="5774730" y="3369543"/>
                    </a:lnTo>
                    <a:lnTo>
                      <a:pt x="5885781" y="3348466"/>
                    </a:lnTo>
                    <a:lnTo>
                      <a:pt x="5996831" y="3320292"/>
                    </a:lnTo>
                    <a:lnTo>
                      <a:pt x="6107881" y="3286718"/>
                    </a:lnTo>
                    <a:lnTo>
                      <a:pt x="6219038" y="3251554"/>
                    </a:lnTo>
                    <a:lnTo>
                      <a:pt x="6330088" y="3215968"/>
                    </a:lnTo>
                    <a:lnTo>
                      <a:pt x="6441139" y="3181546"/>
                    </a:lnTo>
                    <a:lnTo>
                      <a:pt x="6552189" y="3149348"/>
                    </a:lnTo>
                    <a:lnTo>
                      <a:pt x="6663240" y="3120963"/>
                    </a:lnTo>
                    <a:lnTo>
                      <a:pt x="6774290" y="3097768"/>
                    </a:lnTo>
                    <a:lnTo>
                      <a:pt x="6885340" y="3080821"/>
                    </a:lnTo>
                    <a:lnTo>
                      <a:pt x="6996391" y="3070124"/>
                    </a:lnTo>
                    <a:lnTo>
                      <a:pt x="7107441" y="3062393"/>
                    </a:lnTo>
                    <a:lnTo>
                      <a:pt x="7218492" y="3057732"/>
                    </a:lnTo>
                    <a:lnTo>
                      <a:pt x="7329543" y="3055826"/>
                    </a:lnTo>
                    <a:lnTo>
                      <a:pt x="7440593" y="3056673"/>
                    </a:lnTo>
                    <a:lnTo>
                      <a:pt x="7551643" y="3060274"/>
                    </a:lnTo>
                    <a:lnTo>
                      <a:pt x="7662694" y="3066417"/>
                    </a:lnTo>
                    <a:lnTo>
                      <a:pt x="7773744" y="3075102"/>
                    </a:lnTo>
                    <a:lnTo>
                      <a:pt x="7884794" y="3086117"/>
                    </a:lnTo>
                    <a:lnTo>
                      <a:pt x="7995845" y="3099568"/>
                    </a:lnTo>
                    <a:lnTo>
                      <a:pt x="8106896" y="3115137"/>
                    </a:lnTo>
                    <a:lnTo>
                      <a:pt x="8217946" y="3132931"/>
                    </a:lnTo>
                    <a:lnTo>
                      <a:pt x="8328997" y="3152843"/>
                    </a:lnTo>
                    <a:lnTo>
                      <a:pt x="8440047" y="3174661"/>
                    </a:lnTo>
                    <a:lnTo>
                      <a:pt x="8551097" y="3198386"/>
                    </a:lnTo>
                    <a:lnTo>
                      <a:pt x="8662148" y="3223911"/>
                    </a:lnTo>
                    <a:lnTo>
                      <a:pt x="8773198" y="3251237"/>
                    </a:lnTo>
                  </a:path>
                </a:pathLst>
              </a:custGeom>
              <a:noFill/>
              <a:ln w="22550" cap="flat">
                <a:solidFill>
                  <a:srgbClr val="B50A37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C06E4F-1B0A-7285-3843-848AE51E35E4}"/>
                  </a:ext>
                </a:extLst>
              </p:cNvPr>
              <p:cNvSpPr txBox="1"/>
              <p:nvPr/>
            </p:nvSpPr>
            <p:spPr>
              <a:xfrm>
                <a:off x="5693554" y="1746349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B50A37"/>
                    </a:solidFill>
                    <a:latin typeface="Arial"/>
                    <a:cs typeface="Arial"/>
                    <a:sym typeface="Arial"/>
                    <a:rtl val="0"/>
                  </a:rPr>
                  <a:t>Decreased</a:t>
                </a:r>
              </a:p>
            </p:txBody>
          </p:sp>
        </p:grpSp>
        <p:grpSp>
          <p:nvGrpSpPr>
            <p:cNvPr id="14" name="Graphic 2">
              <a:extLst>
                <a:ext uri="{FF2B5EF4-FFF2-40B4-BE49-F238E27FC236}">
                  <a16:creationId xmlns:a16="http://schemas.microsoft.com/office/drawing/2014/main" id="{52472D1B-A3E5-975A-11D7-1263D300B554}"/>
                </a:ext>
              </a:extLst>
            </p:cNvPr>
            <p:cNvGrpSpPr/>
            <p:nvPr/>
          </p:nvGrpSpPr>
          <p:grpSpPr>
            <a:xfrm>
              <a:off x="961062" y="612426"/>
              <a:ext cx="10291951" cy="5419645"/>
              <a:chOff x="961062" y="612426"/>
              <a:chExt cx="10291951" cy="5419645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8F791EB-8199-3C4F-EFD5-EF0D8939DB00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463D71-7E5E-FC7D-9B49-69D78D6EE25D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16F813-7037-3557-AC20-91368BB66FE5}"/>
                  </a:ext>
                </a:extLst>
              </p:cNvPr>
              <p:cNvSpPr txBox="1"/>
              <p:nvPr/>
            </p:nvSpPr>
            <p:spPr>
              <a:xfrm>
                <a:off x="1244901" y="4678353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9034E7-BC13-CEF1-5CA7-6CE15BAF9016}"/>
                  </a:ext>
                </a:extLst>
              </p:cNvPr>
              <p:cNvSpPr txBox="1"/>
              <p:nvPr/>
            </p:nvSpPr>
            <p:spPr>
              <a:xfrm>
                <a:off x="1162396" y="3707017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27B3F5-7032-466B-2964-663DDDFA8B71}"/>
                  </a:ext>
                </a:extLst>
              </p:cNvPr>
              <p:cNvSpPr txBox="1"/>
              <p:nvPr/>
            </p:nvSpPr>
            <p:spPr>
              <a:xfrm>
                <a:off x="1162396" y="2735575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15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013AAC-DEDD-2AD4-B5AC-426488B6A804}"/>
                  </a:ext>
                </a:extLst>
              </p:cNvPr>
              <p:cNvSpPr txBox="1"/>
              <p:nvPr/>
            </p:nvSpPr>
            <p:spPr>
              <a:xfrm>
                <a:off x="1162396" y="1764134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30D9EC1-3961-79D0-B0E1-6348946BB096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B5372FC-0856-F14F-0F7D-6D7093265CCF}"/>
                  </a:ext>
                </a:extLst>
              </p:cNvPr>
              <p:cNvSpPr/>
              <p:nvPr/>
            </p:nvSpPr>
            <p:spPr>
              <a:xfrm>
                <a:off x="1442052" y="4805243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C82300F-E598-B0F2-D026-19C8BC8AD6DA}"/>
                  </a:ext>
                </a:extLst>
              </p:cNvPr>
              <p:cNvSpPr/>
              <p:nvPr/>
            </p:nvSpPr>
            <p:spPr>
              <a:xfrm>
                <a:off x="1442052" y="383380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44BFEF0-0C12-A918-43CB-209A5EAEB123}"/>
                  </a:ext>
                </a:extLst>
              </p:cNvPr>
              <p:cNvSpPr/>
              <p:nvPr/>
            </p:nvSpPr>
            <p:spPr>
              <a:xfrm>
                <a:off x="1442052" y="286246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3AE33E97-AFE4-E8C2-0AD4-26125F40545B}"/>
                  </a:ext>
                </a:extLst>
              </p:cNvPr>
              <p:cNvSpPr/>
              <p:nvPr/>
            </p:nvSpPr>
            <p:spPr>
              <a:xfrm>
                <a:off x="1442052" y="189102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804E5F50-E14A-4FED-AF4D-7CF39F9FE630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19DE24B-4675-6EBC-DAF2-9FE298C86219}"/>
                  </a:ext>
                </a:extLst>
              </p:cNvPr>
              <p:cNvSpPr/>
              <p:nvPr/>
            </p:nvSpPr>
            <p:spPr>
              <a:xfrm>
                <a:off x="213558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1DDAE6AF-7E8E-794D-06FB-91755A97D241}"/>
                  </a:ext>
                </a:extLst>
              </p:cNvPr>
              <p:cNvSpPr/>
              <p:nvPr/>
            </p:nvSpPr>
            <p:spPr>
              <a:xfrm>
                <a:off x="285678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BB4D91F-88D1-C513-C7BC-BA52D49D58BF}"/>
                  </a:ext>
                </a:extLst>
              </p:cNvPr>
              <p:cNvSpPr/>
              <p:nvPr/>
            </p:nvSpPr>
            <p:spPr>
              <a:xfrm>
                <a:off x="358592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34906AD-35EB-1678-031A-CF17E43B8996}"/>
                  </a:ext>
                </a:extLst>
              </p:cNvPr>
              <p:cNvSpPr/>
              <p:nvPr/>
            </p:nvSpPr>
            <p:spPr>
              <a:xfrm>
                <a:off x="430319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24C46FBC-5F3E-84FA-DEF9-82DC7B3A4185}"/>
                  </a:ext>
                </a:extLst>
              </p:cNvPr>
              <p:cNvSpPr/>
              <p:nvPr/>
            </p:nvSpPr>
            <p:spPr>
              <a:xfrm>
                <a:off x="503233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37E4E5D-F877-7FC8-0B3D-DF4983AB201D}"/>
                  </a:ext>
                </a:extLst>
              </p:cNvPr>
              <p:cNvSpPr/>
              <p:nvPr/>
            </p:nvSpPr>
            <p:spPr>
              <a:xfrm>
                <a:off x="574949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A0EE662B-3F55-493B-C87D-75D1ECAEF2B1}"/>
                  </a:ext>
                </a:extLst>
              </p:cNvPr>
              <p:cNvSpPr/>
              <p:nvPr/>
            </p:nvSpPr>
            <p:spPr>
              <a:xfrm>
                <a:off x="647863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6D1BA95-C4F9-0AF7-F04E-818DA0DA8B20}"/>
                  </a:ext>
                </a:extLst>
              </p:cNvPr>
              <p:cNvSpPr/>
              <p:nvPr/>
            </p:nvSpPr>
            <p:spPr>
              <a:xfrm>
                <a:off x="719590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4BB544B-C476-DD0C-527E-E83ABED47A47}"/>
                  </a:ext>
                </a:extLst>
              </p:cNvPr>
              <p:cNvSpPr/>
              <p:nvPr/>
            </p:nvSpPr>
            <p:spPr>
              <a:xfrm>
                <a:off x="792504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F0C56F2-2D8B-5822-50A3-477F651E7815}"/>
                  </a:ext>
                </a:extLst>
              </p:cNvPr>
              <p:cNvSpPr/>
              <p:nvPr/>
            </p:nvSpPr>
            <p:spPr>
              <a:xfrm>
                <a:off x="864623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81BFD7A0-7EC1-4877-427A-1C5427A419C7}"/>
                  </a:ext>
                </a:extLst>
              </p:cNvPr>
              <p:cNvSpPr/>
              <p:nvPr/>
            </p:nvSpPr>
            <p:spPr>
              <a:xfrm>
                <a:off x="937537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802C16E4-B4AE-9B15-042F-CFF809462AA6}"/>
                  </a:ext>
                </a:extLst>
              </p:cNvPr>
              <p:cNvSpPr/>
              <p:nvPr/>
            </p:nvSpPr>
            <p:spPr>
              <a:xfrm>
                <a:off x="1009254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3EFAC73-2EBB-13C2-062C-519264DE41E5}"/>
                  </a:ext>
                </a:extLst>
              </p:cNvPr>
              <p:cNvSpPr/>
              <p:nvPr/>
            </p:nvSpPr>
            <p:spPr>
              <a:xfrm>
                <a:off x="1082168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FB388E6-7D8F-1723-6FF6-08CFA7A0D242}"/>
                  </a:ext>
                </a:extLst>
              </p:cNvPr>
              <p:cNvSpPr txBox="1"/>
              <p:nvPr/>
            </p:nvSpPr>
            <p:spPr>
              <a:xfrm>
                <a:off x="172662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2019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302943-92CA-1E6A-0147-D8E0E6C65794}"/>
                  </a:ext>
                </a:extLst>
              </p:cNvPr>
              <p:cNvSpPr txBox="1"/>
              <p:nvPr/>
            </p:nvSpPr>
            <p:spPr>
              <a:xfrm>
                <a:off x="2439593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2020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36F45E-CDB0-29CA-36E0-6595A1033448}"/>
                  </a:ext>
                </a:extLst>
              </p:cNvPr>
              <p:cNvSpPr txBox="1"/>
              <p:nvPr/>
            </p:nvSpPr>
            <p:spPr>
              <a:xfrm>
                <a:off x="3176954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070796B-8713-E6CF-3E7E-8EF279078495}"/>
                  </a:ext>
                </a:extLst>
              </p:cNvPr>
              <p:cNvSpPr txBox="1"/>
              <p:nvPr/>
            </p:nvSpPr>
            <p:spPr>
              <a:xfrm>
                <a:off x="3886004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5D9875C-B60D-D27F-AEE3-937635038A03}"/>
                  </a:ext>
                </a:extLst>
              </p:cNvPr>
              <p:cNvSpPr txBox="1"/>
              <p:nvPr/>
            </p:nvSpPr>
            <p:spPr>
              <a:xfrm>
                <a:off x="462336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2021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592CA4-E00D-0F16-E741-7FE5BDA446C7}"/>
                  </a:ext>
                </a:extLst>
              </p:cNvPr>
              <p:cNvSpPr txBox="1"/>
              <p:nvPr/>
            </p:nvSpPr>
            <p:spPr>
              <a:xfrm>
                <a:off x="5332309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2022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714F3A-6349-055D-CE97-971F3F5609C9}"/>
                  </a:ext>
                </a:extLst>
              </p:cNvPr>
              <p:cNvSpPr txBox="1"/>
              <p:nvPr/>
            </p:nvSpPr>
            <p:spPr>
              <a:xfrm>
                <a:off x="606967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D825161-617E-4EEE-C602-D6F0189C21C6}"/>
                  </a:ext>
                </a:extLst>
              </p:cNvPr>
              <p:cNvSpPr txBox="1"/>
              <p:nvPr/>
            </p:nvSpPr>
            <p:spPr>
              <a:xfrm>
                <a:off x="6778720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4A40111-5B2C-DF85-ABF5-A7187546A2DA}"/>
                  </a:ext>
                </a:extLst>
              </p:cNvPr>
              <p:cNvSpPr txBox="1"/>
              <p:nvPr/>
            </p:nvSpPr>
            <p:spPr>
              <a:xfrm>
                <a:off x="751608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2023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16DD95B-F8B6-2CFD-38C0-9B6305F7EF5C}"/>
                  </a:ext>
                </a:extLst>
              </p:cNvPr>
              <p:cNvSpPr txBox="1"/>
              <p:nvPr/>
            </p:nvSpPr>
            <p:spPr>
              <a:xfrm>
                <a:off x="8229052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2024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07BEF16-235F-625C-A5D8-057ED2E63C24}"/>
                  </a:ext>
                </a:extLst>
              </p:cNvPr>
              <p:cNvSpPr txBox="1"/>
              <p:nvPr/>
            </p:nvSpPr>
            <p:spPr>
              <a:xfrm>
                <a:off x="896641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2024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806CF70-4EBC-887B-ADC6-2C435C8D5BBB}"/>
                  </a:ext>
                </a:extLst>
              </p:cNvPr>
              <p:cNvSpPr txBox="1"/>
              <p:nvPr/>
            </p:nvSpPr>
            <p:spPr>
              <a:xfrm>
                <a:off x="9675357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2025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7E44FE-EC16-1613-0C04-8E8712E119BE}"/>
                  </a:ext>
                </a:extLst>
              </p:cNvPr>
              <p:cNvSpPr txBox="1"/>
              <p:nvPr/>
            </p:nvSpPr>
            <p:spPr>
              <a:xfrm>
                <a:off x="1041271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2025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424AF5C-2A3E-976C-B1FD-4544BF8DBE68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AC97D8C-DA2F-D09F-183A-E70BED3BDAFE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62447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P.macracanthus in MAR Kapuntori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4944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980E0-8512-E49A-CAD0-C403F110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A3FE5DA5-3FE7-4BBD-86BC-FE774AB727F4}"/>
              </a:ext>
            </a:extLst>
          </p:cNvPr>
          <p:cNvGrpSpPr/>
          <p:nvPr/>
        </p:nvGrpSpPr>
        <p:grpSpPr>
          <a:xfrm>
            <a:off x="961062" y="612426"/>
            <a:ext cx="10295766" cy="5602107"/>
            <a:chOff x="961062" y="612426"/>
            <a:chExt cx="10295766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6F78880-4E7E-0202-7634-08E24F85AF45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38C887B-4EB3-5A79-E4F8-DDB644EDBBEB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60" name="Graphic 2">
              <a:extLst>
                <a:ext uri="{FF2B5EF4-FFF2-40B4-BE49-F238E27FC236}">
                  <a16:creationId xmlns:a16="http://schemas.microsoft.com/office/drawing/2014/main" id="{E63299AE-6C30-E9FE-DE3A-B223AFD1B478}"/>
                </a:ext>
              </a:extLst>
            </p:cNvPr>
            <p:cNvGrpSpPr/>
            <p:nvPr/>
          </p:nvGrpSpPr>
          <p:grpSpPr>
            <a:xfrm>
              <a:off x="1594747" y="971481"/>
              <a:ext cx="9526921" cy="4805204"/>
              <a:chOff x="1594747" y="971481"/>
              <a:chExt cx="9526921" cy="4805204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643C428D-ACA1-083D-544F-8EF7785305E7}"/>
                  </a:ext>
                </a:extLst>
              </p:cNvPr>
              <p:cNvSpPr/>
              <p:nvPr/>
            </p:nvSpPr>
            <p:spPr>
              <a:xfrm>
                <a:off x="1594747" y="971481"/>
                <a:ext cx="9526921" cy="4805204"/>
              </a:xfrm>
              <a:custGeom>
                <a:avLst/>
                <a:gdLst>
                  <a:gd name="connsiteX0" fmla="*/ 0 w 9526921"/>
                  <a:gd name="connsiteY0" fmla="*/ 0 h 4805204"/>
                  <a:gd name="connsiteX1" fmla="*/ 9526922 w 9526921"/>
                  <a:gd name="connsiteY1" fmla="*/ 0 h 4805204"/>
                  <a:gd name="connsiteX2" fmla="*/ 9526922 w 9526921"/>
                  <a:gd name="connsiteY2" fmla="*/ 4805204 h 4805204"/>
                  <a:gd name="connsiteX3" fmla="*/ 0 w 952692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6921" h="4805204">
                    <a:moveTo>
                      <a:pt x="0" y="0"/>
                    </a:moveTo>
                    <a:lnTo>
                      <a:pt x="9526922" y="0"/>
                    </a:lnTo>
                    <a:lnTo>
                      <a:pt x="952692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78AEA7F-E8C5-6916-DD9B-145D25032286}"/>
                  </a:ext>
                </a:extLst>
              </p:cNvPr>
              <p:cNvSpPr/>
              <p:nvPr/>
            </p:nvSpPr>
            <p:spPr>
              <a:xfrm>
                <a:off x="2027822" y="971481"/>
                <a:ext cx="8660769" cy="4805204"/>
              </a:xfrm>
              <a:custGeom>
                <a:avLst/>
                <a:gdLst>
                  <a:gd name="connsiteX0" fmla="*/ 0 w 8660769"/>
                  <a:gd name="connsiteY0" fmla="*/ 405862 h 4805204"/>
                  <a:gd name="connsiteX1" fmla="*/ 109567 w 8660769"/>
                  <a:gd name="connsiteY1" fmla="*/ 584644 h 4805204"/>
                  <a:gd name="connsiteX2" fmla="*/ 219240 w 8660769"/>
                  <a:gd name="connsiteY2" fmla="*/ 733347 h 4805204"/>
                  <a:gd name="connsiteX3" fmla="*/ 328807 w 8660769"/>
                  <a:gd name="connsiteY3" fmla="*/ 851018 h 4805204"/>
                  <a:gd name="connsiteX4" fmla="*/ 438480 w 8660769"/>
                  <a:gd name="connsiteY4" fmla="*/ 937973 h 4805204"/>
                  <a:gd name="connsiteX5" fmla="*/ 548153 w 8660769"/>
                  <a:gd name="connsiteY5" fmla="*/ 997285 h 4805204"/>
                  <a:gd name="connsiteX6" fmla="*/ 657720 w 8660769"/>
                  <a:gd name="connsiteY6" fmla="*/ 1034248 h 4805204"/>
                  <a:gd name="connsiteX7" fmla="*/ 767393 w 8660769"/>
                  <a:gd name="connsiteY7" fmla="*/ 1055961 h 4805204"/>
                  <a:gd name="connsiteX8" fmla="*/ 877066 w 8660769"/>
                  <a:gd name="connsiteY8" fmla="*/ 1069518 h 4805204"/>
                  <a:gd name="connsiteX9" fmla="*/ 986632 w 8660769"/>
                  <a:gd name="connsiteY9" fmla="*/ 1081274 h 4805204"/>
                  <a:gd name="connsiteX10" fmla="*/ 1096305 w 8660769"/>
                  <a:gd name="connsiteY10" fmla="*/ 1097797 h 4805204"/>
                  <a:gd name="connsiteX11" fmla="*/ 1205872 w 8660769"/>
                  <a:gd name="connsiteY11" fmla="*/ 1129041 h 4805204"/>
                  <a:gd name="connsiteX12" fmla="*/ 1315545 w 8660769"/>
                  <a:gd name="connsiteY12" fmla="*/ 1183057 h 4805204"/>
                  <a:gd name="connsiteX13" fmla="*/ 1425218 w 8660769"/>
                  <a:gd name="connsiteY13" fmla="*/ 1296597 h 4805204"/>
                  <a:gd name="connsiteX14" fmla="*/ 1534785 w 8660769"/>
                  <a:gd name="connsiteY14" fmla="*/ 1369466 h 4805204"/>
                  <a:gd name="connsiteX15" fmla="*/ 1644458 w 8660769"/>
                  <a:gd name="connsiteY15" fmla="*/ 1385671 h 4805204"/>
                  <a:gd name="connsiteX16" fmla="*/ 1754025 w 8660769"/>
                  <a:gd name="connsiteY16" fmla="*/ 1356332 h 4805204"/>
                  <a:gd name="connsiteX17" fmla="*/ 1863698 w 8660769"/>
                  <a:gd name="connsiteY17" fmla="*/ 1283781 h 4805204"/>
                  <a:gd name="connsiteX18" fmla="*/ 1973371 w 8660769"/>
                  <a:gd name="connsiteY18" fmla="*/ 1196932 h 4805204"/>
                  <a:gd name="connsiteX19" fmla="*/ 2082938 w 8660769"/>
                  <a:gd name="connsiteY19" fmla="*/ 1174584 h 4805204"/>
                  <a:gd name="connsiteX20" fmla="*/ 2192611 w 8660769"/>
                  <a:gd name="connsiteY20" fmla="*/ 1370525 h 4805204"/>
                  <a:gd name="connsiteX21" fmla="*/ 2302178 w 8660769"/>
                  <a:gd name="connsiteY21" fmla="*/ 1422846 h 4805204"/>
                  <a:gd name="connsiteX22" fmla="*/ 2411851 w 8660769"/>
                  <a:gd name="connsiteY22" fmla="*/ 1215891 h 4805204"/>
                  <a:gd name="connsiteX23" fmla="*/ 2521524 w 8660769"/>
                  <a:gd name="connsiteY23" fmla="*/ 694689 h 4805204"/>
                  <a:gd name="connsiteX24" fmla="*/ 2631091 w 8660769"/>
                  <a:gd name="connsiteY24" fmla="*/ 426939 h 4805204"/>
                  <a:gd name="connsiteX25" fmla="*/ 2740764 w 8660769"/>
                  <a:gd name="connsiteY25" fmla="*/ 261078 h 4805204"/>
                  <a:gd name="connsiteX26" fmla="*/ 2850331 w 8660769"/>
                  <a:gd name="connsiteY26" fmla="*/ 113857 h 4805204"/>
                  <a:gd name="connsiteX27" fmla="*/ 2960004 w 8660769"/>
                  <a:gd name="connsiteY27" fmla="*/ 0 h 4805204"/>
                  <a:gd name="connsiteX28" fmla="*/ 3069676 w 8660769"/>
                  <a:gd name="connsiteY28" fmla="*/ 76999 h 4805204"/>
                  <a:gd name="connsiteX29" fmla="*/ 3179243 w 8660769"/>
                  <a:gd name="connsiteY29" fmla="*/ 332252 h 4805204"/>
                  <a:gd name="connsiteX30" fmla="*/ 3288916 w 8660769"/>
                  <a:gd name="connsiteY30" fmla="*/ 728793 h 4805204"/>
                  <a:gd name="connsiteX31" fmla="*/ 3398483 w 8660769"/>
                  <a:gd name="connsiteY31" fmla="*/ 1101186 h 4805204"/>
                  <a:gd name="connsiteX32" fmla="*/ 3508156 w 8660769"/>
                  <a:gd name="connsiteY32" fmla="*/ 1411302 h 4805204"/>
                  <a:gd name="connsiteX33" fmla="*/ 3617829 w 8660769"/>
                  <a:gd name="connsiteY33" fmla="*/ 1809856 h 4805204"/>
                  <a:gd name="connsiteX34" fmla="*/ 3727396 w 8660769"/>
                  <a:gd name="connsiteY34" fmla="*/ 2163396 h 4805204"/>
                  <a:gd name="connsiteX35" fmla="*/ 3837069 w 8660769"/>
                  <a:gd name="connsiteY35" fmla="*/ 2453282 h 4805204"/>
                  <a:gd name="connsiteX36" fmla="*/ 3946636 w 8660769"/>
                  <a:gd name="connsiteY36" fmla="*/ 2714042 h 4805204"/>
                  <a:gd name="connsiteX37" fmla="*/ 4056309 w 8660769"/>
                  <a:gd name="connsiteY37" fmla="*/ 2914007 h 4805204"/>
                  <a:gd name="connsiteX38" fmla="*/ 4165982 w 8660769"/>
                  <a:gd name="connsiteY38" fmla="*/ 3066523 h 4805204"/>
                  <a:gd name="connsiteX39" fmla="*/ 4275549 w 8660769"/>
                  <a:gd name="connsiteY39" fmla="*/ 3201457 h 4805204"/>
                  <a:gd name="connsiteX40" fmla="*/ 4385222 w 8660769"/>
                  <a:gd name="connsiteY40" fmla="*/ 3308854 h 4805204"/>
                  <a:gd name="connsiteX41" fmla="*/ 4494789 w 8660769"/>
                  <a:gd name="connsiteY41" fmla="*/ 3377486 h 4805204"/>
                  <a:gd name="connsiteX42" fmla="*/ 4604461 w 8660769"/>
                  <a:gd name="connsiteY42" fmla="*/ 3403435 h 4805204"/>
                  <a:gd name="connsiteX43" fmla="*/ 4714135 w 8660769"/>
                  <a:gd name="connsiteY43" fmla="*/ 3394220 h 4805204"/>
                  <a:gd name="connsiteX44" fmla="*/ 4823701 w 8660769"/>
                  <a:gd name="connsiteY44" fmla="*/ 3365836 h 4805204"/>
                  <a:gd name="connsiteX45" fmla="*/ 4933375 w 8660769"/>
                  <a:gd name="connsiteY45" fmla="*/ 3338510 h 4805204"/>
                  <a:gd name="connsiteX46" fmla="*/ 5042941 w 8660769"/>
                  <a:gd name="connsiteY46" fmla="*/ 3331308 h 4805204"/>
                  <a:gd name="connsiteX47" fmla="*/ 5152615 w 8660769"/>
                  <a:gd name="connsiteY47" fmla="*/ 3328766 h 4805204"/>
                  <a:gd name="connsiteX48" fmla="*/ 5262287 w 8660769"/>
                  <a:gd name="connsiteY48" fmla="*/ 3306630 h 4805204"/>
                  <a:gd name="connsiteX49" fmla="*/ 5371854 w 8660769"/>
                  <a:gd name="connsiteY49" fmla="*/ 3258863 h 4805204"/>
                  <a:gd name="connsiteX50" fmla="*/ 5481527 w 8660769"/>
                  <a:gd name="connsiteY50" fmla="*/ 3190019 h 4805204"/>
                  <a:gd name="connsiteX51" fmla="*/ 5591094 w 8660769"/>
                  <a:gd name="connsiteY51" fmla="*/ 3117574 h 4805204"/>
                  <a:gd name="connsiteX52" fmla="*/ 5700767 w 8660769"/>
                  <a:gd name="connsiteY52" fmla="*/ 3065464 h 4805204"/>
                  <a:gd name="connsiteX53" fmla="*/ 5810440 w 8660769"/>
                  <a:gd name="connsiteY53" fmla="*/ 3019709 h 4805204"/>
                  <a:gd name="connsiteX54" fmla="*/ 5920007 w 8660769"/>
                  <a:gd name="connsiteY54" fmla="*/ 2964634 h 4805204"/>
                  <a:gd name="connsiteX55" fmla="*/ 6029680 w 8660769"/>
                  <a:gd name="connsiteY55" fmla="*/ 2900556 h 4805204"/>
                  <a:gd name="connsiteX56" fmla="*/ 6139247 w 8660769"/>
                  <a:gd name="connsiteY56" fmla="*/ 2828323 h 4805204"/>
                  <a:gd name="connsiteX57" fmla="*/ 6248920 w 8660769"/>
                  <a:gd name="connsiteY57" fmla="*/ 2749735 h 4805204"/>
                  <a:gd name="connsiteX58" fmla="*/ 6358593 w 8660769"/>
                  <a:gd name="connsiteY58" fmla="*/ 2667545 h 4805204"/>
                  <a:gd name="connsiteX59" fmla="*/ 6468159 w 8660769"/>
                  <a:gd name="connsiteY59" fmla="*/ 2585145 h 4805204"/>
                  <a:gd name="connsiteX60" fmla="*/ 6577833 w 8660769"/>
                  <a:gd name="connsiteY60" fmla="*/ 2506345 h 4805204"/>
                  <a:gd name="connsiteX61" fmla="*/ 6687505 w 8660769"/>
                  <a:gd name="connsiteY61" fmla="*/ 2434747 h 4805204"/>
                  <a:gd name="connsiteX62" fmla="*/ 6797073 w 8660769"/>
                  <a:gd name="connsiteY62" fmla="*/ 2370775 h 4805204"/>
                  <a:gd name="connsiteX63" fmla="*/ 6906745 w 8660769"/>
                  <a:gd name="connsiteY63" fmla="*/ 2306909 h 4805204"/>
                  <a:gd name="connsiteX64" fmla="*/ 7016312 w 8660769"/>
                  <a:gd name="connsiteY64" fmla="*/ 2241031 h 4805204"/>
                  <a:gd name="connsiteX65" fmla="*/ 7125985 w 8660769"/>
                  <a:gd name="connsiteY65" fmla="*/ 2171975 h 4805204"/>
                  <a:gd name="connsiteX66" fmla="*/ 7235658 w 8660769"/>
                  <a:gd name="connsiteY66" fmla="*/ 2098259 h 4805204"/>
                  <a:gd name="connsiteX67" fmla="*/ 7345225 w 8660769"/>
                  <a:gd name="connsiteY67" fmla="*/ 2018823 h 4805204"/>
                  <a:gd name="connsiteX68" fmla="*/ 7454898 w 8660769"/>
                  <a:gd name="connsiteY68" fmla="*/ 1932715 h 4805204"/>
                  <a:gd name="connsiteX69" fmla="*/ 7564465 w 8660769"/>
                  <a:gd name="connsiteY69" fmla="*/ 1839300 h 4805204"/>
                  <a:gd name="connsiteX70" fmla="*/ 7674138 w 8660769"/>
                  <a:gd name="connsiteY70" fmla="*/ 1738046 h 4805204"/>
                  <a:gd name="connsiteX71" fmla="*/ 7783811 w 8660769"/>
                  <a:gd name="connsiteY71" fmla="*/ 1628743 h 4805204"/>
                  <a:gd name="connsiteX72" fmla="*/ 7893378 w 8660769"/>
                  <a:gd name="connsiteY72" fmla="*/ 1511178 h 4805204"/>
                  <a:gd name="connsiteX73" fmla="*/ 8003051 w 8660769"/>
                  <a:gd name="connsiteY73" fmla="*/ 1385353 h 4805204"/>
                  <a:gd name="connsiteX74" fmla="*/ 8112618 w 8660769"/>
                  <a:gd name="connsiteY74" fmla="*/ 1251266 h 4805204"/>
                  <a:gd name="connsiteX75" fmla="*/ 8222291 w 8660769"/>
                  <a:gd name="connsiteY75" fmla="*/ 1108812 h 4805204"/>
                  <a:gd name="connsiteX76" fmla="*/ 8331964 w 8660769"/>
                  <a:gd name="connsiteY76" fmla="*/ 958202 h 4805204"/>
                  <a:gd name="connsiteX77" fmla="*/ 8441530 w 8660769"/>
                  <a:gd name="connsiteY77" fmla="*/ 799438 h 4805204"/>
                  <a:gd name="connsiteX78" fmla="*/ 8551203 w 8660769"/>
                  <a:gd name="connsiteY78" fmla="*/ 632517 h 4805204"/>
                  <a:gd name="connsiteX79" fmla="*/ 8660770 w 8660769"/>
                  <a:gd name="connsiteY79" fmla="*/ 457442 h 4805204"/>
                  <a:gd name="connsiteX80" fmla="*/ 8660770 w 8660769"/>
                  <a:gd name="connsiteY80" fmla="*/ 4805204 h 4805204"/>
                  <a:gd name="connsiteX81" fmla="*/ 8551203 w 8660769"/>
                  <a:gd name="connsiteY81" fmla="*/ 4805204 h 4805204"/>
                  <a:gd name="connsiteX82" fmla="*/ 8441530 w 8660769"/>
                  <a:gd name="connsiteY82" fmla="*/ 4805204 h 4805204"/>
                  <a:gd name="connsiteX83" fmla="*/ 8331964 w 8660769"/>
                  <a:gd name="connsiteY83" fmla="*/ 4805204 h 4805204"/>
                  <a:gd name="connsiteX84" fmla="*/ 8222291 w 8660769"/>
                  <a:gd name="connsiteY84" fmla="*/ 4805204 h 4805204"/>
                  <a:gd name="connsiteX85" fmla="*/ 8112618 w 8660769"/>
                  <a:gd name="connsiteY85" fmla="*/ 4805204 h 4805204"/>
                  <a:gd name="connsiteX86" fmla="*/ 8003051 w 8660769"/>
                  <a:gd name="connsiteY86" fmla="*/ 4805204 h 4805204"/>
                  <a:gd name="connsiteX87" fmla="*/ 7893378 w 8660769"/>
                  <a:gd name="connsiteY87" fmla="*/ 4805204 h 4805204"/>
                  <a:gd name="connsiteX88" fmla="*/ 7783811 w 8660769"/>
                  <a:gd name="connsiteY88" fmla="*/ 4805204 h 4805204"/>
                  <a:gd name="connsiteX89" fmla="*/ 7674138 w 8660769"/>
                  <a:gd name="connsiteY89" fmla="*/ 4712530 h 4805204"/>
                  <a:gd name="connsiteX90" fmla="*/ 7564465 w 8660769"/>
                  <a:gd name="connsiteY90" fmla="*/ 4594965 h 4805204"/>
                  <a:gd name="connsiteX91" fmla="*/ 7454898 w 8660769"/>
                  <a:gd name="connsiteY91" fmla="*/ 4494453 h 4805204"/>
                  <a:gd name="connsiteX92" fmla="*/ 7345225 w 8660769"/>
                  <a:gd name="connsiteY92" fmla="*/ 4410781 h 4805204"/>
                  <a:gd name="connsiteX93" fmla="*/ 7235658 w 8660769"/>
                  <a:gd name="connsiteY93" fmla="*/ 4343632 h 4805204"/>
                  <a:gd name="connsiteX94" fmla="*/ 7125985 w 8660769"/>
                  <a:gd name="connsiteY94" fmla="*/ 4292793 h 4805204"/>
                  <a:gd name="connsiteX95" fmla="*/ 7016312 w 8660769"/>
                  <a:gd name="connsiteY95" fmla="*/ 4257312 h 4805204"/>
                  <a:gd name="connsiteX96" fmla="*/ 6906745 w 8660769"/>
                  <a:gd name="connsiteY96" fmla="*/ 4236553 h 4805204"/>
                  <a:gd name="connsiteX97" fmla="*/ 6797073 w 8660769"/>
                  <a:gd name="connsiteY97" fmla="*/ 4229351 h 4805204"/>
                  <a:gd name="connsiteX98" fmla="*/ 6687505 w 8660769"/>
                  <a:gd name="connsiteY98" fmla="*/ 4235070 h 4805204"/>
                  <a:gd name="connsiteX99" fmla="*/ 6577833 w 8660769"/>
                  <a:gd name="connsiteY99" fmla="*/ 4256465 h 4805204"/>
                  <a:gd name="connsiteX100" fmla="*/ 6468159 w 8660769"/>
                  <a:gd name="connsiteY100" fmla="*/ 4292899 h 4805204"/>
                  <a:gd name="connsiteX101" fmla="*/ 6358593 w 8660769"/>
                  <a:gd name="connsiteY101" fmla="*/ 4342573 h 4805204"/>
                  <a:gd name="connsiteX102" fmla="*/ 6248920 w 8660769"/>
                  <a:gd name="connsiteY102" fmla="*/ 4403791 h 4805204"/>
                  <a:gd name="connsiteX103" fmla="*/ 6139247 w 8660769"/>
                  <a:gd name="connsiteY103" fmla="*/ 4474753 h 4805204"/>
                  <a:gd name="connsiteX104" fmla="*/ 6029680 w 8660769"/>
                  <a:gd name="connsiteY104" fmla="*/ 4552494 h 4805204"/>
                  <a:gd name="connsiteX105" fmla="*/ 5920007 w 8660769"/>
                  <a:gd name="connsiteY105" fmla="*/ 4633412 h 4805204"/>
                  <a:gd name="connsiteX106" fmla="*/ 5810440 w 8660769"/>
                  <a:gd name="connsiteY106" fmla="*/ 4713059 h 4805204"/>
                  <a:gd name="connsiteX107" fmla="*/ 5700767 w 8660769"/>
                  <a:gd name="connsiteY107" fmla="*/ 4786352 h 4805204"/>
                  <a:gd name="connsiteX108" fmla="*/ 5591094 w 8660769"/>
                  <a:gd name="connsiteY108" fmla="*/ 4805204 h 4805204"/>
                  <a:gd name="connsiteX109" fmla="*/ 5481527 w 8660769"/>
                  <a:gd name="connsiteY109" fmla="*/ 4805204 h 4805204"/>
                  <a:gd name="connsiteX110" fmla="*/ 5371854 w 8660769"/>
                  <a:gd name="connsiteY110" fmla="*/ 4805204 h 4805204"/>
                  <a:gd name="connsiteX111" fmla="*/ 5262287 w 8660769"/>
                  <a:gd name="connsiteY111" fmla="*/ 4805204 h 4805204"/>
                  <a:gd name="connsiteX112" fmla="*/ 5152615 w 8660769"/>
                  <a:gd name="connsiteY112" fmla="*/ 4805204 h 4805204"/>
                  <a:gd name="connsiteX113" fmla="*/ 5042941 w 8660769"/>
                  <a:gd name="connsiteY113" fmla="*/ 4805204 h 4805204"/>
                  <a:gd name="connsiteX114" fmla="*/ 4933375 w 8660769"/>
                  <a:gd name="connsiteY114" fmla="*/ 4805204 h 4805204"/>
                  <a:gd name="connsiteX115" fmla="*/ 4823701 w 8660769"/>
                  <a:gd name="connsiteY115" fmla="*/ 4805204 h 4805204"/>
                  <a:gd name="connsiteX116" fmla="*/ 4714135 w 8660769"/>
                  <a:gd name="connsiteY116" fmla="*/ 4805204 h 4805204"/>
                  <a:gd name="connsiteX117" fmla="*/ 4604461 w 8660769"/>
                  <a:gd name="connsiteY117" fmla="*/ 4805204 h 4805204"/>
                  <a:gd name="connsiteX118" fmla="*/ 4494789 w 8660769"/>
                  <a:gd name="connsiteY118" fmla="*/ 4805204 h 4805204"/>
                  <a:gd name="connsiteX119" fmla="*/ 4385222 w 8660769"/>
                  <a:gd name="connsiteY119" fmla="*/ 4805204 h 4805204"/>
                  <a:gd name="connsiteX120" fmla="*/ 4275549 w 8660769"/>
                  <a:gd name="connsiteY120" fmla="*/ 4805204 h 4805204"/>
                  <a:gd name="connsiteX121" fmla="*/ 4165982 w 8660769"/>
                  <a:gd name="connsiteY121" fmla="*/ 4805204 h 4805204"/>
                  <a:gd name="connsiteX122" fmla="*/ 4056309 w 8660769"/>
                  <a:gd name="connsiteY122" fmla="*/ 4663915 h 4805204"/>
                  <a:gd name="connsiteX123" fmla="*/ 3946636 w 8660769"/>
                  <a:gd name="connsiteY123" fmla="*/ 4373500 h 4805204"/>
                  <a:gd name="connsiteX124" fmla="*/ 3837069 w 8660769"/>
                  <a:gd name="connsiteY124" fmla="*/ 4053640 h 4805204"/>
                  <a:gd name="connsiteX125" fmla="*/ 3727396 w 8660769"/>
                  <a:gd name="connsiteY125" fmla="*/ 3768202 h 4805204"/>
                  <a:gd name="connsiteX126" fmla="*/ 3617829 w 8660769"/>
                  <a:gd name="connsiteY126" fmla="*/ 3385853 h 4805204"/>
                  <a:gd name="connsiteX127" fmla="*/ 3508156 w 8660769"/>
                  <a:gd name="connsiteY127" fmla="*/ 2962410 h 4805204"/>
                  <a:gd name="connsiteX128" fmla="*/ 3398483 w 8660769"/>
                  <a:gd name="connsiteY128" fmla="*/ 2625498 h 4805204"/>
                  <a:gd name="connsiteX129" fmla="*/ 3288916 w 8660769"/>
                  <a:gd name="connsiteY129" fmla="*/ 2237218 h 4805204"/>
                  <a:gd name="connsiteX130" fmla="*/ 3179243 w 8660769"/>
                  <a:gd name="connsiteY130" fmla="*/ 1939176 h 4805204"/>
                  <a:gd name="connsiteX131" fmla="*/ 3069676 w 8660769"/>
                  <a:gd name="connsiteY131" fmla="*/ 1757746 h 4805204"/>
                  <a:gd name="connsiteX132" fmla="*/ 2960004 w 8660769"/>
                  <a:gd name="connsiteY132" fmla="*/ 1650773 h 4805204"/>
                  <a:gd name="connsiteX133" fmla="*/ 2850331 w 8660769"/>
                  <a:gd name="connsiteY133" fmla="*/ 1681170 h 4805204"/>
                  <a:gd name="connsiteX134" fmla="*/ 2740764 w 8660769"/>
                  <a:gd name="connsiteY134" fmla="*/ 1901789 h 4805204"/>
                  <a:gd name="connsiteX135" fmla="*/ 2631091 w 8660769"/>
                  <a:gd name="connsiteY135" fmla="*/ 2220060 h 4805204"/>
                  <a:gd name="connsiteX136" fmla="*/ 2521524 w 8660769"/>
                  <a:gd name="connsiteY136" fmla="*/ 2445021 h 4805204"/>
                  <a:gd name="connsiteX137" fmla="*/ 2411851 w 8660769"/>
                  <a:gd name="connsiteY137" fmla="*/ 2573812 h 4805204"/>
                  <a:gd name="connsiteX138" fmla="*/ 2302178 w 8660769"/>
                  <a:gd name="connsiteY138" fmla="*/ 2746028 h 4805204"/>
                  <a:gd name="connsiteX139" fmla="*/ 2192611 w 8660769"/>
                  <a:gd name="connsiteY139" fmla="*/ 2794960 h 4805204"/>
                  <a:gd name="connsiteX140" fmla="*/ 2082938 w 8660769"/>
                  <a:gd name="connsiteY140" fmla="*/ 2903098 h 4805204"/>
                  <a:gd name="connsiteX141" fmla="*/ 1973371 w 8660769"/>
                  <a:gd name="connsiteY141" fmla="*/ 2996726 h 4805204"/>
                  <a:gd name="connsiteX142" fmla="*/ 1863698 w 8660769"/>
                  <a:gd name="connsiteY142" fmla="*/ 3087917 h 4805204"/>
                  <a:gd name="connsiteX143" fmla="*/ 1754025 w 8660769"/>
                  <a:gd name="connsiteY143" fmla="*/ 3169260 h 4805204"/>
                  <a:gd name="connsiteX144" fmla="*/ 1644458 w 8660769"/>
                  <a:gd name="connsiteY144" fmla="*/ 3183240 h 4805204"/>
                  <a:gd name="connsiteX145" fmla="*/ 1534785 w 8660769"/>
                  <a:gd name="connsiteY145" fmla="*/ 3061757 h 4805204"/>
                  <a:gd name="connsiteX146" fmla="*/ 1425218 w 8660769"/>
                  <a:gd name="connsiteY146" fmla="*/ 2905004 h 4805204"/>
                  <a:gd name="connsiteX147" fmla="*/ 1315545 w 8660769"/>
                  <a:gd name="connsiteY147" fmla="*/ 2822392 h 4805204"/>
                  <a:gd name="connsiteX148" fmla="*/ 1205872 w 8660769"/>
                  <a:gd name="connsiteY148" fmla="*/ 2805551 h 4805204"/>
                  <a:gd name="connsiteX149" fmla="*/ 1096305 w 8660769"/>
                  <a:gd name="connsiteY149" fmla="*/ 2791677 h 4805204"/>
                  <a:gd name="connsiteX150" fmla="*/ 986632 w 8660769"/>
                  <a:gd name="connsiteY150" fmla="*/ 2776425 h 4805204"/>
                  <a:gd name="connsiteX151" fmla="*/ 877066 w 8660769"/>
                  <a:gd name="connsiteY151" fmla="*/ 2760538 h 4805204"/>
                  <a:gd name="connsiteX152" fmla="*/ 767393 w 8660769"/>
                  <a:gd name="connsiteY152" fmla="*/ 2748676 h 4805204"/>
                  <a:gd name="connsiteX153" fmla="*/ 657720 w 8660769"/>
                  <a:gd name="connsiteY153" fmla="*/ 2748146 h 4805204"/>
                  <a:gd name="connsiteX154" fmla="*/ 548153 w 8660769"/>
                  <a:gd name="connsiteY154" fmla="*/ 2767105 h 4805204"/>
                  <a:gd name="connsiteX155" fmla="*/ 438480 w 8660769"/>
                  <a:gd name="connsiteY155" fmla="*/ 2813495 h 4805204"/>
                  <a:gd name="connsiteX156" fmla="*/ 328807 w 8660769"/>
                  <a:gd name="connsiteY156" fmla="*/ 2893778 h 4805204"/>
                  <a:gd name="connsiteX157" fmla="*/ 219240 w 8660769"/>
                  <a:gd name="connsiteY157" fmla="*/ 3011871 h 4805204"/>
                  <a:gd name="connsiteX158" fmla="*/ 109567 w 8660769"/>
                  <a:gd name="connsiteY158" fmla="*/ 3169260 h 4805204"/>
                  <a:gd name="connsiteX159" fmla="*/ 0 w 8660769"/>
                  <a:gd name="connsiteY159" fmla="*/ 336573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660769" h="4805204">
                    <a:moveTo>
                      <a:pt x="0" y="405862"/>
                    </a:moveTo>
                    <a:lnTo>
                      <a:pt x="109567" y="584644"/>
                    </a:lnTo>
                    <a:lnTo>
                      <a:pt x="219240" y="733347"/>
                    </a:lnTo>
                    <a:lnTo>
                      <a:pt x="328807" y="851018"/>
                    </a:lnTo>
                    <a:lnTo>
                      <a:pt x="438480" y="937973"/>
                    </a:lnTo>
                    <a:lnTo>
                      <a:pt x="548153" y="997285"/>
                    </a:lnTo>
                    <a:lnTo>
                      <a:pt x="657720" y="1034248"/>
                    </a:lnTo>
                    <a:lnTo>
                      <a:pt x="767393" y="1055961"/>
                    </a:lnTo>
                    <a:lnTo>
                      <a:pt x="877066" y="1069518"/>
                    </a:lnTo>
                    <a:lnTo>
                      <a:pt x="986632" y="1081274"/>
                    </a:lnTo>
                    <a:lnTo>
                      <a:pt x="1096305" y="1097797"/>
                    </a:lnTo>
                    <a:lnTo>
                      <a:pt x="1205872" y="1129041"/>
                    </a:lnTo>
                    <a:lnTo>
                      <a:pt x="1315545" y="1183057"/>
                    </a:lnTo>
                    <a:lnTo>
                      <a:pt x="1425218" y="1296597"/>
                    </a:lnTo>
                    <a:lnTo>
                      <a:pt x="1534785" y="1369466"/>
                    </a:lnTo>
                    <a:lnTo>
                      <a:pt x="1644458" y="1385671"/>
                    </a:lnTo>
                    <a:lnTo>
                      <a:pt x="1754025" y="1356332"/>
                    </a:lnTo>
                    <a:lnTo>
                      <a:pt x="1863698" y="1283781"/>
                    </a:lnTo>
                    <a:lnTo>
                      <a:pt x="1973371" y="1196932"/>
                    </a:lnTo>
                    <a:lnTo>
                      <a:pt x="2082938" y="1174584"/>
                    </a:lnTo>
                    <a:lnTo>
                      <a:pt x="2192611" y="1370525"/>
                    </a:lnTo>
                    <a:lnTo>
                      <a:pt x="2302178" y="1422846"/>
                    </a:lnTo>
                    <a:lnTo>
                      <a:pt x="2411851" y="1215891"/>
                    </a:lnTo>
                    <a:lnTo>
                      <a:pt x="2521524" y="694689"/>
                    </a:lnTo>
                    <a:lnTo>
                      <a:pt x="2631091" y="426939"/>
                    </a:lnTo>
                    <a:lnTo>
                      <a:pt x="2740764" y="261078"/>
                    </a:lnTo>
                    <a:lnTo>
                      <a:pt x="2850331" y="113857"/>
                    </a:lnTo>
                    <a:lnTo>
                      <a:pt x="2960004" y="0"/>
                    </a:lnTo>
                    <a:lnTo>
                      <a:pt x="3069676" y="76999"/>
                    </a:lnTo>
                    <a:lnTo>
                      <a:pt x="3179243" y="332252"/>
                    </a:lnTo>
                    <a:lnTo>
                      <a:pt x="3288916" y="728793"/>
                    </a:lnTo>
                    <a:lnTo>
                      <a:pt x="3398483" y="1101186"/>
                    </a:lnTo>
                    <a:lnTo>
                      <a:pt x="3508156" y="1411302"/>
                    </a:lnTo>
                    <a:lnTo>
                      <a:pt x="3617829" y="1809856"/>
                    </a:lnTo>
                    <a:lnTo>
                      <a:pt x="3727396" y="2163396"/>
                    </a:lnTo>
                    <a:lnTo>
                      <a:pt x="3837069" y="2453282"/>
                    </a:lnTo>
                    <a:lnTo>
                      <a:pt x="3946636" y="2714042"/>
                    </a:lnTo>
                    <a:lnTo>
                      <a:pt x="4056309" y="2914007"/>
                    </a:lnTo>
                    <a:lnTo>
                      <a:pt x="4165982" y="3066523"/>
                    </a:lnTo>
                    <a:lnTo>
                      <a:pt x="4275549" y="3201457"/>
                    </a:lnTo>
                    <a:lnTo>
                      <a:pt x="4385222" y="3308854"/>
                    </a:lnTo>
                    <a:lnTo>
                      <a:pt x="4494789" y="3377486"/>
                    </a:lnTo>
                    <a:lnTo>
                      <a:pt x="4604461" y="3403435"/>
                    </a:lnTo>
                    <a:lnTo>
                      <a:pt x="4714135" y="3394220"/>
                    </a:lnTo>
                    <a:lnTo>
                      <a:pt x="4823701" y="3365836"/>
                    </a:lnTo>
                    <a:lnTo>
                      <a:pt x="4933375" y="3338510"/>
                    </a:lnTo>
                    <a:lnTo>
                      <a:pt x="5042941" y="3331308"/>
                    </a:lnTo>
                    <a:lnTo>
                      <a:pt x="5152615" y="3328766"/>
                    </a:lnTo>
                    <a:lnTo>
                      <a:pt x="5262287" y="3306630"/>
                    </a:lnTo>
                    <a:lnTo>
                      <a:pt x="5371854" y="3258863"/>
                    </a:lnTo>
                    <a:lnTo>
                      <a:pt x="5481527" y="3190019"/>
                    </a:lnTo>
                    <a:lnTo>
                      <a:pt x="5591094" y="3117574"/>
                    </a:lnTo>
                    <a:lnTo>
                      <a:pt x="5700767" y="3065464"/>
                    </a:lnTo>
                    <a:lnTo>
                      <a:pt x="5810440" y="3019709"/>
                    </a:lnTo>
                    <a:lnTo>
                      <a:pt x="5920007" y="2964634"/>
                    </a:lnTo>
                    <a:lnTo>
                      <a:pt x="6029680" y="2900556"/>
                    </a:lnTo>
                    <a:lnTo>
                      <a:pt x="6139247" y="2828323"/>
                    </a:lnTo>
                    <a:lnTo>
                      <a:pt x="6248920" y="2749735"/>
                    </a:lnTo>
                    <a:lnTo>
                      <a:pt x="6358593" y="2667545"/>
                    </a:lnTo>
                    <a:lnTo>
                      <a:pt x="6468159" y="2585145"/>
                    </a:lnTo>
                    <a:lnTo>
                      <a:pt x="6577833" y="2506345"/>
                    </a:lnTo>
                    <a:lnTo>
                      <a:pt x="6687505" y="2434747"/>
                    </a:lnTo>
                    <a:lnTo>
                      <a:pt x="6797073" y="2370775"/>
                    </a:lnTo>
                    <a:lnTo>
                      <a:pt x="6906745" y="2306909"/>
                    </a:lnTo>
                    <a:lnTo>
                      <a:pt x="7016312" y="2241031"/>
                    </a:lnTo>
                    <a:lnTo>
                      <a:pt x="7125985" y="2171975"/>
                    </a:lnTo>
                    <a:lnTo>
                      <a:pt x="7235658" y="2098259"/>
                    </a:lnTo>
                    <a:lnTo>
                      <a:pt x="7345225" y="2018823"/>
                    </a:lnTo>
                    <a:lnTo>
                      <a:pt x="7454898" y="1932715"/>
                    </a:lnTo>
                    <a:lnTo>
                      <a:pt x="7564465" y="1839300"/>
                    </a:lnTo>
                    <a:lnTo>
                      <a:pt x="7674138" y="1738046"/>
                    </a:lnTo>
                    <a:lnTo>
                      <a:pt x="7783811" y="1628743"/>
                    </a:lnTo>
                    <a:lnTo>
                      <a:pt x="7893378" y="1511178"/>
                    </a:lnTo>
                    <a:lnTo>
                      <a:pt x="8003051" y="1385353"/>
                    </a:lnTo>
                    <a:lnTo>
                      <a:pt x="8112618" y="1251266"/>
                    </a:lnTo>
                    <a:lnTo>
                      <a:pt x="8222291" y="1108812"/>
                    </a:lnTo>
                    <a:lnTo>
                      <a:pt x="8331964" y="958202"/>
                    </a:lnTo>
                    <a:lnTo>
                      <a:pt x="8441530" y="799438"/>
                    </a:lnTo>
                    <a:lnTo>
                      <a:pt x="8551203" y="632517"/>
                    </a:lnTo>
                    <a:lnTo>
                      <a:pt x="8660770" y="457442"/>
                    </a:lnTo>
                    <a:lnTo>
                      <a:pt x="8660770" y="4805204"/>
                    </a:lnTo>
                    <a:lnTo>
                      <a:pt x="8551203" y="4805204"/>
                    </a:lnTo>
                    <a:lnTo>
                      <a:pt x="8441530" y="4805204"/>
                    </a:lnTo>
                    <a:lnTo>
                      <a:pt x="8331964" y="4805204"/>
                    </a:lnTo>
                    <a:lnTo>
                      <a:pt x="8222291" y="4805204"/>
                    </a:lnTo>
                    <a:lnTo>
                      <a:pt x="8112618" y="4805204"/>
                    </a:lnTo>
                    <a:lnTo>
                      <a:pt x="8003051" y="4805204"/>
                    </a:lnTo>
                    <a:lnTo>
                      <a:pt x="7893378" y="4805204"/>
                    </a:lnTo>
                    <a:lnTo>
                      <a:pt x="7783811" y="4805204"/>
                    </a:lnTo>
                    <a:lnTo>
                      <a:pt x="7674138" y="4712530"/>
                    </a:lnTo>
                    <a:lnTo>
                      <a:pt x="7564465" y="4594965"/>
                    </a:lnTo>
                    <a:lnTo>
                      <a:pt x="7454898" y="4494453"/>
                    </a:lnTo>
                    <a:lnTo>
                      <a:pt x="7345225" y="4410781"/>
                    </a:lnTo>
                    <a:lnTo>
                      <a:pt x="7235658" y="4343632"/>
                    </a:lnTo>
                    <a:lnTo>
                      <a:pt x="7125985" y="4292793"/>
                    </a:lnTo>
                    <a:lnTo>
                      <a:pt x="7016312" y="4257312"/>
                    </a:lnTo>
                    <a:lnTo>
                      <a:pt x="6906745" y="4236553"/>
                    </a:lnTo>
                    <a:lnTo>
                      <a:pt x="6797073" y="4229351"/>
                    </a:lnTo>
                    <a:lnTo>
                      <a:pt x="6687505" y="4235070"/>
                    </a:lnTo>
                    <a:lnTo>
                      <a:pt x="6577833" y="4256465"/>
                    </a:lnTo>
                    <a:lnTo>
                      <a:pt x="6468159" y="4292899"/>
                    </a:lnTo>
                    <a:lnTo>
                      <a:pt x="6358593" y="4342573"/>
                    </a:lnTo>
                    <a:lnTo>
                      <a:pt x="6248920" y="4403791"/>
                    </a:lnTo>
                    <a:lnTo>
                      <a:pt x="6139247" y="4474753"/>
                    </a:lnTo>
                    <a:lnTo>
                      <a:pt x="6029680" y="4552494"/>
                    </a:lnTo>
                    <a:lnTo>
                      <a:pt x="5920007" y="4633412"/>
                    </a:lnTo>
                    <a:lnTo>
                      <a:pt x="5810440" y="4713059"/>
                    </a:lnTo>
                    <a:lnTo>
                      <a:pt x="5700767" y="4786352"/>
                    </a:lnTo>
                    <a:lnTo>
                      <a:pt x="5591094" y="4805204"/>
                    </a:lnTo>
                    <a:lnTo>
                      <a:pt x="5481527" y="4805204"/>
                    </a:lnTo>
                    <a:lnTo>
                      <a:pt x="5371854" y="4805204"/>
                    </a:lnTo>
                    <a:lnTo>
                      <a:pt x="5262287" y="4805204"/>
                    </a:lnTo>
                    <a:lnTo>
                      <a:pt x="5152615" y="4805204"/>
                    </a:lnTo>
                    <a:lnTo>
                      <a:pt x="5042941" y="4805204"/>
                    </a:lnTo>
                    <a:lnTo>
                      <a:pt x="4933375" y="4805204"/>
                    </a:lnTo>
                    <a:lnTo>
                      <a:pt x="4823701" y="4805204"/>
                    </a:lnTo>
                    <a:lnTo>
                      <a:pt x="4714135" y="4805204"/>
                    </a:lnTo>
                    <a:lnTo>
                      <a:pt x="4604461" y="4805204"/>
                    </a:lnTo>
                    <a:lnTo>
                      <a:pt x="4494789" y="4805204"/>
                    </a:lnTo>
                    <a:lnTo>
                      <a:pt x="4385222" y="4805204"/>
                    </a:lnTo>
                    <a:lnTo>
                      <a:pt x="4275549" y="4805204"/>
                    </a:lnTo>
                    <a:lnTo>
                      <a:pt x="4165982" y="4805204"/>
                    </a:lnTo>
                    <a:lnTo>
                      <a:pt x="4056309" y="4663915"/>
                    </a:lnTo>
                    <a:lnTo>
                      <a:pt x="3946636" y="4373500"/>
                    </a:lnTo>
                    <a:lnTo>
                      <a:pt x="3837069" y="4053640"/>
                    </a:lnTo>
                    <a:lnTo>
                      <a:pt x="3727396" y="3768202"/>
                    </a:lnTo>
                    <a:lnTo>
                      <a:pt x="3617829" y="3385853"/>
                    </a:lnTo>
                    <a:lnTo>
                      <a:pt x="3508156" y="2962410"/>
                    </a:lnTo>
                    <a:lnTo>
                      <a:pt x="3398483" y="2625498"/>
                    </a:lnTo>
                    <a:lnTo>
                      <a:pt x="3288916" y="2237218"/>
                    </a:lnTo>
                    <a:lnTo>
                      <a:pt x="3179243" y="1939176"/>
                    </a:lnTo>
                    <a:lnTo>
                      <a:pt x="3069676" y="1757746"/>
                    </a:lnTo>
                    <a:lnTo>
                      <a:pt x="2960004" y="1650773"/>
                    </a:lnTo>
                    <a:lnTo>
                      <a:pt x="2850331" y="1681170"/>
                    </a:lnTo>
                    <a:lnTo>
                      <a:pt x="2740764" y="1901789"/>
                    </a:lnTo>
                    <a:lnTo>
                      <a:pt x="2631091" y="2220060"/>
                    </a:lnTo>
                    <a:lnTo>
                      <a:pt x="2521524" y="2445021"/>
                    </a:lnTo>
                    <a:lnTo>
                      <a:pt x="2411851" y="2573812"/>
                    </a:lnTo>
                    <a:lnTo>
                      <a:pt x="2302178" y="2746028"/>
                    </a:lnTo>
                    <a:lnTo>
                      <a:pt x="2192611" y="2794960"/>
                    </a:lnTo>
                    <a:lnTo>
                      <a:pt x="2082938" y="2903098"/>
                    </a:lnTo>
                    <a:lnTo>
                      <a:pt x="1973371" y="2996726"/>
                    </a:lnTo>
                    <a:lnTo>
                      <a:pt x="1863698" y="3087917"/>
                    </a:lnTo>
                    <a:lnTo>
                      <a:pt x="1754025" y="3169260"/>
                    </a:lnTo>
                    <a:lnTo>
                      <a:pt x="1644458" y="3183240"/>
                    </a:lnTo>
                    <a:lnTo>
                      <a:pt x="1534785" y="3061757"/>
                    </a:lnTo>
                    <a:lnTo>
                      <a:pt x="1425218" y="2905004"/>
                    </a:lnTo>
                    <a:lnTo>
                      <a:pt x="1315545" y="2822392"/>
                    </a:lnTo>
                    <a:lnTo>
                      <a:pt x="1205872" y="2805551"/>
                    </a:lnTo>
                    <a:lnTo>
                      <a:pt x="1096305" y="2791677"/>
                    </a:lnTo>
                    <a:lnTo>
                      <a:pt x="986632" y="2776425"/>
                    </a:lnTo>
                    <a:lnTo>
                      <a:pt x="877066" y="2760538"/>
                    </a:lnTo>
                    <a:lnTo>
                      <a:pt x="767393" y="2748676"/>
                    </a:lnTo>
                    <a:lnTo>
                      <a:pt x="657720" y="2748146"/>
                    </a:lnTo>
                    <a:lnTo>
                      <a:pt x="548153" y="2767105"/>
                    </a:lnTo>
                    <a:lnTo>
                      <a:pt x="438480" y="2813495"/>
                    </a:lnTo>
                    <a:lnTo>
                      <a:pt x="328807" y="2893778"/>
                    </a:lnTo>
                    <a:lnTo>
                      <a:pt x="219240" y="3011871"/>
                    </a:lnTo>
                    <a:lnTo>
                      <a:pt x="109567" y="3169260"/>
                    </a:lnTo>
                    <a:lnTo>
                      <a:pt x="0" y="3365730"/>
                    </a:lnTo>
                    <a:close/>
                  </a:path>
                </a:pathLst>
              </a:custGeom>
              <a:solidFill>
                <a:srgbClr val="B50A37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CA6DA2B-14D9-7F1E-1CF0-8A4738DFBDF2}"/>
                  </a:ext>
                </a:extLst>
              </p:cNvPr>
              <p:cNvSpPr/>
              <p:nvPr/>
            </p:nvSpPr>
            <p:spPr>
              <a:xfrm>
                <a:off x="2027822" y="971481"/>
                <a:ext cx="8660769" cy="3403434"/>
              </a:xfrm>
              <a:custGeom>
                <a:avLst/>
                <a:gdLst>
                  <a:gd name="connsiteX0" fmla="*/ 0 w 8660769"/>
                  <a:gd name="connsiteY0" fmla="*/ 405862 h 3403434"/>
                  <a:gd name="connsiteX1" fmla="*/ 109567 w 8660769"/>
                  <a:gd name="connsiteY1" fmla="*/ 584644 h 3403434"/>
                  <a:gd name="connsiteX2" fmla="*/ 219240 w 8660769"/>
                  <a:gd name="connsiteY2" fmla="*/ 733347 h 3403434"/>
                  <a:gd name="connsiteX3" fmla="*/ 328807 w 8660769"/>
                  <a:gd name="connsiteY3" fmla="*/ 851018 h 3403434"/>
                  <a:gd name="connsiteX4" fmla="*/ 438480 w 8660769"/>
                  <a:gd name="connsiteY4" fmla="*/ 937973 h 3403434"/>
                  <a:gd name="connsiteX5" fmla="*/ 548153 w 8660769"/>
                  <a:gd name="connsiteY5" fmla="*/ 997285 h 3403434"/>
                  <a:gd name="connsiteX6" fmla="*/ 657720 w 8660769"/>
                  <a:gd name="connsiteY6" fmla="*/ 1034248 h 3403434"/>
                  <a:gd name="connsiteX7" fmla="*/ 767393 w 8660769"/>
                  <a:gd name="connsiteY7" fmla="*/ 1055961 h 3403434"/>
                  <a:gd name="connsiteX8" fmla="*/ 877066 w 8660769"/>
                  <a:gd name="connsiteY8" fmla="*/ 1069518 h 3403434"/>
                  <a:gd name="connsiteX9" fmla="*/ 986632 w 8660769"/>
                  <a:gd name="connsiteY9" fmla="*/ 1081274 h 3403434"/>
                  <a:gd name="connsiteX10" fmla="*/ 1096305 w 8660769"/>
                  <a:gd name="connsiteY10" fmla="*/ 1097797 h 3403434"/>
                  <a:gd name="connsiteX11" fmla="*/ 1205872 w 8660769"/>
                  <a:gd name="connsiteY11" fmla="*/ 1129041 h 3403434"/>
                  <a:gd name="connsiteX12" fmla="*/ 1315545 w 8660769"/>
                  <a:gd name="connsiteY12" fmla="*/ 1183057 h 3403434"/>
                  <a:gd name="connsiteX13" fmla="*/ 1425218 w 8660769"/>
                  <a:gd name="connsiteY13" fmla="*/ 1296597 h 3403434"/>
                  <a:gd name="connsiteX14" fmla="*/ 1534785 w 8660769"/>
                  <a:gd name="connsiteY14" fmla="*/ 1369466 h 3403434"/>
                  <a:gd name="connsiteX15" fmla="*/ 1644458 w 8660769"/>
                  <a:gd name="connsiteY15" fmla="*/ 1385671 h 3403434"/>
                  <a:gd name="connsiteX16" fmla="*/ 1754025 w 8660769"/>
                  <a:gd name="connsiteY16" fmla="*/ 1356332 h 3403434"/>
                  <a:gd name="connsiteX17" fmla="*/ 1863698 w 8660769"/>
                  <a:gd name="connsiteY17" fmla="*/ 1283781 h 3403434"/>
                  <a:gd name="connsiteX18" fmla="*/ 1973371 w 8660769"/>
                  <a:gd name="connsiteY18" fmla="*/ 1196932 h 3403434"/>
                  <a:gd name="connsiteX19" fmla="*/ 2082938 w 8660769"/>
                  <a:gd name="connsiteY19" fmla="*/ 1174584 h 3403434"/>
                  <a:gd name="connsiteX20" fmla="*/ 2192611 w 8660769"/>
                  <a:gd name="connsiteY20" fmla="*/ 1370525 h 3403434"/>
                  <a:gd name="connsiteX21" fmla="*/ 2302178 w 8660769"/>
                  <a:gd name="connsiteY21" fmla="*/ 1422846 h 3403434"/>
                  <a:gd name="connsiteX22" fmla="*/ 2411851 w 8660769"/>
                  <a:gd name="connsiteY22" fmla="*/ 1215891 h 3403434"/>
                  <a:gd name="connsiteX23" fmla="*/ 2521524 w 8660769"/>
                  <a:gd name="connsiteY23" fmla="*/ 694689 h 3403434"/>
                  <a:gd name="connsiteX24" fmla="*/ 2631091 w 8660769"/>
                  <a:gd name="connsiteY24" fmla="*/ 426939 h 3403434"/>
                  <a:gd name="connsiteX25" fmla="*/ 2740764 w 8660769"/>
                  <a:gd name="connsiteY25" fmla="*/ 261078 h 3403434"/>
                  <a:gd name="connsiteX26" fmla="*/ 2850331 w 8660769"/>
                  <a:gd name="connsiteY26" fmla="*/ 113857 h 3403434"/>
                  <a:gd name="connsiteX27" fmla="*/ 2960004 w 8660769"/>
                  <a:gd name="connsiteY27" fmla="*/ 0 h 3403434"/>
                  <a:gd name="connsiteX28" fmla="*/ 3069676 w 8660769"/>
                  <a:gd name="connsiteY28" fmla="*/ 76999 h 3403434"/>
                  <a:gd name="connsiteX29" fmla="*/ 3179243 w 8660769"/>
                  <a:gd name="connsiteY29" fmla="*/ 332252 h 3403434"/>
                  <a:gd name="connsiteX30" fmla="*/ 3288916 w 8660769"/>
                  <a:gd name="connsiteY30" fmla="*/ 728793 h 3403434"/>
                  <a:gd name="connsiteX31" fmla="*/ 3398483 w 8660769"/>
                  <a:gd name="connsiteY31" fmla="*/ 1101186 h 3403434"/>
                  <a:gd name="connsiteX32" fmla="*/ 3508156 w 8660769"/>
                  <a:gd name="connsiteY32" fmla="*/ 1411302 h 3403434"/>
                  <a:gd name="connsiteX33" fmla="*/ 3617829 w 8660769"/>
                  <a:gd name="connsiteY33" fmla="*/ 1809856 h 3403434"/>
                  <a:gd name="connsiteX34" fmla="*/ 3727396 w 8660769"/>
                  <a:gd name="connsiteY34" fmla="*/ 2163396 h 3403434"/>
                  <a:gd name="connsiteX35" fmla="*/ 3837069 w 8660769"/>
                  <a:gd name="connsiteY35" fmla="*/ 2453282 h 3403434"/>
                  <a:gd name="connsiteX36" fmla="*/ 3946636 w 8660769"/>
                  <a:gd name="connsiteY36" fmla="*/ 2714042 h 3403434"/>
                  <a:gd name="connsiteX37" fmla="*/ 4056309 w 8660769"/>
                  <a:gd name="connsiteY37" fmla="*/ 2914007 h 3403434"/>
                  <a:gd name="connsiteX38" fmla="*/ 4165982 w 8660769"/>
                  <a:gd name="connsiteY38" fmla="*/ 3066523 h 3403434"/>
                  <a:gd name="connsiteX39" fmla="*/ 4275549 w 8660769"/>
                  <a:gd name="connsiteY39" fmla="*/ 3201457 h 3403434"/>
                  <a:gd name="connsiteX40" fmla="*/ 4385222 w 8660769"/>
                  <a:gd name="connsiteY40" fmla="*/ 3308854 h 3403434"/>
                  <a:gd name="connsiteX41" fmla="*/ 4494789 w 8660769"/>
                  <a:gd name="connsiteY41" fmla="*/ 3377486 h 3403434"/>
                  <a:gd name="connsiteX42" fmla="*/ 4604461 w 8660769"/>
                  <a:gd name="connsiteY42" fmla="*/ 3403435 h 3403434"/>
                  <a:gd name="connsiteX43" fmla="*/ 4714135 w 8660769"/>
                  <a:gd name="connsiteY43" fmla="*/ 3394220 h 3403434"/>
                  <a:gd name="connsiteX44" fmla="*/ 4823701 w 8660769"/>
                  <a:gd name="connsiteY44" fmla="*/ 3365836 h 3403434"/>
                  <a:gd name="connsiteX45" fmla="*/ 4933375 w 8660769"/>
                  <a:gd name="connsiteY45" fmla="*/ 3338510 h 3403434"/>
                  <a:gd name="connsiteX46" fmla="*/ 5042941 w 8660769"/>
                  <a:gd name="connsiteY46" fmla="*/ 3331308 h 3403434"/>
                  <a:gd name="connsiteX47" fmla="*/ 5152615 w 8660769"/>
                  <a:gd name="connsiteY47" fmla="*/ 3328766 h 3403434"/>
                  <a:gd name="connsiteX48" fmla="*/ 5262287 w 8660769"/>
                  <a:gd name="connsiteY48" fmla="*/ 3306630 h 3403434"/>
                  <a:gd name="connsiteX49" fmla="*/ 5371854 w 8660769"/>
                  <a:gd name="connsiteY49" fmla="*/ 3258863 h 3403434"/>
                  <a:gd name="connsiteX50" fmla="*/ 5481527 w 8660769"/>
                  <a:gd name="connsiteY50" fmla="*/ 3190019 h 3403434"/>
                  <a:gd name="connsiteX51" fmla="*/ 5591094 w 8660769"/>
                  <a:gd name="connsiteY51" fmla="*/ 3117574 h 3403434"/>
                  <a:gd name="connsiteX52" fmla="*/ 5700767 w 8660769"/>
                  <a:gd name="connsiteY52" fmla="*/ 3065464 h 3403434"/>
                  <a:gd name="connsiteX53" fmla="*/ 5810440 w 8660769"/>
                  <a:gd name="connsiteY53" fmla="*/ 3019709 h 3403434"/>
                  <a:gd name="connsiteX54" fmla="*/ 5920007 w 8660769"/>
                  <a:gd name="connsiteY54" fmla="*/ 2964634 h 3403434"/>
                  <a:gd name="connsiteX55" fmla="*/ 6029680 w 8660769"/>
                  <a:gd name="connsiteY55" fmla="*/ 2900556 h 3403434"/>
                  <a:gd name="connsiteX56" fmla="*/ 6139247 w 8660769"/>
                  <a:gd name="connsiteY56" fmla="*/ 2828323 h 3403434"/>
                  <a:gd name="connsiteX57" fmla="*/ 6248920 w 8660769"/>
                  <a:gd name="connsiteY57" fmla="*/ 2749735 h 3403434"/>
                  <a:gd name="connsiteX58" fmla="*/ 6358593 w 8660769"/>
                  <a:gd name="connsiteY58" fmla="*/ 2667545 h 3403434"/>
                  <a:gd name="connsiteX59" fmla="*/ 6468159 w 8660769"/>
                  <a:gd name="connsiteY59" fmla="*/ 2585145 h 3403434"/>
                  <a:gd name="connsiteX60" fmla="*/ 6577833 w 8660769"/>
                  <a:gd name="connsiteY60" fmla="*/ 2506345 h 3403434"/>
                  <a:gd name="connsiteX61" fmla="*/ 6687505 w 8660769"/>
                  <a:gd name="connsiteY61" fmla="*/ 2434747 h 3403434"/>
                  <a:gd name="connsiteX62" fmla="*/ 6797073 w 8660769"/>
                  <a:gd name="connsiteY62" fmla="*/ 2370775 h 3403434"/>
                  <a:gd name="connsiteX63" fmla="*/ 6906745 w 8660769"/>
                  <a:gd name="connsiteY63" fmla="*/ 2306909 h 3403434"/>
                  <a:gd name="connsiteX64" fmla="*/ 7016312 w 8660769"/>
                  <a:gd name="connsiteY64" fmla="*/ 2241031 h 3403434"/>
                  <a:gd name="connsiteX65" fmla="*/ 7125985 w 8660769"/>
                  <a:gd name="connsiteY65" fmla="*/ 2171975 h 3403434"/>
                  <a:gd name="connsiteX66" fmla="*/ 7235658 w 8660769"/>
                  <a:gd name="connsiteY66" fmla="*/ 2098259 h 3403434"/>
                  <a:gd name="connsiteX67" fmla="*/ 7345225 w 8660769"/>
                  <a:gd name="connsiteY67" fmla="*/ 2018823 h 3403434"/>
                  <a:gd name="connsiteX68" fmla="*/ 7454898 w 8660769"/>
                  <a:gd name="connsiteY68" fmla="*/ 1932715 h 3403434"/>
                  <a:gd name="connsiteX69" fmla="*/ 7564465 w 8660769"/>
                  <a:gd name="connsiteY69" fmla="*/ 1839300 h 3403434"/>
                  <a:gd name="connsiteX70" fmla="*/ 7674138 w 8660769"/>
                  <a:gd name="connsiteY70" fmla="*/ 1738046 h 3403434"/>
                  <a:gd name="connsiteX71" fmla="*/ 7783811 w 8660769"/>
                  <a:gd name="connsiteY71" fmla="*/ 1628743 h 3403434"/>
                  <a:gd name="connsiteX72" fmla="*/ 7893378 w 8660769"/>
                  <a:gd name="connsiteY72" fmla="*/ 1511178 h 3403434"/>
                  <a:gd name="connsiteX73" fmla="*/ 8003051 w 8660769"/>
                  <a:gd name="connsiteY73" fmla="*/ 1385353 h 3403434"/>
                  <a:gd name="connsiteX74" fmla="*/ 8112618 w 8660769"/>
                  <a:gd name="connsiteY74" fmla="*/ 1251266 h 3403434"/>
                  <a:gd name="connsiteX75" fmla="*/ 8222291 w 8660769"/>
                  <a:gd name="connsiteY75" fmla="*/ 1108812 h 3403434"/>
                  <a:gd name="connsiteX76" fmla="*/ 8331964 w 8660769"/>
                  <a:gd name="connsiteY76" fmla="*/ 958202 h 3403434"/>
                  <a:gd name="connsiteX77" fmla="*/ 8441530 w 8660769"/>
                  <a:gd name="connsiteY77" fmla="*/ 799438 h 3403434"/>
                  <a:gd name="connsiteX78" fmla="*/ 8551203 w 8660769"/>
                  <a:gd name="connsiteY78" fmla="*/ 632517 h 3403434"/>
                  <a:gd name="connsiteX79" fmla="*/ 8660770 w 8660769"/>
                  <a:gd name="connsiteY79" fmla="*/ 457442 h 3403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60769" h="3403434">
                    <a:moveTo>
                      <a:pt x="0" y="405862"/>
                    </a:moveTo>
                    <a:lnTo>
                      <a:pt x="109567" y="584644"/>
                    </a:lnTo>
                    <a:lnTo>
                      <a:pt x="219240" y="733347"/>
                    </a:lnTo>
                    <a:lnTo>
                      <a:pt x="328807" y="851018"/>
                    </a:lnTo>
                    <a:lnTo>
                      <a:pt x="438480" y="937973"/>
                    </a:lnTo>
                    <a:lnTo>
                      <a:pt x="548153" y="997285"/>
                    </a:lnTo>
                    <a:lnTo>
                      <a:pt x="657720" y="1034248"/>
                    </a:lnTo>
                    <a:lnTo>
                      <a:pt x="767393" y="1055961"/>
                    </a:lnTo>
                    <a:lnTo>
                      <a:pt x="877066" y="1069518"/>
                    </a:lnTo>
                    <a:lnTo>
                      <a:pt x="986632" y="1081274"/>
                    </a:lnTo>
                    <a:lnTo>
                      <a:pt x="1096305" y="1097797"/>
                    </a:lnTo>
                    <a:lnTo>
                      <a:pt x="1205872" y="1129041"/>
                    </a:lnTo>
                    <a:lnTo>
                      <a:pt x="1315545" y="1183057"/>
                    </a:lnTo>
                    <a:lnTo>
                      <a:pt x="1425218" y="1296597"/>
                    </a:lnTo>
                    <a:lnTo>
                      <a:pt x="1534785" y="1369466"/>
                    </a:lnTo>
                    <a:lnTo>
                      <a:pt x="1644458" y="1385671"/>
                    </a:lnTo>
                    <a:lnTo>
                      <a:pt x="1754025" y="1356332"/>
                    </a:lnTo>
                    <a:lnTo>
                      <a:pt x="1863698" y="1283781"/>
                    </a:lnTo>
                    <a:lnTo>
                      <a:pt x="1973371" y="1196932"/>
                    </a:lnTo>
                    <a:lnTo>
                      <a:pt x="2082938" y="1174584"/>
                    </a:lnTo>
                    <a:lnTo>
                      <a:pt x="2192611" y="1370525"/>
                    </a:lnTo>
                    <a:lnTo>
                      <a:pt x="2302178" y="1422846"/>
                    </a:lnTo>
                    <a:lnTo>
                      <a:pt x="2411851" y="1215891"/>
                    </a:lnTo>
                    <a:lnTo>
                      <a:pt x="2521524" y="694689"/>
                    </a:lnTo>
                    <a:lnTo>
                      <a:pt x="2631091" y="426939"/>
                    </a:lnTo>
                    <a:lnTo>
                      <a:pt x="2740764" y="261078"/>
                    </a:lnTo>
                    <a:lnTo>
                      <a:pt x="2850331" y="113857"/>
                    </a:lnTo>
                    <a:lnTo>
                      <a:pt x="2960004" y="0"/>
                    </a:lnTo>
                    <a:lnTo>
                      <a:pt x="3069676" y="76999"/>
                    </a:lnTo>
                    <a:lnTo>
                      <a:pt x="3179243" y="332252"/>
                    </a:lnTo>
                    <a:lnTo>
                      <a:pt x="3288916" y="728793"/>
                    </a:lnTo>
                    <a:lnTo>
                      <a:pt x="3398483" y="1101186"/>
                    </a:lnTo>
                    <a:lnTo>
                      <a:pt x="3508156" y="1411302"/>
                    </a:lnTo>
                    <a:lnTo>
                      <a:pt x="3617829" y="1809856"/>
                    </a:lnTo>
                    <a:lnTo>
                      <a:pt x="3727396" y="2163396"/>
                    </a:lnTo>
                    <a:lnTo>
                      <a:pt x="3837069" y="2453282"/>
                    </a:lnTo>
                    <a:lnTo>
                      <a:pt x="3946636" y="2714042"/>
                    </a:lnTo>
                    <a:lnTo>
                      <a:pt x="4056309" y="2914007"/>
                    </a:lnTo>
                    <a:lnTo>
                      <a:pt x="4165982" y="3066523"/>
                    </a:lnTo>
                    <a:lnTo>
                      <a:pt x="4275549" y="3201457"/>
                    </a:lnTo>
                    <a:lnTo>
                      <a:pt x="4385222" y="3308854"/>
                    </a:lnTo>
                    <a:lnTo>
                      <a:pt x="4494789" y="3377486"/>
                    </a:lnTo>
                    <a:lnTo>
                      <a:pt x="4604461" y="3403435"/>
                    </a:lnTo>
                    <a:lnTo>
                      <a:pt x="4714135" y="3394220"/>
                    </a:lnTo>
                    <a:lnTo>
                      <a:pt x="4823701" y="3365836"/>
                    </a:lnTo>
                    <a:lnTo>
                      <a:pt x="4933375" y="3338510"/>
                    </a:lnTo>
                    <a:lnTo>
                      <a:pt x="5042941" y="3331308"/>
                    </a:lnTo>
                    <a:lnTo>
                      <a:pt x="5152615" y="3328766"/>
                    </a:lnTo>
                    <a:lnTo>
                      <a:pt x="5262287" y="3306630"/>
                    </a:lnTo>
                    <a:lnTo>
                      <a:pt x="5371854" y="3258863"/>
                    </a:lnTo>
                    <a:lnTo>
                      <a:pt x="5481527" y="3190019"/>
                    </a:lnTo>
                    <a:lnTo>
                      <a:pt x="5591094" y="3117574"/>
                    </a:lnTo>
                    <a:lnTo>
                      <a:pt x="5700767" y="3065464"/>
                    </a:lnTo>
                    <a:lnTo>
                      <a:pt x="5810440" y="3019709"/>
                    </a:lnTo>
                    <a:lnTo>
                      <a:pt x="5920007" y="2964634"/>
                    </a:lnTo>
                    <a:lnTo>
                      <a:pt x="6029680" y="2900556"/>
                    </a:lnTo>
                    <a:lnTo>
                      <a:pt x="6139247" y="2828323"/>
                    </a:lnTo>
                    <a:lnTo>
                      <a:pt x="6248920" y="2749735"/>
                    </a:lnTo>
                    <a:lnTo>
                      <a:pt x="6358593" y="2667545"/>
                    </a:lnTo>
                    <a:lnTo>
                      <a:pt x="6468159" y="2585145"/>
                    </a:lnTo>
                    <a:lnTo>
                      <a:pt x="6577833" y="2506345"/>
                    </a:lnTo>
                    <a:lnTo>
                      <a:pt x="6687505" y="2434747"/>
                    </a:lnTo>
                    <a:lnTo>
                      <a:pt x="6797073" y="2370775"/>
                    </a:lnTo>
                    <a:lnTo>
                      <a:pt x="6906745" y="2306909"/>
                    </a:lnTo>
                    <a:lnTo>
                      <a:pt x="7016312" y="2241031"/>
                    </a:lnTo>
                    <a:lnTo>
                      <a:pt x="7125985" y="2171975"/>
                    </a:lnTo>
                    <a:lnTo>
                      <a:pt x="7235658" y="2098259"/>
                    </a:lnTo>
                    <a:lnTo>
                      <a:pt x="7345225" y="2018823"/>
                    </a:lnTo>
                    <a:lnTo>
                      <a:pt x="7454898" y="1932715"/>
                    </a:lnTo>
                    <a:lnTo>
                      <a:pt x="7564465" y="1839300"/>
                    </a:lnTo>
                    <a:lnTo>
                      <a:pt x="7674138" y="1738046"/>
                    </a:lnTo>
                    <a:lnTo>
                      <a:pt x="7783811" y="1628743"/>
                    </a:lnTo>
                    <a:lnTo>
                      <a:pt x="7893378" y="1511178"/>
                    </a:lnTo>
                    <a:lnTo>
                      <a:pt x="8003051" y="1385353"/>
                    </a:lnTo>
                    <a:lnTo>
                      <a:pt x="8112618" y="1251266"/>
                    </a:lnTo>
                    <a:lnTo>
                      <a:pt x="8222291" y="1108812"/>
                    </a:lnTo>
                    <a:lnTo>
                      <a:pt x="8331964" y="958202"/>
                    </a:lnTo>
                    <a:lnTo>
                      <a:pt x="8441530" y="799438"/>
                    </a:lnTo>
                    <a:lnTo>
                      <a:pt x="8551203" y="632517"/>
                    </a:lnTo>
                    <a:lnTo>
                      <a:pt x="8660770" y="457442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7F5220E9-C68F-2B46-3C4C-6087B1948F4A}"/>
                  </a:ext>
                </a:extLst>
              </p:cNvPr>
              <p:cNvSpPr/>
              <p:nvPr/>
            </p:nvSpPr>
            <p:spPr>
              <a:xfrm>
                <a:off x="2027822" y="2622253"/>
                <a:ext cx="8660769" cy="3154431"/>
              </a:xfrm>
              <a:custGeom>
                <a:avLst/>
                <a:gdLst>
                  <a:gd name="connsiteX0" fmla="*/ 8660770 w 8660769"/>
                  <a:gd name="connsiteY0" fmla="*/ 3154431 h 3154431"/>
                  <a:gd name="connsiteX1" fmla="*/ 8551203 w 8660769"/>
                  <a:gd name="connsiteY1" fmla="*/ 3154431 h 3154431"/>
                  <a:gd name="connsiteX2" fmla="*/ 8441530 w 8660769"/>
                  <a:gd name="connsiteY2" fmla="*/ 3154431 h 3154431"/>
                  <a:gd name="connsiteX3" fmla="*/ 8331964 w 8660769"/>
                  <a:gd name="connsiteY3" fmla="*/ 3154431 h 3154431"/>
                  <a:gd name="connsiteX4" fmla="*/ 8222291 w 8660769"/>
                  <a:gd name="connsiteY4" fmla="*/ 3154431 h 3154431"/>
                  <a:gd name="connsiteX5" fmla="*/ 8112618 w 8660769"/>
                  <a:gd name="connsiteY5" fmla="*/ 3154431 h 3154431"/>
                  <a:gd name="connsiteX6" fmla="*/ 8003051 w 8660769"/>
                  <a:gd name="connsiteY6" fmla="*/ 3154431 h 3154431"/>
                  <a:gd name="connsiteX7" fmla="*/ 7893378 w 8660769"/>
                  <a:gd name="connsiteY7" fmla="*/ 3154431 h 3154431"/>
                  <a:gd name="connsiteX8" fmla="*/ 7783811 w 8660769"/>
                  <a:gd name="connsiteY8" fmla="*/ 3154431 h 3154431"/>
                  <a:gd name="connsiteX9" fmla="*/ 7674138 w 8660769"/>
                  <a:gd name="connsiteY9" fmla="*/ 3061757 h 3154431"/>
                  <a:gd name="connsiteX10" fmla="*/ 7564465 w 8660769"/>
                  <a:gd name="connsiteY10" fmla="*/ 2944192 h 3154431"/>
                  <a:gd name="connsiteX11" fmla="*/ 7454898 w 8660769"/>
                  <a:gd name="connsiteY11" fmla="*/ 2843680 h 3154431"/>
                  <a:gd name="connsiteX12" fmla="*/ 7345225 w 8660769"/>
                  <a:gd name="connsiteY12" fmla="*/ 2760009 h 3154431"/>
                  <a:gd name="connsiteX13" fmla="*/ 7235658 w 8660769"/>
                  <a:gd name="connsiteY13" fmla="*/ 2692859 h 3154431"/>
                  <a:gd name="connsiteX14" fmla="*/ 7125985 w 8660769"/>
                  <a:gd name="connsiteY14" fmla="*/ 2642020 h 3154431"/>
                  <a:gd name="connsiteX15" fmla="*/ 7016312 w 8660769"/>
                  <a:gd name="connsiteY15" fmla="*/ 2606539 h 3154431"/>
                  <a:gd name="connsiteX16" fmla="*/ 6906745 w 8660769"/>
                  <a:gd name="connsiteY16" fmla="*/ 2585780 h 3154431"/>
                  <a:gd name="connsiteX17" fmla="*/ 6797073 w 8660769"/>
                  <a:gd name="connsiteY17" fmla="*/ 2578578 h 3154431"/>
                  <a:gd name="connsiteX18" fmla="*/ 6687505 w 8660769"/>
                  <a:gd name="connsiteY18" fmla="*/ 2584297 h 3154431"/>
                  <a:gd name="connsiteX19" fmla="*/ 6577833 w 8660769"/>
                  <a:gd name="connsiteY19" fmla="*/ 2605692 h 3154431"/>
                  <a:gd name="connsiteX20" fmla="*/ 6468159 w 8660769"/>
                  <a:gd name="connsiteY20" fmla="*/ 2642126 h 3154431"/>
                  <a:gd name="connsiteX21" fmla="*/ 6358593 w 8660769"/>
                  <a:gd name="connsiteY21" fmla="*/ 2691800 h 3154431"/>
                  <a:gd name="connsiteX22" fmla="*/ 6248920 w 8660769"/>
                  <a:gd name="connsiteY22" fmla="*/ 2753018 h 3154431"/>
                  <a:gd name="connsiteX23" fmla="*/ 6139247 w 8660769"/>
                  <a:gd name="connsiteY23" fmla="*/ 2823980 h 3154431"/>
                  <a:gd name="connsiteX24" fmla="*/ 6029680 w 8660769"/>
                  <a:gd name="connsiteY24" fmla="*/ 2901721 h 3154431"/>
                  <a:gd name="connsiteX25" fmla="*/ 5920007 w 8660769"/>
                  <a:gd name="connsiteY25" fmla="*/ 2982639 h 3154431"/>
                  <a:gd name="connsiteX26" fmla="*/ 5810440 w 8660769"/>
                  <a:gd name="connsiteY26" fmla="*/ 3062286 h 3154431"/>
                  <a:gd name="connsiteX27" fmla="*/ 5700767 w 8660769"/>
                  <a:gd name="connsiteY27" fmla="*/ 3135579 h 3154431"/>
                  <a:gd name="connsiteX28" fmla="*/ 5591094 w 8660769"/>
                  <a:gd name="connsiteY28" fmla="*/ 3154431 h 3154431"/>
                  <a:gd name="connsiteX29" fmla="*/ 5481527 w 8660769"/>
                  <a:gd name="connsiteY29" fmla="*/ 3154431 h 3154431"/>
                  <a:gd name="connsiteX30" fmla="*/ 5371854 w 8660769"/>
                  <a:gd name="connsiteY30" fmla="*/ 3154431 h 3154431"/>
                  <a:gd name="connsiteX31" fmla="*/ 5262287 w 8660769"/>
                  <a:gd name="connsiteY31" fmla="*/ 3154431 h 3154431"/>
                  <a:gd name="connsiteX32" fmla="*/ 5152615 w 8660769"/>
                  <a:gd name="connsiteY32" fmla="*/ 3154431 h 3154431"/>
                  <a:gd name="connsiteX33" fmla="*/ 5042941 w 8660769"/>
                  <a:gd name="connsiteY33" fmla="*/ 3154431 h 3154431"/>
                  <a:gd name="connsiteX34" fmla="*/ 4933375 w 8660769"/>
                  <a:gd name="connsiteY34" fmla="*/ 3154431 h 3154431"/>
                  <a:gd name="connsiteX35" fmla="*/ 4823701 w 8660769"/>
                  <a:gd name="connsiteY35" fmla="*/ 3154431 h 3154431"/>
                  <a:gd name="connsiteX36" fmla="*/ 4714135 w 8660769"/>
                  <a:gd name="connsiteY36" fmla="*/ 3154431 h 3154431"/>
                  <a:gd name="connsiteX37" fmla="*/ 4604461 w 8660769"/>
                  <a:gd name="connsiteY37" fmla="*/ 3154431 h 3154431"/>
                  <a:gd name="connsiteX38" fmla="*/ 4494789 w 8660769"/>
                  <a:gd name="connsiteY38" fmla="*/ 3154431 h 3154431"/>
                  <a:gd name="connsiteX39" fmla="*/ 4385222 w 8660769"/>
                  <a:gd name="connsiteY39" fmla="*/ 3154431 h 3154431"/>
                  <a:gd name="connsiteX40" fmla="*/ 4275549 w 8660769"/>
                  <a:gd name="connsiteY40" fmla="*/ 3154431 h 3154431"/>
                  <a:gd name="connsiteX41" fmla="*/ 4165982 w 8660769"/>
                  <a:gd name="connsiteY41" fmla="*/ 3154431 h 3154431"/>
                  <a:gd name="connsiteX42" fmla="*/ 4056309 w 8660769"/>
                  <a:gd name="connsiteY42" fmla="*/ 3013142 h 3154431"/>
                  <a:gd name="connsiteX43" fmla="*/ 3946636 w 8660769"/>
                  <a:gd name="connsiteY43" fmla="*/ 2722727 h 3154431"/>
                  <a:gd name="connsiteX44" fmla="*/ 3837069 w 8660769"/>
                  <a:gd name="connsiteY44" fmla="*/ 2402867 h 3154431"/>
                  <a:gd name="connsiteX45" fmla="*/ 3727396 w 8660769"/>
                  <a:gd name="connsiteY45" fmla="*/ 2117429 h 3154431"/>
                  <a:gd name="connsiteX46" fmla="*/ 3617829 w 8660769"/>
                  <a:gd name="connsiteY46" fmla="*/ 1735080 h 3154431"/>
                  <a:gd name="connsiteX47" fmla="*/ 3508156 w 8660769"/>
                  <a:gd name="connsiteY47" fmla="*/ 1311637 h 3154431"/>
                  <a:gd name="connsiteX48" fmla="*/ 3398483 w 8660769"/>
                  <a:gd name="connsiteY48" fmla="*/ 974725 h 3154431"/>
                  <a:gd name="connsiteX49" fmla="*/ 3288916 w 8660769"/>
                  <a:gd name="connsiteY49" fmla="*/ 586445 h 3154431"/>
                  <a:gd name="connsiteX50" fmla="*/ 3179243 w 8660769"/>
                  <a:gd name="connsiteY50" fmla="*/ 288403 h 3154431"/>
                  <a:gd name="connsiteX51" fmla="*/ 3069676 w 8660769"/>
                  <a:gd name="connsiteY51" fmla="*/ 106973 h 3154431"/>
                  <a:gd name="connsiteX52" fmla="*/ 2960004 w 8660769"/>
                  <a:gd name="connsiteY52" fmla="*/ 0 h 3154431"/>
                  <a:gd name="connsiteX53" fmla="*/ 2850331 w 8660769"/>
                  <a:gd name="connsiteY53" fmla="*/ 30397 h 3154431"/>
                  <a:gd name="connsiteX54" fmla="*/ 2740764 w 8660769"/>
                  <a:gd name="connsiteY54" fmla="*/ 251016 h 3154431"/>
                  <a:gd name="connsiteX55" fmla="*/ 2631091 w 8660769"/>
                  <a:gd name="connsiteY55" fmla="*/ 569287 h 3154431"/>
                  <a:gd name="connsiteX56" fmla="*/ 2521524 w 8660769"/>
                  <a:gd name="connsiteY56" fmla="*/ 794248 h 3154431"/>
                  <a:gd name="connsiteX57" fmla="*/ 2411851 w 8660769"/>
                  <a:gd name="connsiteY57" fmla="*/ 923039 h 3154431"/>
                  <a:gd name="connsiteX58" fmla="*/ 2302178 w 8660769"/>
                  <a:gd name="connsiteY58" fmla="*/ 1095255 h 3154431"/>
                  <a:gd name="connsiteX59" fmla="*/ 2192611 w 8660769"/>
                  <a:gd name="connsiteY59" fmla="*/ 1144187 h 3154431"/>
                  <a:gd name="connsiteX60" fmla="*/ 2082938 w 8660769"/>
                  <a:gd name="connsiteY60" fmla="*/ 1252325 h 3154431"/>
                  <a:gd name="connsiteX61" fmla="*/ 1973371 w 8660769"/>
                  <a:gd name="connsiteY61" fmla="*/ 1345953 h 3154431"/>
                  <a:gd name="connsiteX62" fmla="*/ 1863698 w 8660769"/>
                  <a:gd name="connsiteY62" fmla="*/ 1437145 h 3154431"/>
                  <a:gd name="connsiteX63" fmla="*/ 1754025 w 8660769"/>
                  <a:gd name="connsiteY63" fmla="*/ 1518487 h 3154431"/>
                  <a:gd name="connsiteX64" fmla="*/ 1644458 w 8660769"/>
                  <a:gd name="connsiteY64" fmla="*/ 1532467 h 3154431"/>
                  <a:gd name="connsiteX65" fmla="*/ 1534785 w 8660769"/>
                  <a:gd name="connsiteY65" fmla="*/ 1410984 h 3154431"/>
                  <a:gd name="connsiteX66" fmla="*/ 1425218 w 8660769"/>
                  <a:gd name="connsiteY66" fmla="*/ 1254232 h 3154431"/>
                  <a:gd name="connsiteX67" fmla="*/ 1315545 w 8660769"/>
                  <a:gd name="connsiteY67" fmla="*/ 1171619 h 3154431"/>
                  <a:gd name="connsiteX68" fmla="*/ 1205872 w 8660769"/>
                  <a:gd name="connsiteY68" fmla="*/ 1154778 h 3154431"/>
                  <a:gd name="connsiteX69" fmla="*/ 1096305 w 8660769"/>
                  <a:gd name="connsiteY69" fmla="*/ 1140904 h 3154431"/>
                  <a:gd name="connsiteX70" fmla="*/ 986632 w 8660769"/>
                  <a:gd name="connsiteY70" fmla="*/ 1125652 h 3154431"/>
                  <a:gd name="connsiteX71" fmla="*/ 877066 w 8660769"/>
                  <a:gd name="connsiteY71" fmla="*/ 1109765 h 3154431"/>
                  <a:gd name="connsiteX72" fmla="*/ 767393 w 8660769"/>
                  <a:gd name="connsiteY72" fmla="*/ 1097903 h 3154431"/>
                  <a:gd name="connsiteX73" fmla="*/ 657720 w 8660769"/>
                  <a:gd name="connsiteY73" fmla="*/ 1097373 h 3154431"/>
                  <a:gd name="connsiteX74" fmla="*/ 548153 w 8660769"/>
                  <a:gd name="connsiteY74" fmla="*/ 1116332 h 3154431"/>
                  <a:gd name="connsiteX75" fmla="*/ 438480 w 8660769"/>
                  <a:gd name="connsiteY75" fmla="*/ 1162722 h 3154431"/>
                  <a:gd name="connsiteX76" fmla="*/ 328807 w 8660769"/>
                  <a:gd name="connsiteY76" fmla="*/ 1243005 h 3154431"/>
                  <a:gd name="connsiteX77" fmla="*/ 219240 w 8660769"/>
                  <a:gd name="connsiteY77" fmla="*/ 1361099 h 3154431"/>
                  <a:gd name="connsiteX78" fmla="*/ 109567 w 8660769"/>
                  <a:gd name="connsiteY78" fmla="*/ 1518487 h 3154431"/>
                  <a:gd name="connsiteX79" fmla="*/ 0 w 8660769"/>
                  <a:gd name="connsiteY79" fmla="*/ 1714957 h 3154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60769" h="3154431">
                    <a:moveTo>
                      <a:pt x="8660770" y="3154431"/>
                    </a:moveTo>
                    <a:lnTo>
                      <a:pt x="8551203" y="3154431"/>
                    </a:lnTo>
                    <a:lnTo>
                      <a:pt x="8441530" y="3154431"/>
                    </a:lnTo>
                    <a:lnTo>
                      <a:pt x="8331964" y="3154431"/>
                    </a:lnTo>
                    <a:lnTo>
                      <a:pt x="8222291" y="3154431"/>
                    </a:lnTo>
                    <a:lnTo>
                      <a:pt x="8112618" y="3154431"/>
                    </a:lnTo>
                    <a:lnTo>
                      <a:pt x="8003051" y="3154431"/>
                    </a:lnTo>
                    <a:lnTo>
                      <a:pt x="7893378" y="3154431"/>
                    </a:lnTo>
                    <a:lnTo>
                      <a:pt x="7783811" y="3154431"/>
                    </a:lnTo>
                    <a:lnTo>
                      <a:pt x="7674138" y="3061757"/>
                    </a:lnTo>
                    <a:lnTo>
                      <a:pt x="7564465" y="2944192"/>
                    </a:lnTo>
                    <a:lnTo>
                      <a:pt x="7454898" y="2843680"/>
                    </a:lnTo>
                    <a:lnTo>
                      <a:pt x="7345225" y="2760009"/>
                    </a:lnTo>
                    <a:lnTo>
                      <a:pt x="7235658" y="2692859"/>
                    </a:lnTo>
                    <a:lnTo>
                      <a:pt x="7125985" y="2642020"/>
                    </a:lnTo>
                    <a:lnTo>
                      <a:pt x="7016312" y="2606539"/>
                    </a:lnTo>
                    <a:lnTo>
                      <a:pt x="6906745" y="2585780"/>
                    </a:lnTo>
                    <a:lnTo>
                      <a:pt x="6797073" y="2578578"/>
                    </a:lnTo>
                    <a:lnTo>
                      <a:pt x="6687505" y="2584297"/>
                    </a:lnTo>
                    <a:lnTo>
                      <a:pt x="6577833" y="2605692"/>
                    </a:lnTo>
                    <a:lnTo>
                      <a:pt x="6468159" y="2642126"/>
                    </a:lnTo>
                    <a:lnTo>
                      <a:pt x="6358593" y="2691800"/>
                    </a:lnTo>
                    <a:lnTo>
                      <a:pt x="6248920" y="2753018"/>
                    </a:lnTo>
                    <a:lnTo>
                      <a:pt x="6139247" y="2823980"/>
                    </a:lnTo>
                    <a:lnTo>
                      <a:pt x="6029680" y="2901721"/>
                    </a:lnTo>
                    <a:lnTo>
                      <a:pt x="5920007" y="2982639"/>
                    </a:lnTo>
                    <a:lnTo>
                      <a:pt x="5810440" y="3062286"/>
                    </a:lnTo>
                    <a:lnTo>
                      <a:pt x="5700767" y="3135579"/>
                    </a:lnTo>
                    <a:lnTo>
                      <a:pt x="5591094" y="3154431"/>
                    </a:lnTo>
                    <a:lnTo>
                      <a:pt x="5481527" y="3154431"/>
                    </a:lnTo>
                    <a:lnTo>
                      <a:pt x="5371854" y="3154431"/>
                    </a:lnTo>
                    <a:lnTo>
                      <a:pt x="5262287" y="3154431"/>
                    </a:lnTo>
                    <a:lnTo>
                      <a:pt x="5152615" y="3154431"/>
                    </a:lnTo>
                    <a:lnTo>
                      <a:pt x="5042941" y="3154431"/>
                    </a:lnTo>
                    <a:lnTo>
                      <a:pt x="4933375" y="3154431"/>
                    </a:lnTo>
                    <a:lnTo>
                      <a:pt x="4823701" y="3154431"/>
                    </a:lnTo>
                    <a:lnTo>
                      <a:pt x="4714135" y="3154431"/>
                    </a:lnTo>
                    <a:lnTo>
                      <a:pt x="4604461" y="3154431"/>
                    </a:lnTo>
                    <a:lnTo>
                      <a:pt x="4494789" y="3154431"/>
                    </a:lnTo>
                    <a:lnTo>
                      <a:pt x="4385222" y="3154431"/>
                    </a:lnTo>
                    <a:lnTo>
                      <a:pt x="4275549" y="3154431"/>
                    </a:lnTo>
                    <a:lnTo>
                      <a:pt x="4165982" y="3154431"/>
                    </a:lnTo>
                    <a:lnTo>
                      <a:pt x="4056309" y="3013142"/>
                    </a:lnTo>
                    <a:lnTo>
                      <a:pt x="3946636" y="2722727"/>
                    </a:lnTo>
                    <a:lnTo>
                      <a:pt x="3837069" y="2402867"/>
                    </a:lnTo>
                    <a:lnTo>
                      <a:pt x="3727396" y="2117429"/>
                    </a:lnTo>
                    <a:lnTo>
                      <a:pt x="3617829" y="1735080"/>
                    </a:lnTo>
                    <a:lnTo>
                      <a:pt x="3508156" y="1311637"/>
                    </a:lnTo>
                    <a:lnTo>
                      <a:pt x="3398483" y="974725"/>
                    </a:lnTo>
                    <a:lnTo>
                      <a:pt x="3288916" y="586445"/>
                    </a:lnTo>
                    <a:lnTo>
                      <a:pt x="3179243" y="288403"/>
                    </a:lnTo>
                    <a:lnTo>
                      <a:pt x="3069676" y="106973"/>
                    </a:lnTo>
                    <a:lnTo>
                      <a:pt x="2960004" y="0"/>
                    </a:lnTo>
                    <a:lnTo>
                      <a:pt x="2850331" y="30397"/>
                    </a:lnTo>
                    <a:lnTo>
                      <a:pt x="2740764" y="251016"/>
                    </a:lnTo>
                    <a:lnTo>
                      <a:pt x="2631091" y="569287"/>
                    </a:lnTo>
                    <a:lnTo>
                      <a:pt x="2521524" y="794248"/>
                    </a:lnTo>
                    <a:lnTo>
                      <a:pt x="2411851" y="923039"/>
                    </a:lnTo>
                    <a:lnTo>
                      <a:pt x="2302178" y="1095255"/>
                    </a:lnTo>
                    <a:lnTo>
                      <a:pt x="2192611" y="1144187"/>
                    </a:lnTo>
                    <a:lnTo>
                      <a:pt x="2082938" y="1252325"/>
                    </a:lnTo>
                    <a:lnTo>
                      <a:pt x="1973371" y="1345953"/>
                    </a:lnTo>
                    <a:lnTo>
                      <a:pt x="1863698" y="1437145"/>
                    </a:lnTo>
                    <a:lnTo>
                      <a:pt x="1754025" y="1518487"/>
                    </a:lnTo>
                    <a:lnTo>
                      <a:pt x="1644458" y="1532467"/>
                    </a:lnTo>
                    <a:lnTo>
                      <a:pt x="1534785" y="1410984"/>
                    </a:lnTo>
                    <a:lnTo>
                      <a:pt x="1425218" y="1254232"/>
                    </a:lnTo>
                    <a:lnTo>
                      <a:pt x="1315545" y="1171619"/>
                    </a:lnTo>
                    <a:lnTo>
                      <a:pt x="1205872" y="1154778"/>
                    </a:lnTo>
                    <a:lnTo>
                      <a:pt x="1096305" y="1140904"/>
                    </a:lnTo>
                    <a:lnTo>
                      <a:pt x="986632" y="1125652"/>
                    </a:lnTo>
                    <a:lnTo>
                      <a:pt x="877066" y="1109765"/>
                    </a:lnTo>
                    <a:lnTo>
                      <a:pt x="767393" y="1097903"/>
                    </a:lnTo>
                    <a:lnTo>
                      <a:pt x="657720" y="1097373"/>
                    </a:lnTo>
                    <a:lnTo>
                      <a:pt x="548153" y="1116332"/>
                    </a:lnTo>
                    <a:lnTo>
                      <a:pt x="438480" y="1162722"/>
                    </a:lnTo>
                    <a:lnTo>
                      <a:pt x="328807" y="1243005"/>
                    </a:lnTo>
                    <a:lnTo>
                      <a:pt x="219240" y="1361099"/>
                    </a:lnTo>
                    <a:lnTo>
                      <a:pt x="109567" y="1518487"/>
                    </a:lnTo>
                    <a:lnTo>
                      <a:pt x="0" y="1714957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4E3B2FD-55A9-BE90-5BA0-0DE41402953E}"/>
                  </a:ext>
                </a:extLst>
              </p:cNvPr>
              <p:cNvSpPr/>
              <p:nvPr/>
            </p:nvSpPr>
            <p:spPr>
              <a:xfrm>
                <a:off x="2027822" y="1796867"/>
                <a:ext cx="8660769" cy="3507442"/>
              </a:xfrm>
              <a:custGeom>
                <a:avLst/>
                <a:gdLst>
                  <a:gd name="connsiteX0" fmla="*/ 0 w 8660769"/>
                  <a:gd name="connsiteY0" fmla="*/ 1060409 h 3507442"/>
                  <a:gd name="connsiteX1" fmla="*/ 109567 w 8660769"/>
                  <a:gd name="connsiteY1" fmla="*/ 1051512 h 3507442"/>
                  <a:gd name="connsiteX2" fmla="*/ 219240 w 8660769"/>
                  <a:gd name="connsiteY2" fmla="*/ 1047276 h 3507442"/>
                  <a:gd name="connsiteX3" fmla="*/ 328807 w 8660769"/>
                  <a:gd name="connsiteY3" fmla="*/ 1047064 h 3507442"/>
                  <a:gd name="connsiteX4" fmla="*/ 438480 w 8660769"/>
                  <a:gd name="connsiteY4" fmla="*/ 1050347 h 3507442"/>
                  <a:gd name="connsiteX5" fmla="*/ 548153 w 8660769"/>
                  <a:gd name="connsiteY5" fmla="*/ 1056808 h 3507442"/>
                  <a:gd name="connsiteX6" fmla="*/ 657720 w 8660769"/>
                  <a:gd name="connsiteY6" fmla="*/ 1065811 h 3507442"/>
                  <a:gd name="connsiteX7" fmla="*/ 767393 w 8660769"/>
                  <a:gd name="connsiteY7" fmla="*/ 1076932 h 3507442"/>
                  <a:gd name="connsiteX8" fmla="*/ 877066 w 8660769"/>
                  <a:gd name="connsiteY8" fmla="*/ 1089641 h 3507442"/>
                  <a:gd name="connsiteX9" fmla="*/ 986632 w 8660769"/>
                  <a:gd name="connsiteY9" fmla="*/ 1103516 h 3507442"/>
                  <a:gd name="connsiteX10" fmla="*/ 1096305 w 8660769"/>
                  <a:gd name="connsiteY10" fmla="*/ 1119297 h 3507442"/>
                  <a:gd name="connsiteX11" fmla="*/ 1205872 w 8660769"/>
                  <a:gd name="connsiteY11" fmla="*/ 1141857 h 3507442"/>
                  <a:gd name="connsiteX12" fmla="*/ 1315545 w 8660769"/>
                  <a:gd name="connsiteY12" fmla="*/ 1177338 h 3507442"/>
                  <a:gd name="connsiteX13" fmla="*/ 1425218 w 8660769"/>
                  <a:gd name="connsiteY13" fmla="*/ 1275414 h 3507442"/>
                  <a:gd name="connsiteX14" fmla="*/ 1534785 w 8660769"/>
                  <a:gd name="connsiteY14" fmla="*/ 1390225 h 3507442"/>
                  <a:gd name="connsiteX15" fmla="*/ 1644458 w 8660769"/>
                  <a:gd name="connsiteY15" fmla="*/ 1459069 h 3507442"/>
                  <a:gd name="connsiteX16" fmla="*/ 1754025 w 8660769"/>
                  <a:gd name="connsiteY16" fmla="*/ 1437462 h 3507442"/>
                  <a:gd name="connsiteX17" fmla="*/ 1863698 w 8660769"/>
                  <a:gd name="connsiteY17" fmla="*/ 1360463 h 3507442"/>
                  <a:gd name="connsiteX18" fmla="*/ 1973371 w 8660769"/>
                  <a:gd name="connsiteY18" fmla="*/ 1271390 h 3507442"/>
                  <a:gd name="connsiteX19" fmla="*/ 2082938 w 8660769"/>
                  <a:gd name="connsiteY19" fmla="*/ 1213455 h 3507442"/>
                  <a:gd name="connsiteX20" fmla="*/ 2192611 w 8660769"/>
                  <a:gd name="connsiteY20" fmla="*/ 1257409 h 3507442"/>
                  <a:gd name="connsiteX21" fmla="*/ 2302178 w 8660769"/>
                  <a:gd name="connsiteY21" fmla="*/ 1259104 h 3507442"/>
                  <a:gd name="connsiteX22" fmla="*/ 2411851 w 8660769"/>
                  <a:gd name="connsiteY22" fmla="*/ 1069412 h 3507442"/>
                  <a:gd name="connsiteX23" fmla="*/ 2521524 w 8660769"/>
                  <a:gd name="connsiteY23" fmla="*/ 744468 h 3507442"/>
                  <a:gd name="connsiteX24" fmla="*/ 2631091 w 8660769"/>
                  <a:gd name="connsiteY24" fmla="*/ 498113 h 3507442"/>
                  <a:gd name="connsiteX25" fmla="*/ 2740764 w 8660769"/>
                  <a:gd name="connsiteY25" fmla="*/ 256100 h 3507442"/>
                  <a:gd name="connsiteX26" fmla="*/ 2850331 w 8660769"/>
                  <a:gd name="connsiteY26" fmla="*/ 72127 h 3507442"/>
                  <a:gd name="connsiteX27" fmla="*/ 2960004 w 8660769"/>
                  <a:gd name="connsiteY27" fmla="*/ 0 h 3507442"/>
                  <a:gd name="connsiteX28" fmla="*/ 3069676 w 8660769"/>
                  <a:gd name="connsiteY28" fmla="*/ 91933 h 3507442"/>
                  <a:gd name="connsiteX29" fmla="*/ 3179243 w 8660769"/>
                  <a:gd name="connsiteY29" fmla="*/ 310327 h 3507442"/>
                  <a:gd name="connsiteX30" fmla="*/ 3288916 w 8660769"/>
                  <a:gd name="connsiteY30" fmla="*/ 657619 h 3507442"/>
                  <a:gd name="connsiteX31" fmla="*/ 3398483 w 8660769"/>
                  <a:gd name="connsiteY31" fmla="*/ 1037955 h 3507442"/>
                  <a:gd name="connsiteX32" fmla="*/ 3508156 w 8660769"/>
                  <a:gd name="connsiteY32" fmla="*/ 1361416 h 3507442"/>
                  <a:gd name="connsiteX33" fmla="*/ 3617829 w 8660769"/>
                  <a:gd name="connsiteY33" fmla="*/ 1772468 h 3507442"/>
                  <a:gd name="connsiteX34" fmla="*/ 3727396 w 8660769"/>
                  <a:gd name="connsiteY34" fmla="*/ 2140412 h 3507442"/>
                  <a:gd name="connsiteX35" fmla="*/ 3837069 w 8660769"/>
                  <a:gd name="connsiteY35" fmla="*/ 2428074 h 3507442"/>
                  <a:gd name="connsiteX36" fmla="*/ 3946636 w 8660769"/>
                  <a:gd name="connsiteY36" fmla="*/ 2718384 h 3507442"/>
                  <a:gd name="connsiteX37" fmla="*/ 4056309 w 8660769"/>
                  <a:gd name="connsiteY37" fmla="*/ 2963575 h 3507442"/>
                  <a:gd name="connsiteX38" fmla="*/ 4165982 w 8660769"/>
                  <a:gd name="connsiteY38" fmla="*/ 3131448 h 3507442"/>
                  <a:gd name="connsiteX39" fmla="*/ 4275549 w 8660769"/>
                  <a:gd name="connsiteY39" fmla="*/ 3259286 h 3507442"/>
                  <a:gd name="connsiteX40" fmla="*/ 4385222 w 8660769"/>
                  <a:gd name="connsiteY40" fmla="*/ 3356197 h 3507442"/>
                  <a:gd name="connsiteX41" fmla="*/ 4494789 w 8660769"/>
                  <a:gd name="connsiteY41" fmla="*/ 3425783 h 3507442"/>
                  <a:gd name="connsiteX42" fmla="*/ 4604461 w 8660769"/>
                  <a:gd name="connsiteY42" fmla="*/ 3471749 h 3507442"/>
                  <a:gd name="connsiteX43" fmla="*/ 4714135 w 8660769"/>
                  <a:gd name="connsiteY43" fmla="*/ 3497698 h 3507442"/>
                  <a:gd name="connsiteX44" fmla="*/ 4823701 w 8660769"/>
                  <a:gd name="connsiteY44" fmla="*/ 3507442 h 3507442"/>
                  <a:gd name="connsiteX45" fmla="*/ 4933375 w 8660769"/>
                  <a:gd name="connsiteY45" fmla="*/ 3504583 h 3507442"/>
                  <a:gd name="connsiteX46" fmla="*/ 5042941 w 8660769"/>
                  <a:gd name="connsiteY46" fmla="*/ 3492508 h 3507442"/>
                  <a:gd name="connsiteX47" fmla="*/ 5152615 w 8660769"/>
                  <a:gd name="connsiteY47" fmla="*/ 3457451 h 3507442"/>
                  <a:gd name="connsiteX48" fmla="*/ 5262287 w 8660769"/>
                  <a:gd name="connsiteY48" fmla="*/ 3396233 h 3507442"/>
                  <a:gd name="connsiteX49" fmla="*/ 5371854 w 8660769"/>
                  <a:gd name="connsiteY49" fmla="*/ 3319551 h 3507442"/>
                  <a:gd name="connsiteX50" fmla="*/ 5481527 w 8660769"/>
                  <a:gd name="connsiteY50" fmla="*/ 3237786 h 3507442"/>
                  <a:gd name="connsiteX51" fmla="*/ 5591094 w 8660769"/>
                  <a:gd name="connsiteY51" fmla="*/ 3161422 h 3507442"/>
                  <a:gd name="connsiteX52" fmla="*/ 5700767 w 8660769"/>
                  <a:gd name="connsiteY52" fmla="*/ 3100521 h 3507442"/>
                  <a:gd name="connsiteX53" fmla="*/ 5810440 w 8660769"/>
                  <a:gd name="connsiteY53" fmla="*/ 3040998 h 3507442"/>
                  <a:gd name="connsiteX54" fmla="*/ 5920007 w 8660769"/>
                  <a:gd name="connsiteY54" fmla="*/ 2973637 h 3507442"/>
                  <a:gd name="connsiteX55" fmla="*/ 6029680 w 8660769"/>
                  <a:gd name="connsiteY55" fmla="*/ 2901086 h 3507442"/>
                  <a:gd name="connsiteX56" fmla="*/ 6139247 w 8660769"/>
                  <a:gd name="connsiteY56" fmla="*/ 2826099 h 3507442"/>
                  <a:gd name="connsiteX57" fmla="*/ 6248920 w 8660769"/>
                  <a:gd name="connsiteY57" fmla="*/ 2751429 h 3507442"/>
                  <a:gd name="connsiteX58" fmla="*/ 6358593 w 8660769"/>
                  <a:gd name="connsiteY58" fmla="*/ 2679620 h 3507442"/>
                  <a:gd name="connsiteX59" fmla="*/ 6468159 w 8660769"/>
                  <a:gd name="connsiteY59" fmla="*/ 2613636 h 3507442"/>
                  <a:gd name="connsiteX60" fmla="*/ 6577833 w 8660769"/>
                  <a:gd name="connsiteY60" fmla="*/ 2556018 h 3507442"/>
                  <a:gd name="connsiteX61" fmla="*/ 6687505 w 8660769"/>
                  <a:gd name="connsiteY61" fmla="*/ 2509522 h 3507442"/>
                  <a:gd name="connsiteX62" fmla="*/ 6797073 w 8660769"/>
                  <a:gd name="connsiteY62" fmla="*/ 2474676 h 3507442"/>
                  <a:gd name="connsiteX63" fmla="*/ 6906745 w 8660769"/>
                  <a:gd name="connsiteY63" fmla="*/ 2446292 h 3507442"/>
                  <a:gd name="connsiteX64" fmla="*/ 7016312 w 8660769"/>
                  <a:gd name="connsiteY64" fmla="*/ 2423838 h 3507442"/>
                  <a:gd name="connsiteX65" fmla="*/ 7125985 w 8660769"/>
                  <a:gd name="connsiteY65" fmla="*/ 2406998 h 3507442"/>
                  <a:gd name="connsiteX66" fmla="*/ 7235658 w 8660769"/>
                  <a:gd name="connsiteY66" fmla="*/ 2395559 h 3507442"/>
                  <a:gd name="connsiteX67" fmla="*/ 7345225 w 8660769"/>
                  <a:gd name="connsiteY67" fmla="*/ 2389416 h 3507442"/>
                  <a:gd name="connsiteX68" fmla="*/ 7454898 w 8660769"/>
                  <a:gd name="connsiteY68" fmla="*/ 2388145 h 3507442"/>
                  <a:gd name="connsiteX69" fmla="*/ 7564465 w 8660769"/>
                  <a:gd name="connsiteY69" fmla="*/ 2391746 h 3507442"/>
                  <a:gd name="connsiteX70" fmla="*/ 7674138 w 8660769"/>
                  <a:gd name="connsiteY70" fmla="*/ 2399901 h 3507442"/>
                  <a:gd name="connsiteX71" fmla="*/ 7783811 w 8660769"/>
                  <a:gd name="connsiteY71" fmla="*/ 2412293 h 3507442"/>
                  <a:gd name="connsiteX72" fmla="*/ 7893378 w 8660769"/>
                  <a:gd name="connsiteY72" fmla="*/ 2428922 h 3507442"/>
                  <a:gd name="connsiteX73" fmla="*/ 8003051 w 8660769"/>
                  <a:gd name="connsiteY73" fmla="*/ 2449363 h 3507442"/>
                  <a:gd name="connsiteX74" fmla="*/ 8112618 w 8660769"/>
                  <a:gd name="connsiteY74" fmla="*/ 2473512 h 3507442"/>
                  <a:gd name="connsiteX75" fmla="*/ 8222291 w 8660769"/>
                  <a:gd name="connsiteY75" fmla="*/ 2501155 h 3507442"/>
                  <a:gd name="connsiteX76" fmla="*/ 8331964 w 8660769"/>
                  <a:gd name="connsiteY76" fmla="*/ 2531976 h 3507442"/>
                  <a:gd name="connsiteX77" fmla="*/ 8441530 w 8660769"/>
                  <a:gd name="connsiteY77" fmla="*/ 2565762 h 3507442"/>
                  <a:gd name="connsiteX78" fmla="*/ 8551203 w 8660769"/>
                  <a:gd name="connsiteY78" fmla="*/ 2602408 h 3507442"/>
                  <a:gd name="connsiteX79" fmla="*/ 8660770 w 8660769"/>
                  <a:gd name="connsiteY79" fmla="*/ 2641597 h 3507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660769" h="3507442">
                    <a:moveTo>
                      <a:pt x="0" y="1060409"/>
                    </a:moveTo>
                    <a:lnTo>
                      <a:pt x="109567" y="1051512"/>
                    </a:lnTo>
                    <a:lnTo>
                      <a:pt x="219240" y="1047276"/>
                    </a:lnTo>
                    <a:lnTo>
                      <a:pt x="328807" y="1047064"/>
                    </a:lnTo>
                    <a:lnTo>
                      <a:pt x="438480" y="1050347"/>
                    </a:lnTo>
                    <a:lnTo>
                      <a:pt x="548153" y="1056808"/>
                    </a:lnTo>
                    <a:lnTo>
                      <a:pt x="657720" y="1065811"/>
                    </a:lnTo>
                    <a:lnTo>
                      <a:pt x="767393" y="1076932"/>
                    </a:lnTo>
                    <a:lnTo>
                      <a:pt x="877066" y="1089641"/>
                    </a:lnTo>
                    <a:lnTo>
                      <a:pt x="986632" y="1103516"/>
                    </a:lnTo>
                    <a:lnTo>
                      <a:pt x="1096305" y="1119297"/>
                    </a:lnTo>
                    <a:lnTo>
                      <a:pt x="1205872" y="1141857"/>
                    </a:lnTo>
                    <a:lnTo>
                      <a:pt x="1315545" y="1177338"/>
                    </a:lnTo>
                    <a:lnTo>
                      <a:pt x="1425218" y="1275414"/>
                    </a:lnTo>
                    <a:lnTo>
                      <a:pt x="1534785" y="1390225"/>
                    </a:lnTo>
                    <a:lnTo>
                      <a:pt x="1644458" y="1459069"/>
                    </a:lnTo>
                    <a:lnTo>
                      <a:pt x="1754025" y="1437462"/>
                    </a:lnTo>
                    <a:lnTo>
                      <a:pt x="1863698" y="1360463"/>
                    </a:lnTo>
                    <a:lnTo>
                      <a:pt x="1973371" y="1271390"/>
                    </a:lnTo>
                    <a:lnTo>
                      <a:pt x="2082938" y="1213455"/>
                    </a:lnTo>
                    <a:lnTo>
                      <a:pt x="2192611" y="1257409"/>
                    </a:lnTo>
                    <a:lnTo>
                      <a:pt x="2302178" y="1259104"/>
                    </a:lnTo>
                    <a:lnTo>
                      <a:pt x="2411851" y="1069412"/>
                    </a:lnTo>
                    <a:lnTo>
                      <a:pt x="2521524" y="744468"/>
                    </a:lnTo>
                    <a:lnTo>
                      <a:pt x="2631091" y="498113"/>
                    </a:lnTo>
                    <a:lnTo>
                      <a:pt x="2740764" y="256100"/>
                    </a:lnTo>
                    <a:lnTo>
                      <a:pt x="2850331" y="72127"/>
                    </a:lnTo>
                    <a:lnTo>
                      <a:pt x="2960004" y="0"/>
                    </a:lnTo>
                    <a:lnTo>
                      <a:pt x="3069676" y="91933"/>
                    </a:lnTo>
                    <a:lnTo>
                      <a:pt x="3179243" y="310327"/>
                    </a:lnTo>
                    <a:lnTo>
                      <a:pt x="3288916" y="657619"/>
                    </a:lnTo>
                    <a:lnTo>
                      <a:pt x="3398483" y="1037955"/>
                    </a:lnTo>
                    <a:lnTo>
                      <a:pt x="3508156" y="1361416"/>
                    </a:lnTo>
                    <a:lnTo>
                      <a:pt x="3617829" y="1772468"/>
                    </a:lnTo>
                    <a:lnTo>
                      <a:pt x="3727396" y="2140412"/>
                    </a:lnTo>
                    <a:lnTo>
                      <a:pt x="3837069" y="2428074"/>
                    </a:lnTo>
                    <a:lnTo>
                      <a:pt x="3946636" y="2718384"/>
                    </a:lnTo>
                    <a:lnTo>
                      <a:pt x="4056309" y="2963575"/>
                    </a:lnTo>
                    <a:lnTo>
                      <a:pt x="4165982" y="3131448"/>
                    </a:lnTo>
                    <a:lnTo>
                      <a:pt x="4275549" y="3259286"/>
                    </a:lnTo>
                    <a:lnTo>
                      <a:pt x="4385222" y="3356197"/>
                    </a:lnTo>
                    <a:lnTo>
                      <a:pt x="4494789" y="3425783"/>
                    </a:lnTo>
                    <a:lnTo>
                      <a:pt x="4604461" y="3471749"/>
                    </a:lnTo>
                    <a:lnTo>
                      <a:pt x="4714135" y="3497698"/>
                    </a:lnTo>
                    <a:lnTo>
                      <a:pt x="4823701" y="3507442"/>
                    </a:lnTo>
                    <a:lnTo>
                      <a:pt x="4933375" y="3504583"/>
                    </a:lnTo>
                    <a:lnTo>
                      <a:pt x="5042941" y="3492508"/>
                    </a:lnTo>
                    <a:lnTo>
                      <a:pt x="5152615" y="3457451"/>
                    </a:lnTo>
                    <a:lnTo>
                      <a:pt x="5262287" y="3396233"/>
                    </a:lnTo>
                    <a:lnTo>
                      <a:pt x="5371854" y="3319551"/>
                    </a:lnTo>
                    <a:lnTo>
                      <a:pt x="5481527" y="3237786"/>
                    </a:lnTo>
                    <a:lnTo>
                      <a:pt x="5591094" y="3161422"/>
                    </a:lnTo>
                    <a:lnTo>
                      <a:pt x="5700767" y="3100521"/>
                    </a:lnTo>
                    <a:lnTo>
                      <a:pt x="5810440" y="3040998"/>
                    </a:lnTo>
                    <a:lnTo>
                      <a:pt x="5920007" y="2973637"/>
                    </a:lnTo>
                    <a:lnTo>
                      <a:pt x="6029680" y="2901086"/>
                    </a:lnTo>
                    <a:lnTo>
                      <a:pt x="6139247" y="2826099"/>
                    </a:lnTo>
                    <a:lnTo>
                      <a:pt x="6248920" y="2751429"/>
                    </a:lnTo>
                    <a:lnTo>
                      <a:pt x="6358593" y="2679620"/>
                    </a:lnTo>
                    <a:lnTo>
                      <a:pt x="6468159" y="2613636"/>
                    </a:lnTo>
                    <a:lnTo>
                      <a:pt x="6577833" y="2556018"/>
                    </a:lnTo>
                    <a:lnTo>
                      <a:pt x="6687505" y="2509522"/>
                    </a:lnTo>
                    <a:lnTo>
                      <a:pt x="6797073" y="2474676"/>
                    </a:lnTo>
                    <a:lnTo>
                      <a:pt x="6906745" y="2446292"/>
                    </a:lnTo>
                    <a:lnTo>
                      <a:pt x="7016312" y="2423838"/>
                    </a:lnTo>
                    <a:lnTo>
                      <a:pt x="7125985" y="2406998"/>
                    </a:lnTo>
                    <a:lnTo>
                      <a:pt x="7235658" y="2395559"/>
                    </a:lnTo>
                    <a:lnTo>
                      <a:pt x="7345225" y="2389416"/>
                    </a:lnTo>
                    <a:lnTo>
                      <a:pt x="7454898" y="2388145"/>
                    </a:lnTo>
                    <a:lnTo>
                      <a:pt x="7564465" y="2391746"/>
                    </a:lnTo>
                    <a:lnTo>
                      <a:pt x="7674138" y="2399901"/>
                    </a:lnTo>
                    <a:lnTo>
                      <a:pt x="7783811" y="2412293"/>
                    </a:lnTo>
                    <a:lnTo>
                      <a:pt x="7893378" y="2428922"/>
                    </a:lnTo>
                    <a:lnTo>
                      <a:pt x="8003051" y="2449363"/>
                    </a:lnTo>
                    <a:lnTo>
                      <a:pt x="8112618" y="2473512"/>
                    </a:lnTo>
                    <a:lnTo>
                      <a:pt x="8222291" y="2501155"/>
                    </a:lnTo>
                    <a:lnTo>
                      <a:pt x="8331964" y="2531976"/>
                    </a:lnTo>
                    <a:lnTo>
                      <a:pt x="8441530" y="2565762"/>
                    </a:lnTo>
                    <a:lnTo>
                      <a:pt x="8551203" y="2602408"/>
                    </a:lnTo>
                    <a:lnTo>
                      <a:pt x="8660770" y="2641597"/>
                    </a:lnTo>
                  </a:path>
                </a:pathLst>
              </a:custGeom>
              <a:noFill/>
              <a:ln w="22550" cap="flat">
                <a:solidFill>
                  <a:srgbClr val="B50A37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6867155-A530-D6B5-610F-65B82402B5D9}"/>
                  </a:ext>
                </a:extLst>
              </p:cNvPr>
              <p:cNvSpPr txBox="1"/>
              <p:nvPr/>
            </p:nvSpPr>
            <p:spPr>
              <a:xfrm>
                <a:off x="5760735" y="1766790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B50A37"/>
                    </a:solidFill>
                    <a:latin typeface="Arial"/>
                    <a:cs typeface="Arial"/>
                    <a:sym typeface="Arial"/>
                    <a:rtl val="0"/>
                  </a:rPr>
                  <a:t>Decreased</a:t>
                </a:r>
              </a:p>
            </p:txBody>
          </p:sp>
        </p:grpSp>
        <p:grpSp>
          <p:nvGrpSpPr>
            <p:cNvPr id="67" name="Graphic 2">
              <a:extLst>
                <a:ext uri="{FF2B5EF4-FFF2-40B4-BE49-F238E27FC236}">
                  <a16:creationId xmlns:a16="http://schemas.microsoft.com/office/drawing/2014/main" id="{189AE50E-B4ED-F89E-51DD-869686E47C03}"/>
                </a:ext>
              </a:extLst>
            </p:cNvPr>
            <p:cNvGrpSpPr/>
            <p:nvPr/>
          </p:nvGrpSpPr>
          <p:grpSpPr>
            <a:xfrm>
              <a:off x="961062" y="612426"/>
              <a:ext cx="10295766" cy="5419645"/>
              <a:chOff x="961062" y="612426"/>
              <a:chExt cx="10295766" cy="5419645"/>
            </a:xfrm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22E28418-CC46-A09E-6C0F-DEBB45CEE7C7}"/>
                  </a:ext>
                </a:extLst>
              </p:cNvPr>
              <p:cNvSpPr/>
              <p:nvPr/>
            </p:nvSpPr>
            <p:spPr>
              <a:xfrm>
                <a:off x="159474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533AB4F-D700-015A-4BB7-04492742E324}"/>
                  </a:ext>
                </a:extLst>
              </p:cNvPr>
              <p:cNvSpPr txBox="1"/>
              <p:nvPr/>
            </p:nvSpPr>
            <p:spPr>
              <a:xfrm>
                <a:off x="1244840" y="5649794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0.0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12386E6-FA75-D101-7A82-1474951D8577}"/>
                  </a:ext>
                </a:extLst>
              </p:cNvPr>
              <p:cNvSpPr txBox="1"/>
              <p:nvPr/>
            </p:nvSpPr>
            <p:spPr>
              <a:xfrm>
                <a:off x="1244840" y="4683542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2.5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16A7A0A-5055-F7E7-8F5D-20BA3929DC26}"/>
                  </a:ext>
                </a:extLst>
              </p:cNvPr>
              <p:cNvSpPr txBox="1"/>
              <p:nvPr/>
            </p:nvSpPr>
            <p:spPr>
              <a:xfrm>
                <a:off x="1244840" y="3717185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5.0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75F52AC-D7D8-93FB-09A0-1BC51993CD37}"/>
                  </a:ext>
                </a:extLst>
              </p:cNvPr>
              <p:cNvSpPr txBox="1"/>
              <p:nvPr/>
            </p:nvSpPr>
            <p:spPr>
              <a:xfrm>
                <a:off x="1244840" y="2750933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7.5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E40761A-E46D-52B0-44B4-9E9E8DD05D39}"/>
                  </a:ext>
                </a:extLst>
              </p:cNvPr>
              <p:cNvSpPr txBox="1"/>
              <p:nvPr/>
            </p:nvSpPr>
            <p:spPr>
              <a:xfrm>
                <a:off x="1162335" y="1784681"/>
                <a:ext cx="4828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10.0</a:t>
                </a: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D49DFDE-F35F-9CFB-42E7-55BCF64A8DE6}"/>
                  </a:ext>
                </a:extLst>
              </p:cNvPr>
              <p:cNvSpPr/>
              <p:nvPr/>
            </p:nvSpPr>
            <p:spPr>
              <a:xfrm>
                <a:off x="1565713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9731005B-A115-3F20-06FA-18FCA643820E}"/>
                  </a:ext>
                </a:extLst>
              </p:cNvPr>
              <p:cNvSpPr/>
              <p:nvPr/>
            </p:nvSpPr>
            <p:spPr>
              <a:xfrm>
                <a:off x="1565713" y="481032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DD5B612D-627A-A6EC-6E15-D745D840B56D}"/>
                  </a:ext>
                </a:extLst>
              </p:cNvPr>
              <p:cNvSpPr/>
              <p:nvPr/>
            </p:nvSpPr>
            <p:spPr>
              <a:xfrm>
                <a:off x="1565713" y="384407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F40DBF5-8732-1E2F-D0AF-DBCFC9DB2E1D}"/>
                  </a:ext>
                </a:extLst>
              </p:cNvPr>
              <p:cNvSpPr/>
              <p:nvPr/>
            </p:nvSpPr>
            <p:spPr>
              <a:xfrm>
                <a:off x="1565713" y="287782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4A2F6CEC-A4AD-1C22-7B95-02162064DD3F}"/>
                  </a:ext>
                </a:extLst>
              </p:cNvPr>
              <p:cNvSpPr/>
              <p:nvPr/>
            </p:nvSpPr>
            <p:spPr>
              <a:xfrm>
                <a:off x="1565713" y="191146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E80FE58E-4872-46CE-4744-D15FFE295E78}"/>
                  </a:ext>
                </a:extLst>
              </p:cNvPr>
              <p:cNvSpPr/>
              <p:nvPr/>
            </p:nvSpPr>
            <p:spPr>
              <a:xfrm>
                <a:off x="1594747" y="5776685"/>
                <a:ext cx="9526921" cy="10591"/>
              </a:xfrm>
              <a:custGeom>
                <a:avLst/>
                <a:gdLst>
                  <a:gd name="connsiteX0" fmla="*/ 0 w 9526921"/>
                  <a:gd name="connsiteY0" fmla="*/ 0 h 10591"/>
                  <a:gd name="connsiteX1" fmla="*/ 9526922 w 952692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6921" h="10591">
                    <a:moveTo>
                      <a:pt x="0" y="0"/>
                    </a:moveTo>
                    <a:lnTo>
                      <a:pt x="952692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DBF4B215-88B2-51F6-0709-F4B427A2AB92}"/>
                  </a:ext>
                </a:extLst>
              </p:cNvPr>
              <p:cNvSpPr/>
              <p:nvPr/>
            </p:nvSpPr>
            <p:spPr>
              <a:xfrm>
                <a:off x="225077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E384533C-E7F5-B5A9-A8CE-28F4E3694776}"/>
                  </a:ext>
                </a:extLst>
              </p:cNvPr>
              <p:cNvSpPr/>
              <p:nvPr/>
            </p:nvSpPr>
            <p:spPr>
              <a:xfrm>
                <a:off x="296274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E2DA91C4-89B9-E5C4-984A-5D9F483B0D3C}"/>
                  </a:ext>
                </a:extLst>
              </p:cNvPr>
              <p:cNvSpPr/>
              <p:nvPr/>
            </p:nvSpPr>
            <p:spPr>
              <a:xfrm>
                <a:off x="368245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0B4DF93A-534B-70B6-9B6E-BC0EC784204A}"/>
                  </a:ext>
                </a:extLst>
              </p:cNvPr>
              <p:cNvSpPr/>
              <p:nvPr/>
            </p:nvSpPr>
            <p:spPr>
              <a:xfrm>
                <a:off x="439050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C8F28504-91EC-64E6-58A3-DB49D484C466}"/>
                  </a:ext>
                </a:extLst>
              </p:cNvPr>
              <p:cNvSpPr/>
              <p:nvPr/>
            </p:nvSpPr>
            <p:spPr>
              <a:xfrm>
                <a:off x="511032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91D1ACB9-74D4-B869-0E44-84CCF8AB28A0}"/>
                  </a:ext>
                </a:extLst>
              </p:cNvPr>
              <p:cNvSpPr/>
              <p:nvPr/>
            </p:nvSpPr>
            <p:spPr>
              <a:xfrm>
                <a:off x="581837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D1A79AF4-CFA7-92CB-6ECB-61CBBCE04338}"/>
                  </a:ext>
                </a:extLst>
              </p:cNvPr>
              <p:cNvSpPr/>
              <p:nvPr/>
            </p:nvSpPr>
            <p:spPr>
              <a:xfrm>
                <a:off x="653818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793B4FA3-8C2E-41C4-0F07-A6FE923092D7}"/>
                  </a:ext>
                </a:extLst>
              </p:cNvPr>
              <p:cNvSpPr/>
              <p:nvPr/>
            </p:nvSpPr>
            <p:spPr>
              <a:xfrm>
                <a:off x="724624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463F2EAB-8970-0023-0734-C0B8517DE51D}"/>
                  </a:ext>
                </a:extLst>
              </p:cNvPr>
              <p:cNvSpPr/>
              <p:nvPr/>
            </p:nvSpPr>
            <p:spPr>
              <a:xfrm>
                <a:off x="796594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E4B33C25-CD8B-2AAB-E4F3-990AAC3026F3}"/>
                  </a:ext>
                </a:extLst>
              </p:cNvPr>
              <p:cNvSpPr/>
              <p:nvPr/>
            </p:nvSpPr>
            <p:spPr>
              <a:xfrm>
                <a:off x="867792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EB767CDC-D136-0417-FDBD-F927C4138BB7}"/>
                  </a:ext>
                </a:extLst>
              </p:cNvPr>
              <p:cNvSpPr/>
              <p:nvPr/>
            </p:nvSpPr>
            <p:spPr>
              <a:xfrm>
                <a:off x="939773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767F27BA-416B-D8D5-41DF-DAF744902175}"/>
                  </a:ext>
                </a:extLst>
              </p:cNvPr>
              <p:cNvSpPr/>
              <p:nvPr/>
            </p:nvSpPr>
            <p:spPr>
              <a:xfrm>
                <a:off x="1010578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E983494-C0F1-4DDF-0285-01680AA03FCD}"/>
                  </a:ext>
                </a:extLst>
              </p:cNvPr>
              <p:cNvSpPr/>
              <p:nvPr/>
            </p:nvSpPr>
            <p:spPr>
              <a:xfrm>
                <a:off x="1082549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15BA670-68A8-4887-ECD3-D0A7306C8DC2}"/>
                  </a:ext>
                </a:extLst>
              </p:cNvPr>
              <p:cNvSpPr txBox="1"/>
              <p:nvPr/>
            </p:nvSpPr>
            <p:spPr>
              <a:xfrm>
                <a:off x="184180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2019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1400A0F-2AEA-BBDD-13A2-1A01379D76F1}"/>
                  </a:ext>
                </a:extLst>
              </p:cNvPr>
              <p:cNvSpPr txBox="1"/>
              <p:nvPr/>
            </p:nvSpPr>
            <p:spPr>
              <a:xfrm>
                <a:off x="2545558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2020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D539CA5-2048-F60D-668E-F94C852D6272}"/>
                  </a:ext>
                </a:extLst>
              </p:cNvPr>
              <p:cNvSpPr txBox="1"/>
              <p:nvPr/>
            </p:nvSpPr>
            <p:spPr>
              <a:xfrm>
                <a:off x="327348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2020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8E9107-2BC1-720A-4092-EF558987D0BC}"/>
                  </a:ext>
                </a:extLst>
              </p:cNvPr>
              <p:cNvSpPr txBox="1"/>
              <p:nvPr/>
            </p:nvSpPr>
            <p:spPr>
              <a:xfrm>
                <a:off x="3973319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2021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C4F3B98-95BE-B91E-4C4C-B855A8801627}"/>
                  </a:ext>
                </a:extLst>
              </p:cNvPr>
              <p:cNvSpPr txBox="1"/>
              <p:nvPr/>
            </p:nvSpPr>
            <p:spPr>
              <a:xfrm>
                <a:off x="470135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2021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5299396-232D-696B-BB4B-AAD4FB0812BA}"/>
                  </a:ext>
                </a:extLst>
              </p:cNvPr>
              <p:cNvSpPr txBox="1"/>
              <p:nvPr/>
            </p:nvSpPr>
            <p:spPr>
              <a:xfrm>
                <a:off x="5401186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2022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CA826D6-068B-4160-B512-73DA226D5357}"/>
                  </a:ext>
                </a:extLst>
              </p:cNvPr>
              <p:cNvSpPr txBox="1"/>
              <p:nvPr/>
            </p:nvSpPr>
            <p:spPr>
              <a:xfrm>
                <a:off x="6129222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2022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2C74D28-4E9F-1F86-F9A9-74DE6B720466}"/>
                  </a:ext>
                </a:extLst>
              </p:cNvPr>
              <p:cNvSpPr txBox="1"/>
              <p:nvPr/>
            </p:nvSpPr>
            <p:spPr>
              <a:xfrm>
                <a:off x="6829053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2023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596D309-A766-DC28-47CC-12938FD81D7B}"/>
                  </a:ext>
                </a:extLst>
              </p:cNvPr>
              <p:cNvSpPr txBox="1"/>
              <p:nvPr/>
            </p:nvSpPr>
            <p:spPr>
              <a:xfrm>
                <a:off x="755698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2023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7CC4F6D-8388-7154-3395-8103B59E50A1}"/>
                  </a:ext>
                </a:extLst>
              </p:cNvPr>
              <p:cNvSpPr txBox="1"/>
              <p:nvPr/>
            </p:nvSpPr>
            <p:spPr>
              <a:xfrm>
                <a:off x="8260735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2024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4852386-E9FE-B67C-33B7-F47910E03CA9}"/>
                  </a:ext>
                </a:extLst>
              </p:cNvPr>
              <p:cNvSpPr txBox="1"/>
              <p:nvPr/>
            </p:nvSpPr>
            <p:spPr>
              <a:xfrm>
                <a:off x="8988772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2024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77DB300-206A-2ED2-CBAD-A4B1BCBC6234}"/>
                  </a:ext>
                </a:extLst>
              </p:cNvPr>
              <p:cNvSpPr txBox="1"/>
              <p:nvPr/>
            </p:nvSpPr>
            <p:spPr>
              <a:xfrm>
                <a:off x="9688602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2025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ADAF9FF-F987-30F4-0583-22B769ACDCF9}"/>
                  </a:ext>
                </a:extLst>
              </p:cNvPr>
              <p:cNvSpPr txBox="1"/>
              <p:nvPr/>
            </p:nvSpPr>
            <p:spPr>
              <a:xfrm>
                <a:off x="1041653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2025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46DA7F8-6B77-8C0D-EB0F-F5D4F0663EAF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E981CFA-ABA4-48F0-B919-34A57CEBFAC4}"/>
                  </a:ext>
                </a:extLst>
              </p:cNvPr>
              <p:cNvSpPr txBox="1"/>
              <p:nvPr/>
            </p:nvSpPr>
            <p:spPr>
              <a:xfrm>
                <a:off x="1503307" y="612426"/>
                <a:ext cx="69595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P.macracanthus in MAR Kapuntori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7916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B24E7-80D2-E17C-DE71-BB0AEFCA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E0B4FF-6D04-7D90-421C-9CC516269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240" y="120192"/>
            <a:ext cx="12083520" cy="6617616"/>
          </a:xfrm>
        </p:spPr>
      </p:pic>
    </p:spTree>
    <p:extLst>
      <p:ext uri="{BB962C8B-B14F-4D97-AF65-F5344CB8AC3E}">
        <p14:creationId xmlns:p14="http://schemas.microsoft.com/office/powerpoint/2010/main" val="455877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23A5B-1AE4-26EF-CD7F-B4F1DFAE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AB54-B845-1007-8632-6437644DA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Mada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BD1BAF6-0DEF-5D7C-E6E0-CB52CDA36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Lutjanus vitta</a:t>
            </a:r>
          </a:p>
        </p:txBody>
      </p:sp>
    </p:spTree>
    <p:extLst>
      <p:ext uri="{BB962C8B-B14F-4D97-AF65-F5344CB8AC3E}">
        <p14:creationId xmlns:p14="http://schemas.microsoft.com/office/powerpoint/2010/main" val="2095361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A73AF-1F17-1FBF-4555-0AB8EB2D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aphic 55">
            <a:extLst>
              <a:ext uri="{FF2B5EF4-FFF2-40B4-BE49-F238E27FC236}">
                <a16:creationId xmlns:a16="http://schemas.microsoft.com/office/drawing/2014/main" id="{5ACAC0AE-AAB2-1B72-9188-FE88232816A4}"/>
              </a:ext>
            </a:extLst>
          </p:cNvPr>
          <p:cNvGrpSpPr/>
          <p:nvPr/>
        </p:nvGrpSpPr>
        <p:grpSpPr>
          <a:xfrm>
            <a:off x="961062" y="612426"/>
            <a:ext cx="10417413" cy="5602107"/>
            <a:chOff x="961062" y="612426"/>
            <a:chExt cx="10417413" cy="5602107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401DCD4-167B-4804-419F-A7519B856AA5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207C18-8AAB-F717-BC95-AD77603A1BA9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60" name="Graphic 55">
              <a:extLst>
                <a:ext uri="{FF2B5EF4-FFF2-40B4-BE49-F238E27FC236}">
                  <a16:creationId xmlns:a16="http://schemas.microsoft.com/office/drawing/2014/main" id="{72F94E56-43B0-636F-A3B5-2E6B12E9F9B6}"/>
                </a:ext>
              </a:extLst>
            </p:cNvPr>
            <p:cNvGrpSpPr/>
            <p:nvPr/>
          </p:nvGrpSpPr>
          <p:grpSpPr>
            <a:xfrm>
              <a:off x="1388646" y="971481"/>
              <a:ext cx="9733021" cy="4805204"/>
              <a:chOff x="1388646" y="971481"/>
              <a:chExt cx="9733021" cy="4805204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A36A807-DF3D-EAB5-AB2C-2471AEB11C59}"/>
                  </a:ext>
                </a:extLst>
              </p:cNvPr>
              <p:cNvSpPr/>
              <p:nvPr/>
            </p:nvSpPr>
            <p:spPr>
              <a:xfrm>
                <a:off x="1388646" y="971481"/>
                <a:ext cx="9733021" cy="4805204"/>
              </a:xfrm>
              <a:custGeom>
                <a:avLst/>
                <a:gdLst>
                  <a:gd name="connsiteX0" fmla="*/ 0 w 9733021"/>
                  <a:gd name="connsiteY0" fmla="*/ 0 h 4805204"/>
                  <a:gd name="connsiteX1" fmla="*/ 9733021 w 9733021"/>
                  <a:gd name="connsiteY1" fmla="*/ 0 h 4805204"/>
                  <a:gd name="connsiteX2" fmla="*/ 9733021 w 9733021"/>
                  <a:gd name="connsiteY2" fmla="*/ 4805204 h 4805204"/>
                  <a:gd name="connsiteX3" fmla="*/ 0 w 973302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33021" h="4805204">
                    <a:moveTo>
                      <a:pt x="0" y="0"/>
                    </a:moveTo>
                    <a:lnTo>
                      <a:pt x="9733021" y="0"/>
                    </a:lnTo>
                    <a:lnTo>
                      <a:pt x="9733021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E3C79F13-450B-7055-ECD6-88C2552C92DD}"/>
                  </a:ext>
                </a:extLst>
              </p:cNvPr>
              <p:cNvSpPr/>
              <p:nvPr/>
            </p:nvSpPr>
            <p:spPr>
              <a:xfrm>
                <a:off x="1831047" y="971481"/>
                <a:ext cx="8848221" cy="4805204"/>
              </a:xfrm>
              <a:custGeom>
                <a:avLst/>
                <a:gdLst>
                  <a:gd name="connsiteX0" fmla="*/ 0 w 8848221"/>
                  <a:gd name="connsiteY0" fmla="*/ 0 h 4805204"/>
                  <a:gd name="connsiteX1" fmla="*/ 112004 w 8848221"/>
                  <a:gd name="connsiteY1" fmla="*/ 467610 h 4805204"/>
                  <a:gd name="connsiteX2" fmla="*/ 224008 w 8848221"/>
                  <a:gd name="connsiteY2" fmla="*/ 869553 h 4805204"/>
                  <a:gd name="connsiteX3" fmla="*/ 336012 w 8848221"/>
                  <a:gd name="connsiteY3" fmla="*/ 1203181 h 4805204"/>
                  <a:gd name="connsiteX4" fmla="*/ 448017 w 8848221"/>
                  <a:gd name="connsiteY4" fmla="*/ 1472838 h 4805204"/>
                  <a:gd name="connsiteX5" fmla="*/ 560021 w 8848221"/>
                  <a:gd name="connsiteY5" fmla="*/ 1690279 h 4805204"/>
                  <a:gd name="connsiteX6" fmla="*/ 672025 w 8848221"/>
                  <a:gd name="connsiteY6" fmla="*/ 1870014 h 4805204"/>
                  <a:gd name="connsiteX7" fmla="*/ 784029 w 8848221"/>
                  <a:gd name="connsiteY7" fmla="*/ 2023484 h 4805204"/>
                  <a:gd name="connsiteX8" fmla="*/ 896033 w 8848221"/>
                  <a:gd name="connsiteY8" fmla="*/ 2158418 h 4805204"/>
                  <a:gd name="connsiteX9" fmla="*/ 1008037 w 8848221"/>
                  <a:gd name="connsiteY9" fmla="*/ 2276300 h 4805204"/>
                  <a:gd name="connsiteX10" fmla="*/ 1120041 w 8848221"/>
                  <a:gd name="connsiteY10" fmla="*/ 2378507 h 4805204"/>
                  <a:gd name="connsiteX11" fmla="*/ 1232046 w 8848221"/>
                  <a:gd name="connsiteY11" fmla="*/ 2463767 h 4805204"/>
                  <a:gd name="connsiteX12" fmla="*/ 1344050 w 8848221"/>
                  <a:gd name="connsiteY12" fmla="*/ 2524880 h 4805204"/>
                  <a:gd name="connsiteX13" fmla="*/ 1456054 w 8848221"/>
                  <a:gd name="connsiteY13" fmla="*/ 2552841 h 4805204"/>
                  <a:gd name="connsiteX14" fmla="*/ 1568058 w 8848221"/>
                  <a:gd name="connsiteY14" fmla="*/ 2539813 h 4805204"/>
                  <a:gd name="connsiteX15" fmla="*/ 1680062 w 8848221"/>
                  <a:gd name="connsiteY15" fmla="*/ 2484526 h 4805204"/>
                  <a:gd name="connsiteX16" fmla="*/ 1792066 w 8848221"/>
                  <a:gd name="connsiteY16" fmla="*/ 2396300 h 4805204"/>
                  <a:gd name="connsiteX17" fmla="*/ 1904070 w 8848221"/>
                  <a:gd name="connsiteY17" fmla="*/ 2293458 h 4805204"/>
                  <a:gd name="connsiteX18" fmla="*/ 2016074 w 8848221"/>
                  <a:gd name="connsiteY18" fmla="*/ 2197818 h 4805204"/>
                  <a:gd name="connsiteX19" fmla="*/ 2128079 w 8848221"/>
                  <a:gd name="connsiteY19" fmla="*/ 2130880 h 4805204"/>
                  <a:gd name="connsiteX20" fmla="*/ 2240083 w 8848221"/>
                  <a:gd name="connsiteY20" fmla="*/ 2111286 h 4805204"/>
                  <a:gd name="connsiteX21" fmla="*/ 2352087 w 8848221"/>
                  <a:gd name="connsiteY21" fmla="*/ 2080995 h 4805204"/>
                  <a:gd name="connsiteX22" fmla="*/ 2464091 w 8848221"/>
                  <a:gd name="connsiteY22" fmla="*/ 2072522 h 4805204"/>
                  <a:gd name="connsiteX23" fmla="*/ 2576095 w 8848221"/>
                  <a:gd name="connsiteY23" fmla="*/ 2135752 h 4805204"/>
                  <a:gd name="connsiteX24" fmla="*/ 2688099 w 8848221"/>
                  <a:gd name="connsiteY24" fmla="*/ 2212010 h 4805204"/>
                  <a:gd name="connsiteX25" fmla="*/ 2800104 w 8848221"/>
                  <a:gd name="connsiteY25" fmla="*/ 2261684 h 4805204"/>
                  <a:gd name="connsiteX26" fmla="*/ 2912107 w 8848221"/>
                  <a:gd name="connsiteY26" fmla="*/ 2281596 h 4805204"/>
                  <a:gd name="connsiteX27" fmla="*/ 3024006 w 8848221"/>
                  <a:gd name="connsiteY27" fmla="*/ 2299283 h 4805204"/>
                  <a:gd name="connsiteX28" fmla="*/ 3136010 w 8848221"/>
                  <a:gd name="connsiteY28" fmla="*/ 2339954 h 4805204"/>
                  <a:gd name="connsiteX29" fmla="*/ 3248014 w 8848221"/>
                  <a:gd name="connsiteY29" fmla="*/ 2385497 h 4805204"/>
                  <a:gd name="connsiteX30" fmla="*/ 3360018 w 8848221"/>
                  <a:gd name="connsiteY30" fmla="*/ 2420449 h 4805204"/>
                  <a:gd name="connsiteX31" fmla="*/ 3472022 w 8848221"/>
                  <a:gd name="connsiteY31" fmla="*/ 2444279 h 4805204"/>
                  <a:gd name="connsiteX32" fmla="*/ 3584026 w 8848221"/>
                  <a:gd name="connsiteY32" fmla="*/ 2492364 h 4805204"/>
                  <a:gd name="connsiteX33" fmla="*/ 3696031 w 8848221"/>
                  <a:gd name="connsiteY33" fmla="*/ 2536424 h 4805204"/>
                  <a:gd name="connsiteX34" fmla="*/ 3808035 w 8848221"/>
                  <a:gd name="connsiteY34" fmla="*/ 2524456 h 4805204"/>
                  <a:gd name="connsiteX35" fmla="*/ 3920039 w 8848221"/>
                  <a:gd name="connsiteY35" fmla="*/ 2499355 h 4805204"/>
                  <a:gd name="connsiteX36" fmla="*/ 4032043 w 8848221"/>
                  <a:gd name="connsiteY36" fmla="*/ 2468110 h 4805204"/>
                  <a:gd name="connsiteX37" fmla="*/ 4144047 w 8848221"/>
                  <a:gd name="connsiteY37" fmla="*/ 2445126 h 4805204"/>
                  <a:gd name="connsiteX38" fmla="*/ 4256051 w 8848221"/>
                  <a:gd name="connsiteY38" fmla="*/ 2450316 h 4805204"/>
                  <a:gd name="connsiteX39" fmla="*/ 4368056 w 8848221"/>
                  <a:gd name="connsiteY39" fmla="*/ 2473829 h 4805204"/>
                  <a:gd name="connsiteX40" fmla="*/ 4480060 w 8848221"/>
                  <a:gd name="connsiteY40" fmla="*/ 2495330 h 4805204"/>
                  <a:gd name="connsiteX41" fmla="*/ 4592064 w 8848221"/>
                  <a:gd name="connsiteY41" fmla="*/ 2505497 h 4805204"/>
                  <a:gd name="connsiteX42" fmla="*/ 4704068 w 8848221"/>
                  <a:gd name="connsiteY42" fmla="*/ 2497978 h 4805204"/>
                  <a:gd name="connsiteX43" fmla="*/ 4816072 w 8848221"/>
                  <a:gd name="connsiteY43" fmla="*/ 2473406 h 4805204"/>
                  <a:gd name="connsiteX44" fmla="*/ 4928076 w 8848221"/>
                  <a:gd name="connsiteY44" fmla="*/ 2440255 h 4805204"/>
                  <a:gd name="connsiteX45" fmla="*/ 5040081 w 8848221"/>
                  <a:gd name="connsiteY45" fmla="*/ 2412187 h 4805204"/>
                  <a:gd name="connsiteX46" fmla="*/ 5152084 w 8848221"/>
                  <a:gd name="connsiteY46" fmla="*/ 2403820 h 4805204"/>
                  <a:gd name="connsiteX47" fmla="*/ 5264088 w 8848221"/>
                  <a:gd name="connsiteY47" fmla="*/ 2425744 h 4805204"/>
                  <a:gd name="connsiteX48" fmla="*/ 5376093 w 8848221"/>
                  <a:gd name="connsiteY48" fmla="*/ 2471923 h 4805204"/>
                  <a:gd name="connsiteX49" fmla="*/ 5488097 w 8848221"/>
                  <a:gd name="connsiteY49" fmla="*/ 2534200 h 4805204"/>
                  <a:gd name="connsiteX50" fmla="*/ 5600101 w 8848221"/>
                  <a:gd name="connsiteY50" fmla="*/ 2604739 h 4805204"/>
                  <a:gd name="connsiteX51" fmla="*/ 5712105 w 8848221"/>
                  <a:gd name="connsiteY51" fmla="*/ 2675701 h 4805204"/>
                  <a:gd name="connsiteX52" fmla="*/ 5824109 w 8848221"/>
                  <a:gd name="connsiteY52" fmla="*/ 2741050 h 4805204"/>
                  <a:gd name="connsiteX53" fmla="*/ 5936114 w 8848221"/>
                  <a:gd name="connsiteY53" fmla="*/ 2796443 h 4805204"/>
                  <a:gd name="connsiteX54" fmla="*/ 6048118 w 8848221"/>
                  <a:gd name="connsiteY54" fmla="*/ 2840291 h 4805204"/>
                  <a:gd name="connsiteX55" fmla="*/ 6160121 w 8848221"/>
                  <a:gd name="connsiteY55" fmla="*/ 2873336 h 4805204"/>
                  <a:gd name="connsiteX56" fmla="*/ 6272126 w 8848221"/>
                  <a:gd name="connsiteY56" fmla="*/ 2896743 h 4805204"/>
                  <a:gd name="connsiteX57" fmla="*/ 6384130 w 8848221"/>
                  <a:gd name="connsiteY57" fmla="*/ 2915172 h 4805204"/>
                  <a:gd name="connsiteX58" fmla="*/ 6496134 w 8848221"/>
                  <a:gd name="connsiteY58" fmla="*/ 2930212 h 4805204"/>
                  <a:gd name="connsiteX59" fmla="*/ 6608138 w 8848221"/>
                  <a:gd name="connsiteY59" fmla="*/ 2942180 h 4805204"/>
                  <a:gd name="connsiteX60" fmla="*/ 6720143 w 8848221"/>
                  <a:gd name="connsiteY60" fmla="*/ 2954466 h 4805204"/>
                  <a:gd name="connsiteX61" fmla="*/ 6832147 w 8848221"/>
                  <a:gd name="connsiteY61" fmla="*/ 2969188 h 4805204"/>
                  <a:gd name="connsiteX62" fmla="*/ 6944151 w 8848221"/>
                  <a:gd name="connsiteY62" fmla="*/ 2982110 h 4805204"/>
                  <a:gd name="connsiteX63" fmla="*/ 7056154 w 8848221"/>
                  <a:gd name="connsiteY63" fmla="*/ 2992595 h 4805204"/>
                  <a:gd name="connsiteX64" fmla="*/ 7168159 w 8848221"/>
                  <a:gd name="connsiteY64" fmla="*/ 3000221 h 4805204"/>
                  <a:gd name="connsiteX65" fmla="*/ 7280163 w 8848221"/>
                  <a:gd name="connsiteY65" fmla="*/ 3004352 h 4805204"/>
                  <a:gd name="connsiteX66" fmla="*/ 7392167 w 8848221"/>
                  <a:gd name="connsiteY66" fmla="*/ 3003716 h 4805204"/>
                  <a:gd name="connsiteX67" fmla="*/ 7504171 w 8848221"/>
                  <a:gd name="connsiteY67" fmla="*/ 2996938 h 4805204"/>
                  <a:gd name="connsiteX68" fmla="*/ 7616176 w 8848221"/>
                  <a:gd name="connsiteY68" fmla="*/ 2982745 h 4805204"/>
                  <a:gd name="connsiteX69" fmla="*/ 7728180 w 8848221"/>
                  <a:gd name="connsiteY69" fmla="*/ 2960080 h 4805204"/>
                  <a:gd name="connsiteX70" fmla="*/ 7840184 w 8848221"/>
                  <a:gd name="connsiteY70" fmla="*/ 2928306 h 4805204"/>
                  <a:gd name="connsiteX71" fmla="*/ 7952188 w 8848221"/>
                  <a:gd name="connsiteY71" fmla="*/ 2886787 h 4805204"/>
                  <a:gd name="connsiteX72" fmla="*/ 8064192 w 8848221"/>
                  <a:gd name="connsiteY72" fmla="*/ 2835313 h 4805204"/>
                  <a:gd name="connsiteX73" fmla="*/ 8176196 w 8848221"/>
                  <a:gd name="connsiteY73" fmla="*/ 2773883 h 4805204"/>
                  <a:gd name="connsiteX74" fmla="*/ 8288200 w 8848221"/>
                  <a:gd name="connsiteY74" fmla="*/ 2702497 h 4805204"/>
                  <a:gd name="connsiteX75" fmla="*/ 8400204 w 8848221"/>
                  <a:gd name="connsiteY75" fmla="*/ 2621367 h 4805204"/>
                  <a:gd name="connsiteX76" fmla="*/ 8512208 w 8848221"/>
                  <a:gd name="connsiteY76" fmla="*/ 2530811 h 4805204"/>
                  <a:gd name="connsiteX77" fmla="*/ 8624213 w 8848221"/>
                  <a:gd name="connsiteY77" fmla="*/ 2430934 h 4805204"/>
                  <a:gd name="connsiteX78" fmla="*/ 8736217 w 8848221"/>
                  <a:gd name="connsiteY78" fmla="*/ 2322055 h 4805204"/>
                  <a:gd name="connsiteX79" fmla="*/ 8848221 w 8848221"/>
                  <a:gd name="connsiteY79" fmla="*/ 2204490 h 4805204"/>
                  <a:gd name="connsiteX80" fmla="*/ 8848221 w 8848221"/>
                  <a:gd name="connsiteY80" fmla="*/ 4805204 h 4805204"/>
                  <a:gd name="connsiteX81" fmla="*/ 8736217 w 8848221"/>
                  <a:gd name="connsiteY81" fmla="*/ 4805204 h 4805204"/>
                  <a:gd name="connsiteX82" fmla="*/ 8624213 w 8848221"/>
                  <a:gd name="connsiteY82" fmla="*/ 4801709 h 4805204"/>
                  <a:gd name="connsiteX83" fmla="*/ 8512208 w 8848221"/>
                  <a:gd name="connsiteY83" fmla="*/ 4710200 h 4805204"/>
                  <a:gd name="connsiteX84" fmla="*/ 8400204 w 8848221"/>
                  <a:gd name="connsiteY84" fmla="*/ 4625680 h 4805204"/>
                  <a:gd name="connsiteX85" fmla="*/ 8288200 w 8848221"/>
                  <a:gd name="connsiteY85" fmla="*/ 4548363 h 4805204"/>
                  <a:gd name="connsiteX86" fmla="*/ 8176196 w 8848221"/>
                  <a:gd name="connsiteY86" fmla="*/ 4478460 h 4805204"/>
                  <a:gd name="connsiteX87" fmla="*/ 8064192 w 8848221"/>
                  <a:gd name="connsiteY87" fmla="*/ 4416289 h 4805204"/>
                  <a:gd name="connsiteX88" fmla="*/ 7952188 w 8848221"/>
                  <a:gd name="connsiteY88" fmla="*/ 4361955 h 4805204"/>
                  <a:gd name="connsiteX89" fmla="*/ 7840184 w 8848221"/>
                  <a:gd name="connsiteY89" fmla="*/ 4315353 h 4805204"/>
                  <a:gd name="connsiteX90" fmla="*/ 7728180 w 8848221"/>
                  <a:gd name="connsiteY90" fmla="*/ 4276271 h 4805204"/>
                  <a:gd name="connsiteX91" fmla="*/ 7616176 w 8848221"/>
                  <a:gd name="connsiteY91" fmla="*/ 4244391 h 4805204"/>
                  <a:gd name="connsiteX92" fmla="*/ 7504171 w 8848221"/>
                  <a:gd name="connsiteY92" fmla="*/ 4218760 h 4805204"/>
                  <a:gd name="connsiteX93" fmla="*/ 7392167 w 8848221"/>
                  <a:gd name="connsiteY93" fmla="*/ 4198424 h 4805204"/>
                  <a:gd name="connsiteX94" fmla="*/ 7280163 w 8848221"/>
                  <a:gd name="connsiteY94" fmla="*/ 4182431 h 4805204"/>
                  <a:gd name="connsiteX95" fmla="*/ 7168159 w 8848221"/>
                  <a:gd name="connsiteY95" fmla="*/ 4168556 h 4805204"/>
                  <a:gd name="connsiteX96" fmla="*/ 7056154 w 8848221"/>
                  <a:gd name="connsiteY96" fmla="*/ 4155423 h 4805204"/>
                  <a:gd name="connsiteX97" fmla="*/ 6944151 w 8848221"/>
                  <a:gd name="connsiteY97" fmla="*/ 4143137 h 4805204"/>
                  <a:gd name="connsiteX98" fmla="*/ 6832147 w 8848221"/>
                  <a:gd name="connsiteY98" fmla="*/ 4131910 h 4805204"/>
                  <a:gd name="connsiteX99" fmla="*/ 6720143 w 8848221"/>
                  <a:gd name="connsiteY99" fmla="*/ 4121848 h 4805204"/>
                  <a:gd name="connsiteX100" fmla="*/ 6608138 w 8848221"/>
                  <a:gd name="connsiteY100" fmla="*/ 4110304 h 4805204"/>
                  <a:gd name="connsiteX101" fmla="*/ 6496134 w 8848221"/>
                  <a:gd name="connsiteY101" fmla="*/ 4098441 h 4805204"/>
                  <a:gd name="connsiteX102" fmla="*/ 6384130 w 8848221"/>
                  <a:gd name="connsiteY102" fmla="*/ 4087320 h 4805204"/>
                  <a:gd name="connsiteX103" fmla="*/ 6272126 w 8848221"/>
                  <a:gd name="connsiteY103" fmla="*/ 4075670 h 4805204"/>
                  <a:gd name="connsiteX104" fmla="*/ 6160121 w 8848221"/>
                  <a:gd name="connsiteY104" fmla="*/ 4056182 h 4805204"/>
                  <a:gd name="connsiteX105" fmla="*/ 6048118 w 8848221"/>
                  <a:gd name="connsiteY105" fmla="*/ 4026420 h 4805204"/>
                  <a:gd name="connsiteX106" fmla="*/ 5936114 w 8848221"/>
                  <a:gd name="connsiteY106" fmla="*/ 3992739 h 4805204"/>
                  <a:gd name="connsiteX107" fmla="*/ 5824109 w 8848221"/>
                  <a:gd name="connsiteY107" fmla="*/ 3960648 h 4805204"/>
                  <a:gd name="connsiteX108" fmla="*/ 5712105 w 8848221"/>
                  <a:gd name="connsiteY108" fmla="*/ 3933322 h 4805204"/>
                  <a:gd name="connsiteX109" fmla="*/ 5600101 w 8848221"/>
                  <a:gd name="connsiteY109" fmla="*/ 3911503 h 4805204"/>
                  <a:gd name="connsiteX110" fmla="*/ 5488097 w 8848221"/>
                  <a:gd name="connsiteY110" fmla="*/ 3894028 h 4805204"/>
                  <a:gd name="connsiteX111" fmla="*/ 5376093 w 8848221"/>
                  <a:gd name="connsiteY111" fmla="*/ 3878035 h 4805204"/>
                  <a:gd name="connsiteX112" fmla="*/ 5264088 w 8848221"/>
                  <a:gd name="connsiteY112" fmla="*/ 3860559 h 4805204"/>
                  <a:gd name="connsiteX113" fmla="*/ 5152084 w 8848221"/>
                  <a:gd name="connsiteY113" fmla="*/ 3838211 h 4805204"/>
                  <a:gd name="connsiteX114" fmla="*/ 5040081 w 8848221"/>
                  <a:gd name="connsiteY114" fmla="*/ 3807920 h 4805204"/>
                  <a:gd name="connsiteX115" fmla="*/ 4928076 w 8848221"/>
                  <a:gd name="connsiteY115" fmla="*/ 3775192 h 4805204"/>
                  <a:gd name="connsiteX116" fmla="*/ 4816072 w 8848221"/>
                  <a:gd name="connsiteY116" fmla="*/ 3749243 h 4805204"/>
                  <a:gd name="connsiteX117" fmla="*/ 4704068 w 8848221"/>
                  <a:gd name="connsiteY117" fmla="*/ 3737699 h 4805204"/>
                  <a:gd name="connsiteX118" fmla="*/ 4592064 w 8848221"/>
                  <a:gd name="connsiteY118" fmla="*/ 3743207 h 4805204"/>
                  <a:gd name="connsiteX119" fmla="*/ 4480060 w 8848221"/>
                  <a:gd name="connsiteY119" fmla="*/ 3760682 h 4805204"/>
                  <a:gd name="connsiteX120" fmla="*/ 4368056 w 8848221"/>
                  <a:gd name="connsiteY120" fmla="*/ 3778052 h 4805204"/>
                  <a:gd name="connsiteX121" fmla="*/ 4256051 w 8848221"/>
                  <a:gd name="connsiteY121" fmla="*/ 3780064 h 4805204"/>
                  <a:gd name="connsiteX122" fmla="*/ 4144047 w 8848221"/>
                  <a:gd name="connsiteY122" fmla="*/ 3772227 h 4805204"/>
                  <a:gd name="connsiteX123" fmla="*/ 4032043 w 8848221"/>
                  <a:gd name="connsiteY123" fmla="*/ 3779853 h 4805204"/>
                  <a:gd name="connsiteX124" fmla="*/ 3920039 w 8848221"/>
                  <a:gd name="connsiteY124" fmla="*/ 3799129 h 4805204"/>
                  <a:gd name="connsiteX125" fmla="*/ 3808035 w 8848221"/>
                  <a:gd name="connsiteY125" fmla="*/ 3820841 h 4805204"/>
                  <a:gd name="connsiteX126" fmla="*/ 3696031 w 8848221"/>
                  <a:gd name="connsiteY126" fmla="*/ 3827938 h 4805204"/>
                  <a:gd name="connsiteX127" fmla="*/ 3584026 w 8848221"/>
                  <a:gd name="connsiteY127" fmla="*/ 3662394 h 4805204"/>
                  <a:gd name="connsiteX128" fmla="*/ 3472022 w 8848221"/>
                  <a:gd name="connsiteY128" fmla="*/ 3572050 h 4805204"/>
                  <a:gd name="connsiteX129" fmla="*/ 3360018 w 8848221"/>
                  <a:gd name="connsiteY129" fmla="*/ 3507019 h 4805204"/>
                  <a:gd name="connsiteX130" fmla="*/ 3248014 w 8848221"/>
                  <a:gd name="connsiteY130" fmla="*/ 3425783 h 4805204"/>
                  <a:gd name="connsiteX131" fmla="*/ 3136010 w 8848221"/>
                  <a:gd name="connsiteY131" fmla="*/ 3358421 h 4805204"/>
                  <a:gd name="connsiteX132" fmla="*/ 3024006 w 8848221"/>
                  <a:gd name="connsiteY132" fmla="*/ 3320081 h 4805204"/>
                  <a:gd name="connsiteX133" fmla="*/ 2912107 w 8848221"/>
                  <a:gd name="connsiteY133" fmla="*/ 3297097 h 4805204"/>
                  <a:gd name="connsiteX134" fmla="*/ 2800104 w 8848221"/>
                  <a:gd name="connsiteY134" fmla="*/ 3283011 h 4805204"/>
                  <a:gd name="connsiteX135" fmla="*/ 2688099 w 8848221"/>
                  <a:gd name="connsiteY135" fmla="*/ 3258227 h 4805204"/>
                  <a:gd name="connsiteX136" fmla="*/ 2576095 w 8848221"/>
                  <a:gd name="connsiteY136" fmla="*/ 3244882 h 4805204"/>
                  <a:gd name="connsiteX137" fmla="*/ 2464091 w 8848221"/>
                  <a:gd name="connsiteY137" fmla="*/ 3255579 h 4805204"/>
                  <a:gd name="connsiteX138" fmla="*/ 2352087 w 8848221"/>
                  <a:gd name="connsiteY138" fmla="*/ 3308430 h 4805204"/>
                  <a:gd name="connsiteX139" fmla="*/ 2240083 w 8848221"/>
                  <a:gd name="connsiteY139" fmla="*/ 3520046 h 4805204"/>
                  <a:gd name="connsiteX140" fmla="*/ 2128079 w 8848221"/>
                  <a:gd name="connsiteY140" fmla="*/ 3659852 h 4805204"/>
                  <a:gd name="connsiteX141" fmla="*/ 2016074 w 8848221"/>
                  <a:gd name="connsiteY141" fmla="*/ 3710691 h 4805204"/>
                  <a:gd name="connsiteX142" fmla="*/ 1904070 w 8848221"/>
                  <a:gd name="connsiteY142" fmla="*/ 3744054 h 4805204"/>
                  <a:gd name="connsiteX143" fmla="*/ 1792066 w 8848221"/>
                  <a:gd name="connsiteY143" fmla="*/ 3767567 h 4805204"/>
                  <a:gd name="connsiteX144" fmla="*/ 1680062 w 8848221"/>
                  <a:gd name="connsiteY144" fmla="*/ 3789703 h 4805204"/>
                  <a:gd name="connsiteX145" fmla="*/ 1568058 w 8848221"/>
                  <a:gd name="connsiteY145" fmla="*/ 3815016 h 4805204"/>
                  <a:gd name="connsiteX146" fmla="*/ 1456054 w 8848221"/>
                  <a:gd name="connsiteY146" fmla="*/ 3839164 h 4805204"/>
                  <a:gd name="connsiteX147" fmla="*/ 1344050 w 8848221"/>
                  <a:gd name="connsiteY147" fmla="*/ 3847426 h 4805204"/>
                  <a:gd name="connsiteX148" fmla="*/ 1232046 w 8848221"/>
                  <a:gd name="connsiteY148" fmla="*/ 3818299 h 4805204"/>
                  <a:gd name="connsiteX149" fmla="*/ 1120041 w 8848221"/>
                  <a:gd name="connsiteY149" fmla="*/ 3729120 h 4805204"/>
                  <a:gd name="connsiteX150" fmla="*/ 1008037 w 8848221"/>
                  <a:gd name="connsiteY150" fmla="*/ 3589632 h 4805204"/>
                  <a:gd name="connsiteX151" fmla="*/ 896033 w 8848221"/>
                  <a:gd name="connsiteY151" fmla="*/ 3420381 h 4805204"/>
                  <a:gd name="connsiteX152" fmla="*/ 784029 w 8848221"/>
                  <a:gd name="connsiteY152" fmla="*/ 3222216 h 4805204"/>
                  <a:gd name="connsiteX153" fmla="*/ 672025 w 8848221"/>
                  <a:gd name="connsiteY153" fmla="*/ 2996408 h 4805204"/>
                  <a:gd name="connsiteX154" fmla="*/ 560021 w 8848221"/>
                  <a:gd name="connsiteY154" fmla="*/ 2750794 h 4805204"/>
                  <a:gd name="connsiteX155" fmla="*/ 448017 w 8848221"/>
                  <a:gd name="connsiteY155" fmla="*/ 2497130 h 4805204"/>
                  <a:gd name="connsiteX156" fmla="*/ 336012 w 8848221"/>
                  <a:gd name="connsiteY156" fmla="*/ 2249927 h 4805204"/>
                  <a:gd name="connsiteX157" fmla="*/ 224008 w 8848221"/>
                  <a:gd name="connsiteY157" fmla="*/ 2021154 h 4805204"/>
                  <a:gd name="connsiteX158" fmla="*/ 112004 w 8848221"/>
                  <a:gd name="connsiteY158" fmla="*/ 1814727 h 4805204"/>
                  <a:gd name="connsiteX159" fmla="*/ 0 w 8848221"/>
                  <a:gd name="connsiteY159" fmla="*/ 1628001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848221" h="4805204">
                    <a:moveTo>
                      <a:pt x="0" y="0"/>
                    </a:moveTo>
                    <a:lnTo>
                      <a:pt x="112004" y="467610"/>
                    </a:lnTo>
                    <a:lnTo>
                      <a:pt x="224008" y="869553"/>
                    </a:lnTo>
                    <a:lnTo>
                      <a:pt x="336012" y="1203181"/>
                    </a:lnTo>
                    <a:lnTo>
                      <a:pt x="448017" y="1472838"/>
                    </a:lnTo>
                    <a:lnTo>
                      <a:pt x="560021" y="1690279"/>
                    </a:lnTo>
                    <a:lnTo>
                      <a:pt x="672025" y="1870014"/>
                    </a:lnTo>
                    <a:lnTo>
                      <a:pt x="784029" y="2023484"/>
                    </a:lnTo>
                    <a:lnTo>
                      <a:pt x="896033" y="2158418"/>
                    </a:lnTo>
                    <a:lnTo>
                      <a:pt x="1008037" y="2276300"/>
                    </a:lnTo>
                    <a:lnTo>
                      <a:pt x="1120041" y="2378507"/>
                    </a:lnTo>
                    <a:lnTo>
                      <a:pt x="1232046" y="2463767"/>
                    </a:lnTo>
                    <a:lnTo>
                      <a:pt x="1344050" y="2524880"/>
                    </a:lnTo>
                    <a:lnTo>
                      <a:pt x="1456054" y="2552841"/>
                    </a:lnTo>
                    <a:lnTo>
                      <a:pt x="1568058" y="2539813"/>
                    </a:lnTo>
                    <a:lnTo>
                      <a:pt x="1680062" y="2484526"/>
                    </a:lnTo>
                    <a:lnTo>
                      <a:pt x="1792066" y="2396300"/>
                    </a:lnTo>
                    <a:lnTo>
                      <a:pt x="1904070" y="2293458"/>
                    </a:lnTo>
                    <a:lnTo>
                      <a:pt x="2016074" y="2197818"/>
                    </a:lnTo>
                    <a:lnTo>
                      <a:pt x="2128079" y="2130880"/>
                    </a:lnTo>
                    <a:lnTo>
                      <a:pt x="2240083" y="2111286"/>
                    </a:lnTo>
                    <a:lnTo>
                      <a:pt x="2352087" y="2080995"/>
                    </a:lnTo>
                    <a:lnTo>
                      <a:pt x="2464091" y="2072522"/>
                    </a:lnTo>
                    <a:lnTo>
                      <a:pt x="2576095" y="2135752"/>
                    </a:lnTo>
                    <a:lnTo>
                      <a:pt x="2688099" y="2212010"/>
                    </a:lnTo>
                    <a:lnTo>
                      <a:pt x="2800104" y="2261684"/>
                    </a:lnTo>
                    <a:lnTo>
                      <a:pt x="2912107" y="2281596"/>
                    </a:lnTo>
                    <a:lnTo>
                      <a:pt x="3024006" y="2299283"/>
                    </a:lnTo>
                    <a:lnTo>
                      <a:pt x="3136010" y="2339954"/>
                    </a:lnTo>
                    <a:lnTo>
                      <a:pt x="3248014" y="2385497"/>
                    </a:lnTo>
                    <a:lnTo>
                      <a:pt x="3360018" y="2420449"/>
                    </a:lnTo>
                    <a:lnTo>
                      <a:pt x="3472022" y="2444279"/>
                    </a:lnTo>
                    <a:lnTo>
                      <a:pt x="3584026" y="2492364"/>
                    </a:lnTo>
                    <a:lnTo>
                      <a:pt x="3696031" y="2536424"/>
                    </a:lnTo>
                    <a:lnTo>
                      <a:pt x="3808035" y="2524456"/>
                    </a:lnTo>
                    <a:lnTo>
                      <a:pt x="3920039" y="2499355"/>
                    </a:lnTo>
                    <a:lnTo>
                      <a:pt x="4032043" y="2468110"/>
                    </a:lnTo>
                    <a:lnTo>
                      <a:pt x="4144047" y="2445126"/>
                    </a:lnTo>
                    <a:lnTo>
                      <a:pt x="4256051" y="2450316"/>
                    </a:lnTo>
                    <a:lnTo>
                      <a:pt x="4368056" y="2473829"/>
                    </a:lnTo>
                    <a:lnTo>
                      <a:pt x="4480060" y="2495330"/>
                    </a:lnTo>
                    <a:lnTo>
                      <a:pt x="4592064" y="2505497"/>
                    </a:lnTo>
                    <a:lnTo>
                      <a:pt x="4704068" y="2497978"/>
                    </a:lnTo>
                    <a:lnTo>
                      <a:pt x="4816072" y="2473406"/>
                    </a:lnTo>
                    <a:lnTo>
                      <a:pt x="4928076" y="2440255"/>
                    </a:lnTo>
                    <a:lnTo>
                      <a:pt x="5040081" y="2412187"/>
                    </a:lnTo>
                    <a:lnTo>
                      <a:pt x="5152084" y="2403820"/>
                    </a:lnTo>
                    <a:lnTo>
                      <a:pt x="5264088" y="2425744"/>
                    </a:lnTo>
                    <a:lnTo>
                      <a:pt x="5376093" y="2471923"/>
                    </a:lnTo>
                    <a:lnTo>
                      <a:pt x="5488097" y="2534200"/>
                    </a:lnTo>
                    <a:lnTo>
                      <a:pt x="5600101" y="2604739"/>
                    </a:lnTo>
                    <a:lnTo>
                      <a:pt x="5712105" y="2675701"/>
                    </a:lnTo>
                    <a:lnTo>
                      <a:pt x="5824109" y="2741050"/>
                    </a:lnTo>
                    <a:lnTo>
                      <a:pt x="5936114" y="2796443"/>
                    </a:lnTo>
                    <a:lnTo>
                      <a:pt x="6048118" y="2840291"/>
                    </a:lnTo>
                    <a:lnTo>
                      <a:pt x="6160121" y="2873336"/>
                    </a:lnTo>
                    <a:lnTo>
                      <a:pt x="6272126" y="2896743"/>
                    </a:lnTo>
                    <a:lnTo>
                      <a:pt x="6384130" y="2915172"/>
                    </a:lnTo>
                    <a:lnTo>
                      <a:pt x="6496134" y="2930212"/>
                    </a:lnTo>
                    <a:lnTo>
                      <a:pt x="6608138" y="2942180"/>
                    </a:lnTo>
                    <a:lnTo>
                      <a:pt x="6720143" y="2954466"/>
                    </a:lnTo>
                    <a:lnTo>
                      <a:pt x="6832147" y="2969188"/>
                    </a:lnTo>
                    <a:lnTo>
                      <a:pt x="6944151" y="2982110"/>
                    </a:lnTo>
                    <a:lnTo>
                      <a:pt x="7056154" y="2992595"/>
                    </a:lnTo>
                    <a:lnTo>
                      <a:pt x="7168159" y="3000221"/>
                    </a:lnTo>
                    <a:lnTo>
                      <a:pt x="7280163" y="3004352"/>
                    </a:lnTo>
                    <a:lnTo>
                      <a:pt x="7392167" y="3003716"/>
                    </a:lnTo>
                    <a:lnTo>
                      <a:pt x="7504171" y="2996938"/>
                    </a:lnTo>
                    <a:lnTo>
                      <a:pt x="7616176" y="2982745"/>
                    </a:lnTo>
                    <a:lnTo>
                      <a:pt x="7728180" y="2960080"/>
                    </a:lnTo>
                    <a:lnTo>
                      <a:pt x="7840184" y="2928306"/>
                    </a:lnTo>
                    <a:lnTo>
                      <a:pt x="7952188" y="2886787"/>
                    </a:lnTo>
                    <a:lnTo>
                      <a:pt x="8064192" y="2835313"/>
                    </a:lnTo>
                    <a:lnTo>
                      <a:pt x="8176196" y="2773883"/>
                    </a:lnTo>
                    <a:lnTo>
                      <a:pt x="8288200" y="2702497"/>
                    </a:lnTo>
                    <a:lnTo>
                      <a:pt x="8400204" y="2621367"/>
                    </a:lnTo>
                    <a:lnTo>
                      <a:pt x="8512208" y="2530811"/>
                    </a:lnTo>
                    <a:lnTo>
                      <a:pt x="8624213" y="2430934"/>
                    </a:lnTo>
                    <a:lnTo>
                      <a:pt x="8736217" y="2322055"/>
                    </a:lnTo>
                    <a:lnTo>
                      <a:pt x="8848221" y="2204490"/>
                    </a:lnTo>
                    <a:lnTo>
                      <a:pt x="8848221" y="4805204"/>
                    </a:lnTo>
                    <a:lnTo>
                      <a:pt x="8736217" y="4805204"/>
                    </a:lnTo>
                    <a:lnTo>
                      <a:pt x="8624213" y="4801709"/>
                    </a:lnTo>
                    <a:lnTo>
                      <a:pt x="8512208" y="4710200"/>
                    </a:lnTo>
                    <a:lnTo>
                      <a:pt x="8400204" y="4625680"/>
                    </a:lnTo>
                    <a:lnTo>
                      <a:pt x="8288200" y="4548363"/>
                    </a:lnTo>
                    <a:lnTo>
                      <a:pt x="8176196" y="4478460"/>
                    </a:lnTo>
                    <a:lnTo>
                      <a:pt x="8064192" y="4416289"/>
                    </a:lnTo>
                    <a:lnTo>
                      <a:pt x="7952188" y="4361955"/>
                    </a:lnTo>
                    <a:lnTo>
                      <a:pt x="7840184" y="4315353"/>
                    </a:lnTo>
                    <a:lnTo>
                      <a:pt x="7728180" y="4276271"/>
                    </a:lnTo>
                    <a:lnTo>
                      <a:pt x="7616176" y="4244391"/>
                    </a:lnTo>
                    <a:lnTo>
                      <a:pt x="7504171" y="4218760"/>
                    </a:lnTo>
                    <a:lnTo>
                      <a:pt x="7392167" y="4198424"/>
                    </a:lnTo>
                    <a:lnTo>
                      <a:pt x="7280163" y="4182431"/>
                    </a:lnTo>
                    <a:lnTo>
                      <a:pt x="7168159" y="4168556"/>
                    </a:lnTo>
                    <a:lnTo>
                      <a:pt x="7056154" y="4155423"/>
                    </a:lnTo>
                    <a:lnTo>
                      <a:pt x="6944151" y="4143137"/>
                    </a:lnTo>
                    <a:lnTo>
                      <a:pt x="6832147" y="4131910"/>
                    </a:lnTo>
                    <a:lnTo>
                      <a:pt x="6720143" y="4121848"/>
                    </a:lnTo>
                    <a:lnTo>
                      <a:pt x="6608138" y="4110304"/>
                    </a:lnTo>
                    <a:lnTo>
                      <a:pt x="6496134" y="4098441"/>
                    </a:lnTo>
                    <a:lnTo>
                      <a:pt x="6384130" y="4087320"/>
                    </a:lnTo>
                    <a:lnTo>
                      <a:pt x="6272126" y="4075670"/>
                    </a:lnTo>
                    <a:lnTo>
                      <a:pt x="6160121" y="4056182"/>
                    </a:lnTo>
                    <a:lnTo>
                      <a:pt x="6048118" y="4026420"/>
                    </a:lnTo>
                    <a:lnTo>
                      <a:pt x="5936114" y="3992739"/>
                    </a:lnTo>
                    <a:lnTo>
                      <a:pt x="5824109" y="3960648"/>
                    </a:lnTo>
                    <a:lnTo>
                      <a:pt x="5712105" y="3933322"/>
                    </a:lnTo>
                    <a:lnTo>
                      <a:pt x="5600101" y="3911503"/>
                    </a:lnTo>
                    <a:lnTo>
                      <a:pt x="5488097" y="3894028"/>
                    </a:lnTo>
                    <a:lnTo>
                      <a:pt x="5376093" y="3878035"/>
                    </a:lnTo>
                    <a:lnTo>
                      <a:pt x="5264088" y="3860559"/>
                    </a:lnTo>
                    <a:lnTo>
                      <a:pt x="5152084" y="3838211"/>
                    </a:lnTo>
                    <a:lnTo>
                      <a:pt x="5040081" y="3807920"/>
                    </a:lnTo>
                    <a:lnTo>
                      <a:pt x="4928076" y="3775192"/>
                    </a:lnTo>
                    <a:lnTo>
                      <a:pt x="4816072" y="3749243"/>
                    </a:lnTo>
                    <a:lnTo>
                      <a:pt x="4704068" y="3737699"/>
                    </a:lnTo>
                    <a:lnTo>
                      <a:pt x="4592064" y="3743207"/>
                    </a:lnTo>
                    <a:lnTo>
                      <a:pt x="4480060" y="3760682"/>
                    </a:lnTo>
                    <a:lnTo>
                      <a:pt x="4368056" y="3778052"/>
                    </a:lnTo>
                    <a:lnTo>
                      <a:pt x="4256051" y="3780064"/>
                    </a:lnTo>
                    <a:lnTo>
                      <a:pt x="4144047" y="3772227"/>
                    </a:lnTo>
                    <a:lnTo>
                      <a:pt x="4032043" y="3779853"/>
                    </a:lnTo>
                    <a:lnTo>
                      <a:pt x="3920039" y="3799129"/>
                    </a:lnTo>
                    <a:lnTo>
                      <a:pt x="3808035" y="3820841"/>
                    </a:lnTo>
                    <a:lnTo>
                      <a:pt x="3696031" y="3827938"/>
                    </a:lnTo>
                    <a:lnTo>
                      <a:pt x="3584026" y="3662394"/>
                    </a:lnTo>
                    <a:lnTo>
                      <a:pt x="3472022" y="3572050"/>
                    </a:lnTo>
                    <a:lnTo>
                      <a:pt x="3360018" y="3507019"/>
                    </a:lnTo>
                    <a:lnTo>
                      <a:pt x="3248014" y="3425783"/>
                    </a:lnTo>
                    <a:lnTo>
                      <a:pt x="3136010" y="3358421"/>
                    </a:lnTo>
                    <a:lnTo>
                      <a:pt x="3024006" y="3320081"/>
                    </a:lnTo>
                    <a:lnTo>
                      <a:pt x="2912107" y="3297097"/>
                    </a:lnTo>
                    <a:lnTo>
                      <a:pt x="2800104" y="3283011"/>
                    </a:lnTo>
                    <a:lnTo>
                      <a:pt x="2688099" y="3258227"/>
                    </a:lnTo>
                    <a:lnTo>
                      <a:pt x="2576095" y="3244882"/>
                    </a:lnTo>
                    <a:lnTo>
                      <a:pt x="2464091" y="3255579"/>
                    </a:lnTo>
                    <a:lnTo>
                      <a:pt x="2352087" y="3308430"/>
                    </a:lnTo>
                    <a:lnTo>
                      <a:pt x="2240083" y="3520046"/>
                    </a:lnTo>
                    <a:lnTo>
                      <a:pt x="2128079" y="3659852"/>
                    </a:lnTo>
                    <a:lnTo>
                      <a:pt x="2016074" y="3710691"/>
                    </a:lnTo>
                    <a:lnTo>
                      <a:pt x="1904070" y="3744054"/>
                    </a:lnTo>
                    <a:lnTo>
                      <a:pt x="1792066" y="3767567"/>
                    </a:lnTo>
                    <a:lnTo>
                      <a:pt x="1680062" y="3789703"/>
                    </a:lnTo>
                    <a:lnTo>
                      <a:pt x="1568058" y="3815016"/>
                    </a:lnTo>
                    <a:lnTo>
                      <a:pt x="1456054" y="3839164"/>
                    </a:lnTo>
                    <a:lnTo>
                      <a:pt x="1344050" y="3847426"/>
                    </a:lnTo>
                    <a:lnTo>
                      <a:pt x="1232046" y="3818299"/>
                    </a:lnTo>
                    <a:lnTo>
                      <a:pt x="1120041" y="3729120"/>
                    </a:lnTo>
                    <a:lnTo>
                      <a:pt x="1008037" y="3589632"/>
                    </a:lnTo>
                    <a:lnTo>
                      <a:pt x="896033" y="3420381"/>
                    </a:lnTo>
                    <a:lnTo>
                      <a:pt x="784029" y="3222216"/>
                    </a:lnTo>
                    <a:lnTo>
                      <a:pt x="672025" y="2996408"/>
                    </a:lnTo>
                    <a:lnTo>
                      <a:pt x="560021" y="2750794"/>
                    </a:lnTo>
                    <a:lnTo>
                      <a:pt x="448017" y="2497130"/>
                    </a:lnTo>
                    <a:lnTo>
                      <a:pt x="336012" y="2249927"/>
                    </a:lnTo>
                    <a:lnTo>
                      <a:pt x="224008" y="2021154"/>
                    </a:lnTo>
                    <a:lnTo>
                      <a:pt x="112004" y="1814727"/>
                    </a:lnTo>
                    <a:lnTo>
                      <a:pt x="0" y="1628001"/>
                    </a:lnTo>
                    <a:close/>
                  </a:path>
                </a:pathLst>
              </a:custGeom>
              <a:solidFill>
                <a:srgbClr val="B50A37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A6FFDE66-F0F9-4ADF-412E-B03EBF4B7024}"/>
                  </a:ext>
                </a:extLst>
              </p:cNvPr>
              <p:cNvSpPr/>
              <p:nvPr/>
            </p:nvSpPr>
            <p:spPr>
              <a:xfrm>
                <a:off x="1831047" y="971481"/>
                <a:ext cx="8848221" cy="3004351"/>
              </a:xfrm>
              <a:custGeom>
                <a:avLst/>
                <a:gdLst>
                  <a:gd name="connsiteX0" fmla="*/ 0 w 8848221"/>
                  <a:gd name="connsiteY0" fmla="*/ 0 h 3004351"/>
                  <a:gd name="connsiteX1" fmla="*/ 112004 w 8848221"/>
                  <a:gd name="connsiteY1" fmla="*/ 467610 h 3004351"/>
                  <a:gd name="connsiteX2" fmla="*/ 224008 w 8848221"/>
                  <a:gd name="connsiteY2" fmla="*/ 869553 h 3004351"/>
                  <a:gd name="connsiteX3" fmla="*/ 336012 w 8848221"/>
                  <a:gd name="connsiteY3" fmla="*/ 1203181 h 3004351"/>
                  <a:gd name="connsiteX4" fmla="*/ 448017 w 8848221"/>
                  <a:gd name="connsiteY4" fmla="*/ 1472838 h 3004351"/>
                  <a:gd name="connsiteX5" fmla="*/ 560021 w 8848221"/>
                  <a:gd name="connsiteY5" fmla="*/ 1690279 h 3004351"/>
                  <a:gd name="connsiteX6" fmla="*/ 672025 w 8848221"/>
                  <a:gd name="connsiteY6" fmla="*/ 1870014 h 3004351"/>
                  <a:gd name="connsiteX7" fmla="*/ 784029 w 8848221"/>
                  <a:gd name="connsiteY7" fmla="*/ 2023484 h 3004351"/>
                  <a:gd name="connsiteX8" fmla="*/ 896033 w 8848221"/>
                  <a:gd name="connsiteY8" fmla="*/ 2158418 h 3004351"/>
                  <a:gd name="connsiteX9" fmla="*/ 1008037 w 8848221"/>
                  <a:gd name="connsiteY9" fmla="*/ 2276300 h 3004351"/>
                  <a:gd name="connsiteX10" fmla="*/ 1120041 w 8848221"/>
                  <a:gd name="connsiteY10" fmla="*/ 2378507 h 3004351"/>
                  <a:gd name="connsiteX11" fmla="*/ 1232046 w 8848221"/>
                  <a:gd name="connsiteY11" fmla="*/ 2463767 h 3004351"/>
                  <a:gd name="connsiteX12" fmla="*/ 1344050 w 8848221"/>
                  <a:gd name="connsiteY12" fmla="*/ 2524880 h 3004351"/>
                  <a:gd name="connsiteX13" fmla="*/ 1456054 w 8848221"/>
                  <a:gd name="connsiteY13" fmla="*/ 2552841 h 3004351"/>
                  <a:gd name="connsiteX14" fmla="*/ 1568058 w 8848221"/>
                  <a:gd name="connsiteY14" fmla="*/ 2539813 h 3004351"/>
                  <a:gd name="connsiteX15" fmla="*/ 1680062 w 8848221"/>
                  <a:gd name="connsiteY15" fmla="*/ 2484526 h 3004351"/>
                  <a:gd name="connsiteX16" fmla="*/ 1792066 w 8848221"/>
                  <a:gd name="connsiteY16" fmla="*/ 2396300 h 3004351"/>
                  <a:gd name="connsiteX17" fmla="*/ 1904070 w 8848221"/>
                  <a:gd name="connsiteY17" fmla="*/ 2293458 h 3004351"/>
                  <a:gd name="connsiteX18" fmla="*/ 2016074 w 8848221"/>
                  <a:gd name="connsiteY18" fmla="*/ 2197818 h 3004351"/>
                  <a:gd name="connsiteX19" fmla="*/ 2128079 w 8848221"/>
                  <a:gd name="connsiteY19" fmla="*/ 2130880 h 3004351"/>
                  <a:gd name="connsiteX20" fmla="*/ 2240083 w 8848221"/>
                  <a:gd name="connsiteY20" fmla="*/ 2111286 h 3004351"/>
                  <a:gd name="connsiteX21" fmla="*/ 2352087 w 8848221"/>
                  <a:gd name="connsiteY21" fmla="*/ 2080995 h 3004351"/>
                  <a:gd name="connsiteX22" fmla="*/ 2464091 w 8848221"/>
                  <a:gd name="connsiteY22" fmla="*/ 2072522 h 3004351"/>
                  <a:gd name="connsiteX23" fmla="*/ 2576095 w 8848221"/>
                  <a:gd name="connsiteY23" fmla="*/ 2135752 h 3004351"/>
                  <a:gd name="connsiteX24" fmla="*/ 2688099 w 8848221"/>
                  <a:gd name="connsiteY24" fmla="*/ 2212010 h 3004351"/>
                  <a:gd name="connsiteX25" fmla="*/ 2800104 w 8848221"/>
                  <a:gd name="connsiteY25" fmla="*/ 2261684 h 3004351"/>
                  <a:gd name="connsiteX26" fmla="*/ 2912107 w 8848221"/>
                  <a:gd name="connsiteY26" fmla="*/ 2281596 h 3004351"/>
                  <a:gd name="connsiteX27" fmla="*/ 3024006 w 8848221"/>
                  <a:gd name="connsiteY27" fmla="*/ 2299283 h 3004351"/>
                  <a:gd name="connsiteX28" fmla="*/ 3136010 w 8848221"/>
                  <a:gd name="connsiteY28" fmla="*/ 2339954 h 3004351"/>
                  <a:gd name="connsiteX29" fmla="*/ 3248014 w 8848221"/>
                  <a:gd name="connsiteY29" fmla="*/ 2385497 h 3004351"/>
                  <a:gd name="connsiteX30" fmla="*/ 3360018 w 8848221"/>
                  <a:gd name="connsiteY30" fmla="*/ 2420449 h 3004351"/>
                  <a:gd name="connsiteX31" fmla="*/ 3472022 w 8848221"/>
                  <a:gd name="connsiteY31" fmla="*/ 2444279 h 3004351"/>
                  <a:gd name="connsiteX32" fmla="*/ 3584026 w 8848221"/>
                  <a:gd name="connsiteY32" fmla="*/ 2492364 h 3004351"/>
                  <a:gd name="connsiteX33" fmla="*/ 3696031 w 8848221"/>
                  <a:gd name="connsiteY33" fmla="*/ 2536424 h 3004351"/>
                  <a:gd name="connsiteX34" fmla="*/ 3808035 w 8848221"/>
                  <a:gd name="connsiteY34" fmla="*/ 2524456 h 3004351"/>
                  <a:gd name="connsiteX35" fmla="*/ 3920039 w 8848221"/>
                  <a:gd name="connsiteY35" fmla="*/ 2499355 h 3004351"/>
                  <a:gd name="connsiteX36" fmla="*/ 4032043 w 8848221"/>
                  <a:gd name="connsiteY36" fmla="*/ 2468110 h 3004351"/>
                  <a:gd name="connsiteX37" fmla="*/ 4144047 w 8848221"/>
                  <a:gd name="connsiteY37" fmla="*/ 2445126 h 3004351"/>
                  <a:gd name="connsiteX38" fmla="*/ 4256051 w 8848221"/>
                  <a:gd name="connsiteY38" fmla="*/ 2450316 h 3004351"/>
                  <a:gd name="connsiteX39" fmla="*/ 4368056 w 8848221"/>
                  <a:gd name="connsiteY39" fmla="*/ 2473829 h 3004351"/>
                  <a:gd name="connsiteX40" fmla="*/ 4480060 w 8848221"/>
                  <a:gd name="connsiteY40" fmla="*/ 2495330 h 3004351"/>
                  <a:gd name="connsiteX41" fmla="*/ 4592064 w 8848221"/>
                  <a:gd name="connsiteY41" fmla="*/ 2505497 h 3004351"/>
                  <a:gd name="connsiteX42" fmla="*/ 4704068 w 8848221"/>
                  <a:gd name="connsiteY42" fmla="*/ 2497978 h 3004351"/>
                  <a:gd name="connsiteX43" fmla="*/ 4816072 w 8848221"/>
                  <a:gd name="connsiteY43" fmla="*/ 2473406 h 3004351"/>
                  <a:gd name="connsiteX44" fmla="*/ 4928076 w 8848221"/>
                  <a:gd name="connsiteY44" fmla="*/ 2440255 h 3004351"/>
                  <a:gd name="connsiteX45" fmla="*/ 5040081 w 8848221"/>
                  <a:gd name="connsiteY45" fmla="*/ 2412187 h 3004351"/>
                  <a:gd name="connsiteX46" fmla="*/ 5152084 w 8848221"/>
                  <a:gd name="connsiteY46" fmla="*/ 2403820 h 3004351"/>
                  <a:gd name="connsiteX47" fmla="*/ 5264088 w 8848221"/>
                  <a:gd name="connsiteY47" fmla="*/ 2425744 h 3004351"/>
                  <a:gd name="connsiteX48" fmla="*/ 5376093 w 8848221"/>
                  <a:gd name="connsiteY48" fmla="*/ 2471923 h 3004351"/>
                  <a:gd name="connsiteX49" fmla="*/ 5488097 w 8848221"/>
                  <a:gd name="connsiteY49" fmla="*/ 2534200 h 3004351"/>
                  <a:gd name="connsiteX50" fmla="*/ 5600101 w 8848221"/>
                  <a:gd name="connsiteY50" fmla="*/ 2604739 h 3004351"/>
                  <a:gd name="connsiteX51" fmla="*/ 5712105 w 8848221"/>
                  <a:gd name="connsiteY51" fmla="*/ 2675701 h 3004351"/>
                  <a:gd name="connsiteX52" fmla="*/ 5824109 w 8848221"/>
                  <a:gd name="connsiteY52" fmla="*/ 2741050 h 3004351"/>
                  <a:gd name="connsiteX53" fmla="*/ 5936114 w 8848221"/>
                  <a:gd name="connsiteY53" fmla="*/ 2796443 h 3004351"/>
                  <a:gd name="connsiteX54" fmla="*/ 6048118 w 8848221"/>
                  <a:gd name="connsiteY54" fmla="*/ 2840291 h 3004351"/>
                  <a:gd name="connsiteX55" fmla="*/ 6160121 w 8848221"/>
                  <a:gd name="connsiteY55" fmla="*/ 2873336 h 3004351"/>
                  <a:gd name="connsiteX56" fmla="*/ 6272126 w 8848221"/>
                  <a:gd name="connsiteY56" fmla="*/ 2896743 h 3004351"/>
                  <a:gd name="connsiteX57" fmla="*/ 6384130 w 8848221"/>
                  <a:gd name="connsiteY57" fmla="*/ 2915172 h 3004351"/>
                  <a:gd name="connsiteX58" fmla="*/ 6496134 w 8848221"/>
                  <a:gd name="connsiteY58" fmla="*/ 2930212 h 3004351"/>
                  <a:gd name="connsiteX59" fmla="*/ 6608138 w 8848221"/>
                  <a:gd name="connsiteY59" fmla="*/ 2942180 h 3004351"/>
                  <a:gd name="connsiteX60" fmla="*/ 6720143 w 8848221"/>
                  <a:gd name="connsiteY60" fmla="*/ 2954466 h 3004351"/>
                  <a:gd name="connsiteX61" fmla="*/ 6832147 w 8848221"/>
                  <a:gd name="connsiteY61" fmla="*/ 2969188 h 3004351"/>
                  <a:gd name="connsiteX62" fmla="*/ 6944151 w 8848221"/>
                  <a:gd name="connsiteY62" fmla="*/ 2982110 h 3004351"/>
                  <a:gd name="connsiteX63" fmla="*/ 7056154 w 8848221"/>
                  <a:gd name="connsiteY63" fmla="*/ 2992595 h 3004351"/>
                  <a:gd name="connsiteX64" fmla="*/ 7168159 w 8848221"/>
                  <a:gd name="connsiteY64" fmla="*/ 3000221 h 3004351"/>
                  <a:gd name="connsiteX65" fmla="*/ 7280163 w 8848221"/>
                  <a:gd name="connsiteY65" fmla="*/ 3004352 h 3004351"/>
                  <a:gd name="connsiteX66" fmla="*/ 7392167 w 8848221"/>
                  <a:gd name="connsiteY66" fmla="*/ 3003716 h 3004351"/>
                  <a:gd name="connsiteX67" fmla="*/ 7504171 w 8848221"/>
                  <a:gd name="connsiteY67" fmla="*/ 2996938 h 3004351"/>
                  <a:gd name="connsiteX68" fmla="*/ 7616176 w 8848221"/>
                  <a:gd name="connsiteY68" fmla="*/ 2982745 h 3004351"/>
                  <a:gd name="connsiteX69" fmla="*/ 7728180 w 8848221"/>
                  <a:gd name="connsiteY69" fmla="*/ 2960080 h 3004351"/>
                  <a:gd name="connsiteX70" fmla="*/ 7840184 w 8848221"/>
                  <a:gd name="connsiteY70" fmla="*/ 2928306 h 3004351"/>
                  <a:gd name="connsiteX71" fmla="*/ 7952188 w 8848221"/>
                  <a:gd name="connsiteY71" fmla="*/ 2886787 h 3004351"/>
                  <a:gd name="connsiteX72" fmla="*/ 8064192 w 8848221"/>
                  <a:gd name="connsiteY72" fmla="*/ 2835313 h 3004351"/>
                  <a:gd name="connsiteX73" fmla="*/ 8176196 w 8848221"/>
                  <a:gd name="connsiteY73" fmla="*/ 2773883 h 3004351"/>
                  <a:gd name="connsiteX74" fmla="*/ 8288200 w 8848221"/>
                  <a:gd name="connsiteY74" fmla="*/ 2702497 h 3004351"/>
                  <a:gd name="connsiteX75" fmla="*/ 8400204 w 8848221"/>
                  <a:gd name="connsiteY75" fmla="*/ 2621367 h 3004351"/>
                  <a:gd name="connsiteX76" fmla="*/ 8512208 w 8848221"/>
                  <a:gd name="connsiteY76" fmla="*/ 2530811 h 3004351"/>
                  <a:gd name="connsiteX77" fmla="*/ 8624213 w 8848221"/>
                  <a:gd name="connsiteY77" fmla="*/ 2430934 h 3004351"/>
                  <a:gd name="connsiteX78" fmla="*/ 8736217 w 8848221"/>
                  <a:gd name="connsiteY78" fmla="*/ 2322055 h 3004351"/>
                  <a:gd name="connsiteX79" fmla="*/ 8848221 w 8848221"/>
                  <a:gd name="connsiteY79" fmla="*/ 2204490 h 3004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3004351">
                    <a:moveTo>
                      <a:pt x="0" y="0"/>
                    </a:moveTo>
                    <a:lnTo>
                      <a:pt x="112004" y="467610"/>
                    </a:lnTo>
                    <a:lnTo>
                      <a:pt x="224008" y="869553"/>
                    </a:lnTo>
                    <a:lnTo>
                      <a:pt x="336012" y="1203181"/>
                    </a:lnTo>
                    <a:lnTo>
                      <a:pt x="448017" y="1472838"/>
                    </a:lnTo>
                    <a:lnTo>
                      <a:pt x="560021" y="1690279"/>
                    </a:lnTo>
                    <a:lnTo>
                      <a:pt x="672025" y="1870014"/>
                    </a:lnTo>
                    <a:lnTo>
                      <a:pt x="784029" y="2023484"/>
                    </a:lnTo>
                    <a:lnTo>
                      <a:pt x="896033" y="2158418"/>
                    </a:lnTo>
                    <a:lnTo>
                      <a:pt x="1008037" y="2276300"/>
                    </a:lnTo>
                    <a:lnTo>
                      <a:pt x="1120041" y="2378507"/>
                    </a:lnTo>
                    <a:lnTo>
                      <a:pt x="1232046" y="2463767"/>
                    </a:lnTo>
                    <a:lnTo>
                      <a:pt x="1344050" y="2524880"/>
                    </a:lnTo>
                    <a:lnTo>
                      <a:pt x="1456054" y="2552841"/>
                    </a:lnTo>
                    <a:lnTo>
                      <a:pt x="1568058" y="2539813"/>
                    </a:lnTo>
                    <a:lnTo>
                      <a:pt x="1680062" y="2484526"/>
                    </a:lnTo>
                    <a:lnTo>
                      <a:pt x="1792066" y="2396300"/>
                    </a:lnTo>
                    <a:lnTo>
                      <a:pt x="1904070" y="2293458"/>
                    </a:lnTo>
                    <a:lnTo>
                      <a:pt x="2016074" y="2197818"/>
                    </a:lnTo>
                    <a:lnTo>
                      <a:pt x="2128079" y="2130880"/>
                    </a:lnTo>
                    <a:lnTo>
                      <a:pt x="2240083" y="2111286"/>
                    </a:lnTo>
                    <a:lnTo>
                      <a:pt x="2352087" y="2080995"/>
                    </a:lnTo>
                    <a:lnTo>
                      <a:pt x="2464091" y="2072522"/>
                    </a:lnTo>
                    <a:lnTo>
                      <a:pt x="2576095" y="2135752"/>
                    </a:lnTo>
                    <a:lnTo>
                      <a:pt x="2688099" y="2212010"/>
                    </a:lnTo>
                    <a:lnTo>
                      <a:pt x="2800104" y="2261684"/>
                    </a:lnTo>
                    <a:lnTo>
                      <a:pt x="2912107" y="2281596"/>
                    </a:lnTo>
                    <a:lnTo>
                      <a:pt x="3024006" y="2299283"/>
                    </a:lnTo>
                    <a:lnTo>
                      <a:pt x="3136010" y="2339954"/>
                    </a:lnTo>
                    <a:lnTo>
                      <a:pt x="3248014" y="2385497"/>
                    </a:lnTo>
                    <a:lnTo>
                      <a:pt x="3360018" y="2420449"/>
                    </a:lnTo>
                    <a:lnTo>
                      <a:pt x="3472022" y="2444279"/>
                    </a:lnTo>
                    <a:lnTo>
                      <a:pt x="3584026" y="2492364"/>
                    </a:lnTo>
                    <a:lnTo>
                      <a:pt x="3696031" y="2536424"/>
                    </a:lnTo>
                    <a:lnTo>
                      <a:pt x="3808035" y="2524456"/>
                    </a:lnTo>
                    <a:lnTo>
                      <a:pt x="3920039" y="2499355"/>
                    </a:lnTo>
                    <a:lnTo>
                      <a:pt x="4032043" y="2468110"/>
                    </a:lnTo>
                    <a:lnTo>
                      <a:pt x="4144047" y="2445126"/>
                    </a:lnTo>
                    <a:lnTo>
                      <a:pt x="4256051" y="2450316"/>
                    </a:lnTo>
                    <a:lnTo>
                      <a:pt x="4368056" y="2473829"/>
                    </a:lnTo>
                    <a:lnTo>
                      <a:pt x="4480060" y="2495330"/>
                    </a:lnTo>
                    <a:lnTo>
                      <a:pt x="4592064" y="2505497"/>
                    </a:lnTo>
                    <a:lnTo>
                      <a:pt x="4704068" y="2497978"/>
                    </a:lnTo>
                    <a:lnTo>
                      <a:pt x="4816072" y="2473406"/>
                    </a:lnTo>
                    <a:lnTo>
                      <a:pt x="4928076" y="2440255"/>
                    </a:lnTo>
                    <a:lnTo>
                      <a:pt x="5040081" y="2412187"/>
                    </a:lnTo>
                    <a:lnTo>
                      <a:pt x="5152084" y="2403820"/>
                    </a:lnTo>
                    <a:lnTo>
                      <a:pt x="5264088" y="2425744"/>
                    </a:lnTo>
                    <a:lnTo>
                      <a:pt x="5376093" y="2471923"/>
                    </a:lnTo>
                    <a:lnTo>
                      <a:pt x="5488097" y="2534200"/>
                    </a:lnTo>
                    <a:lnTo>
                      <a:pt x="5600101" y="2604739"/>
                    </a:lnTo>
                    <a:lnTo>
                      <a:pt x="5712105" y="2675701"/>
                    </a:lnTo>
                    <a:lnTo>
                      <a:pt x="5824109" y="2741050"/>
                    </a:lnTo>
                    <a:lnTo>
                      <a:pt x="5936114" y="2796443"/>
                    </a:lnTo>
                    <a:lnTo>
                      <a:pt x="6048118" y="2840291"/>
                    </a:lnTo>
                    <a:lnTo>
                      <a:pt x="6160121" y="2873336"/>
                    </a:lnTo>
                    <a:lnTo>
                      <a:pt x="6272126" y="2896743"/>
                    </a:lnTo>
                    <a:lnTo>
                      <a:pt x="6384130" y="2915172"/>
                    </a:lnTo>
                    <a:lnTo>
                      <a:pt x="6496134" y="2930212"/>
                    </a:lnTo>
                    <a:lnTo>
                      <a:pt x="6608138" y="2942180"/>
                    </a:lnTo>
                    <a:lnTo>
                      <a:pt x="6720143" y="2954466"/>
                    </a:lnTo>
                    <a:lnTo>
                      <a:pt x="6832147" y="2969188"/>
                    </a:lnTo>
                    <a:lnTo>
                      <a:pt x="6944151" y="2982110"/>
                    </a:lnTo>
                    <a:lnTo>
                      <a:pt x="7056154" y="2992595"/>
                    </a:lnTo>
                    <a:lnTo>
                      <a:pt x="7168159" y="3000221"/>
                    </a:lnTo>
                    <a:lnTo>
                      <a:pt x="7280163" y="3004352"/>
                    </a:lnTo>
                    <a:lnTo>
                      <a:pt x="7392167" y="3003716"/>
                    </a:lnTo>
                    <a:lnTo>
                      <a:pt x="7504171" y="2996938"/>
                    </a:lnTo>
                    <a:lnTo>
                      <a:pt x="7616176" y="2982745"/>
                    </a:lnTo>
                    <a:lnTo>
                      <a:pt x="7728180" y="2960080"/>
                    </a:lnTo>
                    <a:lnTo>
                      <a:pt x="7840184" y="2928306"/>
                    </a:lnTo>
                    <a:lnTo>
                      <a:pt x="7952188" y="2886787"/>
                    </a:lnTo>
                    <a:lnTo>
                      <a:pt x="8064192" y="2835313"/>
                    </a:lnTo>
                    <a:lnTo>
                      <a:pt x="8176196" y="2773883"/>
                    </a:lnTo>
                    <a:lnTo>
                      <a:pt x="8288200" y="2702497"/>
                    </a:lnTo>
                    <a:lnTo>
                      <a:pt x="8400204" y="2621367"/>
                    </a:lnTo>
                    <a:lnTo>
                      <a:pt x="8512208" y="2530811"/>
                    </a:lnTo>
                    <a:lnTo>
                      <a:pt x="8624213" y="2430934"/>
                    </a:lnTo>
                    <a:lnTo>
                      <a:pt x="8736217" y="2322055"/>
                    </a:lnTo>
                    <a:lnTo>
                      <a:pt x="8848221" y="220449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4769F77-9777-F009-1BAB-B6B2E370A83D}"/>
                  </a:ext>
                </a:extLst>
              </p:cNvPr>
              <p:cNvSpPr/>
              <p:nvPr/>
            </p:nvSpPr>
            <p:spPr>
              <a:xfrm>
                <a:off x="1831047" y="2599482"/>
                <a:ext cx="8848221" cy="3177202"/>
              </a:xfrm>
              <a:custGeom>
                <a:avLst/>
                <a:gdLst>
                  <a:gd name="connsiteX0" fmla="*/ 8848221 w 8848221"/>
                  <a:gd name="connsiteY0" fmla="*/ 3177203 h 3177202"/>
                  <a:gd name="connsiteX1" fmla="*/ 8736217 w 8848221"/>
                  <a:gd name="connsiteY1" fmla="*/ 3177203 h 3177202"/>
                  <a:gd name="connsiteX2" fmla="*/ 8624213 w 8848221"/>
                  <a:gd name="connsiteY2" fmla="*/ 3173708 h 3177202"/>
                  <a:gd name="connsiteX3" fmla="*/ 8512208 w 8848221"/>
                  <a:gd name="connsiteY3" fmla="*/ 3082198 h 3177202"/>
                  <a:gd name="connsiteX4" fmla="*/ 8400204 w 8848221"/>
                  <a:gd name="connsiteY4" fmla="*/ 2997679 h 3177202"/>
                  <a:gd name="connsiteX5" fmla="*/ 8288200 w 8848221"/>
                  <a:gd name="connsiteY5" fmla="*/ 2920362 h 3177202"/>
                  <a:gd name="connsiteX6" fmla="*/ 8176196 w 8848221"/>
                  <a:gd name="connsiteY6" fmla="*/ 2850459 h 3177202"/>
                  <a:gd name="connsiteX7" fmla="*/ 8064192 w 8848221"/>
                  <a:gd name="connsiteY7" fmla="*/ 2788287 h 3177202"/>
                  <a:gd name="connsiteX8" fmla="*/ 7952188 w 8848221"/>
                  <a:gd name="connsiteY8" fmla="*/ 2733954 h 3177202"/>
                  <a:gd name="connsiteX9" fmla="*/ 7840184 w 8848221"/>
                  <a:gd name="connsiteY9" fmla="*/ 2687352 h 3177202"/>
                  <a:gd name="connsiteX10" fmla="*/ 7728180 w 8848221"/>
                  <a:gd name="connsiteY10" fmla="*/ 2648269 h 3177202"/>
                  <a:gd name="connsiteX11" fmla="*/ 7616176 w 8848221"/>
                  <a:gd name="connsiteY11" fmla="*/ 2616389 h 3177202"/>
                  <a:gd name="connsiteX12" fmla="*/ 7504171 w 8848221"/>
                  <a:gd name="connsiteY12" fmla="*/ 2590758 h 3177202"/>
                  <a:gd name="connsiteX13" fmla="*/ 7392167 w 8848221"/>
                  <a:gd name="connsiteY13" fmla="*/ 2570423 h 3177202"/>
                  <a:gd name="connsiteX14" fmla="*/ 7280163 w 8848221"/>
                  <a:gd name="connsiteY14" fmla="*/ 2554430 h 3177202"/>
                  <a:gd name="connsiteX15" fmla="*/ 7168159 w 8848221"/>
                  <a:gd name="connsiteY15" fmla="*/ 2540555 h 3177202"/>
                  <a:gd name="connsiteX16" fmla="*/ 7056154 w 8848221"/>
                  <a:gd name="connsiteY16" fmla="*/ 2527422 h 3177202"/>
                  <a:gd name="connsiteX17" fmla="*/ 6944151 w 8848221"/>
                  <a:gd name="connsiteY17" fmla="*/ 2515136 h 3177202"/>
                  <a:gd name="connsiteX18" fmla="*/ 6832147 w 8848221"/>
                  <a:gd name="connsiteY18" fmla="*/ 2503909 h 3177202"/>
                  <a:gd name="connsiteX19" fmla="*/ 6720143 w 8848221"/>
                  <a:gd name="connsiteY19" fmla="*/ 2493847 h 3177202"/>
                  <a:gd name="connsiteX20" fmla="*/ 6608138 w 8848221"/>
                  <a:gd name="connsiteY20" fmla="*/ 2482302 h 3177202"/>
                  <a:gd name="connsiteX21" fmla="*/ 6496134 w 8848221"/>
                  <a:gd name="connsiteY21" fmla="*/ 2470440 h 3177202"/>
                  <a:gd name="connsiteX22" fmla="*/ 6384130 w 8848221"/>
                  <a:gd name="connsiteY22" fmla="*/ 2459319 h 3177202"/>
                  <a:gd name="connsiteX23" fmla="*/ 6272126 w 8848221"/>
                  <a:gd name="connsiteY23" fmla="*/ 2447669 h 3177202"/>
                  <a:gd name="connsiteX24" fmla="*/ 6160121 w 8848221"/>
                  <a:gd name="connsiteY24" fmla="*/ 2428180 h 3177202"/>
                  <a:gd name="connsiteX25" fmla="*/ 6048118 w 8848221"/>
                  <a:gd name="connsiteY25" fmla="*/ 2398419 h 3177202"/>
                  <a:gd name="connsiteX26" fmla="*/ 5936114 w 8848221"/>
                  <a:gd name="connsiteY26" fmla="*/ 2364738 h 3177202"/>
                  <a:gd name="connsiteX27" fmla="*/ 5824109 w 8848221"/>
                  <a:gd name="connsiteY27" fmla="*/ 2332646 h 3177202"/>
                  <a:gd name="connsiteX28" fmla="*/ 5712105 w 8848221"/>
                  <a:gd name="connsiteY28" fmla="*/ 2305320 h 3177202"/>
                  <a:gd name="connsiteX29" fmla="*/ 5600101 w 8848221"/>
                  <a:gd name="connsiteY29" fmla="*/ 2283502 h 3177202"/>
                  <a:gd name="connsiteX30" fmla="*/ 5488097 w 8848221"/>
                  <a:gd name="connsiteY30" fmla="*/ 2266026 h 3177202"/>
                  <a:gd name="connsiteX31" fmla="*/ 5376093 w 8848221"/>
                  <a:gd name="connsiteY31" fmla="*/ 2250033 h 3177202"/>
                  <a:gd name="connsiteX32" fmla="*/ 5264088 w 8848221"/>
                  <a:gd name="connsiteY32" fmla="*/ 2232558 h 3177202"/>
                  <a:gd name="connsiteX33" fmla="*/ 5152084 w 8848221"/>
                  <a:gd name="connsiteY33" fmla="*/ 2210210 h 3177202"/>
                  <a:gd name="connsiteX34" fmla="*/ 5040081 w 8848221"/>
                  <a:gd name="connsiteY34" fmla="*/ 2179918 h 3177202"/>
                  <a:gd name="connsiteX35" fmla="*/ 4928076 w 8848221"/>
                  <a:gd name="connsiteY35" fmla="*/ 2147191 h 3177202"/>
                  <a:gd name="connsiteX36" fmla="*/ 4816072 w 8848221"/>
                  <a:gd name="connsiteY36" fmla="*/ 2121242 h 3177202"/>
                  <a:gd name="connsiteX37" fmla="*/ 4704068 w 8848221"/>
                  <a:gd name="connsiteY37" fmla="*/ 2109698 h 3177202"/>
                  <a:gd name="connsiteX38" fmla="*/ 4592064 w 8848221"/>
                  <a:gd name="connsiteY38" fmla="*/ 2115205 h 3177202"/>
                  <a:gd name="connsiteX39" fmla="*/ 4480060 w 8848221"/>
                  <a:gd name="connsiteY39" fmla="*/ 2132681 h 3177202"/>
                  <a:gd name="connsiteX40" fmla="*/ 4368056 w 8848221"/>
                  <a:gd name="connsiteY40" fmla="*/ 2150051 h 3177202"/>
                  <a:gd name="connsiteX41" fmla="*/ 4256051 w 8848221"/>
                  <a:gd name="connsiteY41" fmla="*/ 2152063 h 3177202"/>
                  <a:gd name="connsiteX42" fmla="*/ 4144047 w 8848221"/>
                  <a:gd name="connsiteY42" fmla="*/ 2144226 h 3177202"/>
                  <a:gd name="connsiteX43" fmla="*/ 4032043 w 8848221"/>
                  <a:gd name="connsiteY43" fmla="*/ 2151851 h 3177202"/>
                  <a:gd name="connsiteX44" fmla="*/ 3920039 w 8848221"/>
                  <a:gd name="connsiteY44" fmla="*/ 2171128 h 3177202"/>
                  <a:gd name="connsiteX45" fmla="*/ 3808035 w 8848221"/>
                  <a:gd name="connsiteY45" fmla="*/ 2192840 h 3177202"/>
                  <a:gd name="connsiteX46" fmla="*/ 3696031 w 8848221"/>
                  <a:gd name="connsiteY46" fmla="*/ 2199936 h 3177202"/>
                  <a:gd name="connsiteX47" fmla="*/ 3584026 w 8848221"/>
                  <a:gd name="connsiteY47" fmla="*/ 2034393 h 3177202"/>
                  <a:gd name="connsiteX48" fmla="*/ 3472022 w 8848221"/>
                  <a:gd name="connsiteY48" fmla="*/ 1944048 h 3177202"/>
                  <a:gd name="connsiteX49" fmla="*/ 3360018 w 8848221"/>
                  <a:gd name="connsiteY49" fmla="*/ 1879017 h 3177202"/>
                  <a:gd name="connsiteX50" fmla="*/ 3248014 w 8848221"/>
                  <a:gd name="connsiteY50" fmla="*/ 1797781 h 3177202"/>
                  <a:gd name="connsiteX51" fmla="*/ 3136010 w 8848221"/>
                  <a:gd name="connsiteY51" fmla="*/ 1730420 h 3177202"/>
                  <a:gd name="connsiteX52" fmla="*/ 3024006 w 8848221"/>
                  <a:gd name="connsiteY52" fmla="*/ 1692079 h 3177202"/>
                  <a:gd name="connsiteX53" fmla="*/ 2912107 w 8848221"/>
                  <a:gd name="connsiteY53" fmla="*/ 1669096 h 3177202"/>
                  <a:gd name="connsiteX54" fmla="*/ 2800104 w 8848221"/>
                  <a:gd name="connsiteY54" fmla="*/ 1655010 h 3177202"/>
                  <a:gd name="connsiteX55" fmla="*/ 2688099 w 8848221"/>
                  <a:gd name="connsiteY55" fmla="*/ 1630226 h 3177202"/>
                  <a:gd name="connsiteX56" fmla="*/ 2576095 w 8848221"/>
                  <a:gd name="connsiteY56" fmla="*/ 1616880 h 3177202"/>
                  <a:gd name="connsiteX57" fmla="*/ 2464091 w 8848221"/>
                  <a:gd name="connsiteY57" fmla="*/ 1627578 h 3177202"/>
                  <a:gd name="connsiteX58" fmla="*/ 2352087 w 8848221"/>
                  <a:gd name="connsiteY58" fmla="*/ 1680429 h 3177202"/>
                  <a:gd name="connsiteX59" fmla="*/ 2240083 w 8848221"/>
                  <a:gd name="connsiteY59" fmla="*/ 1892045 h 3177202"/>
                  <a:gd name="connsiteX60" fmla="*/ 2128079 w 8848221"/>
                  <a:gd name="connsiteY60" fmla="*/ 2031851 h 3177202"/>
                  <a:gd name="connsiteX61" fmla="*/ 2016074 w 8848221"/>
                  <a:gd name="connsiteY61" fmla="*/ 2082690 h 3177202"/>
                  <a:gd name="connsiteX62" fmla="*/ 1904070 w 8848221"/>
                  <a:gd name="connsiteY62" fmla="*/ 2116052 h 3177202"/>
                  <a:gd name="connsiteX63" fmla="*/ 1792066 w 8848221"/>
                  <a:gd name="connsiteY63" fmla="*/ 2139565 h 3177202"/>
                  <a:gd name="connsiteX64" fmla="*/ 1680062 w 8848221"/>
                  <a:gd name="connsiteY64" fmla="*/ 2161701 h 3177202"/>
                  <a:gd name="connsiteX65" fmla="*/ 1568058 w 8848221"/>
                  <a:gd name="connsiteY65" fmla="*/ 2187015 h 3177202"/>
                  <a:gd name="connsiteX66" fmla="*/ 1456054 w 8848221"/>
                  <a:gd name="connsiteY66" fmla="*/ 2211163 h 3177202"/>
                  <a:gd name="connsiteX67" fmla="*/ 1344050 w 8848221"/>
                  <a:gd name="connsiteY67" fmla="*/ 2219424 h 3177202"/>
                  <a:gd name="connsiteX68" fmla="*/ 1232046 w 8848221"/>
                  <a:gd name="connsiteY68" fmla="*/ 2190298 h 3177202"/>
                  <a:gd name="connsiteX69" fmla="*/ 1120041 w 8848221"/>
                  <a:gd name="connsiteY69" fmla="*/ 2101119 h 3177202"/>
                  <a:gd name="connsiteX70" fmla="*/ 1008037 w 8848221"/>
                  <a:gd name="connsiteY70" fmla="*/ 1961630 h 3177202"/>
                  <a:gd name="connsiteX71" fmla="*/ 896033 w 8848221"/>
                  <a:gd name="connsiteY71" fmla="*/ 1792380 h 3177202"/>
                  <a:gd name="connsiteX72" fmla="*/ 784029 w 8848221"/>
                  <a:gd name="connsiteY72" fmla="*/ 1594215 h 3177202"/>
                  <a:gd name="connsiteX73" fmla="*/ 672025 w 8848221"/>
                  <a:gd name="connsiteY73" fmla="*/ 1368407 h 3177202"/>
                  <a:gd name="connsiteX74" fmla="*/ 560021 w 8848221"/>
                  <a:gd name="connsiteY74" fmla="*/ 1122793 h 3177202"/>
                  <a:gd name="connsiteX75" fmla="*/ 448017 w 8848221"/>
                  <a:gd name="connsiteY75" fmla="*/ 869129 h 3177202"/>
                  <a:gd name="connsiteX76" fmla="*/ 336012 w 8848221"/>
                  <a:gd name="connsiteY76" fmla="*/ 621926 h 3177202"/>
                  <a:gd name="connsiteX77" fmla="*/ 224008 w 8848221"/>
                  <a:gd name="connsiteY77" fmla="*/ 393152 h 3177202"/>
                  <a:gd name="connsiteX78" fmla="*/ 112004 w 8848221"/>
                  <a:gd name="connsiteY78" fmla="*/ 186726 h 3177202"/>
                  <a:gd name="connsiteX79" fmla="*/ 0 w 8848221"/>
                  <a:gd name="connsiteY79" fmla="*/ 0 h 3177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3177202">
                    <a:moveTo>
                      <a:pt x="8848221" y="3177203"/>
                    </a:moveTo>
                    <a:lnTo>
                      <a:pt x="8736217" y="3177203"/>
                    </a:lnTo>
                    <a:lnTo>
                      <a:pt x="8624213" y="3173708"/>
                    </a:lnTo>
                    <a:lnTo>
                      <a:pt x="8512208" y="3082198"/>
                    </a:lnTo>
                    <a:lnTo>
                      <a:pt x="8400204" y="2997679"/>
                    </a:lnTo>
                    <a:lnTo>
                      <a:pt x="8288200" y="2920362"/>
                    </a:lnTo>
                    <a:lnTo>
                      <a:pt x="8176196" y="2850459"/>
                    </a:lnTo>
                    <a:lnTo>
                      <a:pt x="8064192" y="2788287"/>
                    </a:lnTo>
                    <a:lnTo>
                      <a:pt x="7952188" y="2733954"/>
                    </a:lnTo>
                    <a:lnTo>
                      <a:pt x="7840184" y="2687352"/>
                    </a:lnTo>
                    <a:lnTo>
                      <a:pt x="7728180" y="2648269"/>
                    </a:lnTo>
                    <a:lnTo>
                      <a:pt x="7616176" y="2616389"/>
                    </a:lnTo>
                    <a:lnTo>
                      <a:pt x="7504171" y="2590758"/>
                    </a:lnTo>
                    <a:lnTo>
                      <a:pt x="7392167" y="2570423"/>
                    </a:lnTo>
                    <a:lnTo>
                      <a:pt x="7280163" y="2554430"/>
                    </a:lnTo>
                    <a:lnTo>
                      <a:pt x="7168159" y="2540555"/>
                    </a:lnTo>
                    <a:lnTo>
                      <a:pt x="7056154" y="2527422"/>
                    </a:lnTo>
                    <a:lnTo>
                      <a:pt x="6944151" y="2515136"/>
                    </a:lnTo>
                    <a:lnTo>
                      <a:pt x="6832147" y="2503909"/>
                    </a:lnTo>
                    <a:lnTo>
                      <a:pt x="6720143" y="2493847"/>
                    </a:lnTo>
                    <a:lnTo>
                      <a:pt x="6608138" y="2482302"/>
                    </a:lnTo>
                    <a:lnTo>
                      <a:pt x="6496134" y="2470440"/>
                    </a:lnTo>
                    <a:lnTo>
                      <a:pt x="6384130" y="2459319"/>
                    </a:lnTo>
                    <a:lnTo>
                      <a:pt x="6272126" y="2447669"/>
                    </a:lnTo>
                    <a:lnTo>
                      <a:pt x="6160121" y="2428180"/>
                    </a:lnTo>
                    <a:lnTo>
                      <a:pt x="6048118" y="2398419"/>
                    </a:lnTo>
                    <a:lnTo>
                      <a:pt x="5936114" y="2364738"/>
                    </a:lnTo>
                    <a:lnTo>
                      <a:pt x="5824109" y="2332646"/>
                    </a:lnTo>
                    <a:lnTo>
                      <a:pt x="5712105" y="2305320"/>
                    </a:lnTo>
                    <a:lnTo>
                      <a:pt x="5600101" y="2283502"/>
                    </a:lnTo>
                    <a:lnTo>
                      <a:pt x="5488097" y="2266026"/>
                    </a:lnTo>
                    <a:lnTo>
                      <a:pt x="5376093" y="2250033"/>
                    </a:lnTo>
                    <a:lnTo>
                      <a:pt x="5264088" y="2232558"/>
                    </a:lnTo>
                    <a:lnTo>
                      <a:pt x="5152084" y="2210210"/>
                    </a:lnTo>
                    <a:lnTo>
                      <a:pt x="5040081" y="2179918"/>
                    </a:lnTo>
                    <a:lnTo>
                      <a:pt x="4928076" y="2147191"/>
                    </a:lnTo>
                    <a:lnTo>
                      <a:pt x="4816072" y="2121242"/>
                    </a:lnTo>
                    <a:lnTo>
                      <a:pt x="4704068" y="2109698"/>
                    </a:lnTo>
                    <a:lnTo>
                      <a:pt x="4592064" y="2115205"/>
                    </a:lnTo>
                    <a:lnTo>
                      <a:pt x="4480060" y="2132681"/>
                    </a:lnTo>
                    <a:lnTo>
                      <a:pt x="4368056" y="2150051"/>
                    </a:lnTo>
                    <a:lnTo>
                      <a:pt x="4256051" y="2152063"/>
                    </a:lnTo>
                    <a:lnTo>
                      <a:pt x="4144047" y="2144226"/>
                    </a:lnTo>
                    <a:lnTo>
                      <a:pt x="4032043" y="2151851"/>
                    </a:lnTo>
                    <a:lnTo>
                      <a:pt x="3920039" y="2171128"/>
                    </a:lnTo>
                    <a:lnTo>
                      <a:pt x="3808035" y="2192840"/>
                    </a:lnTo>
                    <a:lnTo>
                      <a:pt x="3696031" y="2199936"/>
                    </a:lnTo>
                    <a:lnTo>
                      <a:pt x="3584026" y="2034393"/>
                    </a:lnTo>
                    <a:lnTo>
                      <a:pt x="3472022" y="1944048"/>
                    </a:lnTo>
                    <a:lnTo>
                      <a:pt x="3360018" y="1879017"/>
                    </a:lnTo>
                    <a:lnTo>
                      <a:pt x="3248014" y="1797781"/>
                    </a:lnTo>
                    <a:lnTo>
                      <a:pt x="3136010" y="1730420"/>
                    </a:lnTo>
                    <a:lnTo>
                      <a:pt x="3024006" y="1692079"/>
                    </a:lnTo>
                    <a:lnTo>
                      <a:pt x="2912107" y="1669096"/>
                    </a:lnTo>
                    <a:lnTo>
                      <a:pt x="2800104" y="1655010"/>
                    </a:lnTo>
                    <a:lnTo>
                      <a:pt x="2688099" y="1630226"/>
                    </a:lnTo>
                    <a:lnTo>
                      <a:pt x="2576095" y="1616880"/>
                    </a:lnTo>
                    <a:lnTo>
                      <a:pt x="2464091" y="1627578"/>
                    </a:lnTo>
                    <a:lnTo>
                      <a:pt x="2352087" y="1680429"/>
                    </a:lnTo>
                    <a:lnTo>
                      <a:pt x="2240083" y="1892045"/>
                    </a:lnTo>
                    <a:lnTo>
                      <a:pt x="2128079" y="2031851"/>
                    </a:lnTo>
                    <a:lnTo>
                      <a:pt x="2016074" y="2082690"/>
                    </a:lnTo>
                    <a:lnTo>
                      <a:pt x="1904070" y="2116052"/>
                    </a:lnTo>
                    <a:lnTo>
                      <a:pt x="1792066" y="2139565"/>
                    </a:lnTo>
                    <a:lnTo>
                      <a:pt x="1680062" y="2161701"/>
                    </a:lnTo>
                    <a:lnTo>
                      <a:pt x="1568058" y="2187015"/>
                    </a:lnTo>
                    <a:lnTo>
                      <a:pt x="1456054" y="2211163"/>
                    </a:lnTo>
                    <a:lnTo>
                      <a:pt x="1344050" y="2219424"/>
                    </a:lnTo>
                    <a:lnTo>
                      <a:pt x="1232046" y="2190298"/>
                    </a:lnTo>
                    <a:lnTo>
                      <a:pt x="1120041" y="2101119"/>
                    </a:lnTo>
                    <a:lnTo>
                      <a:pt x="1008037" y="1961630"/>
                    </a:lnTo>
                    <a:lnTo>
                      <a:pt x="896033" y="1792380"/>
                    </a:lnTo>
                    <a:lnTo>
                      <a:pt x="784029" y="1594215"/>
                    </a:lnTo>
                    <a:lnTo>
                      <a:pt x="672025" y="1368407"/>
                    </a:lnTo>
                    <a:lnTo>
                      <a:pt x="560021" y="1122793"/>
                    </a:lnTo>
                    <a:lnTo>
                      <a:pt x="448017" y="869129"/>
                    </a:lnTo>
                    <a:lnTo>
                      <a:pt x="336012" y="621926"/>
                    </a:lnTo>
                    <a:lnTo>
                      <a:pt x="224008" y="393152"/>
                    </a:lnTo>
                    <a:lnTo>
                      <a:pt x="112004" y="186726"/>
                    </a:lnTo>
                    <a:lnTo>
                      <a:pt x="0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0FFA2EA2-450D-0806-58F6-26B74E5EDE20}"/>
                  </a:ext>
                </a:extLst>
              </p:cNvPr>
              <p:cNvSpPr/>
              <p:nvPr/>
            </p:nvSpPr>
            <p:spPr>
              <a:xfrm>
                <a:off x="1831047" y="1785534"/>
                <a:ext cx="8848221" cy="2812117"/>
              </a:xfrm>
              <a:custGeom>
                <a:avLst/>
                <a:gdLst>
                  <a:gd name="connsiteX0" fmla="*/ 0 w 8848221"/>
                  <a:gd name="connsiteY0" fmla="*/ 0 h 2812117"/>
                  <a:gd name="connsiteX1" fmla="*/ 112004 w 8848221"/>
                  <a:gd name="connsiteY1" fmla="*/ 327062 h 2812117"/>
                  <a:gd name="connsiteX2" fmla="*/ 224008 w 8848221"/>
                  <a:gd name="connsiteY2" fmla="*/ 631246 h 2812117"/>
                  <a:gd name="connsiteX3" fmla="*/ 336012 w 8848221"/>
                  <a:gd name="connsiteY3" fmla="*/ 912554 h 2812117"/>
                  <a:gd name="connsiteX4" fmla="*/ 448017 w 8848221"/>
                  <a:gd name="connsiteY4" fmla="*/ 1170877 h 2812117"/>
                  <a:gd name="connsiteX5" fmla="*/ 560021 w 8848221"/>
                  <a:gd name="connsiteY5" fmla="*/ 1406430 h 2812117"/>
                  <a:gd name="connsiteX6" fmla="*/ 672025 w 8848221"/>
                  <a:gd name="connsiteY6" fmla="*/ 1619105 h 2812117"/>
                  <a:gd name="connsiteX7" fmla="*/ 784029 w 8848221"/>
                  <a:gd name="connsiteY7" fmla="*/ 1808796 h 2812117"/>
                  <a:gd name="connsiteX8" fmla="*/ 896033 w 8848221"/>
                  <a:gd name="connsiteY8" fmla="*/ 1975399 h 2812117"/>
                  <a:gd name="connsiteX9" fmla="*/ 1008037 w 8848221"/>
                  <a:gd name="connsiteY9" fmla="*/ 2118912 h 2812117"/>
                  <a:gd name="connsiteX10" fmla="*/ 1120041 w 8848221"/>
                  <a:gd name="connsiteY10" fmla="*/ 2239760 h 2812117"/>
                  <a:gd name="connsiteX11" fmla="*/ 1232046 w 8848221"/>
                  <a:gd name="connsiteY11" fmla="*/ 2326927 h 2812117"/>
                  <a:gd name="connsiteX12" fmla="*/ 1344050 w 8848221"/>
                  <a:gd name="connsiteY12" fmla="*/ 2372152 h 2812117"/>
                  <a:gd name="connsiteX13" fmla="*/ 1456054 w 8848221"/>
                  <a:gd name="connsiteY13" fmla="*/ 2382002 h 2812117"/>
                  <a:gd name="connsiteX14" fmla="*/ 1568058 w 8848221"/>
                  <a:gd name="connsiteY14" fmla="*/ 2363361 h 2812117"/>
                  <a:gd name="connsiteX15" fmla="*/ 1680062 w 8848221"/>
                  <a:gd name="connsiteY15" fmla="*/ 2323114 h 2812117"/>
                  <a:gd name="connsiteX16" fmla="*/ 1792066 w 8848221"/>
                  <a:gd name="connsiteY16" fmla="*/ 2267933 h 2812117"/>
                  <a:gd name="connsiteX17" fmla="*/ 1904070 w 8848221"/>
                  <a:gd name="connsiteY17" fmla="*/ 2204702 h 2812117"/>
                  <a:gd name="connsiteX18" fmla="*/ 2016074 w 8848221"/>
                  <a:gd name="connsiteY18" fmla="*/ 2140201 h 2812117"/>
                  <a:gd name="connsiteX19" fmla="*/ 2128079 w 8848221"/>
                  <a:gd name="connsiteY19" fmla="*/ 2081313 h 2812117"/>
                  <a:gd name="connsiteX20" fmla="*/ 2240083 w 8848221"/>
                  <a:gd name="connsiteY20" fmla="*/ 2001665 h 2812117"/>
                  <a:gd name="connsiteX21" fmla="*/ 2352087 w 8848221"/>
                  <a:gd name="connsiteY21" fmla="*/ 1880712 h 2812117"/>
                  <a:gd name="connsiteX22" fmla="*/ 2464091 w 8848221"/>
                  <a:gd name="connsiteY22" fmla="*/ 1849997 h 2812117"/>
                  <a:gd name="connsiteX23" fmla="*/ 2576095 w 8848221"/>
                  <a:gd name="connsiteY23" fmla="*/ 1876264 h 2812117"/>
                  <a:gd name="connsiteX24" fmla="*/ 2688099 w 8848221"/>
                  <a:gd name="connsiteY24" fmla="*/ 1921065 h 2812117"/>
                  <a:gd name="connsiteX25" fmla="*/ 2800104 w 8848221"/>
                  <a:gd name="connsiteY25" fmla="*/ 1958241 h 2812117"/>
                  <a:gd name="connsiteX26" fmla="*/ 2912107 w 8848221"/>
                  <a:gd name="connsiteY26" fmla="*/ 1975293 h 2812117"/>
                  <a:gd name="connsiteX27" fmla="*/ 3024006 w 8848221"/>
                  <a:gd name="connsiteY27" fmla="*/ 1995628 h 2812117"/>
                  <a:gd name="connsiteX28" fmla="*/ 3136010 w 8848221"/>
                  <a:gd name="connsiteY28" fmla="*/ 2035134 h 2812117"/>
                  <a:gd name="connsiteX29" fmla="*/ 3248014 w 8848221"/>
                  <a:gd name="connsiteY29" fmla="*/ 2091586 h 2812117"/>
                  <a:gd name="connsiteX30" fmla="*/ 3360018 w 8848221"/>
                  <a:gd name="connsiteY30" fmla="*/ 2149733 h 2812117"/>
                  <a:gd name="connsiteX31" fmla="*/ 3472022 w 8848221"/>
                  <a:gd name="connsiteY31" fmla="*/ 2194111 h 2812117"/>
                  <a:gd name="connsiteX32" fmla="*/ 3584026 w 8848221"/>
                  <a:gd name="connsiteY32" fmla="*/ 2263378 h 2812117"/>
                  <a:gd name="connsiteX33" fmla="*/ 3696031 w 8848221"/>
                  <a:gd name="connsiteY33" fmla="*/ 2368127 h 2812117"/>
                  <a:gd name="connsiteX34" fmla="*/ 3808035 w 8848221"/>
                  <a:gd name="connsiteY34" fmla="*/ 2358595 h 2812117"/>
                  <a:gd name="connsiteX35" fmla="*/ 3920039 w 8848221"/>
                  <a:gd name="connsiteY35" fmla="*/ 2335188 h 2812117"/>
                  <a:gd name="connsiteX36" fmla="*/ 4032043 w 8848221"/>
                  <a:gd name="connsiteY36" fmla="*/ 2309875 h 2812117"/>
                  <a:gd name="connsiteX37" fmla="*/ 4144047 w 8848221"/>
                  <a:gd name="connsiteY37" fmla="*/ 2294623 h 2812117"/>
                  <a:gd name="connsiteX38" fmla="*/ 4256051 w 8848221"/>
                  <a:gd name="connsiteY38" fmla="*/ 2301190 h 2812117"/>
                  <a:gd name="connsiteX39" fmla="*/ 4368056 w 8848221"/>
                  <a:gd name="connsiteY39" fmla="*/ 2311887 h 2812117"/>
                  <a:gd name="connsiteX40" fmla="*/ 4480060 w 8848221"/>
                  <a:gd name="connsiteY40" fmla="*/ 2314005 h 2812117"/>
                  <a:gd name="connsiteX41" fmla="*/ 4592064 w 8848221"/>
                  <a:gd name="connsiteY41" fmla="*/ 2310298 h 2812117"/>
                  <a:gd name="connsiteX42" fmla="*/ 4704068 w 8848221"/>
                  <a:gd name="connsiteY42" fmla="*/ 2303732 h 2812117"/>
                  <a:gd name="connsiteX43" fmla="*/ 4816072 w 8848221"/>
                  <a:gd name="connsiteY43" fmla="*/ 2297271 h 2812117"/>
                  <a:gd name="connsiteX44" fmla="*/ 4928076 w 8848221"/>
                  <a:gd name="connsiteY44" fmla="*/ 2293670 h 2812117"/>
                  <a:gd name="connsiteX45" fmla="*/ 5040081 w 8848221"/>
                  <a:gd name="connsiteY45" fmla="*/ 2296000 h 2812117"/>
                  <a:gd name="connsiteX46" fmla="*/ 5152084 w 8848221"/>
                  <a:gd name="connsiteY46" fmla="*/ 2307015 h 2812117"/>
                  <a:gd name="connsiteX47" fmla="*/ 5264088 w 8848221"/>
                  <a:gd name="connsiteY47" fmla="*/ 2329045 h 2812117"/>
                  <a:gd name="connsiteX48" fmla="*/ 5376093 w 8848221"/>
                  <a:gd name="connsiteY48" fmla="*/ 2360925 h 2812117"/>
                  <a:gd name="connsiteX49" fmla="*/ 5488097 w 8848221"/>
                  <a:gd name="connsiteY49" fmla="*/ 2400113 h 2812117"/>
                  <a:gd name="connsiteX50" fmla="*/ 5600101 w 8848221"/>
                  <a:gd name="connsiteY50" fmla="*/ 2444067 h 2812117"/>
                  <a:gd name="connsiteX51" fmla="*/ 5712105 w 8848221"/>
                  <a:gd name="connsiteY51" fmla="*/ 2490458 h 2812117"/>
                  <a:gd name="connsiteX52" fmla="*/ 5824109 w 8848221"/>
                  <a:gd name="connsiteY52" fmla="*/ 2536742 h 2812117"/>
                  <a:gd name="connsiteX53" fmla="*/ 5936114 w 8848221"/>
                  <a:gd name="connsiteY53" fmla="*/ 2580590 h 2812117"/>
                  <a:gd name="connsiteX54" fmla="*/ 6048118 w 8848221"/>
                  <a:gd name="connsiteY54" fmla="*/ 2619355 h 2812117"/>
                  <a:gd name="connsiteX55" fmla="*/ 6160121 w 8848221"/>
                  <a:gd name="connsiteY55" fmla="*/ 2650705 h 2812117"/>
                  <a:gd name="connsiteX56" fmla="*/ 6272126 w 8848221"/>
                  <a:gd name="connsiteY56" fmla="*/ 2672206 h 2812117"/>
                  <a:gd name="connsiteX57" fmla="*/ 6384130 w 8848221"/>
                  <a:gd name="connsiteY57" fmla="*/ 2687245 h 2812117"/>
                  <a:gd name="connsiteX58" fmla="*/ 6496134 w 8848221"/>
                  <a:gd name="connsiteY58" fmla="*/ 2700273 h 2812117"/>
                  <a:gd name="connsiteX59" fmla="*/ 6608138 w 8848221"/>
                  <a:gd name="connsiteY59" fmla="*/ 2712241 h 2812117"/>
                  <a:gd name="connsiteX60" fmla="*/ 6720143 w 8848221"/>
                  <a:gd name="connsiteY60" fmla="*/ 2724104 h 2812117"/>
                  <a:gd name="connsiteX61" fmla="*/ 6832147 w 8848221"/>
                  <a:gd name="connsiteY61" fmla="*/ 2736496 h 2812117"/>
                  <a:gd name="connsiteX62" fmla="*/ 6944151 w 8848221"/>
                  <a:gd name="connsiteY62" fmla="*/ 2748570 h 2812117"/>
                  <a:gd name="connsiteX63" fmla="*/ 7056154 w 8848221"/>
                  <a:gd name="connsiteY63" fmla="*/ 2759902 h 2812117"/>
                  <a:gd name="connsiteX64" fmla="*/ 7168159 w 8848221"/>
                  <a:gd name="connsiteY64" fmla="*/ 2770282 h 2812117"/>
                  <a:gd name="connsiteX65" fmla="*/ 7280163 w 8848221"/>
                  <a:gd name="connsiteY65" fmla="*/ 2779285 h 2812117"/>
                  <a:gd name="connsiteX66" fmla="*/ 7392167 w 8848221"/>
                  <a:gd name="connsiteY66" fmla="*/ 2787016 h 2812117"/>
                  <a:gd name="connsiteX67" fmla="*/ 7504171 w 8848221"/>
                  <a:gd name="connsiteY67" fmla="*/ 2793795 h 2812117"/>
                  <a:gd name="connsiteX68" fmla="*/ 7616176 w 8848221"/>
                  <a:gd name="connsiteY68" fmla="*/ 2799514 h 2812117"/>
                  <a:gd name="connsiteX69" fmla="*/ 7728180 w 8848221"/>
                  <a:gd name="connsiteY69" fmla="*/ 2804174 h 2812117"/>
                  <a:gd name="connsiteX70" fmla="*/ 7840184 w 8848221"/>
                  <a:gd name="connsiteY70" fmla="*/ 2807775 h 2812117"/>
                  <a:gd name="connsiteX71" fmla="*/ 7952188 w 8848221"/>
                  <a:gd name="connsiteY71" fmla="*/ 2810318 h 2812117"/>
                  <a:gd name="connsiteX72" fmla="*/ 8064192 w 8848221"/>
                  <a:gd name="connsiteY72" fmla="*/ 2811800 h 2812117"/>
                  <a:gd name="connsiteX73" fmla="*/ 8176196 w 8848221"/>
                  <a:gd name="connsiteY73" fmla="*/ 2812118 h 2812117"/>
                  <a:gd name="connsiteX74" fmla="*/ 8288200 w 8848221"/>
                  <a:gd name="connsiteY74" fmla="*/ 2811376 h 2812117"/>
                  <a:gd name="connsiteX75" fmla="*/ 8400204 w 8848221"/>
                  <a:gd name="connsiteY75" fmla="*/ 2809470 h 2812117"/>
                  <a:gd name="connsiteX76" fmla="*/ 8512208 w 8848221"/>
                  <a:gd name="connsiteY76" fmla="*/ 2806505 h 2812117"/>
                  <a:gd name="connsiteX77" fmla="*/ 8624213 w 8848221"/>
                  <a:gd name="connsiteY77" fmla="*/ 2802268 h 2812117"/>
                  <a:gd name="connsiteX78" fmla="*/ 8736217 w 8848221"/>
                  <a:gd name="connsiteY78" fmla="*/ 2796866 h 2812117"/>
                  <a:gd name="connsiteX79" fmla="*/ 8848221 w 8848221"/>
                  <a:gd name="connsiteY79" fmla="*/ 2790194 h 2812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2812117">
                    <a:moveTo>
                      <a:pt x="0" y="0"/>
                    </a:moveTo>
                    <a:lnTo>
                      <a:pt x="112004" y="327062"/>
                    </a:lnTo>
                    <a:lnTo>
                      <a:pt x="224008" y="631246"/>
                    </a:lnTo>
                    <a:lnTo>
                      <a:pt x="336012" y="912554"/>
                    </a:lnTo>
                    <a:lnTo>
                      <a:pt x="448017" y="1170877"/>
                    </a:lnTo>
                    <a:lnTo>
                      <a:pt x="560021" y="1406430"/>
                    </a:lnTo>
                    <a:lnTo>
                      <a:pt x="672025" y="1619105"/>
                    </a:lnTo>
                    <a:lnTo>
                      <a:pt x="784029" y="1808796"/>
                    </a:lnTo>
                    <a:lnTo>
                      <a:pt x="896033" y="1975399"/>
                    </a:lnTo>
                    <a:lnTo>
                      <a:pt x="1008037" y="2118912"/>
                    </a:lnTo>
                    <a:lnTo>
                      <a:pt x="1120041" y="2239760"/>
                    </a:lnTo>
                    <a:lnTo>
                      <a:pt x="1232046" y="2326927"/>
                    </a:lnTo>
                    <a:lnTo>
                      <a:pt x="1344050" y="2372152"/>
                    </a:lnTo>
                    <a:lnTo>
                      <a:pt x="1456054" y="2382002"/>
                    </a:lnTo>
                    <a:lnTo>
                      <a:pt x="1568058" y="2363361"/>
                    </a:lnTo>
                    <a:lnTo>
                      <a:pt x="1680062" y="2323114"/>
                    </a:lnTo>
                    <a:lnTo>
                      <a:pt x="1792066" y="2267933"/>
                    </a:lnTo>
                    <a:lnTo>
                      <a:pt x="1904070" y="2204702"/>
                    </a:lnTo>
                    <a:lnTo>
                      <a:pt x="2016074" y="2140201"/>
                    </a:lnTo>
                    <a:lnTo>
                      <a:pt x="2128079" y="2081313"/>
                    </a:lnTo>
                    <a:lnTo>
                      <a:pt x="2240083" y="2001665"/>
                    </a:lnTo>
                    <a:lnTo>
                      <a:pt x="2352087" y="1880712"/>
                    </a:lnTo>
                    <a:lnTo>
                      <a:pt x="2464091" y="1849997"/>
                    </a:lnTo>
                    <a:lnTo>
                      <a:pt x="2576095" y="1876264"/>
                    </a:lnTo>
                    <a:lnTo>
                      <a:pt x="2688099" y="1921065"/>
                    </a:lnTo>
                    <a:lnTo>
                      <a:pt x="2800104" y="1958241"/>
                    </a:lnTo>
                    <a:lnTo>
                      <a:pt x="2912107" y="1975293"/>
                    </a:lnTo>
                    <a:lnTo>
                      <a:pt x="3024006" y="1995628"/>
                    </a:lnTo>
                    <a:lnTo>
                      <a:pt x="3136010" y="2035134"/>
                    </a:lnTo>
                    <a:lnTo>
                      <a:pt x="3248014" y="2091586"/>
                    </a:lnTo>
                    <a:lnTo>
                      <a:pt x="3360018" y="2149733"/>
                    </a:lnTo>
                    <a:lnTo>
                      <a:pt x="3472022" y="2194111"/>
                    </a:lnTo>
                    <a:lnTo>
                      <a:pt x="3584026" y="2263378"/>
                    </a:lnTo>
                    <a:lnTo>
                      <a:pt x="3696031" y="2368127"/>
                    </a:lnTo>
                    <a:lnTo>
                      <a:pt x="3808035" y="2358595"/>
                    </a:lnTo>
                    <a:lnTo>
                      <a:pt x="3920039" y="2335188"/>
                    </a:lnTo>
                    <a:lnTo>
                      <a:pt x="4032043" y="2309875"/>
                    </a:lnTo>
                    <a:lnTo>
                      <a:pt x="4144047" y="2294623"/>
                    </a:lnTo>
                    <a:lnTo>
                      <a:pt x="4256051" y="2301190"/>
                    </a:lnTo>
                    <a:lnTo>
                      <a:pt x="4368056" y="2311887"/>
                    </a:lnTo>
                    <a:lnTo>
                      <a:pt x="4480060" y="2314005"/>
                    </a:lnTo>
                    <a:lnTo>
                      <a:pt x="4592064" y="2310298"/>
                    </a:lnTo>
                    <a:lnTo>
                      <a:pt x="4704068" y="2303732"/>
                    </a:lnTo>
                    <a:lnTo>
                      <a:pt x="4816072" y="2297271"/>
                    </a:lnTo>
                    <a:lnTo>
                      <a:pt x="4928076" y="2293670"/>
                    </a:lnTo>
                    <a:lnTo>
                      <a:pt x="5040081" y="2296000"/>
                    </a:lnTo>
                    <a:lnTo>
                      <a:pt x="5152084" y="2307015"/>
                    </a:lnTo>
                    <a:lnTo>
                      <a:pt x="5264088" y="2329045"/>
                    </a:lnTo>
                    <a:lnTo>
                      <a:pt x="5376093" y="2360925"/>
                    </a:lnTo>
                    <a:lnTo>
                      <a:pt x="5488097" y="2400113"/>
                    </a:lnTo>
                    <a:lnTo>
                      <a:pt x="5600101" y="2444067"/>
                    </a:lnTo>
                    <a:lnTo>
                      <a:pt x="5712105" y="2490458"/>
                    </a:lnTo>
                    <a:lnTo>
                      <a:pt x="5824109" y="2536742"/>
                    </a:lnTo>
                    <a:lnTo>
                      <a:pt x="5936114" y="2580590"/>
                    </a:lnTo>
                    <a:lnTo>
                      <a:pt x="6048118" y="2619355"/>
                    </a:lnTo>
                    <a:lnTo>
                      <a:pt x="6160121" y="2650705"/>
                    </a:lnTo>
                    <a:lnTo>
                      <a:pt x="6272126" y="2672206"/>
                    </a:lnTo>
                    <a:lnTo>
                      <a:pt x="6384130" y="2687245"/>
                    </a:lnTo>
                    <a:lnTo>
                      <a:pt x="6496134" y="2700273"/>
                    </a:lnTo>
                    <a:lnTo>
                      <a:pt x="6608138" y="2712241"/>
                    </a:lnTo>
                    <a:lnTo>
                      <a:pt x="6720143" y="2724104"/>
                    </a:lnTo>
                    <a:lnTo>
                      <a:pt x="6832147" y="2736496"/>
                    </a:lnTo>
                    <a:lnTo>
                      <a:pt x="6944151" y="2748570"/>
                    </a:lnTo>
                    <a:lnTo>
                      <a:pt x="7056154" y="2759902"/>
                    </a:lnTo>
                    <a:lnTo>
                      <a:pt x="7168159" y="2770282"/>
                    </a:lnTo>
                    <a:lnTo>
                      <a:pt x="7280163" y="2779285"/>
                    </a:lnTo>
                    <a:lnTo>
                      <a:pt x="7392167" y="2787016"/>
                    </a:lnTo>
                    <a:lnTo>
                      <a:pt x="7504171" y="2793795"/>
                    </a:lnTo>
                    <a:lnTo>
                      <a:pt x="7616176" y="2799514"/>
                    </a:lnTo>
                    <a:lnTo>
                      <a:pt x="7728180" y="2804174"/>
                    </a:lnTo>
                    <a:lnTo>
                      <a:pt x="7840184" y="2807775"/>
                    </a:lnTo>
                    <a:lnTo>
                      <a:pt x="7952188" y="2810318"/>
                    </a:lnTo>
                    <a:lnTo>
                      <a:pt x="8064192" y="2811800"/>
                    </a:lnTo>
                    <a:lnTo>
                      <a:pt x="8176196" y="2812118"/>
                    </a:lnTo>
                    <a:lnTo>
                      <a:pt x="8288200" y="2811376"/>
                    </a:lnTo>
                    <a:lnTo>
                      <a:pt x="8400204" y="2809470"/>
                    </a:lnTo>
                    <a:lnTo>
                      <a:pt x="8512208" y="2806505"/>
                    </a:lnTo>
                    <a:lnTo>
                      <a:pt x="8624213" y="2802268"/>
                    </a:lnTo>
                    <a:lnTo>
                      <a:pt x="8736217" y="2796866"/>
                    </a:lnTo>
                    <a:lnTo>
                      <a:pt x="8848221" y="2790194"/>
                    </a:lnTo>
                  </a:path>
                </a:pathLst>
              </a:custGeom>
              <a:noFill/>
              <a:ln w="22550" cap="flat">
                <a:solidFill>
                  <a:srgbClr val="B50A37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B5010C1-65AF-8A1E-3E42-01189B13C4C0}"/>
                  </a:ext>
                </a:extLst>
              </p:cNvPr>
              <p:cNvSpPr txBox="1"/>
              <p:nvPr/>
            </p:nvSpPr>
            <p:spPr>
              <a:xfrm>
                <a:off x="5698852" y="1127177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B50A37"/>
                    </a:solidFill>
                    <a:latin typeface="Arial"/>
                    <a:cs typeface="Arial"/>
                    <a:sym typeface="Arial"/>
                    <a:rtl val="0"/>
                  </a:rPr>
                  <a:t>Decreased</a:t>
                </a:r>
              </a:p>
            </p:txBody>
          </p:sp>
        </p:grpSp>
        <p:grpSp>
          <p:nvGrpSpPr>
            <p:cNvPr id="67" name="Graphic 55">
              <a:extLst>
                <a:ext uri="{FF2B5EF4-FFF2-40B4-BE49-F238E27FC236}">
                  <a16:creationId xmlns:a16="http://schemas.microsoft.com/office/drawing/2014/main" id="{26774946-7920-D467-2722-F8E56C04FD34}"/>
                </a:ext>
              </a:extLst>
            </p:cNvPr>
            <p:cNvGrpSpPr/>
            <p:nvPr/>
          </p:nvGrpSpPr>
          <p:grpSpPr>
            <a:xfrm>
              <a:off x="961062" y="612426"/>
              <a:ext cx="10417413" cy="5419645"/>
              <a:chOff x="961062" y="612426"/>
              <a:chExt cx="10417413" cy="5419645"/>
            </a:xfrm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03FB53A3-A47B-76E9-D158-8616216F9EB6}"/>
                  </a:ext>
                </a:extLst>
              </p:cNvPr>
              <p:cNvSpPr/>
              <p:nvPr/>
            </p:nvSpPr>
            <p:spPr>
              <a:xfrm>
                <a:off x="1388646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C38B1D8-E936-4A58-81F0-B7C42A151DF7}"/>
                  </a:ext>
                </a:extLst>
              </p:cNvPr>
              <p:cNvSpPr txBox="1"/>
              <p:nvPr/>
            </p:nvSpPr>
            <p:spPr>
              <a:xfrm>
                <a:off x="116246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A8EE944-081D-90EF-3DE2-E399952EB6C5}"/>
                  </a:ext>
                </a:extLst>
              </p:cNvPr>
              <p:cNvSpPr txBox="1"/>
              <p:nvPr/>
            </p:nvSpPr>
            <p:spPr>
              <a:xfrm>
                <a:off x="1162461" y="4748785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326F687-286B-3532-5E66-364B42E9852D}"/>
                  </a:ext>
                </a:extLst>
              </p:cNvPr>
              <p:cNvSpPr txBox="1"/>
              <p:nvPr/>
            </p:nvSpPr>
            <p:spPr>
              <a:xfrm>
                <a:off x="1162461" y="3847882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F0E0A82-42EF-CA70-40FF-703052D6E3AD}"/>
                  </a:ext>
                </a:extLst>
              </p:cNvPr>
              <p:cNvSpPr txBox="1"/>
              <p:nvPr/>
            </p:nvSpPr>
            <p:spPr>
              <a:xfrm>
                <a:off x="1162461" y="294687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3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652314E-F257-6AE0-A390-874F5B28FD6F}"/>
                  </a:ext>
                </a:extLst>
              </p:cNvPr>
              <p:cNvSpPr txBox="1"/>
              <p:nvPr/>
            </p:nvSpPr>
            <p:spPr>
              <a:xfrm>
                <a:off x="1162461" y="2045865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4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24CC7BB-8681-55F3-1D7B-49BDD81D6E38}"/>
                  </a:ext>
                </a:extLst>
              </p:cNvPr>
              <p:cNvSpPr txBox="1"/>
              <p:nvPr/>
            </p:nvSpPr>
            <p:spPr>
              <a:xfrm>
                <a:off x="1162461" y="1144962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58582879-F00E-69C4-246B-8B97DEC60B45}"/>
                  </a:ext>
                </a:extLst>
              </p:cNvPr>
              <p:cNvSpPr/>
              <p:nvPr/>
            </p:nvSpPr>
            <p:spPr>
              <a:xfrm>
                <a:off x="135961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E3C1715-9396-0755-C812-02CE65353365}"/>
                  </a:ext>
                </a:extLst>
              </p:cNvPr>
              <p:cNvSpPr/>
              <p:nvPr/>
            </p:nvSpPr>
            <p:spPr>
              <a:xfrm>
                <a:off x="1359612" y="487567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BEF5F6E5-3313-DA6C-7855-1F0439CA9622}"/>
                  </a:ext>
                </a:extLst>
              </p:cNvPr>
              <p:cNvSpPr/>
              <p:nvPr/>
            </p:nvSpPr>
            <p:spPr>
              <a:xfrm>
                <a:off x="1359612" y="3974773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F3A72D2E-D4C6-A83C-893C-D43880DF16FD}"/>
                  </a:ext>
                </a:extLst>
              </p:cNvPr>
              <p:cNvSpPr/>
              <p:nvPr/>
            </p:nvSpPr>
            <p:spPr>
              <a:xfrm>
                <a:off x="1359612" y="307376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673806E-D34B-331B-032A-26E826D0A792}"/>
                  </a:ext>
                </a:extLst>
              </p:cNvPr>
              <p:cNvSpPr/>
              <p:nvPr/>
            </p:nvSpPr>
            <p:spPr>
              <a:xfrm>
                <a:off x="1359612" y="217275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6368D63-28FD-71F0-7EC3-E4C870AF9660}"/>
                  </a:ext>
                </a:extLst>
              </p:cNvPr>
              <p:cNvSpPr/>
              <p:nvPr/>
            </p:nvSpPr>
            <p:spPr>
              <a:xfrm>
                <a:off x="1359612" y="127185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EB94C26-C206-E7D9-B195-74607A922A9D}"/>
                  </a:ext>
                </a:extLst>
              </p:cNvPr>
              <p:cNvSpPr/>
              <p:nvPr/>
            </p:nvSpPr>
            <p:spPr>
              <a:xfrm>
                <a:off x="1388646" y="5776685"/>
                <a:ext cx="9733021" cy="10591"/>
              </a:xfrm>
              <a:custGeom>
                <a:avLst/>
                <a:gdLst>
                  <a:gd name="connsiteX0" fmla="*/ 0 w 9733021"/>
                  <a:gd name="connsiteY0" fmla="*/ 0 h 10591"/>
                  <a:gd name="connsiteX1" fmla="*/ 9733022 w 973302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733021" h="10591">
                    <a:moveTo>
                      <a:pt x="0" y="0"/>
                    </a:moveTo>
                    <a:lnTo>
                      <a:pt x="973302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35BF1DB5-DE89-80DB-A1A6-6FF74E98AF9C}"/>
                  </a:ext>
                </a:extLst>
              </p:cNvPr>
              <p:cNvSpPr/>
              <p:nvPr/>
            </p:nvSpPr>
            <p:spPr>
              <a:xfrm>
                <a:off x="205018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2AD037B7-6645-859C-124F-AE40ECCB3065}"/>
                  </a:ext>
                </a:extLst>
              </p:cNvPr>
              <p:cNvSpPr/>
              <p:nvPr/>
            </p:nvSpPr>
            <p:spPr>
              <a:xfrm>
                <a:off x="278885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7DB749E-193D-1644-30D8-0BAE3A63F5B2}"/>
                  </a:ext>
                </a:extLst>
              </p:cNvPr>
              <p:cNvSpPr/>
              <p:nvPr/>
            </p:nvSpPr>
            <p:spPr>
              <a:xfrm>
                <a:off x="353569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649E88A7-FE78-F1A2-AE28-F5699C279EA5}"/>
                  </a:ext>
                </a:extLst>
              </p:cNvPr>
              <p:cNvSpPr/>
              <p:nvPr/>
            </p:nvSpPr>
            <p:spPr>
              <a:xfrm>
                <a:off x="427034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3495AD54-90B0-150B-56DA-74838510EE33}"/>
                  </a:ext>
                </a:extLst>
              </p:cNvPr>
              <p:cNvSpPr/>
              <p:nvPr/>
            </p:nvSpPr>
            <p:spPr>
              <a:xfrm>
                <a:off x="501717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9405CFE9-9654-4BDB-4310-6379D220DA85}"/>
                  </a:ext>
                </a:extLst>
              </p:cNvPr>
              <p:cNvSpPr/>
              <p:nvPr/>
            </p:nvSpPr>
            <p:spPr>
              <a:xfrm>
                <a:off x="575182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A88E1F7C-5E29-48C5-9058-2398AB672C79}"/>
                  </a:ext>
                </a:extLst>
              </p:cNvPr>
              <p:cNvSpPr/>
              <p:nvPr/>
            </p:nvSpPr>
            <p:spPr>
              <a:xfrm>
                <a:off x="649866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5251544-E5B5-8A55-BC76-340BEE5E5247}"/>
                  </a:ext>
                </a:extLst>
              </p:cNvPr>
              <p:cNvSpPr/>
              <p:nvPr/>
            </p:nvSpPr>
            <p:spPr>
              <a:xfrm>
                <a:off x="723331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00D1CACF-9222-6AD1-06B2-4FCF6A97A3FB}"/>
                  </a:ext>
                </a:extLst>
              </p:cNvPr>
              <p:cNvSpPr/>
              <p:nvPr/>
            </p:nvSpPr>
            <p:spPr>
              <a:xfrm>
                <a:off x="798014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50B04FC6-65D6-CC9F-B3CE-7359274B4569}"/>
                  </a:ext>
                </a:extLst>
              </p:cNvPr>
              <p:cNvSpPr/>
              <p:nvPr/>
            </p:nvSpPr>
            <p:spPr>
              <a:xfrm>
                <a:off x="871882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95B60068-15F6-D833-4ED3-3540F04F5F08}"/>
                  </a:ext>
                </a:extLst>
              </p:cNvPr>
              <p:cNvSpPr/>
              <p:nvPr/>
            </p:nvSpPr>
            <p:spPr>
              <a:xfrm>
                <a:off x="946566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6A76E713-5DB1-2840-D6CB-7826F8A34090}"/>
                  </a:ext>
                </a:extLst>
              </p:cNvPr>
              <p:cNvSpPr/>
              <p:nvPr/>
            </p:nvSpPr>
            <p:spPr>
              <a:xfrm>
                <a:off x="1020031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850CBBE8-6526-C81D-5CE4-B7C11FA1A032}"/>
                  </a:ext>
                </a:extLst>
              </p:cNvPr>
              <p:cNvSpPr/>
              <p:nvPr/>
            </p:nvSpPr>
            <p:spPr>
              <a:xfrm>
                <a:off x="1094714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CDFE0BE-3040-1552-70D0-B87E10E52D3B}"/>
                  </a:ext>
                </a:extLst>
              </p:cNvPr>
              <p:cNvSpPr txBox="1"/>
              <p:nvPr/>
            </p:nvSpPr>
            <p:spPr>
              <a:xfrm>
                <a:off x="164121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2019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834F703-82E0-BE67-3F89-ECC54B9B3FE1}"/>
                  </a:ext>
                </a:extLst>
              </p:cNvPr>
              <p:cNvSpPr txBox="1"/>
              <p:nvPr/>
            </p:nvSpPr>
            <p:spPr>
              <a:xfrm>
                <a:off x="2371670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2020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B7AF22F-77E9-772F-EFA0-7EFCEBE2C52C}"/>
                  </a:ext>
                </a:extLst>
              </p:cNvPr>
              <p:cNvSpPr txBox="1"/>
              <p:nvPr/>
            </p:nvSpPr>
            <p:spPr>
              <a:xfrm>
                <a:off x="312672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2020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A92AADB-6461-864F-54FC-3F0F8A83EEB0}"/>
                  </a:ext>
                </a:extLst>
              </p:cNvPr>
              <p:cNvSpPr txBox="1"/>
              <p:nvPr/>
            </p:nvSpPr>
            <p:spPr>
              <a:xfrm>
                <a:off x="3853155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2021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95C077A-0F88-A690-FAA2-783CB2D3D7CD}"/>
                  </a:ext>
                </a:extLst>
              </p:cNvPr>
              <p:cNvSpPr txBox="1"/>
              <p:nvPr/>
            </p:nvSpPr>
            <p:spPr>
              <a:xfrm>
                <a:off x="460821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2021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3A12ABE-8232-40FD-B2CC-9DEBFBDE2124}"/>
                  </a:ext>
                </a:extLst>
              </p:cNvPr>
              <p:cNvSpPr txBox="1"/>
              <p:nvPr/>
            </p:nvSpPr>
            <p:spPr>
              <a:xfrm>
                <a:off x="5334641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2022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93CB9F5-0E36-7F60-593A-07FDAB2B7098}"/>
                  </a:ext>
                </a:extLst>
              </p:cNvPr>
              <p:cNvSpPr txBox="1"/>
              <p:nvPr/>
            </p:nvSpPr>
            <p:spPr>
              <a:xfrm>
                <a:off x="608969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AF7E9092-1D0B-00C3-3F8B-958103AB975B}"/>
                  </a:ext>
                </a:extLst>
              </p:cNvPr>
              <p:cNvSpPr txBox="1"/>
              <p:nvPr/>
            </p:nvSpPr>
            <p:spPr>
              <a:xfrm>
                <a:off x="6816126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2023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E179524-BF19-E47D-2C2F-C13BD6F2818A}"/>
                  </a:ext>
                </a:extLst>
              </p:cNvPr>
              <p:cNvSpPr txBox="1"/>
              <p:nvPr/>
            </p:nvSpPr>
            <p:spPr>
              <a:xfrm>
                <a:off x="757118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2023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AA86778-500B-D8A5-4B23-3A66820A2F5D}"/>
                  </a:ext>
                </a:extLst>
              </p:cNvPr>
              <p:cNvSpPr txBox="1"/>
              <p:nvPr/>
            </p:nvSpPr>
            <p:spPr>
              <a:xfrm>
                <a:off x="8301638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2024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C661819-774E-88CC-9D40-BFC10727FF19}"/>
                  </a:ext>
                </a:extLst>
              </p:cNvPr>
              <p:cNvSpPr txBox="1"/>
              <p:nvPr/>
            </p:nvSpPr>
            <p:spPr>
              <a:xfrm>
                <a:off x="905669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2024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BE8CC93-B7B5-92CD-9816-4F779945F69D}"/>
                  </a:ext>
                </a:extLst>
              </p:cNvPr>
              <p:cNvSpPr txBox="1"/>
              <p:nvPr/>
            </p:nvSpPr>
            <p:spPr>
              <a:xfrm>
                <a:off x="9783123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2025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984DFC2-ED3B-6B35-0A8F-5519EDC783C7}"/>
                  </a:ext>
                </a:extLst>
              </p:cNvPr>
              <p:cNvSpPr txBox="1"/>
              <p:nvPr/>
            </p:nvSpPr>
            <p:spPr>
              <a:xfrm>
                <a:off x="1053818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2025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D13A3F00-D66D-8E27-2B3A-6DCB79B64658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C38A72C-A735-3F5F-3294-5BE4EAAC1F68}"/>
                  </a:ext>
                </a:extLst>
              </p:cNvPr>
              <p:cNvSpPr txBox="1"/>
              <p:nvPr/>
            </p:nvSpPr>
            <p:spPr>
              <a:xfrm>
                <a:off x="1297206" y="612426"/>
                <a:ext cx="504997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L.vitta in MAR Kapuntori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841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18A28-C251-D327-E89F-E20B6F85E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2">
            <a:extLst>
              <a:ext uri="{FF2B5EF4-FFF2-40B4-BE49-F238E27FC236}">
                <a16:creationId xmlns:a16="http://schemas.microsoft.com/office/drawing/2014/main" id="{090AA333-68EA-8414-8CFE-E0BDB8F2F7ED}"/>
              </a:ext>
            </a:extLst>
          </p:cNvPr>
          <p:cNvGrpSpPr/>
          <p:nvPr/>
        </p:nvGrpSpPr>
        <p:grpSpPr>
          <a:xfrm>
            <a:off x="961062" y="612426"/>
            <a:ext cx="10417413" cy="5602107"/>
            <a:chOff x="961062" y="612426"/>
            <a:chExt cx="10417413" cy="560210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97A7C65-C8B8-285B-30C5-78802F58B385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74CEE53-8B93-8809-6C50-878A492107F3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9" name="Graphic 2">
              <a:extLst>
                <a:ext uri="{FF2B5EF4-FFF2-40B4-BE49-F238E27FC236}">
                  <a16:creationId xmlns:a16="http://schemas.microsoft.com/office/drawing/2014/main" id="{0F090B3E-E6E1-6B2D-E6F8-A8A367A33E98}"/>
                </a:ext>
              </a:extLst>
            </p:cNvPr>
            <p:cNvGrpSpPr/>
            <p:nvPr/>
          </p:nvGrpSpPr>
          <p:grpSpPr>
            <a:xfrm>
              <a:off x="1388646" y="971481"/>
              <a:ext cx="9733021" cy="4805204"/>
              <a:chOff x="1388646" y="971481"/>
              <a:chExt cx="9733021" cy="4805204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BD626030-2D5C-D6C7-6A84-EAC8BC0A6CE5}"/>
                  </a:ext>
                </a:extLst>
              </p:cNvPr>
              <p:cNvSpPr/>
              <p:nvPr/>
            </p:nvSpPr>
            <p:spPr>
              <a:xfrm>
                <a:off x="1388646" y="971481"/>
                <a:ext cx="9733021" cy="4805204"/>
              </a:xfrm>
              <a:custGeom>
                <a:avLst/>
                <a:gdLst>
                  <a:gd name="connsiteX0" fmla="*/ 0 w 9733021"/>
                  <a:gd name="connsiteY0" fmla="*/ 0 h 4805204"/>
                  <a:gd name="connsiteX1" fmla="*/ 9733021 w 9733021"/>
                  <a:gd name="connsiteY1" fmla="*/ 0 h 4805204"/>
                  <a:gd name="connsiteX2" fmla="*/ 9733021 w 9733021"/>
                  <a:gd name="connsiteY2" fmla="*/ 4805204 h 4805204"/>
                  <a:gd name="connsiteX3" fmla="*/ 0 w 973302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33021" h="4805204">
                    <a:moveTo>
                      <a:pt x="0" y="0"/>
                    </a:moveTo>
                    <a:lnTo>
                      <a:pt x="9733021" y="0"/>
                    </a:lnTo>
                    <a:lnTo>
                      <a:pt x="9733021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F57C504-3A40-C820-9772-15E49821ED2B}"/>
                  </a:ext>
                </a:extLst>
              </p:cNvPr>
              <p:cNvSpPr/>
              <p:nvPr/>
            </p:nvSpPr>
            <p:spPr>
              <a:xfrm>
                <a:off x="1831047" y="971481"/>
                <a:ext cx="8848221" cy="4723438"/>
              </a:xfrm>
              <a:custGeom>
                <a:avLst/>
                <a:gdLst>
                  <a:gd name="connsiteX0" fmla="*/ 0 w 8848221"/>
                  <a:gd name="connsiteY0" fmla="*/ 0 h 4723438"/>
                  <a:gd name="connsiteX1" fmla="*/ 112004 w 8848221"/>
                  <a:gd name="connsiteY1" fmla="*/ 477565 h 4723438"/>
                  <a:gd name="connsiteX2" fmla="*/ 224008 w 8848221"/>
                  <a:gd name="connsiteY2" fmla="*/ 884804 h 4723438"/>
                  <a:gd name="connsiteX3" fmla="*/ 336012 w 8848221"/>
                  <a:gd name="connsiteY3" fmla="*/ 1218009 h 4723438"/>
                  <a:gd name="connsiteX4" fmla="*/ 448017 w 8848221"/>
                  <a:gd name="connsiteY4" fmla="*/ 1482688 h 4723438"/>
                  <a:gd name="connsiteX5" fmla="*/ 560021 w 8848221"/>
                  <a:gd name="connsiteY5" fmla="*/ 1692397 h 4723438"/>
                  <a:gd name="connsiteX6" fmla="*/ 672025 w 8848221"/>
                  <a:gd name="connsiteY6" fmla="*/ 1861965 h 4723438"/>
                  <a:gd name="connsiteX7" fmla="*/ 784029 w 8848221"/>
                  <a:gd name="connsiteY7" fmla="*/ 2001983 h 4723438"/>
                  <a:gd name="connsiteX8" fmla="*/ 896033 w 8848221"/>
                  <a:gd name="connsiteY8" fmla="*/ 2107473 h 4723438"/>
                  <a:gd name="connsiteX9" fmla="*/ 1008037 w 8848221"/>
                  <a:gd name="connsiteY9" fmla="*/ 2166361 h 4723438"/>
                  <a:gd name="connsiteX10" fmla="*/ 1120041 w 8848221"/>
                  <a:gd name="connsiteY10" fmla="*/ 2174941 h 4723438"/>
                  <a:gd name="connsiteX11" fmla="*/ 1232046 w 8848221"/>
                  <a:gd name="connsiteY11" fmla="*/ 2147509 h 4723438"/>
                  <a:gd name="connsiteX12" fmla="*/ 1344050 w 8848221"/>
                  <a:gd name="connsiteY12" fmla="*/ 2115311 h 4723438"/>
                  <a:gd name="connsiteX13" fmla="*/ 1456054 w 8848221"/>
                  <a:gd name="connsiteY13" fmla="*/ 2105991 h 4723438"/>
                  <a:gd name="connsiteX14" fmla="*/ 1568058 w 8848221"/>
                  <a:gd name="connsiteY14" fmla="*/ 2088832 h 4723438"/>
                  <a:gd name="connsiteX15" fmla="*/ 1680062 w 8848221"/>
                  <a:gd name="connsiteY15" fmla="*/ 2051763 h 4723438"/>
                  <a:gd name="connsiteX16" fmla="*/ 1792066 w 8848221"/>
                  <a:gd name="connsiteY16" fmla="*/ 1987791 h 4723438"/>
                  <a:gd name="connsiteX17" fmla="*/ 1904070 w 8848221"/>
                  <a:gd name="connsiteY17" fmla="*/ 1894163 h 4723438"/>
                  <a:gd name="connsiteX18" fmla="*/ 2016074 w 8848221"/>
                  <a:gd name="connsiteY18" fmla="*/ 1780517 h 4723438"/>
                  <a:gd name="connsiteX19" fmla="*/ 2128079 w 8848221"/>
                  <a:gd name="connsiteY19" fmla="*/ 1672591 h 4723438"/>
                  <a:gd name="connsiteX20" fmla="*/ 2240083 w 8848221"/>
                  <a:gd name="connsiteY20" fmla="*/ 1606607 h 4723438"/>
                  <a:gd name="connsiteX21" fmla="*/ 2352087 w 8848221"/>
                  <a:gd name="connsiteY21" fmla="*/ 1616245 h 4723438"/>
                  <a:gd name="connsiteX22" fmla="*/ 2464091 w 8848221"/>
                  <a:gd name="connsiteY22" fmla="*/ 1687207 h 4723438"/>
                  <a:gd name="connsiteX23" fmla="*/ 2576095 w 8848221"/>
                  <a:gd name="connsiteY23" fmla="*/ 1775222 h 4723438"/>
                  <a:gd name="connsiteX24" fmla="*/ 2688099 w 8848221"/>
                  <a:gd name="connsiteY24" fmla="*/ 1845337 h 4723438"/>
                  <a:gd name="connsiteX25" fmla="*/ 2800104 w 8848221"/>
                  <a:gd name="connsiteY25" fmla="*/ 1884419 h 4723438"/>
                  <a:gd name="connsiteX26" fmla="*/ 2912107 w 8848221"/>
                  <a:gd name="connsiteY26" fmla="*/ 1914498 h 4723438"/>
                  <a:gd name="connsiteX27" fmla="*/ 3024006 w 8848221"/>
                  <a:gd name="connsiteY27" fmla="*/ 1942989 h 4723438"/>
                  <a:gd name="connsiteX28" fmla="*/ 3136010 w 8848221"/>
                  <a:gd name="connsiteY28" fmla="*/ 1969891 h 4723438"/>
                  <a:gd name="connsiteX29" fmla="*/ 3248014 w 8848221"/>
                  <a:gd name="connsiteY29" fmla="*/ 1985884 h 4723438"/>
                  <a:gd name="connsiteX30" fmla="*/ 3360018 w 8848221"/>
                  <a:gd name="connsiteY30" fmla="*/ 2016493 h 4723438"/>
                  <a:gd name="connsiteX31" fmla="*/ 3472022 w 8848221"/>
                  <a:gd name="connsiteY31" fmla="*/ 2036935 h 4723438"/>
                  <a:gd name="connsiteX32" fmla="*/ 3584026 w 8848221"/>
                  <a:gd name="connsiteY32" fmla="*/ 2041171 h 4723438"/>
                  <a:gd name="connsiteX33" fmla="*/ 3696031 w 8848221"/>
                  <a:gd name="connsiteY33" fmla="*/ 2048903 h 4723438"/>
                  <a:gd name="connsiteX34" fmla="*/ 3808035 w 8848221"/>
                  <a:gd name="connsiteY34" fmla="*/ 2050386 h 4723438"/>
                  <a:gd name="connsiteX35" fmla="*/ 3920039 w 8848221"/>
                  <a:gd name="connsiteY35" fmla="*/ 2038100 h 4723438"/>
                  <a:gd name="connsiteX36" fmla="*/ 4032043 w 8848221"/>
                  <a:gd name="connsiteY36" fmla="*/ 2020624 h 4723438"/>
                  <a:gd name="connsiteX37" fmla="*/ 4144047 w 8848221"/>
                  <a:gd name="connsiteY37" fmla="*/ 2018082 h 4723438"/>
                  <a:gd name="connsiteX38" fmla="*/ 4256051 w 8848221"/>
                  <a:gd name="connsiteY38" fmla="*/ 2037888 h 4723438"/>
                  <a:gd name="connsiteX39" fmla="*/ 4368056 w 8848221"/>
                  <a:gd name="connsiteY39" fmla="*/ 2060447 h 4723438"/>
                  <a:gd name="connsiteX40" fmla="*/ 4480060 w 8848221"/>
                  <a:gd name="connsiteY40" fmla="*/ 2073793 h 4723438"/>
                  <a:gd name="connsiteX41" fmla="*/ 4592064 w 8848221"/>
                  <a:gd name="connsiteY41" fmla="*/ 2069133 h 4723438"/>
                  <a:gd name="connsiteX42" fmla="*/ 4704068 w 8848221"/>
                  <a:gd name="connsiteY42" fmla="*/ 2045090 h 4723438"/>
                  <a:gd name="connsiteX43" fmla="*/ 4816072 w 8848221"/>
                  <a:gd name="connsiteY43" fmla="*/ 2010138 h 4723438"/>
                  <a:gd name="connsiteX44" fmla="*/ 4928076 w 8848221"/>
                  <a:gd name="connsiteY44" fmla="*/ 1979212 h 4723438"/>
                  <a:gd name="connsiteX45" fmla="*/ 5040081 w 8848221"/>
                  <a:gd name="connsiteY45" fmla="*/ 1969468 h 4723438"/>
                  <a:gd name="connsiteX46" fmla="*/ 5152084 w 8848221"/>
                  <a:gd name="connsiteY46" fmla="*/ 1992875 h 4723438"/>
                  <a:gd name="connsiteX47" fmla="*/ 5264088 w 8848221"/>
                  <a:gd name="connsiteY47" fmla="*/ 2042019 h 4723438"/>
                  <a:gd name="connsiteX48" fmla="*/ 5376093 w 8848221"/>
                  <a:gd name="connsiteY48" fmla="*/ 2103766 h 4723438"/>
                  <a:gd name="connsiteX49" fmla="*/ 5488097 w 8848221"/>
                  <a:gd name="connsiteY49" fmla="*/ 2167632 h 4723438"/>
                  <a:gd name="connsiteX50" fmla="*/ 5600101 w 8848221"/>
                  <a:gd name="connsiteY50" fmla="*/ 2227050 h 4723438"/>
                  <a:gd name="connsiteX51" fmla="*/ 5712105 w 8848221"/>
                  <a:gd name="connsiteY51" fmla="*/ 2279477 h 4723438"/>
                  <a:gd name="connsiteX52" fmla="*/ 5824109 w 8848221"/>
                  <a:gd name="connsiteY52" fmla="*/ 2325020 h 4723438"/>
                  <a:gd name="connsiteX53" fmla="*/ 5936114 w 8848221"/>
                  <a:gd name="connsiteY53" fmla="*/ 2373847 h 4723438"/>
                  <a:gd name="connsiteX54" fmla="*/ 6048118 w 8848221"/>
                  <a:gd name="connsiteY54" fmla="*/ 2428181 h 4723438"/>
                  <a:gd name="connsiteX55" fmla="*/ 6160121 w 8848221"/>
                  <a:gd name="connsiteY55" fmla="*/ 2481455 h 4723438"/>
                  <a:gd name="connsiteX56" fmla="*/ 6272126 w 8848221"/>
                  <a:gd name="connsiteY56" fmla="*/ 2528269 h 4723438"/>
                  <a:gd name="connsiteX57" fmla="*/ 6384130 w 8848221"/>
                  <a:gd name="connsiteY57" fmla="*/ 2565974 h 4723438"/>
                  <a:gd name="connsiteX58" fmla="*/ 6496134 w 8848221"/>
                  <a:gd name="connsiteY58" fmla="*/ 2594571 h 4723438"/>
                  <a:gd name="connsiteX59" fmla="*/ 6608138 w 8848221"/>
                  <a:gd name="connsiteY59" fmla="*/ 2616707 h 4723438"/>
                  <a:gd name="connsiteX60" fmla="*/ 6720143 w 8848221"/>
                  <a:gd name="connsiteY60" fmla="*/ 2635877 h 4723438"/>
                  <a:gd name="connsiteX61" fmla="*/ 6832147 w 8848221"/>
                  <a:gd name="connsiteY61" fmla="*/ 2653989 h 4723438"/>
                  <a:gd name="connsiteX62" fmla="*/ 6944151 w 8848221"/>
                  <a:gd name="connsiteY62" fmla="*/ 2670088 h 4723438"/>
                  <a:gd name="connsiteX63" fmla="*/ 7056154 w 8848221"/>
                  <a:gd name="connsiteY63" fmla="*/ 2683539 h 4723438"/>
                  <a:gd name="connsiteX64" fmla="*/ 7168159 w 8848221"/>
                  <a:gd name="connsiteY64" fmla="*/ 2693812 h 4723438"/>
                  <a:gd name="connsiteX65" fmla="*/ 7280163 w 8848221"/>
                  <a:gd name="connsiteY65" fmla="*/ 2700061 h 4723438"/>
                  <a:gd name="connsiteX66" fmla="*/ 7392167 w 8848221"/>
                  <a:gd name="connsiteY66" fmla="*/ 2701226 h 4723438"/>
                  <a:gd name="connsiteX67" fmla="*/ 7504171 w 8848221"/>
                  <a:gd name="connsiteY67" fmla="*/ 2695719 h 4723438"/>
                  <a:gd name="connsiteX68" fmla="*/ 7616176 w 8848221"/>
                  <a:gd name="connsiteY68" fmla="*/ 2682585 h 4723438"/>
                  <a:gd name="connsiteX69" fmla="*/ 7728180 w 8848221"/>
                  <a:gd name="connsiteY69" fmla="*/ 2660767 h 4723438"/>
                  <a:gd name="connsiteX70" fmla="*/ 7840184 w 8848221"/>
                  <a:gd name="connsiteY70" fmla="*/ 2629522 h 4723438"/>
                  <a:gd name="connsiteX71" fmla="*/ 7952188 w 8848221"/>
                  <a:gd name="connsiteY71" fmla="*/ 2588322 h 4723438"/>
                  <a:gd name="connsiteX72" fmla="*/ 8064192 w 8848221"/>
                  <a:gd name="connsiteY72" fmla="*/ 2536954 h 4723438"/>
                  <a:gd name="connsiteX73" fmla="*/ 8176196 w 8848221"/>
                  <a:gd name="connsiteY73" fmla="*/ 2475312 h 4723438"/>
                  <a:gd name="connsiteX74" fmla="*/ 8288200 w 8848221"/>
                  <a:gd name="connsiteY74" fmla="*/ 2403608 h 4723438"/>
                  <a:gd name="connsiteX75" fmla="*/ 8400204 w 8848221"/>
                  <a:gd name="connsiteY75" fmla="*/ 2322055 h 4723438"/>
                  <a:gd name="connsiteX76" fmla="*/ 8512208 w 8848221"/>
                  <a:gd name="connsiteY76" fmla="*/ 2230651 h 4723438"/>
                  <a:gd name="connsiteX77" fmla="*/ 8624213 w 8848221"/>
                  <a:gd name="connsiteY77" fmla="*/ 2129927 h 4723438"/>
                  <a:gd name="connsiteX78" fmla="*/ 8736217 w 8848221"/>
                  <a:gd name="connsiteY78" fmla="*/ 2020094 h 4723438"/>
                  <a:gd name="connsiteX79" fmla="*/ 8848221 w 8848221"/>
                  <a:gd name="connsiteY79" fmla="*/ 1901153 h 4723438"/>
                  <a:gd name="connsiteX80" fmla="*/ 8848221 w 8848221"/>
                  <a:gd name="connsiteY80" fmla="*/ 4723439 h 4723438"/>
                  <a:gd name="connsiteX81" fmla="*/ 8736217 w 8848221"/>
                  <a:gd name="connsiteY81" fmla="*/ 4619749 h 4723438"/>
                  <a:gd name="connsiteX82" fmla="*/ 8624213 w 8848221"/>
                  <a:gd name="connsiteY82" fmla="*/ 4522203 h 4723438"/>
                  <a:gd name="connsiteX83" fmla="*/ 8512208 w 8848221"/>
                  <a:gd name="connsiteY83" fmla="*/ 4430905 h 4723438"/>
                  <a:gd name="connsiteX84" fmla="*/ 8400204 w 8848221"/>
                  <a:gd name="connsiteY84" fmla="*/ 4346280 h 4723438"/>
                  <a:gd name="connsiteX85" fmla="*/ 8288200 w 8848221"/>
                  <a:gd name="connsiteY85" fmla="*/ 4268433 h 4723438"/>
                  <a:gd name="connsiteX86" fmla="*/ 8176196 w 8848221"/>
                  <a:gd name="connsiteY86" fmla="*/ 4197789 h 4723438"/>
                  <a:gd name="connsiteX87" fmla="*/ 8064192 w 8848221"/>
                  <a:gd name="connsiteY87" fmla="*/ 4134452 h 4723438"/>
                  <a:gd name="connsiteX88" fmla="*/ 7952188 w 8848221"/>
                  <a:gd name="connsiteY88" fmla="*/ 4078741 h 4723438"/>
                  <a:gd name="connsiteX89" fmla="*/ 7840184 w 8848221"/>
                  <a:gd name="connsiteY89" fmla="*/ 4030445 h 4723438"/>
                  <a:gd name="connsiteX90" fmla="*/ 7728180 w 8848221"/>
                  <a:gd name="connsiteY90" fmla="*/ 3989562 h 4723438"/>
                  <a:gd name="connsiteX91" fmla="*/ 7616176 w 8848221"/>
                  <a:gd name="connsiteY91" fmla="*/ 3955458 h 4723438"/>
                  <a:gd name="connsiteX92" fmla="*/ 7504171 w 8848221"/>
                  <a:gd name="connsiteY92" fmla="*/ 3927602 h 4723438"/>
                  <a:gd name="connsiteX93" fmla="*/ 7392167 w 8848221"/>
                  <a:gd name="connsiteY93" fmla="*/ 3904937 h 4723438"/>
                  <a:gd name="connsiteX94" fmla="*/ 7280163 w 8848221"/>
                  <a:gd name="connsiteY94" fmla="*/ 3886402 h 4723438"/>
                  <a:gd name="connsiteX95" fmla="*/ 7168159 w 8848221"/>
                  <a:gd name="connsiteY95" fmla="*/ 3869667 h 4723438"/>
                  <a:gd name="connsiteX96" fmla="*/ 7056154 w 8848221"/>
                  <a:gd name="connsiteY96" fmla="*/ 3853675 h 4723438"/>
                  <a:gd name="connsiteX97" fmla="*/ 6944151 w 8848221"/>
                  <a:gd name="connsiteY97" fmla="*/ 3838317 h 4723438"/>
                  <a:gd name="connsiteX98" fmla="*/ 6832147 w 8848221"/>
                  <a:gd name="connsiteY98" fmla="*/ 3823913 h 4723438"/>
                  <a:gd name="connsiteX99" fmla="*/ 6720143 w 8848221"/>
                  <a:gd name="connsiteY99" fmla="*/ 3810568 h 4723438"/>
                  <a:gd name="connsiteX100" fmla="*/ 6608138 w 8848221"/>
                  <a:gd name="connsiteY100" fmla="*/ 3791927 h 4723438"/>
                  <a:gd name="connsiteX101" fmla="*/ 6496134 w 8848221"/>
                  <a:gd name="connsiteY101" fmla="*/ 3767567 h 4723438"/>
                  <a:gd name="connsiteX102" fmla="*/ 6384130 w 8848221"/>
                  <a:gd name="connsiteY102" fmla="*/ 3742889 h 4723438"/>
                  <a:gd name="connsiteX103" fmla="*/ 6272126 w 8848221"/>
                  <a:gd name="connsiteY103" fmla="*/ 3722024 h 4723438"/>
                  <a:gd name="connsiteX104" fmla="*/ 6160121 w 8848221"/>
                  <a:gd name="connsiteY104" fmla="*/ 3706666 h 4723438"/>
                  <a:gd name="connsiteX105" fmla="*/ 6048118 w 8848221"/>
                  <a:gd name="connsiteY105" fmla="*/ 3695757 h 4723438"/>
                  <a:gd name="connsiteX106" fmla="*/ 5936114 w 8848221"/>
                  <a:gd name="connsiteY106" fmla="*/ 3685589 h 4723438"/>
                  <a:gd name="connsiteX107" fmla="*/ 5824109 w 8848221"/>
                  <a:gd name="connsiteY107" fmla="*/ 3671291 h 4723438"/>
                  <a:gd name="connsiteX108" fmla="*/ 5712105 w 8848221"/>
                  <a:gd name="connsiteY108" fmla="*/ 3643542 h 4723438"/>
                  <a:gd name="connsiteX109" fmla="*/ 5600101 w 8848221"/>
                  <a:gd name="connsiteY109" fmla="*/ 3600435 h 4723438"/>
                  <a:gd name="connsiteX110" fmla="*/ 5488097 w 8848221"/>
                  <a:gd name="connsiteY110" fmla="*/ 3552562 h 4723438"/>
                  <a:gd name="connsiteX111" fmla="*/ 5376093 w 8848221"/>
                  <a:gd name="connsiteY111" fmla="*/ 3508078 h 4723438"/>
                  <a:gd name="connsiteX112" fmla="*/ 5264088 w 8848221"/>
                  <a:gd name="connsiteY112" fmla="*/ 3471008 h 4723438"/>
                  <a:gd name="connsiteX113" fmla="*/ 5152084 w 8848221"/>
                  <a:gd name="connsiteY113" fmla="*/ 3441458 h 4723438"/>
                  <a:gd name="connsiteX114" fmla="*/ 5040081 w 8848221"/>
                  <a:gd name="connsiteY114" fmla="*/ 3416780 h 4723438"/>
                  <a:gd name="connsiteX115" fmla="*/ 4928076 w 8848221"/>
                  <a:gd name="connsiteY115" fmla="*/ 3385959 h 4723438"/>
                  <a:gd name="connsiteX116" fmla="*/ 4816072 w 8848221"/>
                  <a:gd name="connsiteY116" fmla="*/ 3352279 h 4723438"/>
                  <a:gd name="connsiteX117" fmla="*/ 4704068 w 8848221"/>
                  <a:gd name="connsiteY117" fmla="*/ 3326647 h 4723438"/>
                  <a:gd name="connsiteX118" fmla="*/ 4592064 w 8848221"/>
                  <a:gd name="connsiteY118" fmla="*/ 3317857 h 4723438"/>
                  <a:gd name="connsiteX119" fmla="*/ 4480060 w 8848221"/>
                  <a:gd name="connsiteY119" fmla="*/ 3328342 h 4723438"/>
                  <a:gd name="connsiteX120" fmla="*/ 4368056 w 8848221"/>
                  <a:gd name="connsiteY120" fmla="*/ 3350690 h 4723438"/>
                  <a:gd name="connsiteX121" fmla="*/ 4256051 w 8848221"/>
                  <a:gd name="connsiteY121" fmla="*/ 3369648 h 4723438"/>
                  <a:gd name="connsiteX122" fmla="*/ 4144047 w 8848221"/>
                  <a:gd name="connsiteY122" fmla="*/ 3367318 h 4723438"/>
                  <a:gd name="connsiteX123" fmla="*/ 4032043 w 8848221"/>
                  <a:gd name="connsiteY123" fmla="*/ 3327389 h 4723438"/>
                  <a:gd name="connsiteX124" fmla="*/ 3920039 w 8848221"/>
                  <a:gd name="connsiteY124" fmla="*/ 3264688 h 4723438"/>
                  <a:gd name="connsiteX125" fmla="*/ 3808035 w 8848221"/>
                  <a:gd name="connsiteY125" fmla="*/ 3203682 h 4723438"/>
                  <a:gd name="connsiteX126" fmla="*/ 3696031 w 8848221"/>
                  <a:gd name="connsiteY126" fmla="*/ 3157503 h 4723438"/>
                  <a:gd name="connsiteX127" fmla="*/ 3584026 w 8848221"/>
                  <a:gd name="connsiteY127" fmla="*/ 3122869 h 4723438"/>
                  <a:gd name="connsiteX128" fmla="*/ 3472022 w 8848221"/>
                  <a:gd name="connsiteY128" fmla="*/ 3088130 h 4723438"/>
                  <a:gd name="connsiteX129" fmla="*/ 3360018 w 8848221"/>
                  <a:gd name="connsiteY129" fmla="*/ 3069065 h 4723438"/>
                  <a:gd name="connsiteX130" fmla="*/ 3248014 w 8848221"/>
                  <a:gd name="connsiteY130" fmla="*/ 3058685 h 4723438"/>
                  <a:gd name="connsiteX131" fmla="*/ 3136010 w 8848221"/>
                  <a:gd name="connsiteY131" fmla="*/ 3005093 h 4723438"/>
                  <a:gd name="connsiteX132" fmla="*/ 3024006 w 8848221"/>
                  <a:gd name="connsiteY132" fmla="*/ 2936249 h 4723438"/>
                  <a:gd name="connsiteX133" fmla="*/ 2912107 w 8848221"/>
                  <a:gd name="connsiteY133" fmla="*/ 2910194 h 4723438"/>
                  <a:gd name="connsiteX134" fmla="*/ 2800104 w 8848221"/>
                  <a:gd name="connsiteY134" fmla="*/ 2893566 h 4723438"/>
                  <a:gd name="connsiteX135" fmla="*/ 2688099 w 8848221"/>
                  <a:gd name="connsiteY135" fmla="*/ 2871006 h 4723438"/>
                  <a:gd name="connsiteX136" fmla="*/ 2576095 w 8848221"/>
                  <a:gd name="connsiteY136" fmla="*/ 2853107 h 4723438"/>
                  <a:gd name="connsiteX137" fmla="*/ 2464091 w 8848221"/>
                  <a:gd name="connsiteY137" fmla="*/ 2860627 h 4723438"/>
                  <a:gd name="connsiteX138" fmla="*/ 2352087 w 8848221"/>
                  <a:gd name="connsiteY138" fmla="*/ 2892401 h 4723438"/>
                  <a:gd name="connsiteX139" fmla="*/ 2240083 w 8848221"/>
                  <a:gd name="connsiteY139" fmla="*/ 2938049 h 4723438"/>
                  <a:gd name="connsiteX140" fmla="*/ 2128079 w 8848221"/>
                  <a:gd name="connsiteY140" fmla="*/ 3001492 h 4723438"/>
                  <a:gd name="connsiteX141" fmla="*/ 2016074 w 8848221"/>
                  <a:gd name="connsiteY141" fmla="*/ 3092366 h 4723438"/>
                  <a:gd name="connsiteX142" fmla="*/ 1904070 w 8848221"/>
                  <a:gd name="connsiteY142" fmla="*/ 3216179 h 4723438"/>
                  <a:gd name="connsiteX143" fmla="*/ 1792066 w 8848221"/>
                  <a:gd name="connsiteY143" fmla="*/ 3368166 h 4723438"/>
                  <a:gd name="connsiteX144" fmla="*/ 1680062 w 8848221"/>
                  <a:gd name="connsiteY144" fmla="*/ 3527248 h 4723438"/>
                  <a:gd name="connsiteX145" fmla="*/ 1568058 w 8848221"/>
                  <a:gd name="connsiteY145" fmla="*/ 3659746 h 4723438"/>
                  <a:gd name="connsiteX146" fmla="*/ 1456054 w 8848221"/>
                  <a:gd name="connsiteY146" fmla="*/ 3728378 h 4723438"/>
                  <a:gd name="connsiteX147" fmla="*/ 1344050 w 8848221"/>
                  <a:gd name="connsiteY147" fmla="*/ 3706454 h 4723438"/>
                  <a:gd name="connsiteX148" fmla="*/ 1232046 w 8848221"/>
                  <a:gd name="connsiteY148" fmla="*/ 3634009 h 4723438"/>
                  <a:gd name="connsiteX149" fmla="*/ 1120041 w 8848221"/>
                  <a:gd name="connsiteY149" fmla="*/ 3535827 h 4723438"/>
                  <a:gd name="connsiteX150" fmla="*/ 1008037 w 8848221"/>
                  <a:gd name="connsiteY150" fmla="*/ 3424724 h 4723438"/>
                  <a:gd name="connsiteX151" fmla="*/ 896033 w 8848221"/>
                  <a:gd name="connsiteY151" fmla="*/ 3296886 h 4723438"/>
                  <a:gd name="connsiteX152" fmla="*/ 784029 w 8848221"/>
                  <a:gd name="connsiteY152" fmla="*/ 3130071 h 4723438"/>
                  <a:gd name="connsiteX153" fmla="*/ 672025 w 8848221"/>
                  <a:gd name="connsiteY153" fmla="*/ 2917184 h 4723438"/>
                  <a:gd name="connsiteX154" fmla="*/ 560021 w 8848221"/>
                  <a:gd name="connsiteY154" fmla="*/ 2678984 h 4723438"/>
                  <a:gd name="connsiteX155" fmla="*/ 448017 w 8848221"/>
                  <a:gd name="connsiteY155" fmla="*/ 2428286 h 4723438"/>
                  <a:gd name="connsiteX156" fmla="*/ 336012 w 8848221"/>
                  <a:gd name="connsiteY156" fmla="*/ 2176953 h 4723438"/>
                  <a:gd name="connsiteX157" fmla="*/ 224008 w 8848221"/>
                  <a:gd name="connsiteY157" fmla="*/ 1936105 h 4723438"/>
                  <a:gd name="connsiteX158" fmla="*/ 112004 w 8848221"/>
                  <a:gd name="connsiteY158" fmla="*/ 1711038 h 4723438"/>
                  <a:gd name="connsiteX159" fmla="*/ 0 w 8848221"/>
                  <a:gd name="connsiteY159" fmla="*/ 1499634 h 472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848221" h="4723438">
                    <a:moveTo>
                      <a:pt x="0" y="0"/>
                    </a:moveTo>
                    <a:lnTo>
                      <a:pt x="112004" y="477565"/>
                    </a:lnTo>
                    <a:lnTo>
                      <a:pt x="224008" y="884804"/>
                    </a:lnTo>
                    <a:lnTo>
                      <a:pt x="336012" y="1218009"/>
                    </a:lnTo>
                    <a:lnTo>
                      <a:pt x="448017" y="1482688"/>
                    </a:lnTo>
                    <a:lnTo>
                      <a:pt x="560021" y="1692397"/>
                    </a:lnTo>
                    <a:lnTo>
                      <a:pt x="672025" y="1861965"/>
                    </a:lnTo>
                    <a:lnTo>
                      <a:pt x="784029" y="2001983"/>
                    </a:lnTo>
                    <a:lnTo>
                      <a:pt x="896033" y="2107473"/>
                    </a:lnTo>
                    <a:lnTo>
                      <a:pt x="1008037" y="2166361"/>
                    </a:lnTo>
                    <a:lnTo>
                      <a:pt x="1120041" y="2174941"/>
                    </a:lnTo>
                    <a:lnTo>
                      <a:pt x="1232046" y="2147509"/>
                    </a:lnTo>
                    <a:lnTo>
                      <a:pt x="1344050" y="2115311"/>
                    </a:lnTo>
                    <a:lnTo>
                      <a:pt x="1456054" y="2105991"/>
                    </a:lnTo>
                    <a:lnTo>
                      <a:pt x="1568058" y="2088832"/>
                    </a:lnTo>
                    <a:lnTo>
                      <a:pt x="1680062" y="2051763"/>
                    </a:lnTo>
                    <a:lnTo>
                      <a:pt x="1792066" y="1987791"/>
                    </a:lnTo>
                    <a:lnTo>
                      <a:pt x="1904070" y="1894163"/>
                    </a:lnTo>
                    <a:lnTo>
                      <a:pt x="2016074" y="1780517"/>
                    </a:lnTo>
                    <a:lnTo>
                      <a:pt x="2128079" y="1672591"/>
                    </a:lnTo>
                    <a:lnTo>
                      <a:pt x="2240083" y="1606607"/>
                    </a:lnTo>
                    <a:lnTo>
                      <a:pt x="2352087" y="1616245"/>
                    </a:lnTo>
                    <a:lnTo>
                      <a:pt x="2464091" y="1687207"/>
                    </a:lnTo>
                    <a:lnTo>
                      <a:pt x="2576095" y="1775222"/>
                    </a:lnTo>
                    <a:lnTo>
                      <a:pt x="2688099" y="1845337"/>
                    </a:lnTo>
                    <a:lnTo>
                      <a:pt x="2800104" y="1884419"/>
                    </a:lnTo>
                    <a:lnTo>
                      <a:pt x="2912107" y="1914498"/>
                    </a:lnTo>
                    <a:lnTo>
                      <a:pt x="3024006" y="1942989"/>
                    </a:lnTo>
                    <a:lnTo>
                      <a:pt x="3136010" y="1969891"/>
                    </a:lnTo>
                    <a:lnTo>
                      <a:pt x="3248014" y="1985884"/>
                    </a:lnTo>
                    <a:lnTo>
                      <a:pt x="3360018" y="2016493"/>
                    </a:lnTo>
                    <a:lnTo>
                      <a:pt x="3472022" y="2036935"/>
                    </a:lnTo>
                    <a:lnTo>
                      <a:pt x="3584026" y="2041171"/>
                    </a:lnTo>
                    <a:lnTo>
                      <a:pt x="3696031" y="2048903"/>
                    </a:lnTo>
                    <a:lnTo>
                      <a:pt x="3808035" y="2050386"/>
                    </a:lnTo>
                    <a:lnTo>
                      <a:pt x="3920039" y="2038100"/>
                    </a:lnTo>
                    <a:lnTo>
                      <a:pt x="4032043" y="2020624"/>
                    </a:lnTo>
                    <a:lnTo>
                      <a:pt x="4144047" y="2018082"/>
                    </a:lnTo>
                    <a:lnTo>
                      <a:pt x="4256051" y="2037888"/>
                    </a:lnTo>
                    <a:lnTo>
                      <a:pt x="4368056" y="2060447"/>
                    </a:lnTo>
                    <a:lnTo>
                      <a:pt x="4480060" y="2073793"/>
                    </a:lnTo>
                    <a:lnTo>
                      <a:pt x="4592064" y="2069133"/>
                    </a:lnTo>
                    <a:lnTo>
                      <a:pt x="4704068" y="2045090"/>
                    </a:lnTo>
                    <a:lnTo>
                      <a:pt x="4816072" y="2010138"/>
                    </a:lnTo>
                    <a:lnTo>
                      <a:pt x="4928076" y="1979212"/>
                    </a:lnTo>
                    <a:lnTo>
                      <a:pt x="5040081" y="1969468"/>
                    </a:lnTo>
                    <a:lnTo>
                      <a:pt x="5152084" y="1992875"/>
                    </a:lnTo>
                    <a:lnTo>
                      <a:pt x="5264088" y="2042019"/>
                    </a:lnTo>
                    <a:lnTo>
                      <a:pt x="5376093" y="2103766"/>
                    </a:lnTo>
                    <a:lnTo>
                      <a:pt x="5488097" y="2167632"/>
                    </a:lnTo>
                    <a:lnTo>
                      <a:pt x="5600101" y="2227050"/>
                    </a:lnTo>
                    <a:lnTo>
                      <a:pt x="5712105" y="2279477"/>
                    </a:lnTo>
                    <a:lnTo>
                      <a:pt x="5824109" y="2325020"/>
                    </a:lnTo>
                    <a:lnTo>
                      <a:pt x="5936114" y="2373847"/>
                    </a:lnTo>
                    <a:lnTo>
                      <a:pt x="6048118" y="2428181"/>
                    </a:lnTo>
                    <a:lnTo>
                      <a:pt x="6160121" y="2481455"/>
                    </a:lnTo>
                    <a:lnTo>
                      <a:pt x="6272126" y="2528269"/>
                    </a:lnTo>
                    <a:lnTo>
                      <a:pt x="6384130" y="2565974"/>
                    </a:lnTo>
                    <a:lnTo>
                      <a:pt x="6496134" y="2594571"/>
                    </a:lnTo>
                    <a:lnTo>
                      <a:pt x="6608138" y="2616707"/>
                    </a:lnTo>
                    <a:lnTo>
                      <a:pt x="6720143" y="2635877"/>
                    </a:lnTo>
                    <a:lnTo>
                      <a:pt x="6832147" y="2653989"/>
                    </a:lnTo>
                    <a:lnTo>
                      <a:pt x="6944151" y="2670088"/>
                    </a:lnTo>
                    <a:lnTo>
                      <a:pt x="7056154" y="2683539"/>
                    </a:lnTo>
                    <a:lnTo>
                      <a:pt x="7168159" y="2693812"/>
                    </a:lnTo>
                    <a:lnTo>
                      <a:pt x="7280163" y="2700061"/>
                    </a:lnTo>
                    <a:lnTo>
                      <a:pt x="7392167" y="2701226"/>
                    </a:lnTo>
                    <a:lnTo>
                      <a:pt x="7504171" y="2695719"/>
                    </a:lnTo>
                    <a:lnTo>
                      <a:pt x="7616176" y="2682585"/>
                    </a:lnTo>
                    <a:lnTo>
                      <a:pt x="7728180" y="2660767"/>
                    </a:lnTo>
                    <a:lnTo>
                      <a:pt x="7840184" y="2629522"/>
                    </a:lnTo>
                    <a:lnTo>
                      <a:pt x="7952188" y="2588322"/>
                    </a:lnTo>
                    <a:lnTo>
                      <a:pt x="8064192" y="2536954"/>
                    </a:lnTo>
                    <a:lnTo>
                      <a:pt x="8176196" y="2475312"/>
                    </a:lnTo>
                    <a:lnTo>
                      <a:pt x="8288200" y="2403608"/>
                    </a:lnTo>
                    <a:lnTo>
                      <a:pt x="8400204" y="2322055"/>
                    </a:lnTo>
                    <a:lnTo>
                      <a:pt x="8512208" y="2230651"/>
                    </a:lnTo>
                    <a:lnTo>
                      <a:pt x="8624213" y="2129927"/>
                    </a:lnTo>
                    <a:lnTo>
                      <a:pt x="8736217" y="2020094"/>
                    </a:lnTo>
                    <a:lnTo>
                      <a:pt x="8848221" y="1901153"/>
                    </a:lnTo>
                    <a:lnTo>
                      <a:pt x="8848221" y="4723439"/>
                    </a:lnTo>
                    <a:lnTo>
                      <a:pt x="8736217" y="4619749"/>
                    </a:lnTo>
                    <a:lnTo>
                      <a:pt x="8624213" y="4522203"/>
                    </a:lnTo>
                    <a:lnTo>
                      <a:pt x="8512208" y="4430905"/>
                    </a:lnTo>
                    <a:lnTo>
                      <a:pt x="8400204" y="4346280"/>
                    </a:lnTo>
                    <a:lnTo>
                      <a:pt x="8288200" y="4268433"/>
                    </a:lnTo>
                    <a:lnTo>
                      <a:pt x="8176196" y="4197789"/>
                    </a:lnTo>
                    <a:lnTo>
                      <a:pt x="8064192" y="4134452"/>
                    </a:lnTo>
                    <a:lnTo>
                      <a:pt x="7952188" y="4078741"/>
                    </a:lnTo>
                    <a:lnTo>
                      <a:pt x="7840184" y="4030445"/>
                    </a:lnTo>
                    <a:lnTo>
                      <a:pt x="7728180" y="3989562"/>
                    </a:lnTo>
                    <a:lnTo>
                      <a:pt x="7616176" y="3955458"/>
                    </a:lnTo>
                    <a:lnTo>
                      <a:pt x="7504171" y="3927602"/>
                    </a:lnTo>
                    <a:lnTo>
                      <a:pt x="7392167" y="3904937"/>
                    </a:lnTo>
                    <a:lnTo>
                      <a:pt x="7280163" y="3886402"/>
                    </a:lnTo>
                    <a:lnTo>
                      <a:pt x="7168159" y="3869667"/>
                    </a:lnTo>
                    <a:lnTo>
                      <a:pt x="7056154" y="3853675"/>
                    </a:lnTo>
                    <a:lnTo>
                      <a:pt x="6944151" y="3838317"/>
                    </a:lnTo>
                    <a:lnTo>
                      <a:pt x="6832147" y="3823913"/>
                    </a:lnTo>
                    <a:lnTo>
                      <a:pt x="6720143" y="3810568"/>
                    </a:lnTo>
                    <a:lnTo>
                      <a:pt x="6608138" y="3791927"/>
                    </a:lnTo>
                    <a:lnTo>
                      <a:pt x="6496134" y="3767567"/>
                    </a:lnTo>
                    <a:lnTo>
                      <a:pt x="6384130" y="3742889"/>
                    </a:lnTo>
                    <a:lnTo>
                      <a:pt x="6272126" y="3722024"/>
                    </a:lnTo>
                    <a:lnTo>
                      <a:pt x="6160121" y="3706666"/>
                    </a:lnTo>
                    <a:lnTo>
                      <a:pt x="6048118" y="3695757"/>
                    </a:lnTo>
                    <a:lnTo>
                      <a:pt x="5936114" y="3685589"/>
                    </a:lnTo>
                    <a:lnTo>
                      <a:pt x="5824109" y="3671291"/>
                    </a:lnTo>
                    <a:lnTo>
                      <a:pt x="5712105" y="3643542"/>
                    </a:lnTo>
                    <a:lnTo>
                      <a:pt x="5600101" y="3600435"/>
                    </a:lnTo>
                    <a:lnTo>
                      <a:pt x="5488097" y="3552562"/>
                    </a:lnTo>
                    <a:lnTo>
                      <a:pt x="5376093" y="3508078"/>
                    </a:lnTo>
                    <a:lnTo>
                      <a:pt x="5264088" y="3471008"/>
                    </a:lnTo>
                    <a:lnTo>
                      <a:pt x="5152084" y="3441458"/>
                    </a:lnTo>
                    <a:lnTo>
                      <a:pt x="5040081" y="3416780"/>
                    </a:lnTo>
                    <a:lnTo>
                      <a:pt x="4928076" y="3385959"/>
                    </a:lnTo>
                    <a:lnTo>
                      <a:pt x="4816072" y="3352279"/>
                    </a:lnTo>
                    <a:lnTo>
                      <a:pt x="4704068" y="3326647"/>
                    </a:lnTo>
                    <a:lnTo>
                      <a:pt x="4592064" y="3317857"/>
                    </a:lnTo>
                    <a:lnTo>
                      <a:pt x="4480060" y="3328342"/>
                    </a:lnTo>
                    <a:lnTo>
                      <a:pt x="4368056" y="3350690"/>
                    </a:lnTo>
                    <a:lnTo>
                      <a:pt x="4256051" y="3369648"/>
                    </a:lnTo>
                    <a:lnTo>
                      <a:pt x="4144047" y="3367318"/>
                    </a:lnTo>
                    <a:lnTo>
                      <a:pt x="4032043" y="3327389"/>
                    </a:lnTo>
                    <a:lnTo>
                      <a:pt x="3920039" y="3264688"/>
                    </a:lnTo>
                    <a:lnTo>
                      <a:pt x="3808035" y="3203682"/>
                    </a:lnTo>
                    <a:lnTo>
                      <a:pt x="3696031" y="3157503"/>
                    </a:lnTo>
                    <a:lnTo>
                      <a:pt x="3584026" y="3122869"/>
                    </a:lnTo>
                    <a:lnTo>
                      <a:pt x="3472022" y="3088130"/>
                    </a:lnTo>
                    <a:lnTo>
                      <a:pt x="3360018" y="3069065"/>
                    </a:lnTo>
                    <a:lnTo>
                      <a:pt x="3248014" y="3058685"/>
                    </a:lnTo>
                    <a:lnTo>
                      <a:pt x="3136010" y="3005093"/>
                    </a:lnTo>
                    <a:lnTo>
                      <a:pt x="3024006" y="2936249"/>
                    </a:lnTo>
                    <a:lnTo>
                      <a:pt x="2912107" y="2910194"/>
                    </a:lnTo>
                    <a:lnTo>
                      <a:pt x="2800104" y="2893566"/>
                    </a:lnTo>
                    <a:lnTo>
                      <a:pt x="2688099" y="2871006"/>
                    </a:lnTo>
                    <a:lnTo>
                      <a:pt x="2576095" y="2853107"/>
                    </a:lnTo>
                    <a:lnTo>
                      <a:pt x="2464091" y="2860627"/>
                    </a:lnTo>
                    <a:lnTo>
                      <a:pt x="2352087" y="2892401"/>
                    </a:lnTo>
                    <a:lnTo>
                      <a:pt x="2240083" y="2938049"/>
                    </a:lnTo>
                    <a:lnTo>
                      <a:pt x="2128079" y="3001492"/>
                    </a:lnTo>
                    <a:lnTo>
                      <a:pt x="2016074" y="3092366"/>
                    </a:lnTo>
                    <a:lnTo>
                      <a:pt x="1904070" y="3216179"/>
                    </a:lnTo>
                    <a:lnTo>
                      <a:pt x="1792066" y="3368166"/>
                    </a:lnTo>
                    <a:lnTo>
                      <a:pt x="1680062" y="3527248"/>
                    </a:lnTo>
                    <a:lnTo>
                      <a:pt x="1568058" y="3659746"/>
                    </a:lnTo>
                    <a:lnTo>
                      <a:pt x="1456054" y="3728378"/>
                    </a:lnTo>
                    <a:lnTo>
                      <a:pt x="1344050" y="3706454"/>
                    </a:lnTo>
                    <a:lnTo>
                      <a:pt x="1232046" y="3634009"/>
                    </a:lnTo>
                    <a:lnTo>
                      <a:pt x="1120041" y="3535827"/>
                    </a:lnTo>
                    <a:lnTo>
                      <a:pt x="1008037" y="3424724"/>
                    </a:lnTo>
                    <a:lnTo>
                      <a:pt x="896033" y="3296886"/>
                    </a:lnTo>
                    <a:lnTo>
                      <a:pt x="784029" y="3130071"/>
                    </a:lnTo>
                    <a:lnTo>
                      <a:pt x="672025" y="2917184"/>
                    </a:lnTo>
                    <a:lnTo>
                      <a:pt x="560021" y="2678984"/>
                    </a:lnTo>
                    <a:lnTo>
                      <a:pt x="448017" y="2428286"/>
                    </a:lnTo>
                    <a:lnTo>
                      <a:pt x="336012" y="2176953"/>
                    </a:lnTo>
                    <a:lnTo>
                      <a:pt x="224008" y="1936105"/>
                    </a:lnTo>
                    <a:lnTo>
                      <a:pt x="112004" y="1711038"/>
                    </a:lnTo>
                    <a:lnTo>
                      <a:pt x="0" y="1499634"/>
                    </a:lnTo>
                    <a:close/>
                  </a:path>
                </a:pathLst>
              </a:custGeom>
              <a:solidFill>
                <a:srgbClr val="B50A37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C85C9C6-B2E5-643E-1BA6-CBA3D0322FE0}"/>
                  </a:ext>
                </a:extLst>
              </p:cNvPr>
              <p:cNvSpPr/>
              <p:nvPr/>
            </p:nvSpPr>
            <p:spPr>
              <a:xfrm>
                <a:off x="1831047" y="971481"/>
                <a:ext cx="8848221" cy="2701226"/>
              </a:xfrm>
              <a:custGeom>
                <a:avLst/>
                <a:gdLst>
                  <a:gd name="connsiteX0" fmla="*/ 0 w 8848221"/>
                  <a:gd name="connsiteY0" fmla="*/ 0 h 2701226"/>
                  <a:gd name="connsiteX1" fmla="*/ 112004 w 8848221"/>
                  <a:gd name="connsiteY1" fmla="*/ 477565 h 2701226"/>
                  <a:gd name="connsiteX2" fmla="*/ 224008 w 8848221"/>
                  <a:gd name="connsiteY2" fmla="*/ 884804 h 2701226"/>
                  <a:gd name="connsiteX3" fmla="*/ 336012 w 8848221"/>
                  <a:gd name="connsiteY3" fmla="*/ 1218009 h 2701226"/>
                  <a:gd name="connsiteX4" fmla="*/ 448017 w 8848221"/>
                  <a:gd name="connsiteY4" fmla="*/ 1482688 h 2701226"/>
                  <a:gd name="connsiteX5" fmla="*/ 560021 w 8848221"/>
                  <a:gd name="connsiteY5" fmla="*/ 1692397 h 2701226"/>
                  <a:gd name="connsiteX6" fmla="*/ 672025 w 8848221"/>
                  <a:gd name="connsiteY6" fmla="*/ 1861965 h 2701226"/>
                  <a:gd name="connsiteX7" fmla="*/ 784029 w 8848221"/>
                  <a:gd name="connsiteY7" fmla="*/ 2001983 h 2701226"/>
                  <a:gd name="connsiteX8" fmla="*/ 896033 w 8848221"/>
                  <a:gd name="connsiteY8" fmla="*/ 2107473 h 2701226"/>
                  <a:gd name="connsiteX9" fmla="*/ 1008037 w 8848221"/>
                  <a:gd name="connsiteY9" fmla="*/ 2166361 h 2701226"/>
                  <a:gd name="connsiteX10" fmla="*/ 1120041 w 8848221"/>
                  <a:gd name="connsiteY10" fmla="*/ 2174941 h 2701226"/>
                  <a:gd name="connsiteX11" fmla="*/ 1232046 w 8848221"/>
                  <a:gd name="connsiteY11" fmla="*/ 2147509 h 2701226"/>
                  <a:gd name="connsiteX12" fmla="*/ 1344050 w 8848221"/>
                  <a:gd name="connsiteY12" fmla="*/ 2115311 h 2701226"/>
                  <a:gd name="connsiteX13" fmla="*/ 1456054 w 8848221"/>
                  <a:gd name="connsiteY13" fmla="*/ 2105991 h 2701226"/>
                  <a:gd name="connsiteX14" fmla="*/ 1568058 w 8848221"/>
                  <a:gd name="connsiteY14" fmla="*/ 2088832 h 2701226"/>
                  <a:gd name="connsiteX15" fmla="*/ 1680062 w 8848221"/>
                  <a:gd name="connsiteY15" fmla="*/ 2051763 h 2701226"/>
                  <a:gd name="connsiteX16" fmla="*/ 1792066 w 8848221"/>
                  <a:gd name="connsiteY16" fmla="*/ 1987791 h 2701226"/>
                  <a:gd name="connsiteX17" fmla="*/ 1904070 w 8848221"/>
                  <a:gd name="connsiteY17" fmla="*/ 1894163 h 2701226"/>
                  <a:gd name="connsiteX18" fmla="*/ 2016074 w 8848221"/>
                  <a:gd name="connsiteY18" fmla="*/ 1780517 h 2701226"/>
                  <a:gd name="connsiteX19" fmla="*/ 2128079 w 8848221"/>
                  <a:gd name="connsiteY19" fmla="*/ 1672591 h 2701226"/>
                  <a:gd name="connsiteX20" fmla="*/ 2240083 w 8848221"/>
                  <a:gd name="connsiteY20" fmla="*/ 1606607 h 2701226"/>
                  <a:gd name="connsiteX21" fmla="*/ 2352087 w 8848221"/>
                  <a:gd name="connsiteY21" fmla="*/ 1616245 h 2701226"/>
                  <a:gd name="connsiteX22" fmla="*/ 2464091 w 8848221"/>
                  <a:gd name="connsiteY22" fmla="*/ 1687207 h 2701226"/>
                  <a:gd name="connsiteX23" fmla="*/ 2576095 w 8848221"/>
                  <a:gd name="connsiteY23" fmla="*/ 1775222 h 2701226"/>
                  <a:gd name="connsiteX24" fmla="*/ 2688099 w 8848221"/>
                  <a:gd name="connsiteY24" fmla="*/ 1845337 h 2701226"/>
                  <a:gd name="connsiteX25" fmla="*/ 2800104 w 8848221"/>
                  <a:gd name="connsiteY25" fmla="*/ 1884419 h 2701226"/>
                  <a:gd name="connsiteX26" fmla="*/ 2912107 w 8848221"/>
                  <a:gd name="connsiteY26" fmla="*/ 1914498 h 2701226"/>
                  <a:gd name="connsiteX27" fmla="*/ 3024006 w 8848221"/>
                  <a:gd name="connsiteY27" fmla="*/ 1942989 h 2701226"/>
                  <a:gd name="connsiteX28" fmla="*/ 3136010 w 8848221"/>
                  <a:gd name="connsiteY28" fmla="*/ 1969891 h 2701226"/>
                  <a:gd name="connsiteX29" fmla="*/ 3248014 w 8848221"/>
                  <a:gd name="connsiteY29" fmla="*/ 1985884 h 2701226"/>
                  <a:gd name="connsiteX30" fmla="*/ 3360018 w 8848221"/>
                  <a:gd name="connsiteY30" fmla="*/ 2016493 h 2701226"/>
                  <a:gd name="connsiteX31" fmla="*/ 3472022 w 8848221"/>
                  <a:gd name="connsiteY31" fmla="*/ 2036935 h 2701226"/>
                  <a:gd name="connsiteX32" fmla="*/ 3584026 w 8848221"/>
                  <a:gd name="connsiteY32" fmla="*/ 2041171 h 2701226"/>
                  <a:gd name="connsiteX33" fmla="*/ 3696031 w 8848221"/>
                  <a:gd name="connsiteY33" fmla="*/ 2048903 h 2701226"/>
                  <a:gd name="connsiteX34" fmla="*/ 3808035 w 8848221"/>
                  <a:gd name="connsiteY34" fmla="*/ 2050386 h 2701226"/>
                  <a:gd name="connsiteX35" fmla="*/ 3920039 w 8848221"/>
                  <a:gd name="connsiteY35" fmla="*/ 2038100 h 2701226"/>
                  <a:gd name="connsiteX36" fmla="*/ 4032043 w 8848221"/>
                  <a:gd name="connsiteY36" fmla="*/ 2020624 h 2701226"/>
                  <a:gd name="connsiteX37" fmla="*/ 4144047 w 8848221"/>
                  <a:gd name="connsiteY37" fmla="*/ 2018082 h 2701226"/>
                  <a:gd name="connsiteX38" fmla="*/ 4256051 w 8848221"/>
                  <a:gd name="connsiteY38" fmla="*/ 2037888 h 2701226"/>
                  <a:gd name="connsiteX39" fmla="*/ 4368056 w 8848221"/>
                  <a:gd name="connsiteY39" fmla="*/ 2060447 h 2701226"/>
                  <a:gd name="connsiteX40" fmla="*/ 4480060 w 8848221"/>
                  <a:gd name="connsiteY40" fmla="*/ 2073793 h 2701226"/>
                  <a:gd name="connsiteX41" fmla="*/ 4592064 w 8848221"/>
                  <a:gd name="connsiteY41" fmla="*/ 2069133 h 2701226"/>
                  <a:gd name="connsiteX42" fmla="*/ 4704068 w 8848221"/>
                  <a:gd name="connsiteY42" fmla="*/ 2045090 h 2701226"/>
                  <a:gd name="connsiteX43" fmla="*/ 4816072 w 8848221"/>
                  <a:gd name="connsiteY43" fmla="*/ 2010138 h 2701226"/>
                  <a:gd name="connsiteX44" fmla="*/ 4928076 w 8848221"/>
                  <a:gd name="connsiteY44" fmla="*/ 1979212 h 2701226"/>
                  <a:gd name="connsiteX45" fmla="*/ 5040081 w 8848221"/>
                  <a:gd name="connsiteY45" fmla="*/ 1969468 h 2701226"/>
                  <a:gd name="connsiteX46" fmla="*/ 5152084 w 8848221"/>
                  <a:gd name="connsiteY46" fmla="*/ 1992875 h 2701226"/>
                  <a:gd name="connsiteX47" fmla="*/ 5264088 w 8848221"/>
                  <a:gd name="connsiteY47" fmla="*/ 2042019 h 2701226"/>
                  <a:gd name="connsiteX48" fmla="*/ 5376093 w 8848221"/>
                  <a:gd name="connsiteY48" fmla="*/ 2103766 h 2701226"/>
                  <a:gd name="connsiteX49" fmla="*/ 5488097 w 8848221"/>
                  <a:gd name="connsiteY49" fmla="*/ 2167632 h 2701226"/>
                  <a:gd name="connsiteX50" fmla="*/ 5600101 w 8848221"/>
                  <a:gd name="connsiteY50" fmla="*/ 2227050 h 2701226"/>
                  <a:gd name="connsiteX51" fmla="*/ 5712105 w 8848221"/>
                  <a:gd name="connsiteY51" fmla="*/ 2279477 h 2701226"/>
                  <a:gd name="connsiteX52" fmla="*/ 5824109 w 8848221"/>
                  <a:gd name="connsiteY52" fmla="*/ 2325020 h 2701226"/>
                  <a:gd name="connsiteX53" fmla="*/ 5936114 w 8848221"/>
                  <a:gd name="connsiteY53" fmla="*/ 2373847 h 2701226"/>
                  <a:gd name="connsiteX54" fmla="*/ 6048118 w 8848221"/>
                  <a:gd name="connsiteY54" fmla="*/ 2428181 h 2701226"/>
                  <a:gd name="connsiteX55" fmla="*/ 6160121 w 8848221"/>
                  <a:gd name="connsiteY55" fmla="*/ 2481455 h 2701226"/>
                  <a:gd name="connsiteX56" fmla="*/ 6272126 w 8848221"/>
                  <a:gd name="connsiteY56" fmla="*/ 2528269 h 2701226"/>
                  <a:gd name="connsiteX57" fmla="*/ 6384130 w 8848221"/>
                  <a:gd name="connsiteY57" fmla="*/ 2565974 h 2701226"/>
                  <a:gd name="connsiteX58" fmla="*/ 6496134 w 8848221"/>
                  <a:gd name="connsiteY58" fmla="*/ 2594571 h 2701226"/>
                  <a:gd name="connsiteX59" fmla="*/ 6608138 w 8848221"/>
                  <a:gd name="connsiteY59" fmla="*/ 2616707 h 2701226"/>
                  <a:gd name="connsiteX60" fmla="*/ 6720143 w 8848221"/>
                  <a:gd name="connsiteY60" fmla="*/ 2635877 h 2701226"/>
                  <a:gd name="connsiteX61" fmla="*/ 6832147 w 8848221"/>
                  <a:gd name="connsiteY61" fmla="*/ 2653989 h 2701226"/>
                  <a:gd name="connsiteX62" fmla="*/ 6944151 w 8848221"/>
                  <a:gd name="connsiteY62" fmla="*/ 2670088 h 2701226"/>
                  <a:gd name="connsiteX63" fmla="*/ 7056154 w 8848221"/>
                  <a:gd name="connsiteY63" fmla="*/ 2683539 h 2701226"/>
                  <a:gd name="connsiteX64" fmla="*/ 7168159 w 8848221"/>
                  <a:gd name="connsiteY64" fmla="*/ 2693812 h 2701226"/>
                  <a:gd name="connsiteX65" fmla="*/ 7280163 w 8848221"/>
                  <a:gd name="connsiteY65" fmla="*/ 2700061 h 2701226"/>
                  <a:gd name="connsiteX66" fmla="*/ 7392167 w 8848221"/>
                  <a:gd name="connsiteY66" fmla="*/ 2701226 h 2701226"/>
                  <a:gd name="connsiteX67" fmla="*/ 7504171 w 8848221"/>
                  <a:gd name="connsiteY67" fmla="*/ 2695719 h 2701226"/>
                  <a:gd name="connsiteX68" fmla="*/ 7616176 w 8848221"/>
                  <a:gd name="connsiteY68" fmla="*/ 2682585 h 2701226"/>
                  <a:gd name="connsiteX69" fmla="*/ 7728180 w 8848221"/>
                  <a:gd name="connsiteY69" fmla="*/ 2660767 h 2701226"/>
                  <a:gd name="connsiteX70" fmla="*/ 7840184 w 8848221"/>
                  <a:gd name="connsiteY70" fmla="*/ 2629522 h 2701226"/>
                  <a:gd name="connsiteX71" fmla="*/ 7952188 w 8848221"/>
                  <a:gd name="connsiteY71" fmla="*/ 2588322 h 2701226"/>
                  <a:gd name="connsiteX72" fmla="*/ 8064192 w 8848221"/>
                  <a:gd name="connsiteY72" fmla="*/ 2536954 h 2701226"/>
                  <a:gd name="connsiteX73" fmla="*/ 8176196 w 8848221"/>
                  <a:gd name="connsiteY73" fmla="*/ 2475312 h 2701226"/>
                  <a:gd name="connsiteX74" fmla="*/ 8288200 w 8848221"/>
                  <a:gd name="connsiteY74" fmla="*/ 2403608 h 2701226"/>
                  <a:gd name="connsiteX75" fmla="*/ 8400204 w 8848221"/>
                  <a:gd name="connsiteY75" fmla="*/ 2322055 h 2701226"/>
                  <a:gd name="connsiteX76" fmla="*/ 8512208 w 8848221"/>
                  <a:gd name="connsiteY76" fmla="*/ 2230651 h 2701226"/>
                  <a:gd name="connsiteX77" fmla="*/ 8624213 w 8848221"/>
                  <a:gd name="connsiteY77" fmla="*/ 2129927 h 2701226"/>
                  <a:gd name="connsiteX78" fmla="*/ 8736217 w 8848221"/>
                  <a:gd name="connsiteY78" fmla="*/ 2020094 h 2701226"/>
                  <a:gd name="connsiteX79" fmla="*/ 8848221 w 8848221"/>
                  <a:gd name="connsiteY79" fmla="*/ 1901153 h 2701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2701226">
                    <a:moveTo>
                      <a:pt x="0" y="0"/>
                    </a:moveTo>
                    <a:lnTo>
                      <a:pt x="112004" y="477565"/>
                    </a:lnTo>
                    <a:lnTo>
                      <a:pt x="224008" y="884804"/>
                    </a:lnTo>
                    <a:lnTo>
                      <a:pt x="336012" y="1218009"/>
                    </a:lnTo>
                    <a:lnTo>
                      <a:pt x="448017" y="1482688"/>
                    </a:lnTo>
                    <a:lnTo>
                      <a:pt x="560021" y="1692397"/>
                    </a:lnTo>
                    <a:lnTo>
                      <a:pt x="672025" y="1861965"/>
                    </a:lnTo>
                    <a:lnTo>
                      <a:pt x="784029" y="2001983"/>
                    </a:lnTo>
                    <a:lnTo>
                      <a:pt x="896033" y="2107473"/>
                    </a:lnTo>
                    <a:lnTo>
                      <a:pt x="1008037" y="2166361"/>
                    </a:lnTo>
                    <a:lnTo>
                      <a:pt x="1120041" y="2174941"/>
                    </a:lnTo>
                    <a:lnTo>
                      <a:pt x="1232046" y="2147509"/>
                    </a:lnTo>
                    <a:lnTo>
                      <a:pt x="1344050" y="2115311"/>
                    </a:lnTo>
                    <a:lnTo>
                      <a:pt x="1456054" y="2105991"/>
                    </a:lnTo>
                    <a:lnTo>
                      <a:pt x="1568058" y="2088832"/>
                    </a:lnTo>
                    <a:lnTo>
                      <a:pt x="1680062" y="2051763"/>
                    </a:lnTo>
                    <a:lnTo>
                      <a:pt x="1792066" y="1987791"/>
                    </a:lnTo>
                    <a:lnTo>
                      <a:pt x="1904070" y="1894163"/>
                    </a:lnTo>
                    <a:lnTo>
                      <a:pt x="2016074" y="1780517"/>
                    </a:lnTo>
                    <a:lnTo>
                      <a:pt x="2128079" y="1672591"/>
                    </a:lnTo>
                    <a:lnTo>
                      <a:pt x="2240083" y="1606607"/>
                    </a:lnTo>
                    <a:lnTo>
                      <a:pt x="2352087" y="1616245"/>
                    </a:lnTo>
                    <a:lnTo>
                      <a:pt x="2464091" y="1687207"/>
                    </a:lnTo>
                    <a:lnTo>
                      <a:pt x="2576095" y="1775222"/>
                    </a:lnTo>
                    <a:lnTo>
                      <a:pt x="2688099" y="1845337"/>
                    </a:lnTo>
                    <a:lnTo>
                      <a:pt x="2800104" y="1884419"/>
                    </a:lnTo>
                    <a:lnTo>
                      <a:pt x="2912107" y="1914498"/>
                    </a:lnTo>
                    <a:lnTo>
                      <a:pt x="3024006" y="1942989"/>
                    </a:lnTo>
                    <a:lnTo>
                      <a:pt x="3136010" y="1969891"/>
                    </a:lnTo>
                    <a:lnTo>
                      <a:pt x="3248014" y="1985884"/>
                    </a:lnTo>
                    <a:lnTo>
                      <a:pt x="3360018" y="2016493"/>
                    </a:lnTo>
                    <a:lnTo>
                      <a:pt x="3472022" y="2036935"/>
                    </a:lnTo>
                    <a:lnTo>
                      <a:pt x="3584026" y="2041171"/>
                    </a:lnTo>
                    <a:lnTo>
                      <a:pt x="3696031" y="2048903"/>
                    </a:lnTo>
                    <a:lnTo>
                      <a:pt x="3808035" y="2050386"/>
                    </a:lnTo>
                    <a:lnTo>
                      <a:pt x="3920039" y="2038100"/>
                    </a:lnTo>
                    <a:lnTo>
                      <a:pt x="4032043" y="2020624"/>
                    </a:lnTo>
                    <a:lnTo>
                      <a:pt x="4144047" y="2018082"/>
                    </a:lnTo>
                    <a:lnTo>
                      <a:pt x="4256051" y="2037888"/>
                    </a:lnTo>
                    <a:lnTo>
                      <a:pt x="4368056" y="2060447"/>
                    </a:lnTo>
                    <a:lnTo>
                      <a:pt x="4480060" y="2073793"/>
                    </a:lnTo>
                    <a:lnTo>
                      <a:pt x="4592064" y="2069133"/>
                    </a:lnTo>
                    <a:lnTo>
                      <a:pt x="4704068" y="2045090"/>
                    </a:lnTo>
                    <a:lnTo>
                      <a:pt x="4816072" y="2010138"/>
                    </a:lnTo>
                    <a:lnTo>
                      <a:pt x="4928076" y="1979212"/>
                    </a:lnTo>
                    <a:lnTo>
                      <a:pt x="5040081" y="1969468"/>
                    </a:lnTo>
                    <a:lnTo>
                      <a:pt x="5152084" y="1992875"/>
                    </a:lnTo>
                    <a:lnTo>
                      <a:pt x="5264088" y="2042019"/>
                    </a:lnTo>
                    <a:lnTo>
                      <a:pt x="5376093" y="2103766"/>
                    </a:lnTo>
                    <a:lnTo>
                      <a:pt x="5488097" y="2167632"/>
                    </a:lnTo>
                    <a:lnTo>
                      <a:pt x="5600101" y="2227050"/>
                    </a:lnTo>
                    <a:lnTo>
                      <a:pt x="5712105" y="2279477"/>
                    </a:lnTo>
                    <a:lnTo>
                      <a:pt x="5824109" y="2325020"/>
                    </a:lnTo>
                    <a:lnTo>
                      <a:pt x="5936114" y="2373847"/>
                    </a:lnTo>
                    <a:lnTo>
                      <a:pt x="6048118" y="2428181"/>
                    </a:lnTo>
                    <a:lnTo>
                      <a:pt x="6160121" y="2481455"/>
                    </a:lnTo>
                    <a:lnTo>
                      <a:pt x="6272126" y="2528269"/>
                    </a:lnTo>
                    <a:lnTo>
                      <a:pt x="6384130" y="2565974"/>
                    </a:lnTo>
                    <a:lnTo>
                      <a:pt x="6496134" y="2594571"/>
                    </a:lnTo>
                    <a:lnTo>
                      <a:pt x="6608138" y="2616707"/>
                    </a:lnTo>
                    <a:lnTo>
                      <a:pt x="6720143" y="2635877"/>
                    </a:lnTo>
                    <a:lnTo>
                      <a:pt x="6832147" y="2653989"/>
                    </a:lnTo>
                    <a:lnTo>
                      <a:pt x="6944151" y="2670088"/>
                    </a:lnTo>
                    <a:lnTo>
                      <a:pt x="7056154" y="2683539"/>
                    </a:lnTo>
                    <a:lnTo>
                      <a:pt x="7168159" y="2693812"/>
                    </a:lnTo>
                    <a:lnTo>
                      <a:pt x="7280163" y="2700061"/>
                    </a:lnTo>
                    <a:lnTo>
                      <a:pt x="7392167" y="2701226"/>
                    </a:lnTo>
                    <a:lnTo>
                      <a:pt x="7504171" y="2695719"/>
                    </a:lnTo>
                    <a:lnTo>
                      <a:pt x="7616176" y="2682585"/>
                    </a:lnTo>
                    <a:lnTo>
                      <a:pt x="7728180" y="2660767"/>
                    </a:lnTo>
                    <a:lnTo>
                      <a:pt x="7840184" y="2629522"/>
                    </a:lnTo>
                    <a:lnTo>
                      <a:pt x="7952188" y="2588322"/>
                    </a:lnTo>
                    <a:lnTo>
                      <a:pt x="8064192" y="2536954"/>
                    </a:lnTo>
                    <a:lnTo>
                      <a:pt x="8176196" y="2475312"/>
                    </a:lnTo>
                    <a:lnTo>
                      <a:pt x="8288200" y="2403608"/>
                    </a:lnTo>
                    <a:lnTo>
                      <a:pt x="8400204" y="2322055"/>
                    </a:lnTo>
                    <a:lnTo>
                      <a:pt x="8512208" y="2230651"/>
                    </a:lnTo>
                    <a:lnTo>
                      <a:pt x="8624213" y="2129927"/>
                    </a:lnTo>
                    <a:lnTo>
                      <a:pt x="8736217" y="2020094"/>
                    </a:lnTo>
                    <a:lnTo>
                      <a:pt x="8848221" y="1901153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C0C2B21-5A28-773B-4E14-6230CA9FD43E}"/>
                  </a:ext>
                </a:extLst>
              </p:cNvPr>
              <p:cNvSpPr/>
              <p:nvPr/>
            </p:nvSpPr>
            <p:spPr>
              <a:xfrm>
                <a:off x="1831047" y="2471114"/>
                <a:ext cx="8848221" cy="3223804"/>
              </a:xfrm>
              <a:custGeom>
                <a:avLst/>
                <a:gdLst>
                  <a:gd name="connsiteX0" fmla="*/ 8848221 w 8848221"/>
                  <a:gd name="connsiteY0" fmla="*/ 3223805 h 3223804"/>
                  <a:gd name="connsiteX1" fmla="*/ 8736217 w 8848221"/>
                  <a:gd name="connsiteY1" fmla="*/ 3120115 h 3223804"/>
                  <a:gd name="connsiteX2" fmla="*/ 8624213 w 8848221"/>
                  <a:gd name="connsiteY2" fmla="*/ 3022569 h 3223804"/>
                  <a:gd name="connsiteX3" fmla="*/ 8512208 w 8848221"/>
                  <a:gd name="connsiteY3" fmla="*/ 2931271 h 3223804"/>
                  <a:gd name="connsiteX4" fmla="*/ 8400204 w 8848221"/>
                  <a:gd name="connsiteY4" fmla="*/ 2846646 h 3223804"/>
                  <a:gd name="connsiteX5" fmla="*/ 8288200 w 8848221"/>
                  <a:gd name="connsiteY5" fmla="*/ 2768799 h 3223804"/>
                  <a:gd name="connsiteX6" fmla="*/ 8176196 w 8848221"/>
                  <a:gd name="connsiteY6" fmla="*/ 2698155 h 3223804"/>
                  <a:gd name="connsiteX7" fmla="*/ 8064192 w 8848221"/>
                  <a:gd name="connsiteY7" fmla="*/ 2634818 h 3223804"/>
                  <a:gd name="connsiteX8" fmla="*/ 7952188 w 8848221"/>
                  <a:gd name="connsiteY8" fmla="*/ 2579108 h 3223804"/>
                  <a:gd name="connsiteX9" fmla="*/ 7840184 w 8848221"/>
                  <a:gd name="connsiteY9" fmla="*/ 2530811 h 3223804"/>
                  <a:gd name="connsiteX10" fmla="*/ 7728180 w 8848221"/>
                  <a:gd name="connsiteY10" fmla="*/ 2489928 h 3223804"/>
                  <a:gd name="connsiteX11" fmla="*/ 7616176 w 8848221"/>
                  <a:gd name="connsiteY11" fmla="*/ 2455824 h 3223804"/>
                  <a:gd name="connsiteX12" fmla="*/ 7504171 w 8848221"/>
                  <a:gd name="connsiteY12" fmla="*/ 2427968 h 3223804"/>
                  <a:gd name="connsiteX13" fmla="*/ 7392167 w 8848221"/>
                  <a:gd name="connsiteY13" fmla="*/ 2405303 h 3223804"/>
                  <a:gd name="connsiteX14" fmla="*/ 7280163 w 8848221"/>
                  <a:gd name="connsiteY14" fmla="*/ 2386768 h 3223804"/>
                  <a:gd name="connsiteX15" fmla="*/ 7168159 w 8848221"/>
                  <a:gd name="connsiteY15" fmla="*/ 2370034 h 3223804"/>
                  <a:gd name="connsiteX16" fmla="*/ 7056154 w 8848221"/>
                  <a:gd name="connsiteY16" fmla="*/ 2354041 h 3223804"/>
                  <a:gd name="connsiteX17" fmla="*/ 6944151 w 8848221"/>
                  <a:gd name="connsiteY17" fmla="*/ 2338683 h 3223804"/>
                  <a:gd name="connsiteX18" fmla="*/ 6832147 w 8848221"/>
                  <a:gd name="connsiteY18" fmla="*/ 2324279 h 3223804"/>
                  <a:gd name="connsiteX19" fmla="*/ 6720143 w 8848221"/>
                  <a:gd name="connsiteY19" fmla="*/ 2310934 h 3223804"/>
                  <a:gd name="connsiteX20" fmla="*/ 6608138 w 8848221"/>
                  <a:gd name="connsiteY20" fmla="*/ 2292293 h 3223804"/>
                  <a:gd name="connsiteX21" fmla="*/ 6496134 w 8848221"/>
                  <a:gd name="connsiteY21" fmla="*/ 2267933 h 3223804"/>
                  <a:gd name="connsiteX22" fmla="*/ 6384130 w 8848221"/>
                  <a:gd name="connsiteY22" fmla="*/ 2243255 h 3223804"/>
                  <a:gd name="connsiteX23" fmla="*/ 6272126 w 8848221"/>
                  <a:gd name="connsiteY23" fmla="*/ 2222390 h 3223804"/>
                  <a:gd name="connsiteX24" fmla="*/ 6160121 w 8848221"/>
                  <a:gd name="connsiteY24" fmla="*/ 2207032 h 3223804"/>
                  <a:gd name="connsiteX25" fmla="*/ 6048118 w 8848221"/>
                  <a:gd name="connsiteY25" fmla="*/ 2196123 h 3223804"/>
                  <a:gd name="connsiteX26" fmla="*/ 5936114 w 8848221"/>
                  <a:gd name="connsiteY26" fmla="*/ 2185956 h 3223804"/>
                  <a:gd name="connsiteX27" fmla="*/ 5824109 w 8848221"/>
                  <a:gd name="connsiteY27" fmla="*/ 2171657 h 3223804"/>
                  <a:gd name="connsiteX28" fmla="*/ 5712105 w 8848221"/>
                  <a:gd name="connsiteY28" fmla="*/ 2143908 h 3223804"/>
                  <a:gd name="connsiteX29" fmla="*/ 5600101 w 8848221"/>
                  <a:gd name="connsiteY29" fmla="*/ 2100801 h 3223804"/>
                  <a:gd name="connsiteX30" fmla="*/ 5488097 w 8848221"/>
                  <a:gd name="connsiteY30" fmla="*/ 2052928 h 3223804"/>
                  <a:gd name="connsiteX31" fmla="*/ 5376093 w 8848221"/>
                  <a:gd name="connsiteY31" fmla="*/ 2008444 h 3223804"/>
                  <a:gd name="connsiteX32" fmla="*/ 5264088 w 8848221"/>
                  <a:gd name="connsiteY32" fmla="*/ 1971374 h 3223804"/>
                  <a:gd name="connsiteX33" fmla="*/ 5152084 w 8848221"/>
                  <a:gd name="connsiteY33" fmla="*/ 1941824 h 3223804"/>
                  <a:gd name="connsiteX34" fmla="*/ 5040081 w 8848221"/>
                  <a:gd name="connsiteY34" fmla="*/ 1917146 h 3223804"/>
                  <a:gd name="connsiteX35" fmla="*/ 4928076 w 8848221"/>
                  <a:gd name="connsiteY35" fmla="*/ 1886325 h 3223804"/>
                  <a:gd name="connsiteX36" fmla="*/ 4816072 w 8848221"/>
                  <a:gd name="connsiteY36" fmla="*/ 1852645 h 3223804"/>
                  <a:gd name="connsiteX37" fmla="*/ 4704068 w 8848221"/>
                  <a:gd name="connsiteY37" fmla="*/ 1827013 h 3223804"/>
                  <a:gd name="connsiteX38" fmla="*/ 4592064 w 8848221"/>
                  <a:gd name="connsiteY38" fmla="*/ 1818223 h 3223804"/>
                  <a:gd name="connsiteX39" fmla="*/ 4480060 w 8848221"/>
                  <a:gd name="connsiteY39" fmla="*/ 1828708 h 3223804"/>
                  <a:gd name="connsiteX40" fmla="*/ 4368056 w 8848221"/>
                  <a:gd name="connsiteY40" fmla="*/ 1851056 h 3223804"/>
                  <a:gd name="connsiteX41" fmla="*/ 4256051 w 8848221"/>
                  <a:gd name="connsiteY41" fmla="*/ 1870014 h 3223804"/>
                  <a:gd name="connsiteX42" fmla="*/ 4144047 w 8848221"/>
                  <a:gd name="connsiteY42" fmla="*/ 1867684 h 3223804"/>
                  <a:gd name="connsiteX43" fmla="*/ 4032043 w 8848221"/>
                  <a:gd name="connsiteY43" fmla="*/ 1827755 h 3223804"/>
                  <a:gd name="connsiteX44" fmla="*/ 3920039 w 8848221"/>
                  <a:gd name="connsiteY44" fmla="*/ 1765054 h 3223804"/>
                  <a:gd name="connsiteX45" fmla="*/ 3808035 w 8848221"/>
                  <a:gd name="connsiteY45" fmla="*/ 1704048 h 3223804"/>
                  <a:gd name="connsiteX46" fmla="*/ 3696031 w 8848221"/>
                  <a:gd name="connsiteY46" fmla="*/ 1657869 h 3223804"/>
                  <a:gd name="connsiteX47" fmla="*/ 3584026 w 8848221"/>
                  <a:gd name="connsiteY47" fmla="*/ 1623235 h 3223804"/>
                  <a:gd name="connsiteX48" fmla="*/ 3472022 w 8848221"/>
                  <a:gd name="connsiteY48" fmla="*/ 1588496 h 3223804"/>
                  <a:gd name="connsiteX49" fmla="*/ 3360018 w 8848221"/>
                  <a:gd name="connsiteY49" fmla="*/ 1569431 h 3223804"/>
                  <a:gd name="connsiteX50" fmla="*/ 3248014 w 8848221"/>
                  <a:gd name="connsiteY50" fmla="*/ 1559052 h 3223804"/>
                  <a:gd name="connsiteX51" fmla="*/ 3136010 w 8848221"/>
                  <a:gd name="connsiteY51" fmla="*/ 1505459 h 3223804"/>
                  <a:gd name="connsiteX52" fmla="*/ 3024006 w 8848221"/>
                  <a:gd name="connsiteY52" fmla="*/ 1436615 h 3223804"/>
                  <a:gd name="connsiteX53" fmla="*/ 2912107 w 8848221"/>
                  <a:gd name="connsiteY53" fmla="*/ 1410560 h 3223804"/>
                  <a:gd name="connsiteX54" fmla="*/ 2800104 w 8848221"/>
                  <a:gd name="connsiteY54" fmla="*/ 1393932 h 3223804"/>
                  <a:gd name="connsiteX55" fmla="*/ 2688099 w 8848221"/>
                  <a:gd name="connsiteY55" fmla="*/ 1371372 h 3223804"/>
                  <a:gd name="connsiteX56" fmla="*/ 2576095 w 8848221"/>
                  <a:gd name="connsiteY56" fmla="*/ 1353473 h 3223804"/>
                  <a:gd name="connsiteX57" fmla="*/ 2464091 w 8848221"/>
                  <a:gd name="connsiteY57" fmla="*/ 1360993 h 3223804"/>
                  <a:gd name="connsiteX58" fmla="*/ 2352087 w 8848221"/>
                  <a:gd name="connsiteY58" fmla="*/ 1392767 h 3223804"/>
                  <a:gd name="connsiteX59" fmla="*/ 2240083 w 8848221"/>
                  <a:gd name="connsiteY59" fmla="*/ 1438416 h 3223804"/>
                  <a:gd name="connsiteX60" fmla="*/ 2128079 w 8848221"/>
                  <a:gd name="connsiteY60" fmla="*/ 1501858 h 3223804"/>
                  <a:gd name="connsiteX61" fmla="*/ 2016074 w 8848221"/>
                  <a:gd name="connsiteY61" fmla="*/ 1592732 h 3223804"/>
                  <a:gd name="connsiteX62" fmla="*/ 1904070 w 8848221"/>
                  <a:gd name="connsiteY62" fmla="*/ 1716545 h 3223804"/>
                  <a:gd name="connsiteX63" fmla="*/ 1792066 w 8848221"/>
                  <a:gd name="connsiteY63" fmla="*/ 1868532 h 3223804"/>
                  <a:gd name="connsiteX64" fmla="*/ 1680062 w 8848221"/>
                  <a:gd name="connsiteY64" fmla="*/ 2027614 h 3223804"/>
                  <a:gd name="connsiteX65" fmla="*/ 1568058 w 8848221"/>
                  <a:gd name="connsiteY65" fmla="*/ 2160113 h 3223804"/>
                  <a:gd name="connsiteX66" fmla="*/ 1456054 w 8848221"/>
                  <a:gd name="connsiteY66" fmla="*/ 2228745 h 3223804"/>
                  <a:gd name="connsiteX67" fmla="*/ 1344050 w 8848221"/>
                  <a:gd name="connsiteY67" fmla="*/ 2206821 h 3223804"/>
                  <a:gd name="connsiteX68" fmla="*/ 1232046 w 8848221"/>
                  <a:gd name="connsiteY68" fmla="*/ 2134375 h 3223804"/>
                  <a:gd name="connsiteX69" fmla="*/ 1120041 w 8848221"/>
                  <a:gd name="connsiteY69" fmla="*/ 2036193 h 3223804"/>
                  <a:gd name="connsiteX70" fmla="*/ 1008037 w 8848221"/>
                  <a:gd name="connsiteY70" fmla="*/ 1925090 h 3223804"/>
                  <a:gd name="connsiteX71" fmla="*/ 896033 w 8848221"/>
                  <a:gd name="connsiteY71" fmla="*/ 1797252 h 3223804"/>
                  <a:gd name="connsiteX72" fmla="*/ 784029 w 8848221"/>
                  <a:gd name="connsiteY72" fmla="*/ 1630437 h 3223804"/>
                  <a:gd name="connsiteX73" fmla="*/ 672025 w 8848221"/>
                  <a:gd name="connsiteY73" fmla="*/ 1417551 h 3223804"/>
                  <a:gd name="connsiteX74" fmla="*/ 560021 w 8848221"/>
                  <a:gd name="connsiteY74" fmla="*/ 1179351 h 3223804"/>
                  <a:gd name="connsiteX75" fmla="*/ 448017 w 8848221"/>
                  <a:gd name="connsiteY75" fmla="*/ 928652 h 3223804"/>
                  <a:gd name="connsiteX76" fmla="*/ 336012 w 8848221"/>
                  <a:gd name="connsiteY76" fmla="*/ 677319 h 3223804"/>
                  <a:gd name="connsiteX77" fmla="*/ 224008 w 8848221"/>
                  <a:gd name="connsiteY77" fmla="*/ 436471 h 3223804"/>
                  <a:gd name="connsiteX78" fmla="*/ 112004 w 8848221"/>
                  <a:gd name="connsiteY78" fmla="*/ 211404 h 3223804"/>
                  <a:gd name="connsiteX79" fmla="*/ 0 w 8848221"/>
                  <a:gd name="connsiteY79" fmla="*/ 0 h 3223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3223804">
                    <a:moveTo>
                      <a:pt x="8848221" y="3223805"/>
                    </a:moveTo>
                    <a:lnTo>
                      <a:pt x="8736217" y="3120115"/>
                    </a:lnTo>
                    <a:lnTo>
                      <a:pt x="8624213" y="3022569"/>
                    </a:lnTo>
                    <a:lnTo>
                      <a:pt x="8512208" y="2931271"/>
                    </a:lnTo>
                    <a:lnTo>
                      <a:pt x="8400204" y="2846646"/>
                    </a:lnTo>
                    <a:lnTo>
                      <a:pt x="8288200" y="2768799"/>
                    </a:lnTo>
                    <a:lnTo>
                      <a:pt x="8176196" y="2698155"/>
                    </a:lnTo>
                    <a:lnTo>
                      <a:pt x="8064192" y="2634818"/>
                    </a:lnTo>
                    <a:lnTo>
                      <a:pt x="7952188" y="2579108"/>
                    </a:lnTo>
                    <a:lnTo>
                      <a:pt x="7840184" y="2530811"/>
                    </a:lnTo>
                    <a:lnTo>
                      <a:pt x="7728180" y="2489928"/>
                    </a:lnTo>
                    <a:lnTo>
                      <a:pt x="7616176" y="2455824"/>
                    </a:lnTo>
                    <a:lnTo>
                      <a:pt x="7504171" y="2427968"/>
                    </a:lnTo>
                    <a:lnTo>
                      <a:pt x="7392167" y="2405303"/>
                    </a:lnTo>
                    <a:lnTo>
                      <a:pt x="7280163" y="2386768"/>
                    </a:lnTo>
                    <a:lnTo>
                      <a:pt x="7168159" y="2370034"/>
                    </a:lnTo>
                    <a:lnTo>
                      <a:pt x="7056154" y="2354041"/>
                    </a:lnTo>
                    <a:lnTo>
                      <a:pt x="6944151" y="2338683"/>
                    </a:lnTo>
                    <a:lnTo>
                      <a:pt x="6832147" y="2324279"/>
                    </a:lnTo>
                    <a:lnTo>
                      <a:pt x="6720143" y="2310934"/>
                    </a:lnTo>
                    <a:lnTo>
                      <a:pt x="6608138" y="2292293"/>
                    </a:lnTo>
                    <a:lnTo>
                      <a:pt x="6496134" y="2267933"/>
                    </a:lnTo>
                    <a:lnTo>
                      <a:pt x="6384130" y="2243255"/>
                    </a:lnTo>
                    <a:lnTo>
                      <a:pt x="6272126" y="2222390"/>
                    </a:lnTo>
                    <a:lnTo>
                      <a:pt x="6160121" y="2207032"/>
                    </a:lnTo>
                    <a:lnTo>
                      <a:pt x="6048118" y="2196123"/>
                    </a:lnTo>
                    <a:lnTo>
                      <a:pt x="5936114" y="2185956"/>
                    </a:lnTo>
                    <a:lnTo>
                      <a:pt x="5824109" y="2171657"/>
                    </a:lnTo>
                    <a:lnTo>
                      <a:pt x="5712105" y="2143908"/>
                    </a:lnTo>
                    <a:lnTo>
                      <a:pt x="5600101" y="2100801"/>
                    </a:lnTo>
                    <a:lnTo>
                      <a:pt x="5488097" y="2052928"/>
                    </a:lnTo>
                    <a:lnTo>
                      <a:pt x="5376093" y="2008444"/>
                    </a:lnTo>
                    <a:lnTo>
                      <a:pt x="5264088" y="1971374"/>
                    </a:lnTo>
                    <a:lnTo>
                      <a:pt x="5152084" y="1941824"/>
                    </a:lnTo>
                    <a:lnTo>
                      <a:pt x="5040081" y="1917146"/>
                    </a:lnTo>
                    <a:lnTo>
                      <a:pt x="4928076" y="1886325"/>
                    </a:lnTo>
                    <a:lnTo>
                      <a:pt x="4816072" y="1852645"/>
                    </a:lnTo>
                    <a:lnTo>
                      <a:pt x="4704068" y="1827013"/>
                    </a:lnTo>
                    <a:lnTo>
                      <a:pt x="4592064" y="1818223"/>
                    </a:lnTo>
                    <a:lnTo>
                      <a:pt x="4480060" y="1828708"/>
                    </a:lnTo>
                    <a:lnTo>
                      <a:pt x="4368056" y="1851056"/>
                    </a:lnTo>
                    <a:lnTo>
                      <a:pt x="4256051" y="1870014"/>
                    </a:lnTo>
                    <a:lnTo>
                      <a:pt x="4144047" y="1867684"/>
                    </a:lnTo>
                    <a:lnTo>
                      <a:pt x="4032043" y="1827755"/>
                    </a:lnTo>
                    <a:lnTo>
                      <a:pt x="3920039" y="1765054"/>
                    </a:lnTo>
                    <a:lnTo>
                      <a:pt x="3808035" y="1704048"/>
                    </a:lnTo>
                    <a:lnTo>
                      <a:pt x="3696031" y="1657869"/>
                    </a:lnTo>
                    <a:lnTo>
                      <a:pt x="3584026" y="1623235"/>
                    </a:lnTo>
                    <a:lnTo>
                      <a:pt x="3472022" y="1588496"/>
                    </a:lnTo>
                    <a:lnTo>
                      <a:pt x="3360018" y="1569431"/>
                    </a:lnTo>
                    <a:lnTo>
                      <a:pt x="3248014" y="1559052"/>
                    </a:lnTo>
                    <a:lnTo>
                      <a:pt x="3136010" y="1505459"/>
                    </a:lnTo>
                    <a:lnTo>
                      <a:pt x="3024006" y="1436615"/>
                    </a:lnTo>
                    <a:lnTo>
                      <a:pt x="2912107" y="1410560"/>
                    </a:lnTo>
                    <a:lnTo>
                      <a:pt x="2800104" y="1393932"/>
                    </a:lnTo>
                    <a:lnTo>
                      <a:pt x="2688099" y="1371372"/>
                    </a:lnTo>
                    <a:lnTo>
                      <a:pt x="2576095" y="1353473"/>
                    </a:lnTo>
                    <a:lnTo>
                      <a:pt x="2464091" y="1360993"/>
                    </a:lnTo>
                    <a:lnTo>
                      <a:pt x="2352087" y="1392767"/>
                    </a:lnTo>
                    <a:lnTo>
                      <a:pt x="2240083" y="1438416"/>
                    </a:lnTo>
                    <a:lnTo>
                      <a:pt x="2128079" y="1501858"/>
                    </a:lnTo>
                    <a:lnTo>
                      <a:pt x="2016074" y="1592732"/>
                    </a:lnTo>
                    <a:lnTo>
                      <a:pt x="1904070" y="1716545"/>
                    </a:lnTo>
                    <a:lnTo>
                      <a:pt x="1792066" y="1868532"/>
                    </a:lnTo>
                    <a:lnTo>
                      <a:pt x="1680062" y="2027614"/>
                    </a:lnTo>
                    <a:lnTo>
                      <a:pt x="1568058" y="2160113"/>
                    </a:lnTo>
                    <a:lnTo>
                      <a:pt x="1456054" y="2228745"/>
                    </a:lnTo>
                    <a:lnTo>
                      <a:pt x="1344050" y="2206821"/>
                    </a:lnTo>
                    <a:lnTo>
                      <a:pt x="1232046" y="2134375"/>
                    </a:lnTo>
                    <a:lnTo>
                      <a:pt x="1120041" y="2036193"/>
                    </a:lnTo>
                    <a:lnTo>
                      <a:pt x="1008037" y="1925090"/>
                    </a:lnTo>
                    <a:lnTo>
                      <a:pt x="896033" y="1797252"/>
                    </a:lnTo>
                    <a:lnTo>
                      <a:pt x="784029" y="1630437"/>
                    </a:lnTo>
                    <a:lnTo>
                      <a:pt x="672025" y="1417551"/>
                    </a:lnTo>
                    <a:lnTo>
                      <a:pt x="560021" y="1179351"/>
                    </a:lnTo>
                    <a:lnTo>
                      <a:pt x="448017" y="928652"/>
                    </a:lnTo>
                    <a:lnTo>
                      <a:pt x="336012" y="677319"/>
                    </a:lnTo>
                    <a:lnTo>
                      <a:pt x="224008" y="436471"/>
                    </a:lnTo>
                    <a:lnTo>
                      <a:pt x="112004" y="211404"/>
                    </a:lnTo>
                    <a:lnTo>
                      <a:pt x="0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ACEDD56-3316-DFE7-5E16-9734DA51CF32}"/>
                  </a:ext>
                </a:extLst>
              </p:cNvPr>
              <p:cNvSpPr/>
              <p:nvPr/>
            </p:nvSpPr>
            <p:spPr>
              <a:xfrm>
                <a:off x="1831047" y="1721350"/>
                <a:ext cx="8848221" cy="2586627"/>
              </a:xfrm>
              <a:custGeom>
                <a:avLst/>
                <a:gdLst>
                  <a:gd name="connsiteX0" fmla="*/ 0 w 8848221"/>
                  <a:gd name="connsiteY0" fmla="*/ 0 h 2586627"/>
                  <a:gd name="connsiteX1" fmla="*/ 112004 w 8848221"/>
                  <a:gd name="connsiteY1" fmla="*/ 344432 h 2586627"/>
                  <a:gd name="connsiteX2" fmla="*/ 224008 w 8848221"/>
                  <a:gd name="connsiteY2" fmla="*/ 660585 h 2586627"/>
                  <a:gd name="connsiteX3" fmla="*/ 336012 w 8848221"/>
                  <a:gd name="connsiteY3" fmla="*/ 947611 h 2586627"/>
                  <a:gd name="connsiteX4" fmla="*/ 448017 w 8848221"/>
                  <a:gd name="connsiteY4" fmla="*/ 1205617 h 2586627"/>
                  <a:gd name="connsiteX5" fmla="*/ 560021 w 8848221"/>
                  <a:gd name="connsiteY5" fmla="*/ 1435874 h 2586627"/>
                  <a:gd name="connsiteX6" fmla="*/ 672025 w 8848221"/>
                  <a:gd name="connsiteY6" fmla="*/ 1639758 h 2586627"/>
                  <a:gd name="connsiteX7" fmla="*/ 784029 w 8848221"/>
                  <a:gd name="connsiteY7" fmla="*/ 1816210 h 2586627"/>
                  <a:gd name="connsiteX8" fmla="*/ 896033 w 8848221"/>
                  <a:gd name="connsiteY8" fmla="*/ 1952310 h 2586627"/>
                  <a:gd name="connsiteX9" fmla="*/ 1008037 w 8848221"/>
                  <a:gd name="connsiteY9" fmla="*/ 2045726 h 2586627"/>
                  <a:gd name="connsiteX10" fmla="*/ 1120041 w 8848221"/>
                  <a:gd name="connsiteY10" fmla="*/ 2105461 h 2586627"/>
                  <a:gd name="connsiteX11" fmla="*/ 1232046 w 8848221"/>
                  <a:gd name="connsiteY11" fmla="*/ 2140836 h 2586627"/>
                  <a:gd name="connsiteX12" fmla="*/ 1344050 w 8848221"/>
                  <a:gd name="connsiteY12" fmla="*/ 2161066 h 2586627"/>
                  <a:gd name="connsiteX13" fmla="*/ 1456054 w 8848221"/>
                  <a:gd name="connsiteY13" fmla="*/ 2167315 h 2586627"/>
                  <a:gd name="connsiteX14" fmla="*/ 1568058 w 8848221"/>
                  <a:gd name="connsiteY14" fmla="*/ 2124420 h 2586627"/>
                  <a:gd name="connsiteX15" fmla="*/ 1680062 w 8848221"/>
                  <a:gd name="connsiteY15" fmla="*/ 2039583 h 2586627"/>
                  <a:gd name="connsiteX16" fmla="*/ 1792066 w 8848221"/>
                  <a:gd name="connsiteY16" fmla="*/ 1928055 h 2586627"/>
                  <a:gd name="connsiteX17" fmla="*/ 1904070 w 8848221"/>
                  <a:gd name="connsiteY17" fmla="*/ 1805301 h 2586627"/>
                  <a:gd name="connsiteX18" fmla="*/ 2016074 w 8848221"/>
                  <a:gd name="connsiteY18" fmla="*/ 1686572 h 2586627"/>
                  <a:gd name="connsiteX19" fmla="*/ 2128079 w 8848221"/>
                  <a:gd name="connsiteY19" fmla="*/ 1587119 h 2586627"/>
                  <a:gd name="connsiteX20" fmla="*/ 2240083 w 8848221"/>
                  <a:gd name="connsiteY20" fmla="*/ 1522405 h 2586627"/>
                  <a:gd name="connsiteX21" fmla="*/ 2352087 w 8848221"/>
                  <a:gd name="connsiteY21" fmla="*/ 1504400 h 2586627"/>
                  <a:gd name="connsiteX22" fmla="*/ 2464091 w 8848221"/>
                  <a:gd name="connsiteY22" fmla="*/ 1523994 h 2586627"/>
                  <a:gd name="connsiteX23" fmla="*/ 2576095 w 8848221"/>
                  <a:gd name="connsiteY23" fmla="*/ 1564347 h 2586627"/>
                  <a:gd name="connsiteX24" fmla="*/ 2688099 w 8848221"/>
                  <a:gd name="connsiteY24" fmla="*/ 1608301 h 2586627"/>
                  <a:gd name="connsiteX25" fmla="*/ 2800104 w 8848221"/>
                  <a:gd name="connsiteY25" fmla="*/ 1639122 h 2586627"/>
                  <a:gd name="connsiteX26" fmla="*/ 2912107 w 8848221"/>
                  <a:gd name="connsiteY26" fmla="*/ 1662529 h 2586627"/>
                  <a:gd name="connsiteX27" fmla="*/ 3024006 w 8848221"/>
                  <a:gd name="connsiteY27" fmla="*/ 1689749 h 2586627"/>
                  <a:gd name="connsiteX28" fmla="*/ 3136010 w 8848221"/>
                  <a:gd name="connsiteY28" fmla="*/ 1737622 h 2586627"/>
                  <a:gd name="connsiteX29" fmla="*/ 3248014 w 8848221"/>
                  <a:gd name="connsiteY29" fmla="*/ 1772362 h 2586627"/>
                  <a:gd name="connsiteX30" fmla="*/ 3360018 w 8848221"/>
                  <a:gd name="connsiteY30" fmla="*/ 1792909 h 2586627"/>
                  <a:gd name="connsiteX31" fmla="*/ 3472022 w 8848221"/>
                  <a:gd name="connsiteY31" fmla="*/ 1812609 h 2586627"/>
                  <a:gd name="connsiteX32" fmla="*/ 3584026 w 8848221"/>
                  <a:gd name="connsiteY32" fmla="*/ 1832097 h 2586627"/>
                  <a:gd name="connsiteX33" fmla="*/ 3696031 w 8848221"/>
                  <a:gd name="connsiteY33" fmla="*/ 1853280 h 2586627"/>
                  <a:gd name="connsiteX34" fmla="*/ 3808035 w 8848221"/>
                  <a:gd name="connsiteY34" fmla="*/ 1877111 h 2586627"/>
                  <a:gd name="connsiteX35" fmla="*/ 3920039 w 8848221"/>
                  <a:gd name="connsiteY35" fmla="*/ 1901471 h 2586627"/>
                  <a:gd name="connsiteX36" fmla="*/ 4032043 w 8848221"/>
                  <a:gd name="connsiteY36" fmla="*/ 1924137 h 2586627"/>
                  <a:gd name="connsiteX37" fmla="*/ 4144047 w 8848221"/>
                  <a:gd name="connsiteY37" fmla="*/ 1942883 h 2586627"/>
                  <a:gd name="connsiteX38" fmla="*/ 4256051 w 8848221"/>
                  <a:gd name="connsiteY38" fmla="*/ 1953898 h 2586627"/>
                  <a:gd name="connsiteX39" fmla="*/ 4368056 w 8848221"/>
                  <a:gd name="connsiteY39" fmla="*/ 1955699 h 2586627"/>
                  <a:gd name="connsiteX40" fmla="*/ 4480060 w 8848221"/>
                  <a:gd name="connsiteY40" fmla="*/ 1951250 h 2586627"/>
                  <a:gd name="connsiteX41" fmla="*/ 4592064 w 8848221"/>
                  <a:gd name="connsiteY41" fmla="*/ 1943625 h 2586627"/>
                  <a:gd name="connsiteX42" fmla="*/ 4704068 w 8848221"/>
                  <a:gd name="connsiteY42" fmla="*/ 1935999 h 2586627"/>
                  <a:gd name="connsiteX43" fmla="*/ 4816072 w 8848221"/>
                  <a:gd name="connsiteY43" fmla="*/ 1931339 h 2586627"/>
                  <a:gd name="connsiteX44" fmla="*/ 4928076 w 8848221"/>
                  <a:gd name="connsiteY44" fmla="*/ 1932716 h 2586627"/>
                  <a:gd name="connsiteX45" fmla="*/ 5040081 w 8848221"/>
                  <a:gd name="connsiteY45" fmla="*/ 1943201 h 2586627"/>
                  <a:gd name="connsiteX46" fmla="*/ 5152084 w 8848221"/>
                  <a:gd name="connsiteY46" fmla="*/ 1967349 h 2586627"/>
                  <a:gd name="connsiteX47" fmla="*/ 5264088 w 8848221"/>
                  <a:gd name="connsiteY47" fmla="*/ 2006643 h 2586627"/>
                  <a:gd name="connsiteX48" fmla="*/ 5376093 w 8848221"/>
                  <a:gd name="connsiteY48" fmla="*/ 2056105 h 2586627"/>
                  <a:gd name="connsiteX49" fmla="*/ 5488097 w 8848221"/>
                  <a:gd name="connsiteY49" fmla="*/ 2110227 h 2586627"/>
                  <a:gd name="connsiteX50" fmla="*/ 5600101 w 8848221"/>
                  <a:gd name="connsiteY50" fmla="*/ 2163925 h 2586627"/>
                  <a:gd name="connsiteX51" fmla="*/ 5712105 w 8848221"/>
                  <a:gd name="connsiteY51" fmla="*/ 2211693 h 2586627"/>
                  <a:gd name="connsiteX52" fmla="*/ 5824109 w 8848221"/>
                  <a:gd name="connsiteY52" fmla="*/ 2248233 h 2586627"/>
                  <a:gd name="connsiteX53" fmla="*/ 5936114 w 8848221"/>
                  <a:gd name="connsiteY53" fmla="*/ 2279901 h 2586627"/>
                  <a:gd name="connsiteX54" fmla="*/ 6048118 w 8848221"/>
                  <a:gd name="connsiteY54" fmla="*/ 2312099 h 2586627"/>
                  <a:gd name="connsiteX55" fmla="*/ 6160121 w 8848221"/>
                  <a:gd name="connsiteY55" fmla="*/ 2344191 h 2586627"/>
                  <a:gd name="connsiteX56" fmla="*/ 6272126 w 8848221"/>
                  <a:gd name="connsiteY56" fmla="*/ 2375330 h 2586627"/>
                  <a:gd name="connsiteX57" fmla="*/ 6384130 w 8848221"/>
                  <a:gd name="connsiteY57" fmla="*/ 2404562 h 2586627"/>
                  <a:gd name="connsiteX58" fmla="*/ 6496134 w 8848221"/>
                  <a:gd name="connsiteY58" fmla="*/ 2431252 h 2586627"/>
                  <a:gd name="connsiteX59" fmla="*/ 6608138 w 8848221"/>
                  <a:gd name="connsiteY59" fmla="*/ 2454447 h 2586627"/>
                  <a:gd name="connsiteX60" fmla="*/ 6720143 w 8848221"/>
                  <a:gd name="connsiteY60" fmla="*/ 2473405 h 2586627"/>
                  <a:gd name="connsiteX61" fmla="*/ 6832147 w 8848221"/>
                  <a:gd name="connsiteY61" fmla="*/ 2489081 h 2586627"/>
                  <a:gd name="connsiteX62" fmla="*/ 6944151 w 8848221"/>
                  <a:gd name="connsiteY62" fmla="*/ 2504332 h 2586627"/>
                  <a:gd name="connsiteX63" fmla="*/ 7056154 w 8848221"/>
                  <a:gd name="connsiteY63" fmla="*/ 2518737 h 2586627"/>
                  <a:gd name="connsiteX64" fmla="*/ 7168159 w 8848221"/>
                  <a:gd name="connsiteY64" fmla="*/ 2531870 h 2586627"/>
                  <a:gd name="connsiteX65" fmla="*/ 7280163 w 8848221"/>
                  <a:gd name="connsiteY65" fmla="*/ 2543309 h 2586627"/>
                  <a:gd name="connsiteX66" fmla="*/ 7392167 w 8848221"/>
                  <a:gd name="connsiteY66" fmla="*/ 2553159 h 2586627"/>
                  <a:gd name="connsiteX67" fmla="*/ 7504171 w 8848221"/>
                  <a:gd name="connsiteY67" fmla="*/ 2561844 h 2586627"/>
                  <a:gd name="connsiteX68" fmla="*/ 7616176 w 8848221"/>
                  <a:gd name="connsiteY68" fmla="*/ 2569152 h 2586627"/>
                  <a:gd name="connsiteX69" fmla="*/ 7728180 w 8848221"/>
                  <a:gd name="connsiteY69" fmla="*/ 2575295 h 2586627"/>
                  <a:gd name="connsiteX70" fmla="*/ 7840184 w 8848221"/>
                  <a:gd name="connsiteY70" fmla="*/ 2580061 h 2586627"/>
                  <a:gd name="connsiteX71" fmla="*/ 7952188 w 8848221"/>
                  <a:gd name="connsiteY71" fmla="*/ 2583662 h 2586627"/>
                  <a:gd name="connsiteX72" fmla="*/ 8064192 w 8848221"/>
                  <a:gd name="connsiteY72" fmla="*/ 2585780 h 2586627"/>
                  <a:gd name="connsiteX73" fmla="*/ 8176196 w 8848221"/>
                  <a:gd name="connsiteY73" fmla="*/ 2586627 h 2586627"/>
                  <a:gd name="connsiteX74" fmla="*/ 8288200 w 8848221"/>
                  <a:gd name="connsiteY74" fmla="*/ 2586204 h 2586627"/>
                  <a:gd name="connsiteX75" fmla="*/ 8400204 w 8848221"/>
                  <a:gd name="connsiteY75" fmla="*/ 2584297 h 2586627"/>
                  <a:gd name="connsiteX76" fmla="*/ 8512208 w 8848221"/>
                  <a:gd name="connsiteY76" fmla="*/ 2580908 h 2586627"/>
                  <a:gd name="connsiteX77" fmla="*/ 8624213 w 8848221"/>
                  <a:gd name="connsiteY77" fmla="*/ 2576248 h 2586627"/>
                  <a:gd name="connsiteX78" fmla="*/ 8736217 w 8848221"/>
                  <a:gd name="connsiteY78" fmla="*/ 2570105 h 2586627"/>
                  <a:gd name="connsiteX79" fmla="*/ 8848221 w 8848221"/>
                  <a:gd name="connsiteY79" fmla="*/ 2562373 h 2586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2586627">
                    <a:moveTo>
                      <a:pt x="0" y="0"/>
                    </a:moveTo>
                    <a:lnTo>
                      <a:pt x="112004" y="344432"/>
                    </a:lnTo>
                    <a:lnTo>
                      <a:pt x="224008" y="660585"/>
                    </a:lnTo>
                    <a:lnTo>
                      <a:pt x="336012" y="947611"/>
                    </a:lnTo>
                    <a:lnTo>
                      <a:pt x="448017" y="1205617"/>
                    </a:lnTo>
                    <a:lnTo>
                      <a:pt x="560021" y="1435874"/>
                    </a:lnTo>
                    <a:lnTo>
                      <a:pt x="672025" y="1639758"/>
                    </a:lnTo>
                    <a:lnTo>
                      <a:pt x="784029" y="1816210"/>
                    </a:lnTo>
                    <a:lnTo>
                      <a:pt x="896033" y="1952310"/>
                    </a:lnTo>
                    <a:lnTo>
                      <a:pt x="1008037" y="2045726"/>
                    </a:lnTo>
                    <a:lnTo>
                      <a:pt x="1120041" y="2105461"/>
                    </a:lnTo>
                    <a:lnTo>
                      <a:pt x="1232046" y="2140836"/>
                    </a:lnTo>
                    <a:lnTo>
                      <a:pt x="1344050" y="2161066"/>
                    </a:lnTo>
                    <a:lnTo>
                      <a:pt x="1456054" y="2167315"/>
                    </a:lnTo>
                    <a:lnTo>
                      <a:pt x="1568058" y="2124420"/>
                    </a:lnTo>
                    <a:lnTo>
                      <a:pt x="1680062" y="2039583"/>
                    </a:lnTo>
                    <a:lnTo>
                      <a:pt x="1792066" y="1928055"/>
                    </a:lnTo>
                    <a:lnTo>
                      <a:pt x="1904070" y="1805301"/>
                    </a:lnTo>
                    <a:lnTo>
                      <a:pt x="2016074" y="1686572"/>
                    </a:lnTo>
                    <a:lnTo>
                      <a:pt x="2128079" y="1587119"/>
                    </a:lnTo>
                    <a:lnTo>
                      <a:pt x="2240083" y="1522405"/>
                    </a:lnTo>
                    <a:lnTo>
                      <a:pt x="2352087" y="1504400"/>
                    </a:lnTo>
                    <a:lnTo>
                      <a:pt x="2464091" y="1523994"/>
                    </a:lnTo>
                    <a:lnTo>
                      <a:pt x="2576095" y="1564347"/>
                    </a:lnTo>
                    <a:lnTo>
                      <a:pt x="2688099" y="1608301"/>
                    </a:lnTo>
                    <a:lnTo>
                      <a:pt x="2800104" y="1639122"/>
                    </a:lnTo>
                    <a:lnTo>
                      <a:pt x="2912107" y="1662529"/>
                    </a:lnTo>
                    <a:lnTo>
                      <a:pt x="3024006" y="1689749"/>
                    </a:lnTo>
                    <a:lnTo>
                      <a:pt x="3136010" y="1737622"/>
                    </a:lnTo>
                    <a:lnTo>
                      <a:pt x="3248014" y="1772362"/>
                    </a:lnTo>
                    <a:lnTo>
                      <a:pt x="3360018" y="1792909"/>
                    </a:lnTo>
                    <a:lnTo>
                      <a:pt x="3472022" y="1812609"/>
                    </a:lnTo>
                    <a:lnTo>
                      <a:pt x="3584026" y="1832097"/>
                    </a:lnTo>
                    <a:lnTo>
                      <a:pt x="3696031" y="1853280"/>
                    </a:lnTo>
                    <a:lnTo>
                      <a:pt x="3808035" y="1877111"/>
                    </a:lnTo>
                    <a:lnTo>
                      <a:pt x="3920039" y="1901471"/>
                    </a:lnTo>
                    <a:lnTo>
                      <a:pt x="4032043" y="1924137"/>
                    </a:lnTo>
                    <a:lnTo>
                      <a:pt x="4144047" y="1942883"/>
                    </a:lnTo>
                    <a:lnTo>
                      <a:pt x="4256051" y="1953898"/>
                    </a:lnTo>
                    <a:lnTo>
                      <a:pt x="4368056" y="1955699"/>
                    </a:lnTo>
                    <a:lnTo>
                      <a:pt x="4480060" y="1951250"/>
                    </a:lnTo>
                    <a:lnTo>
                      <a:pt x="4592064" y="1943625"/>
                    </a:lnTo>
                    <a:lnTo>
                      <a:pt x="4704068" y="1935999"/>
                    </a:lnTo>
                    <a:lnTo>
                      <a:pt x="4816072" y="1931339"/>
                    </a:lnTo>
                    <a:lnTo>
                      <a:pt x="4928076" y="1932716"/>
                    </a:lnTo>
                    <a:lnTo>
                      <a:pt x="5040081" y="1943201"/>
                    </a:lnTo>
                    <a:lnTo>
                      <a:pt x="5152084" y="1967349"/>
                    </a:lnTo>
                    <a:lnTo>
                      <a:pt x="5264088" y="2006643"/>
                    </a:lnTo>
                    <a:lnTo>
                      <a:pt x="5376093" y="2056105"/>
                    </a:lnTo>
                    <a:lnTo>
                      <a:pt x="5488097" y="2110227"/>
                    </a:lnTo>
                    <a:lnTo>
                      <a:pt x="5600101" y="2163925"/>
                    </a:lnTo>
                    <a:lnTo>
                      <a:pt x="5712105" y="2211693"/>
                    </a:lnTo>
                    <a:lnTo>
                      <a:pt x="5824109" y="2248233"/>
                    </a:lnTo>
                    <a:lnTo>
                      <a:pt x="5936114" y="2279901"/>
                    </a:lnTo>
                    <a:lnTo>
                      <a:pt x="6048118" y="2312099"/>
                    </a:lnTo>
                    <a:lnTo>
                      <a:pt x="6160121" y="2344191"/>
                    </a:lnTo>
                    <a:lnTo>
                      <a:pt x="6272126" y="2375330"/>
                    </a:lnTo>
                    <a:lnTo>
                      <a:pt x="6384130" y="2404562"/>
                    </a:lnTo>
                    <a:lnTo>
                      <a:pt x="6496134" y="2431252"/>
                    </a:lnTo>
                    <a:lnTo>
                      <a:pt x="6608138" y="2454447"/>
                    </a:lnTo>
                    <a:lnTo>
                      <a:pt x="6720143" y="2473405"/>
                    </a:lnTo>
                    <a:lnTo>
                      <a:pt x="6832147" y="2489081"/>
                    </a:lnTo>
                    <a:lnTo>
                      <a:pt x="6944151" y="2504332"/>
                    </a:lnTo>
                    <a:lnTo>
                      <a:pt x="7056154" y="2518737"/>
                    </a:lnTo>
                    <a:lnTo>
                      <a:pt x="7168159" y="2531870"/>
                    </a:lnTo>
                    <a:lnTo>
                      <a:pt x="7280163" y="2543309"/>
                    </a:lnTo>
                    <a:lnTo>
                      <a:pt x="7392167" y="2553159"/>
                    </a:lnTo>
                    <a:lnTo>
                      <a:pt x="7504171" y="2561844"/>
                    </a:lnTo>
                    <a:lnTo>
                      <a:pt x="7616176" y="2569152"/>
                    </a:lnTo>
                    <a:lnTo>
                      <a:pt x="7728180" y="2575295"/>
                    </a:lnTo>
                    <a:lnTo>
                      <a:pt x="7840184" y="2580061"/>
                    </a:lnTo>
                    <a:lnTo>
                      <a:pt x="7952188" y="2583662"/>
                    </a:lnTo>
                    <a:lnTo>
                      <a:pt x="8064192" y="2585780"/>
                    </a:lnTo>
                    <a:lnTo>
                      <a:pt x="8176196" y="2586627"/>
                    </a:lnTo>
                    <a:lnTo>
                      <a:pt x="8288200" y="2586204"/>
                    </a:lnTo>
                    <a:lnTo>
                      <a:pt x="8400204" y="2584297"/>
                    </a:lnTo>
                    <a:lnTo>
                      <a:pt x="8512208" y="2580908"/>
                    </a:lnTo>
                    <a:lnTo>
                      <a:pt x="8624213" y="2576248"/>
                    </a:lnTo>
                    <a:lnTo>
                      <a:pt x="8736217" y="2570105"/>
                    </a:lnTo>
                    <a:lnTo>
                      <a:pt x="8848221" y="2562373"/>
                    </a:lnTo>
                  </a:path>
                </a:pathLst>
              </a:custGeom>
              <a:noFill/>
              <a:ln w="22550" cap="flat">
                <a:solidFill>
                  <a:srgbClr val="B50A37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D50C2F-38C6-14B0-EB49-4764A8E10D96}"/>
                  </a:ext>
                </a:extLst>
              </p:cNvPr>
              <p:cNvSpPr txBox="1"/>
              <p:nvPr/>
            </p:nvSpPr>
            <p:spPr>
              <a:xfrm>
                <a:off x="5698852" y="2265009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B50A37"/>
                    </a:solidFill>
                    <a:latin typeface="Arial"/>
                    <a:cs typeface="Arial"/>
                    <a:sym typeface="Arial"/>
                    <a:rtl val="0"/>
                  </a:rPr>
                  <a:t>Decreased</a:t>
                </a:r>
              </a:p>
            </p:txBody>
          </p:sp>
        </p:grp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1DE1E341-454C-2CEB-ED3A-02D2686C3E68}"/>
                </a:ext>
              </a:extLst>
            </p:cNvPr>
            <p:cNvGrpSpPr/>
            <p:nvPr/>
          </p:nvGrpSpPr>
          <p:grpSpPr>
            <a:xfrm>
              <a:off x="961062" y="612426"/>
              <a:ext cx="10417413" cy="5419645"/>
              <a:chOff x="961062" y="612426"/>
              <a:chExt cx="10417413" cy="541964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E7C3C6D-AD43-9E59-AC30-B942751337E9}"/>
                  </a:ext>
                </a:extLst>
              </p:cNvPr>
              <p:cNvSpPr/>
              <p:nvPr/>
            </p:nvSpPr>
            <p:spPr>
              <a:xfrm>
                <a:off x="1388646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049A196-A8BD-983F-007B-1CABBFC537B6}"/>
                  </a:ext>
                </a:extLst>
              </p:cNvPr>
              <p:cNvSpPr txBox="1"/>
              <p:nvPr/>
            </p:nvSpPr>
            <p:spPr>
              <a:xfrm>
                <a:off x="116246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DE8591-3CAC-AE36-C6CF-957D4A4E127F}"/>
                  </a:ext>
                </a:extLst>
              </p:cNvPr>
              <p:cNvSpPr txBox="1"/>
              <p:nvPr/>
            </p:nvSpPr>
            <p:spPr>
              <a:xfrm>
                <a:off x="1162461" y="4527426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FF0B69-1B37-5044-9505-A7D5C7FFEC4E}"/>
                  </a:ext>
                </a:extLst>
              </p:cNvPr>
              <p:cNvSpPr txBox="1"/>
              <p:nvPr/>
            </p:nvSpPr>
            <p:spPr>
              <a:xfrm>
                <a:off x="1162461" y="3405163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DCE0CA-492D-5CE6-0A35-A935A297CD11}"/>
                  </a:ext>
                </a:extLst>
              </p:cNvPr>
              <p:cNvSpPr txBox="1"/>
              <p:nvPr/>
            </p:nvSpPr>
            <p:spPr>
              <a:xfrm>
                <a:off x="1162461" y="2282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3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EB4FFA6-70B1-6987-6EDA-169908E9C5EC}"/>
                  </a:ext>
                </a:extLst>
              </p:cNvPr>
              <p:cNvSpPr txBox="1"/>
              <p:nvPr/>
            </p:nvSpPr>
            <p:spPr>
              <a:xfrm>
                <a:off x="1162461" y="1160531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4</a:t>
                </a: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9F9F4A3-56CC-4239-C1C1-DB19DC0D35FA}"/>
                  </a:ext>
                </a:extLst>
              </p:cNvPr>
              <p:cNvSpPr/>
              <p:nvPr/>
            </p:nvSpPr>
            <p:spPr>
              <a:xfrm>
                <a:off x="135961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0DD5916-AF15-D318-EF27-68690AFEC717}"/>
                  </a:ext>
                </a:extLst>
              </p:cNvPr>
              <p:cNvSpPr/>
              <p:nvPr/>
            </p:nvSpPr>
            <p:spPr>
              <a:xfrm>
                <a:off x="1359612" y="465431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6ABDE76-5FB2-CC19-E527-04210632647D}"/>
                  </a:ext>
                </a:extLst>
              </p:cNvPr>
              <p:cNvSpPr/>
              <p:nvPr/>
            </p:nvSpPr>
            <p:spPr>
              <a:xfrm>
                <a:off x="1359612" y="3532053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08A3C9AE-EB33-60D8-54CE-1B45FD575FCF}"/>
                  </a:ext>
                </a:extLst>
              </p:cNvPr>
              <p:cNvSpPr/>
              <p:nvPr/>
            </p:nvSpPr>
            <p:spPr>
              <a:xfrm>
                <a:off x="1359612" y="240968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6B266F7-5C8B-2EBF-9CC6-B95138D993B9}"/>
                  </a:ext>
                </a:extLst>
              </p:cNvPr>
              <p:cNvSpPr/>
              <p:nvPr/>
            </p:nvSpPr>
            <p:spPr>
              <a:xfrm>
                <a:off x="1359612" y="128742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4FF2578-733E-8122-B9D4-DBC735453A90}"/>
                  </a:ext>
                </a:extLst>
              </p:cNvPr>
              <p:cNvSpPr/>
              <p:nvPr/>
            </p:nvSpPr>
            <p:spPr>
              <a:xfrm>
                <a:off x="1388646" y="5776685"/>
                <a:ext cx="9733021" cy="10591"/>
              </a:xfrm>
              <a:custGeom>
                <a:avLst/>
                <a:gdLst>
                  <a:gd name="connsiteX0" fmla="*/ 0 w 9733021"/>
                  <a:gd name="connsiteY0" fmla="*/ 0 h 10591"/>
                  <a:gd name="connsiteX1" fmla="*/ 9733022 w 973302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733021" h="10591">
                    <a:moveTo>
                      <a:pt x="0" y="0"/>
                    </a:moveTo>
                    <a:lnTo>
                      <a:pt x="973302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81573DB-D2A6-AD46-B241-96962DB9E39C}"/>
                  </a:ext>
                </a:extLst>
              </p:cNvPr>
              <p:cNvSpPr/>
              <p:nvPr/>
            </p:nvSpPr>
            <p:spPr>
              <a:xfrm>
                <a:off x="205018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A589708-0820-2895-B118-05C30402A6CD}"/>
                  </a:ext>
                </a:extLst>
              </p:cNvPr>
              <p:cNvSpPr/>
              <p:nvPr/>
            </p:nvSpPr>
            <p:spPr>
              <a:xfrm>
                <a:off x="278885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F84B277-4780-12F4-6F9D-B8D3D9EE436C}"/>
                  </a:ext>
                </a:extLst>
              </p:cNvPr>
              <p:cNvSpPr/>
              <p:nvPr/>
            </p:nvSpPr>
            <p:spPr>
              <a:xfrm>
                <a:off x="353569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08C5DF6-B556-D612-3014-41C219B68C50}"/>
                  </a:ext>
                </a:extLst>
              </p:cNvPr>
              <p:cNvSpPr/>
              <p:nvPr/>
            </p:nvSpPr>
            <p:spPr>
              <a:xfrm>
                <a:off x="427034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5351EBD-C640-32DA-55DC-82D67DFBC0E5}"/>
                  </a:ext>
                </a:extLst>
              </p:cNvPr>
              <p:cNvSpPr/>
              <p:nvPr/>
            </p:nvSpPr>
            <p:spPr>
              <a:xfrm>
                <a:off x="501717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BF0D016-686C-CF8D-1160-D18B4D7AA4DD}"/>
                  </a:ext>
                </a:extLst>
              </p:cNvPr>
              <p:cNvSpPr/>
              <p:nvPr/>
            </p:nvSpPr>
            <p:spPr>
              <a:xfrm>
                <a:off x="575182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3BA98CA-25FB-612C-D2F5-1ADEBEC3EFEB}"/>
                  </a:ext>
                </a:extLst>
              </p:cNvPr>
              <p:cNvSpPr/>
              <p:nvPr/>
            </p:nvSpPr>
            <p:spPr>
              <a:xfrm>
                <a:off x="649866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1D7831E-0D83-C2BB-CAFC-C98A7B21BA90}"/>
                  </a:ext>
                </a:extLst>
              </p:cNvPr>
              <p:cNvSpPr/>
              <p:nvPr/>
            </p:nvSpPr>
            <p:spPr>
              <a:xfrm>
                <a:off x="723331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FAC4464F-C087-2ADB-57FD-B56D1A39E349}"/>
                  </a:ext>
                </a:extLst>
              </p:cNvPr>
              <p:cNvSpPr/>
              <p:nvPr/>
            </p:nvSpPr>
            <p:spPr>
              <a:xfrm>
                <a:off x="798014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AEB7A35F-199A-F1F0-162D-2EF477325F45}"/>
                  </a:ext>
                </a:extLst>
              </p:cNvPr>
              <p:cNvSpPr/>
              <p:nvPr/>
            </p:nvSpPr>
            <p:spPr>
              <a:xfrm>
                <a:off x="871882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CC4A980A-FDA0-26C5-1AF2-AA5A923924ED}"/>
                  </a:ext>
                </a:extLst>
              </p:cNvPr>
              <p:cNvSpPr/>
              <p:nvPr/>
            </p:nvSpPr>
            <p:spPr>
              <a:xfrm>
                <a:off x="946566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B6EE3F6D-AA76-9080-34AB-EC5F32629DF9}"/>
                  </a:ext>
                </a:extLst>
              </p:cNvPr>
              <p:cNvSpPr/>
              <p:nvPr/>
            </p:nvSpPr>
            <p:spPr>
              <a:xfrm>
                <a:off x="1020031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A153AAC-8FDE-4261-8BDC-26743E045091}"/>
                  </a:ext>
                </a:extLst>
              </p:cNvPr>
              <p:cNvSpPr/>
              <p:nvPr/>
            </p:nvSpPr>
            <p:spPr>
              <a:xfrm>
                <a:off x="1094714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A4A7E1F-13DA-160E-48D3-C0139EFB284B}"/>
                  </a:ext>
                </a:extLst>
              </p:cNvPr>
              <p:cNvSpPr txBox="1"/>
              <p:nvPr/>
            </p:nvSpPr>
            <p:spPr>
              <a:xfrm>
                <a:off x="164121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2019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0B93221-C322-7064-82DE-F870D1EE1ABD}"/>
                  </a:ext>
                </a:extLst>
              </p:cNvPr>
              <p:cNvSpPr txBox="1"/>
              <p:nvPr/>
            </p:nvSpPr>
            <p:spPr>
              <a:xfrm>
                <a:off x="2371670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2020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4AA4BBC-168F-6485-7510-345123FF151D}"/>
                  </a:ext>
                </a:extLst>
              </p:cNvPr>
              <p:cNvSpPr txBox="1"/>
              <p:nvPr/>
            </p:nvSpPr>
            <p:spPr>
              <a:xfrm>
                <a:off x="312672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2020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C0A80B5-7097-501B-3DAB-C86BAAF024AD}"/>
                  </a:ext>
                </a:extLst>
              </p:cNvPr>
              <p:cNvSpPr txBox="1"/>
              <p:nvPr/>
            </p:nvSpPr>
            <p:spPr>
              <a:xfrm>
                <a:off x="3853155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A3A6875-10EC-6AB4-25D2-45038DF4C6B5}"/>
                  </a:ext>
                </a:extLst>
              </p:cNvPr>
              <p:cNvSpPr txBox="1"/>
              <p:nvPr/>
            </p:nvSpPr>
            <p:spPr>
              <a:xfrm>
                <a:off x="460821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2021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F236027-A067-D6A8-80CF-C30F836D07D2}"/>
                  </a:ext>
                </a:extLst>
              </p:cNvPr>
              <p:cNvSpPr txBox="1"/>
              <p:nvPr/>
            </p:nvSpPr>
            <p:spPr>
              <a:xfrm>
                <a:off x="5334641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2022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C59C3AC-5DF5-E507-EA0A-84FF8A4F5E45}"/>
                  </a:ext>
                </a:extLst>
              </p:cNvPr>
              <p:cNvSpPr txBox="1"/>
              <p:nvPr/>
            </p:nvSpPr>
            <p:spPr>
              <a:xfrm>
                <a:off x="608969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2022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C6416A-0275-D64D-734C-DF521F5492F6}"/>
                  </a:ext>
                </a:extLst>
              </p:cNvPr>
              <p:cNvSpPr txBox="1"/>
              <p:nvPr/>
            </p:nvSpPr>
            <p:spPr>
              <a:xfrm>
                <a:off x="6816126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2023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BC4C9B9-8EAA-488C-2D16-D5A89C663E95}"/>
                  </a:ext>
                </a:extLst>
              </p:cNvPr>
              <p:cNvSpPr txBox="1"/>
              <p:nvPr/>
            </p:nvSpPr>
            <p:spPr>
              <a:xfrm>
                <a:off x="757118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2023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BB5952-FA68-420B-99C1-6F9C2E848FC0}"/>
                  </a:ext>
                </a:extLst>
              </p:cNvPr>
              <p:cNvSpPr txBox="1"/>
              <p:nvPr/>
            </p:nvSpPr>
            <p:spPr>
              <a:xfrm>
                <a:off x="8301638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A1C5603-3B2C-3887-8A7A-FCDD558CC012}"/>
                  </a:ext>
                </a:extLst>
              </p:cNvPr>
              <p:cNvSpPr txBox="1"/>
              <p:nvPr/>
            </p:nvSpPr>
            <p:spPr>
              <a:xfrm>
                <a:off x="905669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2024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2237EF-327A-7FAF-DBE6-CD824A95C922}"/>
                  </a:ext>
                </a:extLst>
              </p:cNvPr>
              <p:cNvSpPr txBox="1"/>
              <p:nvPr/>
            </p:nvSpPr>
            <p:spPr>
              <a:xfrm>
                <a:off x="9783123" y="5755072"/>
                <a:ext cx="8579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May 2025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0B6AC26-1B6D-5F8C-C311-EE5C7198CB84}"/>
                  </a:ext>
                </a:extLst>
              </p:cNvPr>
              <p:cNvSpPr txBox="1"/>
              <p:nvPr/>
            </p:nvSpPr>
            <p:spPr>
              <a:xfrm>
                <a:off x="1053818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Nov 2025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0BFAE5F-96CC-38BF-ACCA-EC443C5C9172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C59B2EF-29C8-500A-CAA9-A4E2A07F8B1B}"/>
                  </a:ext>
                </a:extLst>
              </p:cNvPr>
              <p:cNvSpPr txBox="1"/>
              <p:nvPr/>
            </p:nvSpPr>
            <p:spPr>
              <a:xfrm>
                <a:off x="1297206" y="612426"/>
                <a:ext cx="57647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L.vitta in MAR Kapuntori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1710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B2903-9181-EE2E-553D-71AE92578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A198BF-35DB-94B1-F1C1-C3BE7E5C0E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240" y="120192"/>
            <a:ext cx="12083520" cy="6617616"/>
          </a:xfrm>
        </p:spPr>
      </p:pic>
    </p:spTree>
    <p:extLst>
      <p:ext uri="{BB962C8B-B14F-4D97-AF65-F5344CB8AC3E}">
        <p14:creationId xmlns:p14="http://schemas.microsoft.com/office/powerpoint/2010/main" val="3027671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Microsoft Office PowerPoint</Application>
  <PresentationFormat>Widescreen</PresentationFormat>
  <Paragraphs>180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Data Perikanan Kapuntori</vt:lpstr>
      <vt:lpstr>PowerPoint Presentation</vt:lpstr>
      <vt:lpstr>PowerPoint Presentation</vt:lpstr>
      <vt:lpstr>Katamba</vt:lpstr>
      <vt:lpstr>PowerPoint Presentation</vt:lpstr>
      <vt:lpstr>PowerPoint Presentation</vt:lpstr>
      <vt:lpstr>PowerPoint Presentation</vt:lpstr>
      <vt:lpstr>Mata Besar</vt:lpstr>
      <vt:lpstr>PowerPoint Presentation</vt:lpstr>
      <vt:lpstr>PowerPoint Presentation</vt:lpstr>
      <vt:lpstr>PowerPoint Presentation</vt:lpstr>
      <vt:lpstr>Mada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Irlan Assidiq</dc:creator>
  <cp:lastModifiedBy>Irlan Assidiq</cp:lastModifiedBy>
  <cp:revision>1</cp:revision>
  <dcterms:created xsi:type="dcterms:W3CDTF">2025-10-14T06:38:37Z</dcterms:created>
  <dcterms:modified xsi:type="dcterms:W3CDTF">2025-10-18T01:27:48Z</dcterms:modified>
</cp:coreProperties>
</file>