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63" r:id="rId7"/>
    <p:sldId id="259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1CB7F5-621D-4205-A112-58CCCCCDE698}" v="37" dt="2025-10-18T01:27:44.409"/>
    <p1510:client id="{BAAA86B0-4830-4753-AC21-8E40E430CDE6}" v="22" dt="2025-10-18T03:13:43.4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rlan Assidiq" userId="de236b58-34b6-44ed-8347-ed5a26859d6f" providerId="ADAL" clId="{7DA18F00-C1C8-45B8-B431-245BD39695C3}"/>
    <pc:docChg chg="undo custSel addSld delSld modSld sldOrd">
      <pc:chgData name="Irlan Assidiq" userId="de236b58-34b6-44ed-8347-ed5a26859d6f" providerId="ADAL" clId="{7DA18F00-C1C8-45B8-B431-245BD39695C3}" dt="2025-10-18T03:14:47.552" v="397" actId="27636"/>
      <pc:docMkLst>
        <pc:docMk/>
      </pc:docMkLst>
      <pc:sldChg chg="modSp mod">
        <pc:chgData name="Irlan Assidiq" userId="de236b58-34b6-44ed-8347-ed5a26859d6f" providerId="ADAL" clId="{7DA18F00-C1C8-45B8-B431-245BD39695C3}" dt="2025-10-18T03:14:47.552" v="397" actId="27636"/>
        <pc:sldMkLst>
          <pc:docMk/>
          <pc:sldMk cId="3087990934" sldId="256"/>
        </pc:sldMkLst>
        <pc:spChg chg="mod">
          <ac:chgData name="Irlan Assidiq" userId="de236b58-34b6-44ed-8347-ed5a26859d6f" providerId="ADAL" clId="{7DA18F00-C1C8-45B8-B431-245BD39695C3}" dt="2025-10-18T01:40:41.718" v="190" actId="20577"/>
          <ac:spMkLst>
            <pc:docMk/>
            <pc:sldMk cId="3087990934" sldId="256"/>
            <ac:spMk id="2" creationId="{533FE22B-1CB6-AA05-92E9-19BF7B238167}"/>
          </ac:spMkLst>
        </pc:spChg>
        <pc:spChg chg="mod">
          <ac:chgData name="Irlan Assidiq" userId="de236b58-34b6-44ed-8347-ed5a26859d6f" providerId="ADAL" clId="{7DA18F00-C1C8-45B8-B431-245BD39695C3}" dt="2025-10-18T03:14:47.552" v="397" actId="27636"/>
          <ac:spMkLst>
            <pc:docMk/>
            <pc:sldMk cId="3087990934" sldId="256"/>
            <ac:spMk id="3" creationId="{10E773E9-A149-1C30-EEF9-59D9C3F475F6}"/>
          </ac:spMkLst>
        </pc:spChg>
      </pc:sldChg>
      <pc:sldChg chg="addSp delSp modSp mod">
        <pc:chgData name="Irlan Assidiq" userId="de236b58-34b6-44ed-8347-ed5a26859d6f" providerId="ADAL" clId="{7DA18F00-C1C8-45B8-B431-245BD39695C3}" dt="2025-10-18T01:41:38.575" v="207" actId="20577"/>
        <pc:sldMkLst>
          <pc:docMk/>
          <pc:sldMk cId="2625697523" sldId="257"/>
        </pc:sldMkLst>
        <pc:spChg chg="mod">
          <ac:chgData name="Irlan Assidiq" userId="de236b58-34b6-44ed-8347-ed5a26859d6f" providerId="ADAL" clId="{7DA18F00-C1C8-45B8-B431-245BD39695C3}" dt="2025-10-18T01:41:06.546" v="197" actId="1076"/>
          <ac:spMkLst>
            <pc:docMk/>
            <pc:sldMk cId="2625697523" sldId="257"/>
            <ac:spMk id="13" creationId="{57607E23-58C4-3B5E-D743-81673E95BAF3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15" creationId="{4C418236-8F07-CF0D-2FDA-A1EAB5B83132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20" creationId="{4E2FCAEC-6CB8-5CAC-A10A-994BBF3CF92B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26" creationId="{968CC366-C1F7-A207-B74E-81E9A69ACB0F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28" creationId="{4E6E954A-F9E8-A2FF-4690-94BEEFAA45F7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29" creationId="{CD35B3D0-8092-7913-8BB8-3A622040170A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38" creationId="{BC88E807-E9FB-AE94-3227-7A87E7E4DFC0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39" creationId="{440B895B-A906-AF8D-0767-AFE40FE35468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46" creationId="{1189F348-BD5E-CC81-FDEC-4695C14EEB71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51" creationId="{88162485-D79F-94AD-9632-766B82CDF9BF}"/>
          </ac:spMkLst>
        </pc:spChg>
        <pc:spChg chg="mod">
          <ac:chgData name="Irlan Assidiq" userId="de236b58-34b6-44ed-8347-ed5a26859d6f" providerId="ADAL" clId="{7DA18F00-C1C8-45B8-B431-245BD39695C3}" dt="2025-10-18T01:41:38.575" v="207" actId="20577"/>
          <ac:spMkLst>
            <pc:docMk/>
            <pc:sldMk cId="2625697523" sldId="257"/>
            <ac:spMk id="56" creationId="{8C896627-0C96-57BE-9F3F-3C1CEB4F7F3B}"/>
          </ac:spMkLst>
        </pc:spChg>
        <pc:grpChg chg="del">
          <ac:chgData name="Irlan Assidiq" userId="de236b58-34b6-44ed-8347-ed5a26859d6f" providerId="ADAL" clId="{7DA18F00-C1C8-45B8-B431-245BD39695C3}" dt="2025-10-18T01:40:46.396" v="191" actId="478"/>
          <ac:grpSpMkLst>
            <pc:docMk/>
            <pc:sldMk cId="2625697523" sldId="257"/>
            <ac:grpSpMk id="163" creationId="{6A2B2E7D-C6E4-67F3-14DC-3EB0F308EB17}"/>
          </ac:grpSpMkLst>
        </pc:grpChg>
        <pc:picChg chg="add mod">
          <ac:chgData name="Irlan Assidiq" userId="de236b58-34b6-44ed-8347-ed5a26859d6f" providerId="ADAL" clId="{7DA18F00-C1C8-45B8-B431-245BD39695C3}" dt="2025-10-18T01:40:54.073" v="193" actId="26606"/>
          <ac:picMkLst>
            <pc:docMk/>
            <pc:sldMk cId="2625697523" sldId="257"/>
            <ac:picMk id="3" creationId="{D4A73322-573C-079B-6B3E-20AC913E7685}"/>
          </ac:picMkLst>
        </pc:picChg>
      </pc:sldChg>
      <pc:sldChg chg="addSp delSp modSp mod">
        <pc:chgData name="Irlan Assidiq" userId="de236b58-34b6-44ed-8347-ed5a26859d6f" providerId="ADAL" clId="{7DA18F00-C1C8-45B8-B431-245BD39695C3}" dt="2025-10-18T01:44:32.369" v="224" actId="478"/>
        <pc:sldMkLst>
          <pc:docMk/>
          <pc:sldMk cId="3373553320" sldId="258"/>
        </pc:sldMkLst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59" creationId="{E431E039-559B-F63D-2194-2AB6E902CE32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60" creationId="{B2E9520A-DA28-4E51-E6CE-BA6DE3830DCB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70" creationId="{8F310DC4-B939-3375-8520-F117A31EFD16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75" creationId="{9E4A8E94-320B-622D-57BE-F267691D135C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79" creationId="{FB48A328-19A9-DDE9-0240-54A3BF20FF10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83" creationId="{AE72DB2A-B790-3EAF-BE58-0247B02110BD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88" creationId="{A070C485-7392-C53A-2E3A-0D25E16F681C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90" creationId="{7C23597A-9E8A-3ED7-4C13-FB1ECE35215B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97" creationId="{B8904F86-7F79-5ECA-01C7-1F6E251DF7D6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102" creationId="{7615C8BA-3BBE-953A-01B5-9F18D517311C}"/>
          </ac:spMkLst>
        </pc:spChg>
        <pc:spChg chg="del">
          <ac:chgData name="Irlan Assidiq" userId="de236b58-34b6-44ed-8347-ed5a26859d6f" providerId="ADAL" clId="{7DA18F00-C1C8-45B8-B431-245BD39695C3}" dt="2025-10-18T01:44:32.369" v="224" actId="478"/>
          <ac:spMkLst>
            <pc:docMk/>
            <pc:sldMk cId="3373553320" sldId="258"/>
            <ac:spMk id="104" creationId="{2A0482B2-7B47-6AF0-9286-376135839228}"/>
          </ac:spMkLst>
        </pc:spChg>
        <pc:spChg chg="mod">
          <ac:chgData name="Irlan Assidiq" userId="de236b58-34b6-44ed-8347-ed5a26859d6f" providerId="ADAL" clId="{7DA18F00-C1C8-45B8-B431-245BD39695C3}" dt="2025-10-18T01:44:24.887" v="223" actId="20577"/>
          <ac:spMkLst>
            <pc:docMk/>
            <pc:sldMk cId="3373553320" sldId="258"/>
            <ac:spMk id="106" creationId="{1424E869-E211-2AE0-3972-736D057EDF80}"/>
          </ac:spMkLst>
        </pc:spChg>
        <pc:grpChg chg="del">
          <ac:chgData name="Irlan Assidiq" userId="de236b58-34b6-44ed-8347-ed5a26859d6f" providerId="ADAL" clId="{7DA18F00-C1C8-45B8-B431-245BD39695C3}" dt="2025-10-18T01:41:42.795" v="208" actId="478"/>
          <ac:grpSpMkLst>
            <pc:docMk/>
            <pc:sldMk cId="3373553320" sldId="258"/>
            <ac:grpSpMk id="6" creationId="{79DD4A8B-9AEE-BE75-C938-DC8BC953A58F}"/>
          </ac:grpSpMkLst>
        </pc:grpChg>
        <pc:picChg chg="add mod">
          <ac:chgData name="Irlan Assidiq" userId="de236b58-34b6-44ed-8347-ed5a26859d6f" providerId="ADAL" clId="{7DA18F00-C1C8-45B8-B431-245BD39695C3}" dt="2025-10-18T01:44:12.512" v="210" actId="26606"/>
          <ac:picMkLst>
            <pc:docMk/>
            <pc:sldMk cId="3373553320" sldId="258"/>
            <ac:picMk id="3" creationId="{8918CCCF-3384-6744-5B81-4522BBC09D2C}"/>
          </ac:picMkLst>
        </pc:picChg>
      </pc:sldChg>
      <pc:sldChg chg="addSp delSp modSp new mod setBg">
        <pc:chgData name="Irlan Assidiq" userId="de236b58-34b6-44ed-8347-ed5a26859d6f" providerId="ADAL" clId="{7DA18F00-C1C8-45B8-B431-245BD39695C3}" dt="2025-10-18T01:59:35.537" v="231" actId="14826"/>
        <pc:sldMkLst>
          <pc:docMk/>
          <pc:sldMk cId="3135141337" sldId="259"/>
        </pc:sldMkLst>
        <pc:spChg chg="del">
          <ac:chgData name="Irlan Assidiq" userId="de236b58-34b6-44ed-8347-ed5a26859d6f" providerId="ADAL" clId="{7DA18F00-C1C8-45B8-B431-245BD39695C3}" dt="2025-10-17T23:19:07.959" v="3" actId="478"/>
          <ac:spMkLst>
            <pc:docMk/>
            <pc:sldMk cId="3135141337" sldId="259"/>
            <ac:spMk id="2" creationId="{1C0292A0-1BF6-4238-5065-5D2AFAA6FB83}"/>
          </ac:spMkLst>
        </pc:spChg>
        <pc:spChg chg="del">
          <ac:chgData name="Irlan Assidiq" userId="de236b58-34b6-44ed-8347-ed5a26859d6f" providerId="ADAL" clId="{7DA18F00-C1C8-45B8-B431-245BD39695C3}" dt="2025-10-17T23:18:51.339" v="2"/>
          <ac:spMkLst>
            <pc:docMk/>
            <pc:sldMk cId="3135141337" sldId="259"/>
            <ac:spMk id="3" creationId="{20B347EE-4230-22EE-547B-DDA89FBFA86C}"/>
          </ac:spMkLst>
        </pc:spChg>
        <pc:spChg chg="add del mod">
          <ac:chgData name="Irlan Assidiq" userId="de236b58-34b6-44ed-8347-ed5a26859d6f" providerId="ADAL" clId="{7DA18F00-C1C8-45B8-B431-245BD39695C3}" dt="2025-10-18T01:59:17.741" v="230" actId="478"/>
          <ac:spMkLst>
            <pc:docMk/>
            <pc:sldMk cId="3135141337" sldId="259"/>
            <ac:spMk id="3" creationId="{F598B3DE-B665-B077-CF10-15E7415DB90E}"/>
          </ac:spMkLst>
        </pc:spChg>
        <pc:spChg chg="add del">
          <ac:chgData name="Irlan Assidiq" userId="de236b58-34b6-44ed-8347-ed5a26859d6f" providerId="ADAL" clId="{7DA18F00-C1C8-45B8-B431-245BD39695C3}" dt="2025-10-18T01:59:14.535" v="228" actId="26606"/>
          <ac:spMkLst>
            <pc:docMk/>
            <pc:sldMk cId="3135141337" sldId="259"/>
            <ac:spMk id="10" creationId="{B0CAE37B-E9CF-25DA-D5ED-CA3E0D5F8BDC}"/>
          </ac:spMkLst>
        </pc:spChg>
        <pc:spChg chg="add del">
          <ac:chgData name="Irlan Assidiq" userId="de236b58-34b6-44ed-8347-ed5a26859d6f" providerId="ADAL" clId="{7DA18F00-C1C8-45B8-B431-245BD39695C3}" dt="2025-10-18T01:59:14.535" v="228" actId="26606"/>
          <ac:spMkLst>
            <pc:docMk/>
            <pc:sldMk cId="3135141337" sldId="259"/>
            <ac:spMk id="13" creationId="{2B97F24A-32CE-4C1C-A50D-3016B394DCFB}"/>
          </ac:spMkLst>
        </pc:spChg>
        <pc:spChg chg="add del">
          <ac:chgData name="Irlan Assidiq" userId="de236b58-34b6-44ed-8347-ed5a26859d6f" providerId="ADAL" clId="{7DA18F00-C1C8-45B8-B431-245BD39695C3}" dt="2025-10-18T01:59:14.535" v="228" actId="26606"/>
          <ac:spMkLst>
            <pc:docMk/>
            <pc:sldMk cId="3135141337" sldId="259"/>
            <ac:spMk id="15" creationId="{CD8B4F24-440B-49E9-B85D-733523DC064B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24" creationId="{C926E5C2-4858-8D26-0264-BD9B38BF97F6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32" creationId="{C77029C7-84EF-F7F5-3B18-FF98CC328B44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47" creationId="{886DA224-B1E3-2093-DFEF-7B5511AC073F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56" creationId="{96658440-A251-9EE1-C74D-C1882B34ABA8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68" creationId="{46CFD4C2-7B22-B2AE-87A0-01D75A93AC2B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83" creationId="{4F8CF5F1-FC77-B5E3-49A9-EF666187D598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101" creationId="{2BE619CF-870C-91FB-E8DA-00CAE115F798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161" creationId="{D8EC434A-8AB5-FB76-AA27-5F19404461BA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200" creationId="{C5037D99-888D-BDB2-0313-4C120551A56B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230" creationId="{AE9EB629-11D5-6659-260C-086DA79C4648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46" creationId="{F3060C83-F051-4F0E-ABAD-AA0DFC48B218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47" creationId="{83C98ABE-055B-441F-B07E-44F97F083C39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48" creationId="{29FDB030-9B49-4CED-8CCD-4D99382388AC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49" creationId="{3783CA14-24A1-485C-8B30-D6A5D87987AD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50" creationId="{9A97C86A-04D6-40F7-AE84-31AB43E6A846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51" creationId="{FF9F2414-84E8-453E-B1F3-389FDE8192D9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52" creationId="{3ECA69A1-7536-43AC-85EF-C7106179F5ED}"/>
          </ac:spMkLst>
        </pc:spChg>
        <pc:picChg chg="add del mod">
          <ac:chgData name="Irlan Assidiq" userId="de236b58-34b6-44ed-8347-ed5a26859d6f" providerId="ADAL" clId="{7DA18F00-C1C8-45B8-B431-245BD39695C3}" dt="2025-10-18T01:59:35.537" v="231" actId="14826"/>
          <ac:picMkLst>
            <pc:docMk/>
            <pc:sldMk cId="3135141337" sldId="259"/>
            <ac:picMk id="5" creationId="{EBCA1B90-5495-AB46-EF49-71CD23B6434E}"/>
          </ac:picMkLst>
        </pc:picChg>
        <pc:picChg chg="add mod">
          <ac:chgData name="Irlan Assidiq" userId="de236b58-34b6-44ed-8347-ed5a26859d6f" providerId="ADAL" clId="{7DA18F00-C1C8-45B8-B431-245BD39695C3}" dt="2025-10-18T01:59:15.250" v="229"/>
          <ac:picMkLst>
            <pc:docMk/>
            <pc:sldMk cId="3135141337" sldId="259"/>
            <ac:picMk id="6" creationId="{1BB6BFAF-0BB4-A513-19B5-C3D5C6B81373}"/>
          </ac:picMkLst>
        </pc:picChg>
      </pc:sldChg>
      <pc:sldChg chg="addSp delSp modSp new mod ord setBg">
        <pc:chgData name="Irlan Assidiq" userId="de236b58-34b6-44ed-8347-ed5a26859d6f" providerId="ADAL" clId="{7DA18F00-C1C8-45B8-B431-245BD39695C3}" dt="2025-10-18T02:01:26.645" v="249" actId="20577"/>
        <pc:sldMkLst>
          <pc:docMk/>
          <pc:sldMk cId="2858914795" sldId="260"/>
        </pc:sldMkLst>
        <pc:spChg chg="add del">
          <ac:chgData name="Irlan Assidiq" userId="de236b58-34b6-44ed-8347-ed5a26859d6f" providerId="ADAL" clId="{7DA18F00-C1C8-45B8-B431-245BD39695C3}" dt="2025-10-17T23:39:24.443" v="70" actId="26606"/>
          <ac:spMkLst>
            <pc:docMk/>
            <pc:sldMk cId="2858914795" sldId="260"/>
            <ac:spMk id="2" creationId="{C141CB06-9392-4637-E242-E8605ECC68F0}"/>
          </ac:spMkLst>
        </pc:spChg>
        <pc:spChg chg="add del">
          <ac:chgData name="Irlan Assidiq" userId="de236b58-34b6-44ed-8347-ed5a26859d6f" providerId="ADAL" clId="{7DA18F00-C1C8-45B8-B431-245BD39695C3}" dt="2025-10-17T23:39:22.504" v="69"/>
          <ac:spMkLst>
            <pc:docMk/>
            <pc:sldMk cId="2858914795" sldId="260"/>
            <ac:spMk id="3" creationId="{B1D01BB9-D9A7-8EB5-50B9-70606D460D1B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8" creationId="{BB82927A-925F-3B13-EF99-EBFAD4EAD2A8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8" creationId="{BD49BAD6-31B9-8630-E2A0-6DC2DB6AF1CD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9" creationId="{3AC551A8-6158-C149-E9C6-1DB96A00E984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12" creationId="{9B64517D-994A-D174-E09D-2A3853F00B02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22" creationId="{2EA3B6BC-1D66-7D0A-76B1-CB0E3AED3D5D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24" creationId="{05D89D9D-307E-16C4-615A-71756D988B93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32" creationId="{AF854C84-AF7F-0889-5B02-BC5521CAEBEC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33" creationId="{9461378E-475C-DD1D-9BA0-8DF3C5CCA4FC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35" creationId="{AEB117F5-7C89-6D7B-0774-F7CEEAEA6A6F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37" creationId="{36FBC723-2DFF-621A-3A9D-8CB958DF84FB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38" creationId="{25D428A6-33FD-4C18-0D39-CAE336D8FB8F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39" creationId="{7B4DF7D5-C476-5349-C205-1F08FDE92E0B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0" creationId="{7C99AFD2-EA2C-E6D9-278F-C12708293C29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1" creationId="{8BA59A01-16B4-9395-3584-B30DCA29734B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41" creationId="{ABF9B309-9487-5CC7-ECAD-C6D164D0E7E8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43" creationId="{16CEB707-4C30-1BD4-B0F0-4F14B03958A5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4" creationId="{F01AA091-0B7F-D95A-3C41-6D5B578E99BA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7" creationId="{08347E17-20D7-3A42-9071-72A3540FB9B1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9" creationId="{5A1FA407-24C4-FBB2-8422-C1050CEE3E7B}"/>
          </ac:spMkLst>
        </pc:spChg>
        <pc:spChg chg="mod">
          <ac:chgData name="Irlan Assidiq" userId="de236b58-34b6-44ed-8347-ed5a26859d6f" providerId="ADAL" clId="{7DA18F00-C1C8-45B8-B431-245BD39695C3}" dt="2025-10-18T02:01:26.645" v="249" actId="20577"/>
          <ac:spMkLst>
            <pc:docMk/>
            <pc:sldMk cId="2858914795" sldId="260"/>
            <ac:spMk id="54" creationId="{32221CD2-7CD3-20FF-89CA-EEDD57928379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60" creationId="{07AD8505-881A-6207-0628-F6CFC6D4E7B7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63" creationId="{8EE519F3-46E7-EB56-AF8D-404FEB1D5840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73" creationId="{A1D9342D-7FF9-E9D7-0310-24A33765E379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79" creationId="{AAA6A9E4-78FA-3C8A-8D66-09C5D2E2429A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83" creationId="{B599154B-13C8-B1B7-14E3-7C1F19EAEBDD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84" creationId="{4F84173F-9636-FC5F-13C9-5E36C17820C0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98" creationId="{885AFA76-C83A-8F5F-B108-119A7B49DC84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100" creationId="{8C067B47-4C15-B6D2-7D57-8C878AB23FEF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105" creationId="{26D32F0E-8F3C-91C4-9FCD-85B8D77EAD76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107" creationId="{7E5B1F7E-E0FE-E4EE-4A7E-62213FDA9DD9}"/>
          </ac:spMkLst>
        </pc:spChg>
        <pc:grpChg chg="del">
          <ac:chgData name="Irlan Assidiq" userId="de236b58-34b6-44ed-8347-ed5a26859d6f" providerId="ADAL" clId="{7DA18F00-C1C8-45B8-B431-245BD39695C3}" dt="2025-10-18T02:01:08.800" v="232" actId="478"/>
          <ac:grpSpMkLst>
            <pc:docMk/>
            <pc:sldMk cId="2858914795" sldId="260"/>
            <ac:grpSpMk id="59" creationId="{7588F0F6-0EC8-1B61-E2D0-66406A1E4EAE}"/>
          </ac:grpSpMkLst>
        </pc:grpChg>
        <pc:picChg chg="add mod">
          <ac:chgData name="Irlan Assidiq" userId="de236b58-34b6-44ed-8347-ed5a26859d6f" providerId="ADAL" clId="{7DA18F00-C1C8-45B8-B431-245BD39695C3}" dt="2025-10-18T02:01:12.592" v="234" actId="26606"/>
          <ac:picMkLst>
            <pc:docMk/>
            <pc:sldMk cId="2858914795" sldId="260"/>
            <ac:picMk id="3" creationId="{ED0FB28D-448F-E2C0-D740-18F53E413EF1}"/>
          </ac:picMkLst>
        </pc:picChg>
        <pc:picChg chg="add mod">
          <ac:chgData name="Irlan Assidiq" userId="de236b58-34b6-44ed-8347-ed5a26859d6f" providerId="ADAL" clId="{7DA18F00-C1C8-45B8-B431-245BD39695C3}" dt="2025-10-17T23:39:11.112" v="68"/>
          <ac:picMkLst>
            <pc:docMk/>
            <pc:sldMk cId="2858914795" sldId="260"/>
            <ac:picMk id="5" creationId="{E5B7B375-5B3F-4F35-8045-FAB072897D94}"/>
          </ac:picMkLst>
        </pc:picChg>
        <pc:picChg chg="add mod">
          <ac:chgData name="Irlan Assidiq" userId="de236b58-34b6-44ed-8347-ed5a26859d6f" providerId="ADAL" clId="{7DA18F00-C1C8-45B8-B431-245BD39695C3}" dt="2025-10-17T23:39:24.443" v="70" actId="26606"/>
          <ac:picMkLst>
            <pc:docMk/>
            <pc:sldMk cId="2858914795" sldId="260"/>
            <ac:picMk id="58" creationId="{F239641D-C655-8F9D-F5DC-F652EDED98EB}"/>
          </ac:picMkLst>
        </pc:picChg>
      </pc:sldChg>
      <pc:sldChg chg="new del">
        <pc:chgData name="Irlan Assidiq" userId="de236b58-34b6-44ed-8347-ed5a26859d6f" providerId="ADAL" clId="{7DA18F00-C1C8-45B8-B431-245BD39695C3}" dt="2025-10-17T23:25:37.574" v="28" actId="47"/>
        <pc:sldMkLst>
          <pc:docMk/>
          <pc:sldMk cId="1788328113" sldId="261"/>
        </pc:sldMkLst>
      </pc:sldChg>
      <pc:sldChg chg="addSp delSp modSp add mod">
        <pc:chgData name="Irlan Assidiq" userId="de236b58-34b6-44ed-8347-ed5a26859d6f" providerId="ADAL" clId="{7DA18F00-C1C8-45B8-B431-245BD39695C3}" dt="2025-10-17T23:25:56.605" v="62" actId="20577"/>
        <pc:sldMkLst>
          <pc:docMk/>
          <pc:sldMk cId="1192252050" sldId="262"/>
        </pc:sldMkLst>
        <pc:spChg chg="mod">
          <ac:chgData name="Irlan Assidiq" userId="de236b58-34b6-44ed-8347-ed5a26859d6f" providerId="ADAL" clId="{7DA18F00-C1C8-45B8-B431-245BD39695C3}" dt="2025-10-17T23:25:47.908" v="36" actId="20577"/>
          <ac:spMkLst>
            <pc:docMk/>
            <pc:sldMk cId="1192252050" sldId="262"/>
            <ac:spMk id="2" creationId="{8953284A-ED1F-2067-65A3-B86BC493E694}"/>
          </ac:spMkLst>
        </pc:spChg>
        <pc:spChg chg="del">
          <ac:chgData name="Irlan Assidiq" userId="de236b58-34b6-44ed-8347-ed5a26859d6f" providerId="ADAL" clId="{7DA18F00-C1C8-45B8-B431-245BD39695C3}" dt="2025-10-17T23:25:44.739" v="29" actId="478"/>
          <ac:spMkLst>
            <pc:docMk/>
            <pc:sldMk cId="1192252050" sldId="262"/>
            <ac:spMk id="3" creationId="{C38320F2-85F3-9A84-3EB7-55FB3A792453}"/>
          </ac:spMkLst>
        </pc:spChg>
        <pc:spChg chg="add mod">
          <ac:chgData name="Irlan Assidiq" userId="de236b58-34b6-44ed-8347-ed5a26859d6f" providerId="ADAL" clId="{7DA18F00-C1C8-45B8-B431-245BD39695C3}" dt="2025-10-17T23:25:56.605" v="62" actId="20577"/>
          <ac:spMkLst>
            <pc:docMk/>
            <pc:sldMk cId="1192252050" sldId="262"/>
            <ac:spMk id="5" creationId="{B4F4B19A-CD38-E4E8-D102-8D1E5E02A25F}"/>
          </ac:spMkLst>
        </pc:spChg>
      </pc:sldChg>
      <pc:sldChg chg="addSp delSp modSp new mod setBg">
        <pc:chgData name="Irlan Assidiq" userId="de236b58-34b6-44ed-8347-ed5a26859d6f" providerId="ADAL" clId="{7DA18F00-C1C8-45B8-B431-245BD39695C3}" dt="2025-10-18T02:02:39.145" v="265" actId="20577"/>
        <pc:sldMkLst>
          <pc:docMk/>
          <pc:sldMk cId="3177286554" sldId="263"/>
        </pc:sldMkLst>
        <pc:spChg chg="del">
          <ac:chgData name="Irlan Assidiq" userId="de236b58-34b6-44ed-8347-ed5a26859d6f" providerId="ADAL" clId="{7DA18F00-C1C8-45B8-B431-245BD39695C3}" dt="2025-10-17T23:42:36.111" v="76" actId="26606"/>
          <ac:spMkLst>
            <pc:docMk/>
            <pc:sldMk cId="3177286554" sldId="263"/>
            <ac:spMk id="2" creationId="{864CB665-9F3F-F836-54C1-7BFD7243960E}"/>
          </ac:spMkLst>
        </pc:spChg>
        <pc:spChg chg="del">
          <ac:chgData name="Irlan Assidiq" userId="de236b58-34b6-44ed-8347-ed5a26859d6f" providerId="ADAL" clId="{7DA18F00-C1C8-45B8-B431-245BD39695C3}" dt="2025-10-17T23:42:33.950" v="75"/>
          <ac:spMkLst>
            <pc:docMk/>
            <pc:sldMk cId="3177286554" sldId="263"/>
            <ac:spMk id="3" creationId="{0474F9A1-984A-04A1-9BE0-68561537AAB1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5" creationId="{3F585849-AD2C-0053-EAC0-81DA1D1C1208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10" creationId="{24641206-5A43-FF4E-15DF-33BDBC253A3A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14" creationId="{2294B6F0-6F3F-95E3-57EB-4E6460938E44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20" creationId="{9C52DD8D-52E4-FDF1-33DD-20937646A259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23" creationId="{AC058D68-A1A3-B233-F86E-BFCDD3A27472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29" creationId="{302B6D0F-D1B0-696B-5B36-E7AD9B563352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32" creationId="{CF3D7C99-72D5-6879-E465-CFC27C6B134E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41" creationId="{B81961D2-E2A6-9086-83B3-A7987A95A7E1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44" creationId="{C1F0D5C1-4373-4B6F-0E81-E27AB15D0B03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49" creationId="{47944F34-EE3F-B523-D61C-AC8C944BB323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53" creationId="{0D83391D-0185-512C-E6FD-72A3D221DFD7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65" creationId="{60D24316-C4D0-19F1-07E0-7ED8AC01008F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74" creationId="{18A4E213-619D-0C83-E91D-459010441D81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75" creationId="{99A10FFE-7177-BAB3-A1E2-98FEB7545D96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80" creationId="{B3C0481C-A478-1AB7-046C-E55C43A4EB62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86" creationId="{263552A3-191B-81E2-0BDC-83E72A878633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87" creationId="{ACA41A98-4D88-D731-C017-855C16133319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92" creationId="{A9C90586-F81D-C81C-6F82-23E578665CE5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94" creationId="{2D887254-B573-8BBF-A242-5C0890D7A131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105" creationId="{062BA875-86C4-9B0C-5D9F-708D8E637CD2}"/>
          </ac:spMkLst>
        </pc:spChg>
        <pc:spChg chg="mod">
          <ac:chgData name="Irlan Assidiq" userId="de236b58-34b6-44ed-8347-ed5a26859d6f" providerId="ADAL" clId="{7DA18F00-C1C8-45B8-B431-245BD39695C3}" dt="2025-10-18T02:02:39.145" v="265" actId="20577"/>
          <ac:spMkLst>
            <pc:docMk/>
            <pc:sldMk cId="3177286554" sldId="263"/>
            <ac:spMk id="107" creationId="{12258092-68B7-8D61-5CA8-A97312C3E8F1}"/>
          </ac:spMkLst>
        </pc:spChg>
        <pc:grpChg chg="del">
          <ac:chgData name="Irlan Assidiq" userId="de236b58-34b6-44ed-8347-ed5a26859d6f" providerId="ADAL" clId="{7DA18F00-C1C8-45B8-B431-245BD39695C3}" dt="2025-10-18T02:02:25.115" v="250" actId="478"/>
          <ac:grpSpMkLst>
            <pc:docMk/>
            <pc:sldMk cId="3177286554" sldId="263"/>
            <ac:grpSpMk id="6" creationId="{14531FC5-3117-F0F4-9352-0F7C7AB178F6}"/>
          </ac:grpSpMkLst>
        </pc:grpChg>
        <pc:picChg chg="add mod">
          <ac:chgData name="Irlan Assidiq" userId="de236b58-34b6-44ed-8347-ed5a26859d6f" providerId="ADAL" clId="{7DA18F00-C1C8-45B8-B431-245BD39695C3}" dt="2025-10-18T02:02:27.833" v="252" actId="26606"/>
          <ac:picMkLst>
            <pc:docMk/>
            <pc:sldMk cId="3177286554" sldId="263"/>
            <ac:picMk id="3" creationId="{60F5F517-6CB1-C99F-3D91-E902A619729F}"/>
          </ac:picMkLst>
        </pc:picChg>
        <pc:picChg chg="add mod">
          <ac:chgData name="Irlan Assidiq" userId="de236b58-34b6-44ed-8347-ed5a26859d6f" providerId="ADAL" clId="{7DA18F00-C1C8-45B8-B431-245BD39695C3}" dt="2025-10-17T23:42:36.111" v="76" actId="26606"/>
          <ac:picMkLst>
            <pc:docMk/>
            <pc:sldMk cId="3177286554" sldId="263"/>
            <ac:picMk id="5" creationId="{B21E851E-E09E-70A2-692D-F0E58253A8DF}"/>
          </ac:picMkLst>
        </pc:picChg>
      </pc:sldChg>
      <pc:sldChg chg="modSp add mod">
        <pc:chgData name="Irlan Assidiq" userId="de236b58-34b6-44ed-8347-ed5a26859d6f" providerId="ADAL" clId="{7DA18F00-C1C8-45B8-B431-245BD39695C3}" dt="2025-10-18T02:02:56.864" v="289" actId="20577"/>
        <pc:sldMkLst>
          <pc:docMk/>
          <pc:sldMk cId="790302643" sldId="264"/>
        </pc:sldMkLst>
        <pc:spChg chg="mod">
          <ac:chgData name="Irlan Assidiq" userId="de236b58-34b6-44ed-8347-ed5a26859d6f" providerId="ADAL" clId="{7DA18F00-C1C8-45B8-B431-245BD39695C3}" dt="2025-10-18T02:02:51.981" v="273" actId="20577"/>
          <ac:spMkLst>
            <pc:docMk/>
            <pc:sldMk cId="790302643" sldId="264"/>
            <ac:spMk id="2" creationId="{7BC439A9-B5EE-F9A1-8A80-AC43568169BF}"/>
          </ac:spMkLst>
        </pc:spChg>
        <pc:spChg chg="mod">
          <ac:chgData name="Irlan Assidiq" userId="de236b58-34b6-44ed-8347-ed5a26859d6f" providerId="ADAL" clId="{7DA18F00-C1C8-45B8-B431-245BD39695C3}" dt="2025-10-18T02:02:56.864" v="289" actId="20577"/>
          <ac:spMkLst>
            <pc:docMk/>
            <pc:sldMk cId="790302643" sldId="264"/>
            <ac:spMk id="5" creationId="{67825526-CD3F-02D4-BF3A-44B591073712}"/>
          </ac:spMkLst>
        </pc:spChg>
      </pc:sldChg>
      <pc:sldChg chg="addSp delSp modSp add mod setBg">
        <pc:chgData name="Irlan Assidiq" userId="de236b58-34b6-44ed-8347-ed5a26859d6f" providerId="ADAL" clId="{7DA18F00-C1C8-45B8-B431-245BD39695C3}" dt="2025-10-18T03:14:00.602" v="363" actId="20577"/>
        <pc:sldMkLst>
          <pc:docMk/>
          <pc:sldMk cId="1914944166" sldId="265"/>
        </pc:sldMkLst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5" creationId="{CAF52BE8-46E6-8160-7EF4-11D3E497D856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8" creationId="{106871AA-8448-27C1-2D6E-481DAB2762C9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10" creationId="{61D22502-835C-5075-118F-E1FD720F9892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16" creationId="{90463D71-7E5E-FC7D-9B49-69D78D6EE25D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17" creationId="{7816F813-7037-3557-AC20-91368BB66FE5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20" creationId="{C1013AAC-DEDD-2AD4-B5AC-426488B6A804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23" creationId="{EC82300F-E598-B0F2-D026-19C8BC8AD6DA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26" creationId="{804E5F50-E14A-4FED-AF4D-7CF39F9FE630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28" creationId="{1DDAE6AF-7E8E-794D-06FB-91755A97D241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29" creationId="{5BB4D91F-88D1-C513-C7BC-BA52D49D58BF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32" creationId="{B37E4E5D-F877-7FC8-0B3D-DF4983AB201D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33" creationId="{A0EE662B-3F55-493B-C87D-75D1ECAEF2B1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37" creationId="{81BFD7A0-7EC1-4877-427A-1C5427A419C7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38" creationId="{802C16E4-B4AE-9B15-042F-CFF809462AA6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45" creationId="{51592CA4-E00D-0F16-E741-7FE5BDA446C7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46" creationId="{50714F3A-6349-055D-CE97-971F3F5609C9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52" creationId="{337E44FE-EC16-1613-0C04-8E8712E119BE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53" creationId="{C424AF5C-2A3E-976C-B1FD-4544BF8DBE68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63" creationId="{7E6C8514-4206-5F79-D837-366BD6B98708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67" creationId="{807381CD-1C9A-CBD9-D829-1F9D9E010581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79" creationId="{1CF14B31-B554-7960-6F42-80AAF07F7E5D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81" creationId="{07D3CDA1-E014-6B0C-075E-76A7394FDB05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83" creationId="{7DF0A2DE-4CA0-F760-1244-11A4DB3CD042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87" creationId="{C7219B0A-3F37-E666-0921-BE68551D08C6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92" creationId="{9F1EFC4F-CEB9-1239-06B1-47B2A8565B16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93" creationId="{77E1A0DF-0872-3108-9EC9-FB1FD33B4DBA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94" creationId="{4A1F2C4D-57B6-8A81-7275-E187F31340DC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98" creationId="{359350A8-4104-62FC-D283-FAAF496F9A0E}"/>
          </ac:spMkLst>
        </pc:spChg>
        <pc:spChg chg="mod">
          <ac:chgData name="Irlan Assidiq" userId="de236b58-34b6-44ed-8347-ed5a26859d6f" providerId="ADAL" clId="{7DA18F00-C1C8-45B8-B431-245BD39695C3}" dt="2025-10-18T03:14:00.602" v="363" actId="20577"/>
          <ac:spMkLst>
            <pc:docMk/>
            <pc:sldMk cId="1914944166" sldId="265"/>
            <ac:spMk id="99" creationId="{514B9112-7E61-2AE5-79ED-84D1294A6F79}"/>
          </ac:spMkLst>
        </pc:spChg>
        <pc:grpChg chg="del">
          <ac:chgData name="Irlan Assidiq" userId="de236b58-34b6-44ed-8347-ed5a26859d6f" providerId="ADAL" clId="{7DA18F00-C1C8-45B8-B431-245BD39695C3}" dt="2025-10-18T02:36:06.707" v="295" actId="478"/>
          <ac:grpSpMkLst>
            <pc:docMk/>
            <pc:sldMk cId="1914944166" sldId="265"/>
            <ac:grpSpMk id="4" creationId="{5367E2CC-A0DA-CD5B-1277-F28F0D76A5AA}"/>
          </ac:grpSpMkLst>
        </pc:grpChg>
        <pc:grpChg chg="del">
          <ac:chgData name="Irlan Assidiq" userId="de236b58-34b6-44ed-8347-ed5a26859d6f" providerId="ADAL" clId="{7DA18F00-C1C8-45B8-B431-245BD39695C3}" dt="2025-10-18T01:06:59.609" v="120" actId="478"/>
          <ac:grpSpMkLst>
            <pc:docMk/>
            <pc:sldMk cId="1914944166" sldId="265"/>
            <ac:grpSpMk id="59" creationId="{A5129A00-3D7E-1A03-2AA5-B4DC25924207}"/>
          </ac:grpSpMkLst>
        </pc:grpChg>
        <pc:picChg chg="add mod">
          <ac:chgData name="Irlan Assidiq" userId="de236b58-34b6-44ed-8347-ed5a26859d6f" providerId="ADAL" clId="{7DA18F00-C1C8-45B8-B431-245BD39695C3}" dt="2025-10-18T02:36:09.235" v="297" actId="26606"/>
          <ac:picMkLst>
            <pc:docMk/>
            <pc:sldMk cId="1914944166" sldId="265"/>
            <ac:picMk id="3" creationId="{D44A2379-0472-E66B-EDF8-7F1DCE69EC66}"/>
          </ac:picMkLst>
        </pc:picChg>
        <pc:picChg chg="add mod">
          <ac:chgData name="Irlan Assidiq" userId="de236b58-34b6-44ed-8347-ed5a26859d6f" providerId="ADAL" clId="{7DA18F00-C1C8-45B8-B431-245BD39695C3}" dt="2025-10-18T01:07:03.564" v="122" actId="26606"/>
          <ac:picMkLst>
            <pc:docMk/>
            <pc:sldMk cId="1914944166" sldId="265"/>
            <ac:picMk id="3" creationId="{F1CEAEAB-7ED4-50DE-8561-71FFCFBC212F}"/>
          </ac:picMkLst>
        </pc:picChg>
      </pc:sldChg>
      <pc:sldChg chg="addSp delSp modSp add mod setBg">
        <pc:chgData name="Irlan Assidiq" userId="de236b58-34b6-44ed-8347-ed5a26859d6f" providerId="ADAL" clId="{7DA18F00-C1C8-45B8-B431-245BD39695C3}" dt="2025-10-18T03:14:10.295" v="375" actId="20577"/>
        <pc:sldMkLst>
          <pc:docMk/>
          <pc:sldMk cId="3537916272" sldId="266"/>
        </pc:sldMkLst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19" creationId="{437F3E39-CBE4-BC89-DB9A-973D5E5B7FEF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24" creationId="{C6EE3741-CD3A-2854-F936-2E23951E6AA0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30" creationId="{079DAA54-95C2-361C-6A50-C0CE12BBBB23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33" creationId="{CFA7D779-1259-B6C2-ADCF-9C00D37A1393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34" creationId="{86ACEEB3-D1B3-4FE0-72CC-A92B4723406D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40" creationId="{12FD62F1-64C0-A3E3-328C-007344FBFD73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44" creationId="{3BB2ABAD-6D52-533D-F9D9-F7CB6CBFA812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45" creationId="{0A7E6777-B548-B78D-93E9-EA7F6F934D43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48" creationId="{203E797D-F82E-A100-A0DE-F5AE336B8643}"/>
          </ac:spMkLst>
        </pc:spChg>
        <pc:spChg chg="mod">
          <ac:chgData name="Irlan Assidiq" userId="de236b58-34b6-44ed-8347-ed5a26859d6f" providerId="ADAL" clId="{7DA18F00-C1C8-45B8-B431-245BD39695C3}" dt="2025-10-18T03:14:10.295" v="375" actId="20577"/>
          <ac:spMkLst>
            <pc:docMk/>
            <pc:sldMk cId="3537916272" sldId="266"/>
            <ac:spMk id="52" creationId="{73F5DBC9-8A55-50BC-4D81-770BAB13ED5C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66" creationId="{66867155-A530-D6B5-610F-65B82402B5D9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72" creationId="{475F52AC-D7D8-93FB-09A0-1BC51993CD37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82" creationId="{E2DA91C4-89B9-E5C4-984A-5D9F483B0D3C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83" creationId="{0B4DF93A-534B-70B6-9B6E-BC0EC784204A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85" creationId="{91D1ACB9-74D4-B869-0E44-84CCF8AB28A0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91" creationId="{767F27BA-416B-D8D5-41DF-DAF744902175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93" creationId="{915BA670-68A8-4887-ECD3-D0A7306C8DC2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98" creationId="{95299396-232D-696B-BB4B-AAD4FB0812BA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105" creationId="{1ADAF9FF-F987-30F4-0583-22B769ACDCF9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106" creationId="{B46DA7F8-6B77-8C0D-EB0F-F5D4F0663EAF}"/>
          </ac:spMkLst>
        </pc:spChg>
        <pc:grpChg chg="del">
          <ac:chgData name="Irlan Assidiq" userId="de236b58-34b6-44ed-8347-ed5a26859d6f" providerId="ADAL" clId="{7DA18F00-C1C8-45B8-B431-245BD39695C3}" dt="2025-10-18T02:36:16.859" v="301" actId="478"/>
          <ac:grpSpMkLst>
            <pc:docMk/>
            <pc:sldMk cId="3537916272" sldId="266"/>
            <ac:grpSpMk id="4" creationId="{A3FE5DA5-3FE7-4BBD-86BC-FE774AB727F4}"/>
          </ac:grpSpMkLst>
        </pc:grpChg>
        <pc:grpChg chg="del">
          <ac:chgData name="Irlan Assidiq" userId="de236b58-34b6-44ed-8347-ed5a26859d6f" providerId="ADAL" clId="{7DA18F00-C1C8-45B8-B431-245BD39695C3}" dt="2025-10-18T01:09:09.777" v="128" actId="478"/>
          <ac:grpSpMkLst>
            <pc:docMk/>
            <pc:sldMk cId="3537916272" sldId="266"/>
            <ac:grpSpMk id="6" creationId="{7050CC09-0525-3FA0-15F3-D2A8DC357D4A}"/>
          </ac:grpSpMkLst>
        </pc:grpChg>
        <pc:picChg chg="add mod">
          <ac:chgData name="Irlan Assidiq" userId="de236b58-34b6-44ed-8347-ed5a26859d6f" providerId="ADAL" clId="{7DA18F00-C1C8-45B8-B431-245BD39695C3}" dt="2025-10-18T02:36:23.335" v="303" actId="26606"/>
          <ac:picMkLst>
            <pc:docMk/>
            <pc:sldMk cId="3537916272" sldId="266"/>
            <ac:picMk id="3" creationId="{2D7968DE-038B-A42D-ED88-2B9B7BCCFB7B}"/>
          </ac:picMkLst>
        </pc:picChg>
        <pc:picChg chg="add mod">
          <ac:chgData name="Irlan Assidiq" userId="de236b58-34b6-44ed-8347-ed5a26859d6f" providerId="ADAL" clId="{7DA18F00-C1C8-45B8-B431-245BD39695C3}" dt="2025-10-18T01:09:12.540" v="130" actId="26606"/>
          <ac:picMkLst>
            <pc:docMk/>
            <pc:sldMk cId="3537916272" sldId="266"/>
            <ac:picMk id="3" creationId="{B9F59E0E-7626-2E5D-D48C-A1AC4537484D}"/>
          </ac:picMkLst>
        </pc:picChg>
      </pc:sldChg>
      <pc:sldChg chg="addSp delSp modSp add mod">
        <pc:chgData name="Irlan Assidiq" userId="de236b58-34b6-44ed-8347-ed5a26859d6f" providerId="ADAL" clId="{7DA18F00-C1C8-45B8-B431-245BD39695C3}" dt="2025-10-18T02:33:29.973" v="294" actId="14826"/>
        <pc:sldMkLst>
          <pc:docMk/>
          <pc:sldMk cId="455877136" sldId="267"/>
        </pc:sldMkLst>
        <pc:spChg chg="add del mod">
          <ac:chgData name="Irlan Assidiq" userId="de236b58-34b6-44ed-8347-ed5a26859d6f" providerId="ADAL" clId="{7DA18F00-C1C8-45B8-B431-245BD39695C3}" dt="2025-10-18T02:33:19.093" v="293" actId="478"/>
          <ac:spMkLst>
            <pc:docMk/>
            <pc:sldMk cId="455877136" sldId="267"/>
            <ac:spMk id="3" creationId="{790AB542-C279-5287-2905-4E99817338CA}"/>
          </ac:spMkLst>
        </pc:spChg>
        <pc:picChg chg="add del mod">
          <ac:chgData name="Irlan Assidiq" userId="de236b58-34b6-44ed-8347-ed5a26859d6f" providerId="ADAL" clId="{7DA18F00-C1C8-45B8-B431-245BD39695C3}" dt="2025-10-18T02:33:29.973" v="294" actId="14826"/>
          <ac:picMkLst>
            <pc:docMk/>
            <pc:sldMk cId="455877136" sldId="267"/>
            <ac:picMk id="5" creationId="{35E0B4FF-6D04-7D90-421C-9CC5162696FF}"/>
          </ac:picMkLst>
        </pc:picChg>
        <pc:picChg chg="add mod">
          <ac:chgData name="Irlan Assidiq" userId="de236b58-34b6-44ed-8347-ed5a26859d6f" providerId="ADAL" clId="{7DA18F00-C1C8-45B8-B431-245BD39695C3}" dt="2025-10-18T02:33:18.367" v="292"/>
          <ac:picMkLst>
            <pc:docMk/>
            <pc:sldMk cId="455877136" sldId="267"/>
            <ac:picMk id="6" creationId="{CFC8A606-79F8-17A5-66A9-9C16A71F5809}"/>
          </ac:picMkLst>
        </pc:picChg>
      </pc:sldChg>
      <pc:sldChg chg="modSp add mod">
        <pc:chgData name="Irlan Assidiq" userId="de236b58-34b6-44ed-8347-ed5a26859d6f" providerId="ADAL" clId="{7DA18F00-C1C8-45B8-B431-245BD39695C3}" dt="2025-10-18T02:36:56.536" v="338" actId="20577"/>
        <pc:sldMkLst>
          <pc:docMk/>
          <pc:sldMk cId="2095361896" sldId="268"/>
        </pc:sldMkLst>
        <pc:spChg chg="mod">
          <ac:chgData name="Irlan Assidiq" userId="de236b58-34b6-44ed-8347-ed5a26859d6f" providerId="ADAL" clId="{7DA18F00-C1C8-45B8-B431-245BD39695C3}" dt="2025-10-18T02:36:52.636" v="324" actId="20577"/>
          <ac:spMkLst>
            <pc:docMk/>
            <pc:sldMk cId="2095361896" sldId="268"/>
            <ac:spMk id="2" creationId="{C974AB54-B845-1007-8632-6437644DAB51}"/>
          </ac:spMkLst>
        </pc:spChg>
        <pc:spChg chg="mod">
          <ac:chgData name="Irlan Assidiq" userId="de236b58-34b6-44ed-8347-ed5a26859d6f" providerId="ADAL" clId="{7DA18F00-C1C8-45B8-B431-245BD39695C3}" dt="2025-10-18T02:36:56.536" v="338" actId="20577"/>
          <ac:spMkLst>
            <pc:docMk/>
            <pc:sldMk cId="2095361896" sldId="268"/>
            <ac:spMk id="5" creationId="{BBD1BAF6-0DEF-5D7C-E6E0-CB52CDA361FA}"/>
          </ac:spMkLst>
        </pc:spChg>
      </pc:sldChg>
      <pc:sldChg chg="addSp delSp modSp add mod setBg">
        <pc:chgData name="Irlan Assidiq" userId="de236b58-34b6-44ed-8347-ed5a26859d6f" providerId="ADAL" clId="{7DA18F00-C1C8-45B8-B431-245BD39695C3}" dt="2025-10-18T03:14:20.846" v="385" actId="20577"/>
        <pc:sldMkLst>
          <pc:docMk/>
          <pc:sldMk cId="329841087" sldId="269"/>
        </pc:sldMkLst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15" creationId="{1886E37E-C5FD-AF46-2A40-5EB66C2D8BD1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16" creationId="{15A131DB-B0E9-BA79-5048-A7B7EAA316FB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23" creationId="{091A500E-AE35-8DD1-31CE-97C65BBB3851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28" creationId="{F7B19516-2FE1-3160-A516-FBE2C278FDF4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29" creationId="{C0EEE18B-A4B5-FD3F-5624-7E20841E1C31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30" creationId="{99755606-4E98-DD83-8880-F7DE22E1F966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32" creationId="{01002377-48B2-F67D-15C5-DB33FD11A55A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36" creationId="{452D4645-F52C-3E44-84DA-A7C9BEBF5478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38" creationId="{84BFF98D-F9CE-3FE9-C7EB-593B83A855B9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39" creationId="{A6689354-E798-55E2-3B5F-6D99009B5E27}"/>
          </ac:spMkLst>
        </pc:spChg>
        <pc:spChg chg="mod">
          <ac:chgData name="Irlan Assidiq" userId="de236b58-34b6-44ed-8347-ed5a26859d6f" providerId="ADAL" clId="{7DA18F00-C1C8-45B8-B431-245BD39695C3}" dt="2025-10-18T03:14:20.846" v="385" actId="20577"/>
          <ac:spMkLst>
            <pc:docMk/>
            <pc:sldMk cId="329841087" sldId="269"/>
            <ac:spMk id="40" creationId="{BF048A92-BB88-ADC2-F97E-EF3855437A2C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58" creationId="{8401DCD4-167B-4804-419F-A7519B856AA5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77" creationId="{BEF5F6E5-3313-DA6C-7855-1F0439CA9622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78" creationId="{F3A72D2E-D4C6-A83C-893C-D43880DF16FD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81" creationId="{1EB94C26-C206-E7D9-B195-74607A922A9D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83" creationId="{2AD037B7-6645-859C-124F-AE40ECCB3065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89" creationId="{25251544-E5B5-8A55-BC76-340BEE5E5247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90" creationId="{00D1CACF-9222-6AD1-06B2-4FCF6A97A3FB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91" creationId="{50B04FC6-65D6-CC9F-B3CE-7359274B4569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102" creationId="{AF7E9092-1D0B-00C3-3F8B-958103AB975B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109" creationId="{CC38A72C-A735-3F5F-3294-5BE4EAAC1F68}"/>
          </ac:spMkLst>
        </pc:spChg>
        <pc:grpChg chg="del">
          <ac:chgData name="Irlan Assidiq" userId="de236b58-34b6-44ed-8347-ed5a26859d6f" providerId="ADAL" clId="{7DA18F00-C1C8-45B8-B431-245BD39695C3}" dt="2025-10-18T01:26:10.819" v="156" actId="478"/>
          <ac:grpSpMkLst>
            <pc:docMk/>
            <pc:sldMk cId="329841087" sldId="269"/>
            <ac:grpSpMk id="4" creationId="{294CE9D8-9D88-6583-E887-67AE05E41084}"/>
          </ac:grpSpMkLst>
        </pc:grpChg>
        <pc:grpChg chg="del">
          <ac:chgData name="Irlan Assidiq" userId="de236b58-34b6-44ed-8347-ed5a26859d6f" providerId="ADAL" clId="{7DA18F00-C1C8-45B8-B431-245BD39695C3}" dt="2025-10-18T03:13:20.281" v="339" actId="478"/>
          <ac:grpSpMkLst>
            <pc:docMk/>
            <pc:sldMk cId="329841087" sldId="269"/>
            <ac:grpSpMk id="57" creationId="{5ACAC0AE-AAB2-1B72-9188-FE88232816A4}"/>
          </ac:grpSpMkLst>
        </pc:grpChg>
        <pc:picChg chg="add del mod">
          <ac:chgData name="Irlan Assidiq" userId="de236b58-34b6-44ed-8347-ed5a26859d6f" providerId="ADAL" clId="{7DA18F00-C1C8-45B8-B431-245BD39695C3}" dt="2025-10-18T01:26:18.148" v="158" actId="478"/>
          <ac:picMkLst>
            <pc:docMk/>
            <pc:sldMk cId="329841087" sldId="269"/>
            <ac:picMk id="3" creationId="{7F4F9890-72A3-5A15-072F-3F985B4EBE53}"/>
          </ac:picMkLst>
        </pc:picChg>
        <pc:picChg chg="add mod">
          <ac:chgData name="Irlan Assidiq" userId="de236b58-34b6-44ed-8347-ed5a26859d6f" providerId="ADAL" clId="{7DA18F00-C1C8-45B8-B431-245BD39695C3}" dt="2025-10-18T03:13:23.066" v="341" actId="26606"/>
          <ac:picMkLst>
            <pc:docMk/>
            <pc:sldMk cId="329841087" sldId="269"/>
            <ac:picMk id="3" creationId="{C896E719-67D6-2DD3-DCAE-E10BB2E9B404}"/>
          </ac:picMkLst>
        </pc:picChg>
        <pc:picChg chg="add mod">
          <ac:chgData name="Irlan Assidiq" userId="de236b58-34b6-44ed-8347-ed5a26859d6f" providerId="ADAL" clId="{7DA18F00-C1C8-45B8-B431-245BD39695C3}" dt="2025-10-18T01:27:10.507" v="160" actId="26606"/>
          <ac:picMkLst>
            <pc:docMk/>
            <pc:sldMk cId="329841087" sldId="269"/>
            <ac:picMk id="56" creationId="{2F043800-FDF4-1FAD-BF1E-5721A1C08D81}"/>
          </ac:picMkLst>
        </pc:picChg>
      </pc:sldChg>
      <pc:sldChg chg="addSp delSp modSp add mod setBg">
        <pc:chgData name="Irlan Assidiq" userId="de236b58-34b6-44ed-8347-ed5a26859d6f" providerId="ADAL" clId="{7DA18F00-C1C8-45B8-B431-245BD39695C3}" dt="2025-10-18T03:14:27.099" v="395" actId="20577"/>
        <pc:sldMkLst>
          <pc:docMk/>
          <pc:sldMk cId="2541710147" sldId="270"/>
        </pc:sldMkLst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7" creationId="{297A7C65-C8B8-285B-30C5-78802F58B385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17" creationId="{7E7C3C6D-AD43-9E59-AC30-B942751337E9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18" creationId="{6049A196-A8BD-983F-007B-1CABBFC537B6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22" creationId="{6EB4FFA6-70B1-6987-6EDA-169908E9C5EC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24" creationId="{E0DD5916-AF15-D318-EF27-68690AFEC717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30" creationId="{CA589708-0820-2895-B118-05C30402A6CD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44" creationId="{C4AA4BBC-168F-6485-7510-345123FF151D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46" creationId="{6A3A6875-10EC-6AB4-25D2-45038DF4C6B5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47" creationId="{2F236027-A067-D6A8-80CF-C30F836D07D2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52" creationId="{5A1C5603-3B2C-3887-8A7A-FCDD558CC012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57" creationId="{1963A794-7AD9-1D7C-37B4-B145CCE666B7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59" creationId="{F5AE5448-4EC6-7F22-20F6-5E2D9CF7F762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60" creationId="{92A45B81-1528-B33A-41EF-9B007F3129C8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61" creationId="{39E60F10-8508-ED41-0487-4DAD6191BC2D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67" creationId="{C84DD373-3429-F5F4-B3C7-AC186A8E6759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68" creationId="{5B3DE1C3-A7AB-9CB9-BAB2-3F85A2BCF02B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80" creationId="{161D16C7-8966-E877-4BE4-79CD687263F2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85" creationId="{094AD688-D40B-8E26-CB5D-9BFAE0E8CA06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90" creationId="{2D7EAB25-4572-53AF-5E94-F5B5B5E7D103}"/>
          </ac:spMkLst>
        </pc:spChg>
        <pc:spChg chg="mod">
          <ac:chgData name="Irlan Assidiq" userId="de236b58-34b6-44ed-8347-ed5a26859d6f" providerId="ADAL" clId="{7DA18F00-C1C8-45B8-B431-245BD39695C3}" dt="2025-10-18T03:14:27.099" v="395" actId="20577"/>
          <ac:spMkLst>
            <pc:docMk/>
            <pc:sldMk cId="2541710147" sldId="270"/>
            <ac:spMk id="91" creationId="{9600BABC-D7B6-97C9-CEE9-125B42244A02}"/>
          </ac:spMkLst>
        </pc:spChg>
        <pc:grpChg chg="del">
          <ac:chgData name="Irlan Assidiq" userId="de236b58-34b6-44ed-8347-ed5a26859d6f" providerId="ADAL" clId="{7DA18F00-C1C8-45B8-B431-245BD39695C3}" dt="2025-10-18T01:27:36.812" v="164" actId="478"/>
          <ac:grpSpMkLst>
            <pc:docMk/>
            <pc:sldMk cId="2541710147" sldId="270"/>
            <ac:grpSpMk id="4" creationId="{156C05F4-E916-B6FB-AB26-476D1BDC1106}"/>
          </ac:grpSpMkLst>
        </pc:grpChg>
        <pc:grpChg chg="del">
          <ac:chgData name="Irlan Assidiq" userId="de236b58-34b6-44ed-8347-ed5a26859d6f" providerId="ADAL" clId="{7DA18F00-C1C8-45B8-B431-245BD39695C3}" dt="2025-10-18T03:13:35.467" v="345" actId="478"/>
          <ac:grpSpMkLst>
            <pc:docMk/>
            <pc:sldMk cId="2541710147" sldId="270"/>
            <ac:grpSpMk id="6" creationId="{090AA333-68EA-8414-8CFE-E0BDB8F2F7ED}"/>
          </ac:grpSpMkLst>
        </pc:grpChg>
        <pc:picChg chg="add mod">
          <ac:chgData name="Irlan Assidiq" userId="de236b58-34b6-44ed-8347-ed5a26859d6f" providerId="ADAL" clId="{7DA18F00-C1C8-45B8-B431-245BD39695C3}" dt="2025-10-18T01:27:39.695" v="166" actId="26606"/>
          <ac:picMkLst>
            <pc:docMk/>
            <pc:sldMk cId="2541710147" sldId="270"/>
            <ac:picMk id="3" creationId="{CD4B023B-3BF4-D268-FEB8-BD7A96E2D847}"/>
          </ac:picMkLst>
        </pc:picChg>
        <pc:picChg chg="add mod">
          <ac:chgData name="Irlan Assidiq" userId="de236b58-34b6-44ed-8347-ed5a26859d6f" providerId="ADAL" clId="{7DA18F00-C1C8-45B8-B431-245BD39695C3}" dt="2025-10-18T03:13:41.107" v="347" actId="26606"/>
          <ac:picMkLst>
            <pc:docMk/>
            <pc:sldMk cId="2541710147" sldId="270"/>
            <ac:picMk id="3" creationId="{D07E12DD-32CD-3DF0-D8FD-0C240EF1B8C1}"/>
          </ac:picMkLst>
        </pc:picChg>
      </pc:sldChg>
      <pc:sldChg chg="modSp add del">
        <pc:chgData name="Irlan Assidiq" userId="de236b58-34b6-44ed-8347-ed5a26859d6f" providerId="ADAL" clId="{7DA18F00-C1C8-45B8-B431-245BD39695C3}" dt="2025-10-18T03:13:46.322" v="351" actId="47"/>
        <pc:sldMkLst>
          <pc:docMk/>
          <pc:sldMk cId="3027671590" sldId="271"/>
        </pc:sldMkLst>
        <pc:picChg chg="mod">
          <ac:chgData name="Irlan Assidiq" userId="de236b58-34b6-44ed-8347-ed5a26859d6f" providerId="ADAL" clId="{7DA18F00-C1C8-45B8-B431-245BD39695C3}" dt="2025-10-18T01:25:57.199" v="155" actId="14826"/>
          <ac:picMkLst>
            <pc:docMk/>
            <pc:sldMk cId="3027671590" sldId="271"/>
            <ac:picMk id="5" creationId="{90A198BF-35DB-94B1-F1C1-C3BE7E5C0EDF}"/>
          </ac:picMkLst>
        </pc:picChg>
      </pc:sldChg>
    </pc:docChg>
  </pc:docChgLst>
  <pc:docChgLst>
    <pc:chgData name="Irlan Assidiq" userId="de236b58-34b6-44ed-8347-ed5a26859d6f" providerId="ADAL" clId="{811CB7F5-621D-4205-A112-58CCCCCDE698}"/>
    <pc:docChg chg="undo redo custSel addSld delSld modSld">
      <pc:chgData name="Irlan Assidiq" userId="de236b58-34b6-44ed-8347-ed5a26859d6f" providerId="ADAL" clId="{811CB7F5-621D-4205-A112-58CCCCCDE698}" dt="2025-10-14T07:02:38.190" v="176" actId="1038"/>
      <pc:docMkLst>
        <pc:docMk/>
      </pc:docMkLst>
      <pc:sldChg chg="modSp new mod">
        <pc:chgData name="Irlan Assidiq" userId="de236b58-34b6-44ed-8347-ed5a26859d6f" providerId="ADAL" clId="{811CB7F5-621D-4205-A112-58CCCCCDE698}" dt="2025-10-14T06:39:17.089" v="103" actId="20577"/>
        <pc:sldMkLst>
          <pc:docMk/>
          <pc:sldMk cId="3087990934" sldId="256"/>
        </pc:sldMkLst>
        <pc:spChg chg="mod">
          <ac:chgData name="Irlan Assidiq" userId="de236b58-34b6-44ed-8347-ed5a26859d6f" providerId="ADAL" clId="{811CB7F5-621D-4205-A112-58CCCCCDE698}" dt="2025-10-14T06:38:51.663" v="38" actId="20577"/>
          <ac:spMkLst>
            <pc:docMk/>
            <pc:sldMk cId="3087990934" sldId="256"/>
            <ac:spMk id="2" creationId="{533FE22B-1CB6-AA05-92E9-19BF7B238167}"/>
          </ac:spMkLst>
        </pc:spChg>
        <pc:spChg chg="mod">
          <ac:chgData name="Irlan Assidiq" userId="de236b58-34b6-44ed-8347-ed5a26859d6f" providerId="ADAL" clId="{811CB7F5-621D-4205-A112-58CCCCCDE698}" dt="2025-10-14T06:39:17.089" v="103" actId="20577"/>
          <ac:spMkLst>
            <pc:docMk/>
            <pc:sldMk cId="3087990934" sldId="256"/>
            <ac:spMk id="3" creationId="{10E773E9-A149-1C30-EEF9-59D9C3F475F6}"/>
          </ac:spMkLst>
        </pc:spChg>
      </pc:sldChg>
      <pc:sldChg chg="addSp delSp modSp new mod setBg">
        <pc:chgData name="Irlan Assidiq" userId="de236b58-34b6-44ed-8347-ed5a26859d6f" providerId="ADAL" clId="{811CB7F5-621D-4205-A112-58CCCCCDE698}" dt="2025-10-14T06:46:40.602" v="143" actId="478"/>
        <pc:sldMkLst>
          <pc:docMk/>
          <pc:sldMk cId="2625697523" sldId="257"/>
        </pc:sldMkLst>
      </pc:sldChg>
      <pc:sldChg chg="add del">
        <pc:chgData name="Irlan Assidiq" userId="de236b58-34b6-44ed-8347-ed5a26859d6f" providerId="ADAL" clId="{811CB7F5-621D-4205-A112-58CCCCCDE698}" dt="2025-10-14T06:46:26.449" v="141" actId="2890"/>
        <pc:sldMkLst>
          <pc:docMk/>
          <pc:sldMk cId="607545143" sldId="258"/>
        </pc:sldMkLst>
      </pc:sldChg>
      <pc:sldChg chg="addSp delSp modSp new del mod">
        <pc:chgData name="Irlan Assidiq" userId="de236b58-34b6-44ed-8347-ed5a26859d6f" providerId="ADAL" clId="{811CB7F5-621D-4205-A112-58CCCCCDE698}" dt="2025-10-14T06:45:50.702" v="139" actId="2696"/>
        <pc:sldMkLst>
          <pc:docMk/>
          <pc:sldMk cId="2973311063" sldId="258"/>
        </pc:sldMkLst>
      </pc:sldChg>
      <pc:sldChg chg="addSp delSp modSp new mod setBg">
        <pc:chgData name="Irlan Assidiq" userId="de236b58-34b6-44ed-8347-ed5a26859d6f" providerId="ADAL" clId="{811CB7F5-621D-4205-A112-58CCCCCDE698}" dt="2025-10-14T07:02:38.190" v="176" actId="1038"/>
        <pc:sldMkLst>
          <pc:docMk/>
          <pc:sldMk cId="3373553320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A9CD-95EE-C703-D834-E8C272A90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51506A-5715-A7A7-C819-B5C3EA51B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C3AE2-B46F-113C-480F-B9DB627BF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5A7C3-57F1-E20E-5B84-1A160518A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2233F-B49A-4421-268C-5B99D536C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89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0947B-E13F-516E-44EF-2FD670EAC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97FC6-BDA3-B132-668C-D4F200A3D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E39B1-F0AD-4D53-215D-0547765A6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37433-8347-FF02-9634-79BD99F7D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B494A-3E2D-6862-BEE9-C8F460BA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47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F839-8470-B6FC-B968-7E7F5B86E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25C1E-89E5-8FB3-AEB3-C6A599E38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6331B-4E5F-4D80-779F-3505A7686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F22A8-D44F-213A-A0B6-ACAB27D1E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D94DE-58C6-6EF6-680B-026811440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146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200EE-AD86-AFF1-AFDA-958F1CDF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A8700-4C7A-457B-084B-0B50BBDEC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E87E7-A6AE-AE44-E96A-90EE190BF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264F4-211C-59B2-B932-AB5DE3283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1ABF4-1E62-19DF-E45E-112A72B48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D8D4E-A980-742F-77A7-24F5B40F8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49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B94ED-6D4D-289D-D587-4C0D024B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E8BCC-E56C-B3B8-D214-B0F785AAC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609B9-B9CD-2018-3085-91D71881D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13DBC-3BBC-0E67-F80B-12DBB9E5A4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C776A2-7014-2333-E339-5B826CF181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E432AA-1217-2F1E-12A6-1726E4581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B12A81-E4D9-2390-31CC-3689BAD7E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30026B-9A4F-5E9E-19F2-4ADA069FB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386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EE1BB-5A3E-6AC5-B937-29D1F9211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F00CCB-9287-33E2-5F92-545EADF1F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0EDDF-D223-CF91-C4E3-28EC07727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8C6D8A-C884-0B29-1EF7-181FED64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93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3487B8-EFE2-2B6D-69B0-2906165E2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1EE925-7080-EECC-8FA1-A64D15A83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E8C55-405C-7108-F264-7D9A0B54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05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4E992-2CF7-E3D5-F853-28E007FA6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48647-B934-FAEA-8049-7E2DE4334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9BC48-00B7-77EE-64E5-D71803B77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419D7-B95E-15BC-E855-852DBB48A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900B3-508A-7A9F-A137-330A9FEC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74196-CC6F-4DA8-F9DB-3D2A8475B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802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A6CE6-11C2-4CCB-A232-9B1ECAC7F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DE1E4C-A775-8C3C-4B6E-93BC5D8931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16736-7EB9-5D81-9978-F0B3BA2D7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68232-82A3-0D0B-63CA-F9F3AB55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44865-4E8F-18EF-250A-ABF49C54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3625B-9345-E6BD-1454-29E2D8112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11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6DE87-E64B-A391-4CC6-E235E6FA5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06C44-A15F-1950-2C75-2D1808BFD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95E20-012C-6EB5-3FDC-518FA720F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CA1F8-0473-EAA9-2C3D-22D32C26B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BE23B-A6BF-639F-536A-15696D413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20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A8C8AE-279E-7DDD-C13A-0A7DCDCA5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62E3F9-6C1F-E77A-E966-F8A1DA500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2E0EE-8D3A-0EA4-E138-703E2CFDC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4B4ED-0CAB-1D9C-EB11-6F8FC85C1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9ABC2-5F85-4B0F-B782-AE5BE352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501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25BBF0-62D0-1B3B-F710-A54623968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5DF2F-2A61-D7BA-BED2-2002D91F1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CBBE8-668A-9048-A71C-1FEEF57EDB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11D27-04FD-27BA-F3CF-52FE42CFB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60FFF-5EC2-FBC4-CCEE-508CA988B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3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FE22B-1CB6-AA05-92E9-19BF7B2381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Perikanan</a:t>
            </a:r>
            <a:r>
              <a:rPr lang="en-US" dirty="0"/>
              <a:t> </a:t>
            </a:r>
            <a:r>
              <a:rPr lang="en-US" dirty="0" err="1"/>
              <a:t>Siotapina</a:t>
            </a:r>
            <a:r>
              <a:rPr lang="en-US" dirty="0"/>
              <a:t> - Lasel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E773E9-A149-1C30-EEF9-59D9C3F475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dirty="0"/>
              <a:t>Total landings</a:t>
            </a:r>
          </a:p>
          <a:p>
            <a:pPr marL="457200" indent="-457200">
              <a:buAutoNum type="arabicPeriod"/>
            </a:pPr>
            <a:r>
              <a:rPr lang="en-US" dirty="0"/>
              <a:t>CPUE</a:t>
            </a:r>
          </a:p>
          <a:p>
            <a:pPr marL="457200" indent="-457200">
              <a:buAutoNum type="arabicPeriod"/>
            </a:pPr>
            <a:r>
              <a:rPr lang="en-US" dirty="0"/>
              <a:t>Size Structure</a:t>
            </a:r>
          </a:p>
        </p:txBody>
      </p:sp>
    </p:spTree>
    <p:extLst>
      <p:ext uri="{BB962C8B-B14F-4D97-AF65-F5344CB8AC3E}">
        <p14:creationId xmlns:p14="http://schemas.microsoft.com/office/powerpoint/2010/main" val="3087990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2">
            <a:extLst>
              <a:ext uri="{FF2B5EF4-FFF2-40B4-BE49-F238E27FC236}">
                <a16:creationId xmlns:a16="http://schemas.microsoft.com/office/drawing/2014/main" id="{5397F1D1-77FD-6DEA-D340-55E0C29CC034}"/>
              </a:ext>
            </a:extLst>
          </p:cNvPr>
          <p:cNvGrpSpPr/>
          <p:nvPr/>
        </p:nvGrpSpPr>
        <p:grpSpPr>
          <a:xfrm>
            <a:off x="961062" y="612426"/>
            <a:ext cx="10553044" cy="5602107"/>
            <a:chOff x="961062" y="612426"/>
            <a:chExt cx="10553044" cy="5602107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1C3F697-1C36-E24D-6DFE-78726DD02676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343BAE4-35E9-F402-BEC0-DDA3C7254994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E4EC198B-9129-0447-2616-657D4DB9C393}"/>
                </a:ext>
              </a:extLst>
            </p:cNvPr>
            <p:cNvGrpSpPr/>
            <p:nvPr/>
          </p:nvGrpSpPr>
          <p:grpSpPr>
            <a:xfrm>
              <a:off x="1635967" y="971481"/>
              <a:ext cx="9485701" cy="4805204"/>
              <a:chOff x="1635967" y="971481"/>
              <a:chExt cx="9485701" cy="4805204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4D7F9E33-7850-8464-B794-C1B99A04B0D0}"/>
                  </a:ext>
                </a:extLst>
              </p:cNvPr>
              <p:cNvSpPr/>
              <p:nvPr/>
            </p:nvSpPr>
            <p:spPr>
              <a:xfrm>
                <a:off x="1635967" y="971481"/>
                <a:ext cx="9485701" cy="4805204"/>
              </a:xfrm>
              <a:custGeom>
                <a:avLst/>
                <a:gdLst>
                  <a:gd name="connsiteX0" fmla="*/ 0 w 9485701"/>
                  <a:gd name="connsiteY0" fmla="*/ 0 h 4805204"/>
                  <a:gd name="connsiteX1" fmla="*/ 9485701 w 9485701"/>
                  <a:gd name="connsiteY1" fmla="*/ 0 h 4805204"/>
                  <a:gd name="connsiteX2" fmla="*/ 9485701 w 9485701"/>
                  <a:gd name="connsiteY2" fmla="*/ 4805204 h 4805204"/>
                  <a:gd name="connsiteX3" fmla="*/ 0 w 948570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485701" h="4805204">
                    <a:moveTo>
                      <a:pt x="0" y="0"/>
                    </a:moveTo>
                    <a:lnTo>
                      <a:pt x="9485701" y="0"/>
                    </a:lnTo>
                    <a:lnTo>
                      <a:pt x="9485701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D8BEB9D1-86CF-5509-A7F7-6B4C90C72E62}"/>
                  </a:ext>
                </a:extLst>
              </p:cNvPr>
              <p:cNvSpPr/>
              <p:nvPr/>
            </p:nvSpPr>
            <p:spPr>
              <a:xfrm>
                <a:off x="2067135" y="971481"/>
                <a:ext cx="8623365" cy="4805204"/>
              </a:xfrm>
              <a:custGeom>
                <a:avLst/>
                <a:gdLst>
                  <a:gd name="connsiteX0" fmla="*/ 0 w 8623365"/>
                  <a:gd name="connsiteY0" fmla="*/ 4805204 h 4805204"/>
                  <a:gd name="connsiteX1" fmla="*/ 109143 w 8623365"/>
                  <a:gd name="connsiteY1" fmla="*/ 4705751 h 4805204"/>
                  <a:gd name="connsiteX2" fmla="*/ 218286 w 8623365"/>
                  <a:gd name="connsiteY2" fmla="*/ 4590835 h 4805204"/>
                  <a:gd name="connsiteX3" fmla="*/ 327429 w 8623365"/>
                  <a:gd name="connsiteY3" fmla="*/ 4473588 h 4805204"/>
                  <a:gd name="connsiteX4" fmla="*/ 436678 w 8623365"/>
                  <a:gd name="connsiteY4" fmla="*/ 4351364 h 4805204"/>
                  <a:gd name="connsiteX5" fmla="*/ 545822 w 8623365"/>
                  <a:gd name="connsiteY5" fmla="*/ 4221831 h 4805204"/>
                  <a:gd name="connsiteX6" fmla="*/ 654965 w 8623365"/>
                  <a:gd name="connsiteY6" fmla="*/ 4082236 h 4805204"/>
                  <a:gd name="connsiteX7" fmla="*/ 764108 w 8623365"/>
                  <a:gd name="connsiteY7" fmla="*/ 3930038 h 4805204"/>
                  <a:gd name="connsiteX8" fmla="*/ 873251 w 8623365"/>
                  <a:gd name="connsiteY8" fmla="*/ 3763012 h 4805204"/>
                  <a:gd name="connsiteX9" fmla="*/ 982394 w 8623365"/>
                  <a:gd name="connsiteY9" fmla="*/ 3579146 h 4805204"/>
                  <a:gd name="connsiteX10" fmla="*/ 1091537 w 8623365"/>
                  <a:gd name="connsiteY10" fmla="*/ 3377380 h 4805204"/>
                  <a:gd name="connsiteX11" fmla="*/ 1200680 w 8623365"/>
                  <a:gd name="connsiteY11" fmla="*/ 3160151 h 4805204"/>
                  <a:gd name="connsiteX12" fmla="*/ 1309929 w 8623365"/>
                  <a:gd name="connsiteY12" fmla="*/ 2931801 h 4805204"/>
                  <a:gd name="connsiteX13" fmla="*/ 1419072 w 8623365"/>
                  <a:gd name="connsiteY13" fmla="*/ 2696778 h 4805204"/>
                  <a:gd name="connsiteX14" fmla="*/ 1528215 w 8623365"/>
                  <a:gd name="connsiteY14" fmla="*/ 2459955 h 4805204"/>
                  <a:gd name="connsiteX15" fmla="*/ 1637358 w 8623365"/>
                  <a:gd name="connsiteY15" fmla="*/ 2226097 h 4805204"/>
                  <a:gd name="connsiteX16" fmla="*/ 1746501 w 8623365"/>
                  <a:gd name="connsiteY16" fmla="*/ 1999759 h 4805204"/>
                  <a:gd name="connsiteX17" fmla="*/ 1855645 w 8623365"/>
                  <a:gd name="connsiteY17" fmla="*/ 1785389 h 4805204"/>
                  <a:gd name="connsiteX18" fmla="*/ 1964788 w 8623365"/>
                  <a:gd name="connsiteY18" fmla="*/ 1587225 h 4805204"/>
                  <a:gd name="connsiteX19" fmla="*/ 2073931 w 8623365"/>
                  <a:gd name="connsiteY19" fmla="*/ 1387895 h 4805204"/>
                  <a:gd name="connsiteX20" fmla="*/ 2183180 w 8623365"/>
                  <a:gd name="connsiteY20" fmla="*/ 1124169 h 4805204"/>
                  <a:gd name="connsiteX21" fmla="*/ 2292323 w 8623365"/>
                  <a:gd name="connsiteY21" fmla="*/ 827081 h 4805204"/>
                  <a:gd name="connsiteX22" fmla="*/ 2401466 w 8623365"/>
                  <a:gd name="connsiteY22" fmla="*/ 539525 h 4805204"/>
                  <a:gd name="connsiteX23" fmla="*/ 2510609 w 8623365"/>
                  <a:gd name="connsiteY23" fmla="*/ 308845 h 4805204"/>
                  <a:gd name="connsiteX24" fmla="*/ 2619752 w 8623365"/>
                  <a:gd name="connsiteY24" fmla="*/ 169250 h 4805204"/>
                  <a:gd name="connsiteX25" fmla="*/ 2728896 w 8623365"/>
                  <a:gd name="connsiteY25" fmla="*/ 76364 h 4805204"/>
                  <a:gd name="connsiteX26" fmla="*/ 2838039 w 8623365"/>
                  <a:gd name="connsiteY26" fmla="*/ 20547 h 4805204"/>
                  <a:gd name="connsiteX27" fmla="*/ 2947182 w 8623365"/>
                  <a:gd name="connsiteY27" fmla="*/ 0 h 4805204"/>
                  <a:gd name="connsiteX28" fmla="*/ 3056431 w 8623365"/>
                  <a:gd name="connsiteY28" fmla="*/ 12074 h 4805204"/>
                  <a:gd name="connsiteX29" fmla="*/ 3165574 w 8623365"/>
                  <a:gd name="connsiteY29" fmla="*/ 54546 h 4805204"/>
                  <a:gd name="connsiteX30" fmla="*/ 3274717 w 8623365"/>
                  <a:gd name="connsiteY30" fmla="*/ 125826 h 4805204"/>
                  <a:gd name="connsiteX31" fmla="*/ 3383860 w 8623365"/>
                  <a:gd name="connsiteY31" fmla="*/ 225702 h 4805204"/>
                  <a:gd name="connsiteX32" fmla="*/ 3493003 w 8623365"/>
                  <a:gd name="connsiteY32" fmla="*/ 355765 h 4805204"/>
                  <a:gd name="connsiteX33" fmla="*/ 3602146 w 8623365"/>
                  <a:gd name="connsiteY33" fmla="*/ 519190 h 4805204"/>
                  <a:gd name="connsiteX34" fmla="*/ 3711289 w 8623365"/>
                  <a:gd name="connsiteY34" fmla="*/ 720849 h 4805204"/>
                  <a:gd name="connsiteX35" fmla="*/ 3820432 w 8623365"/>
                  <a:gd name="connsiteY35" fmla="*/ 966146 h 4805204"/>
                  <a:gd name="connsiteX36" fmla="*/ 3929682 w 8623365"/>
                  <a:gd name="connsiteY36" fmla="*/ 1260586 h 4805204"/>
                  <a:gd name="connsiteX37" fmla="*/ 4038825 w 8623365"/>
                  <a:gd name="connsiteY37" fmla="*/ 1608831 h 4805204"/>
                  <a:gd name="connsiteX38" fmla="*/ 4147968 w 8623365"/>
                  <a:gd name="connsiteY38" fmla="*/ 2083113 h 4805204"/>
                  <a:gd name="connsiteX39" fmla="*/ 4257111 w 8623365"/>
                  <a:gd name="connsiteY39" fmla="*/ 2590652 h 4805204"/>
                  <a:gd name="connsiteX40" fmla="*/ 4366254 w 8623365"/>
                  <a:gd name="connsiteY40" fmla="*/ 3129012 h 4805204"/>
                  <a:gd name="connsiteX41" fmla="*/ 4475397 w 8623365"/>
                  <a:gd name="connsiteY41" fmla="*/ 3603082 h 4805204"/>
                  <a:gd name="connsiteX42" fmla="*/ 4584540 w 8623365"/>
                  <a:gd name="connsiteY42" fmla="*/ 3871786 h 4805204"/>
                  <a:gd name="connsiteX43" fmla="*/ 4693683 w 8623365"/>
                  <a:gd name="connsiteY43" fmla="*/ 3910868 h 4805204"/>
                  <a:gd name="connsiteX44" fmla="*/ 4802932 w 8623365"/>
                  <a:gd name="connsiteY44" fmla="*/ 3796799 h 4805204"/>
                  <a:gd name="connsiteX45" fmla="*/ 4912075 w 8623365"/>
                  <a:gd name="connsiteY45" fmla="*/ 3630196 h 4805204"/>
                  <a:gd name="connsiteX46" fmla="*/ 5021219 w 8623365"/>
                  <a:gd name="connsiteY46" fmla="*/ 3533603 h 4805204"/>
                  <a:gd name="connsiteX47" fmla="*/ 5130362 w 8623365"/>
                  <a:gd name="connsiteY47" fmla="*/ 3562517 h 4805204"/>
                  <a:gd name="connsiteX48" fmla="*/ 5239505 w 8623365"/>
                  <a:gd name="connsiteY48" fmla="*/ 3582323 h 4805204"/>
                  <a:gd name="connsiteX49" fmla="*/ 5348648 w 8623365"/>
                  <a:gd name="connsiteY49" fmla="*/ 3585289 h 4805204"/>
                  <a:gd name="connsiteX50" fmla="*/ 5457791 w 8623365"/>
                  <a:gd name="connsiteY50" fmla="*/ 3606790 h 4805204"/>
                  <a:gd name="connsiteX51" fmla="*/ 5567040 w 8623365"/>
                  <a:gd name="connsiteY51" fmla="*/ 3601917 h 4805204"/>
                  <a:gd name="connsiteX52" fmla="*/ 5676184 w 8623365"/>
                  <a:gd name="connsiteY52" fmla="*/ 3607848 h 4805204"/>
                  <a:gd name="connsiteX53" fmla="*/ 5785327 w 8623365"/>
                  <a:gd name="connsiteY53" fmla="*/ 3575757 h 4805204"/>
                  <a:gd name="connsiteX54" fmla="*/ 5894469 w 8623365"/>
                  <a:gd name="connsiteY54" fmla="*/ 3494415 h 4805204"/>
                  <a:gd name="connsiteX55" fmla="*/ 6003612 w 8623365"/>
                  <a:gd name="connsiteY55" fmla="*/ 3423029 h 4805204"/>
                  <a:gd name="connsiteX56" fmla="*/ 6112755 w 8623365"/>
                  <a:gd name="connsiteY56" fmla="*/ 3361493 h 4805204"/>
                  <a:gd name="connsiteX57" fmla="*/ 6221899 w 8623365"/>
                  <a:gd name="connsiteY57" fmla="*/ 3272526 h 4805204"/>
                  <a:gd name="connsiteX58" fmla="*/ 6331042 w 8623365"/>
                  <a:gd name="connsiteY58" fmla="*/ 3175720 h 4805204"/>
                  <a:gd name="connsiteX59" fmla="*/ 6440291 w 8623365"/>
                  <a:gd name="connsiteY59" fmla="*/ 3128271 h 4805204"/>
                  <a:gd name="connsiteX60" fmla="*/ 6549434 w 8623365"/>
                  <a:gd name="connsiteY60" fmla="*/ 3067052 h 4805204"/>
                  <a:gd name="connsiteX61" fmla="*/ 6658577 w 8623365"/>
                  <a:gd name="connsiteY61" fmla="*/ 3023522 h 4805204"/>
                  <a:gd name="connsiteX62" fmla="*/ 6767720 w 8623365"/>
                  <a:gd name="connsiteY62" fmla="*/ 3033372 h 4805204"/>
                  <a:gd name="connsiteX63" fmla="*/ 6876864 w 8623365"/>
                  <a:gd name="connsiteY63" fmla="*/ 3034643 h 4805204"/>
                  <a:gd name="connsiteX64" fmla="*/ 6986007 w 8623365"/>
                  <a:gd name="connsiteY64" fmla="*/ 3054343 h 4805204"/>
                  <a:gd name="connsiteX65" fmla="*/ 7095150 w 8623365"/>
                  <a:gd name="connsiteY65" fmla="*/ 3074784 h 4805204"/>
                  <a:gd name="connsiteX66" fmla="*/ 7204293 w 8623365"/>
                  <a:gd name="connsiteY66" fmla="*/ 3102004 h 4805204"/>
                  <a:gd name="connsiteX67" fmla="*/ 7313542 w 8623365"/>
                  <a:gd name="connsiteY67" fmla="*/ 3141086 h 4805204"/>
                  <a:gd name="connsiteX68" fmla="*/ 7422685 w 8623365"/>
                  <a:gd name="connsiteY68" fmla="*/ 3189065 h 4805204"/>
                  <a:gd name="connsiteX69" fmla="*/ 7531828 w 8623365"/>
                  <a:gd name="connsiteY69" fmla="*/ 3243823 h 4805204"/>
                  <a:gd name="connsiteX70" fmla="*/ 7640971 w 8623365"/>
                  <a:gd name="connsiteY70" fmla="*/ 3302499 h 4805204"/>
                  <a:gd name="connsiteX71" fmla="*/ 7750114 w 8623365"/>
                  <a:gd name="connsiteY71" fmla="*/ 3360540 h 4805204"/>
                  <a:gd name="connsiteX72" fmla="*/ 7859257 w 8623365"/>
                  <a:gd name="connsiteY72" fmla="*/ 3411061 h 4805204"/>
                  <a:gd name="connsiteX73" fmla="*/ 7968401 w 8623365"/>
                  <a:gd name="connsiteY73" fmla="*/ 3447919 h 4805204"/>
                  <a:gd name="connsiteX74" fmla="*/ 8077544 w 8623365"/>
                  <a:gd name="connsiteY74" fmla="*/ 3466771 h 4805204"/>
                  <a:gd name="connsiteX75" fmla="*/ 8186793 w 8623365"/>
                  <a:gd name="connsiteY75" fmla="*/ 3464971 h 4805204"/>
                  <a:gd name="connsiteX76" fmla="*/ 8295936 w 8623365"/>
                  <a:gd name="connsiteY76" fmla="*/ 3441776 h 4805204"/>
                  <a:gd name="connsiteX77" fmla="*/ 8405078 w 8623365"/>
                  <a:gd name="connsiteY77" fmla="*/ 3397504 h 4805204"/>
                  <a:gd name="connsiteX78" fmla="*/ 8514221 w 8623365"/>
                  <a:gd name="connsiteY78" fmla="*/ 3333002 h 4805204"/>
                  <a:gd name="connsiteX79" fmla="*/ 8623365 w 8623365"/>
                  <a:gd name="connsiteY79" fmla="*/ 3249224 h 4805204"/>
                  <a:gd name="connsiteX80" fmla="*/ 8623365 w 8623365"/>
                  <a:gd name="connsiteY80" fmla="*/ 4805204 h 4805204"/>
                  <a:gd name="connsiteX81" fmla="*/ 8514221 w 8623365"/>
                  <a:gd name="connsiteY81" fmla="*/ 4805204 h 4805204"/>
                  <a:gd name="connsiteX82" fmla="*/ 8405078 w 8623365"/>
                  <a:gd name="connsiteY82" fmla="*/ 4805204 h 4805204"/>
                  <a:gd name="connsiteX83" fmla="*/ 8295936 w 8623365"/>
                  <a:gd name="connsiteY83" fmla="*/ 4805204 h 4805204"/>
                  <a:gd name="connsiteX84" fmla="*/ 8186793 w 8623365"/>
                  <a:gd name="connsiteY84" fmla="*/ 4805204 h 4805204"/>
                  <a:gd name="connsiteX85" fmla="*/ 8077544 w 8623365"/>
                  <a:gd name="connsiteY85" fmla="*/ 4805204 h 4805204"/>
                  <a:gd name="connsiteX86" fmla="*/ 7968401 w 8623365"/>
                  <a:gd name="connsiteY86" fmla="*/ 4805204 h 4805204"/>
                  <a:gd name="connsiteX87" fmla="*/ 7859257 w 8623365"/>
                  <a:gd name="connsiteY87" fmla="*/ 4805204 h 4805204"/>
                  <a:gd name="connsiteX88" fmla="*/ 7750114 w 8623365"/>
                  <a:gd name="connsiteY88" fmla="*/ 4720156 h 4805204"/>
                  <a:gd name="connsiteX89" fmla="*/ 7640971 w 8623365"/>
                  <a:gd name="connsiteY89" fmla="*/ 4601850 h 4805204"/>
                  <a:gd name="connsiteX90" fmla="*/ 7531828 w 8623365"/>
                  <a:gd name="connsiteY90" fmla="*/ 4497419 h 4805204"/>
                  <a:gd name="connsiteX91" fmla="*/ 7422685 w 8623365"/>
                  <a:gd name="connsiteY91" fmla="*/ 4405062 h 4805204"/>
                  <a:gd name="connsiteX92" fmla="*/ 7313542 w 8623365"/>
                  <a:gd name="connsiteY92" fmla="*/ 4324885 h 4805204"/>
                  <a:gd name="connsiteX93" fmla="*/ 7204293 w 8623365"/>
                  <a:gd name="connsiteY93" fmla="*/ 4258160 h 4805204"/>
                  <a:gd name="connsiteX94" fmla="*/ 7095150 w 8623365"/>
                  <a:gd name="connsiteY94" fmla="*/ 4201602 h 4805204"/>
                  <a:gd name="connsiteX95" fmla="*/ 6986007 w 8623365"/>
                  <a:gd name="connsiteY95" fmla="*/ 4150869 h 4805204"/>
                  <a:gd name="connsiteX96" fmla="*/ 6876864 w 8623365"/>
                  <a:gd name="connsiteY96" fmla="*/ 4127038 h 4805204"/>
                  <a:gd name="connsiteX97" fmla="*/ 6767720 w 8623365"/>
                  <a:gd name="connsiteY97" fmla="*/ 4130745 h 4805204"/>
                  <a:gd name="connsiteX98" fmla="*/ 6658577 w 8623365"/>
                  <a:gd name="connsiteY98" fmla="*/ 4175123 h 4805204"/>
                  <a:gd name="connsiteX99" fmla="*/ 6549434 w 8623365"/>
                  <a:gd name="connsiteY99" fmla="*/ 4251487 h 4805204"/>
                  <a:gd name="connsiteX100" fmla="*/ 6440291 w 8623365"/>
                  <a:gd name="connsiteY100" fmla="*/ 4376677 h 4805204"/>
                  <a:gd name="connsiteX101" fmla="*/ 6331042 w 8623365"/>
                  <a:gd name="connsiteY101" fmla="*/ 4464586 h 4805204"/>
                  <a:gd name="connsiteX102" fmla="*/ 6221899 w 8623365"/>
                  <a:gd name="connsiteY102" fmla="*/ 4563721 h 4805204"/>
                  <a:gd name="connsiteX103" fmla="*/ 6112755 w 8623365"/>
                  <a:gd name="connsiteY103" fmla="*/ 4702468 h 4805204"/>
                  <a:gd name="connsiteX104" fmla="*/ 6003612 w 8623365"/>
                  <a:gd name="connsiteY104" fmla="*/ 4805204 h 4805204"/>
                  <a:gd name="connsiteX105" fmla="*/ 5894469 w 8623365"/>
                  <a:gd name="connsiteY105" fmla="*/ 4805204 h 4805204"/>
                  <a:gd name="connsiteX106" fmla="*/ 5785327 w 8623365"/>
                  <a:gd name="connsiteY106" fmla="*/ 4791118 h 4805204"/>
                  <a:gd name="connsiteX107" fmla="*/ 5676184 w 8623365"/>
                  <a:gd name="connsiteY107" fmla="*/ 4780315 h 4805204"/>
                  <a:gd name="connsiteX108" fmla="*/ 5567040 w 8623365"/>
                  <a:gd name="connsiteY108" fmla="*/ 4802133 h 4805204"/>
                  <a:gd name="connsiteX109" fmla="*/ 5457791 w 8623365"/>
                  <a:gd name="connsiteY109" fmla="*/ 4805204 h 4805204"/>
                  <a:gd name="connsiteX110" fmla="*/ 5348648 w 8623365"/>
                  <a:gd name="connsiteY110" fmla="*/ 4805204 h 4805204"/>
                  <a:gd name="connsiteX111" fmla="*/ 5239505 w 8623365"/>
                  <a:gd name="connsiteY111" fmla="*/ 4805204 h 4805204"/>
                  <a:gd name="connsiteX112" fmla="*/ 5130362 w 8623365"/>
                  <a:gd name="connsiteY112" fmla="*/ 4805204 h 4805204"/>
                  <a:gd name="connsiteX113" fmla="*/ 5021219 w 8623365"/>
                  <a:gd name="connsiteY113" fmla="*/ 4805204 h 4805204"/>
                  <a:gd name="connsiteX114" fmla="*/ 4912075 w 8623365"/>
                  <a:gd name="connsiteY114" fmla="*/ 4805204 h 4805204"/>
                  <a:gd name="connsiteX115" fmla="*/ 4802932 w 8623365"/>
                  <a:gd name="connsiteY115" fmla="*/ 4805204 h 4805204"/>
                  <a:gd name="connsiteX116" fmla="*/ 4693683 w 8623365"/>
                  <a:gd name="connsiteY116" fmla="*/ 4805204 h 4805204"/>
                  <a:gd name="connsiteX117" fmla="*/ 4584540 w 8623365"/>
                  <a:gd name="connsiteY117" fmla="*/ 4805204 h 4805204"/>
                  <a:gd name="connsiteX118" fmla="*/ 4475397 w 8623365"/>
                  <a:gd name="connsiteY118" fmla="*/ 4753836 h 4805204"/>
                  <a:gd name="connsiteX119" fmla="*/ 4366254 w 8623365"/>
                  <a:gd name="connsiteY119" fmla="*/ 4281355 h 4805204"/>
                  <a:gd name="connsiteX120" fmla="*/ 4257111 w 8623365"/>
                  <a:gd name="connsiteY120" fmla="*/ 3772862 h 4805204"/>
                  <a:gd name="connsiteX121" fmla="*/ 4147968 w 8623365"/>
                  <a:gd name="connsiteY121" fmla="*/ 3290954 h 4805204"/>
                  <a:gd name="connsiteX122" fmla="*/ 4038825 w 8623365"/>
                  <a:gd name="connsiteY122" fmla="*/ 2848976 h 4805204"/>
                  <a:gd name="connsiteX123" fmla="*/ 3929682 w 8623365"/>
                  <a:gd name="connsiteY123" fmla="*/ 2512488 h 4805204"/>
                  <a:gd name="connsiteX124" fmla="*/ 3820432 w 8623365"/>
                  <a:gd name="connsiteY124" fmla="*/ 2213705 h 4805204"/>
                  <a:gd name="connsiteX125" fmla="*/ 3711289 w 8623365"/>
                  <a:gd name="connsiteY125" fmla="*/ 1954110 h 4805204"/>
                  <a:gd name="connsiteX126" fmla="*/ 3602146 w 8623365"/>
                  <a:gd name="connsiteY126" fmla="*/ 1736034 h 4805204"/>
                  <a:gd name="connsiteX127" fmla="*/ 3493003 w 8623365"/>
                  <a:gd name="connsiteY127" fmla="*/ 1561699 h 4805204"/>
                  <a:gd name="connsiteX128" fmla="*/ 3383860 w 8623365"/>
                  <a:gd name="connsiteY128" fmla="*/ 1432590 h 4805204"/>
                  <a:gd name="connsiteX129" fmla="*/ 3274717 w 8623365"/>
                  <a:gd name="connsiteY129" fmla="*/ 1349024 h 4805204"/>
                  <a:gd name="connsiteX130" fmla="*/ 3165574 w 8623365"/>
                  <a:gd name="connsiteY130" fmla="*/ 1309201 h 4805204"/>
                  <a:gd name="connsiteX131" fmla="*/ 3056431 w 8623365"/>
                  <a:gd name="connsiteY131" fmla="*/ 1309836 h 4805204"/>
                  <a:gd name="connsiteX132" fmla="*/ 2947182 w 8623365"/>
                  <a:gd name="connsiteY132" fmla="*/ 1345953 h 4805204"/>
                  <a:gd name="connsiteX133" fmla="*/ 2838039 w 8623365"/>
                  <a:gd name="connsiteY133" fmla="*/ 1412255 h 4805204"/>
                  <a:gd name="connsiteX134" fmla="*/ 2728896 w 8623365"/>
                  <a:gd name="connsiteY134" fmla="*/ 1503023 h 4805204"/>
                  <a:gd name="connsiteX135" fmla="*/ 2619752 w 8623365"/>
                  <a:gd name="connsiteY135" fmla="*/ 1612962 h 4805204"/>
                  <a:gd name="connsiteX136" fmla="*/ 2510609 w 8623365"/>
                  <a:gd name="connsiteY136" fmla="*/ 1745989 h 4805204"/>
                  <a:gd name="connsiteX137" fmla="*/ 2401466 w 8623365"/>
                  <a:gd name="connsiteY137" fmla="*/ 1952733 h 4805204"/>
                  <a:gd name="connsiteX138" fmla="*/ 2292323 w 8623365"/>
                  <a:gd name="connsiteY138" fmla="*/ 2212540 h 4805204"/>
                  <a:gd name="connsiteX139" fmla="*/ 2183180 w 8623365"/>
                  <a:gd name="connsiteY139" fmla="*/ 2485903 h 4805204"/>
                  <a:gd name="connsiteX140" fmla="*/ 2073931 w 8623365"/>
                  <a:gd name="connsiteY140" fmla="*/ 2729611 h 4805204"/>
                  <a:gd name="connsiteX141" fmla="*/ 1964788 w 8623365"/>
                  <a:gd name="connsiteY141" fmla="*/ 2907017 h 4805204"/>
                  <a:gd name="connsiteX142" fmla="*/ 1855645 w 8623365"/>
                  <a:gd name="connsiteY142" fmla="*/ 3081775 h 4805204"/>
                  <a:gd name="connsiteX143" fmla="*/ 1746501 w 8623365"/>
                  <a:gd name="connsiteY143" fmla="*/ 3273690 h 4805204"/>
                  <a:gd name="connsiteX144" fmla="*/ 1637358 w 8623365"/>
                  <a:gd name="connsiteY144" fmla="*/ 3481176 h 4805204"/>
                  <a:gd name="connsiteX145" fmla="*/ 1528215 w 8623365"/>
                  <a:gd name="connsiteY145" fmla="*/ 3702853 h 4805204"/>
                  <a:gd name="connsiteX146" fmla="*/ 1419072 w 8623365"/>
                  <a:gd name="connsiteY146" fmla="*/ 3937558 h 4805204"/>
                  <a:gd name="connsiteX147" fmla="*/ 1309929 w 8623365"/>
                  <a:gd name="connsiteY147" fmla="*/ 4184232 h 4805204"/>
                  <a:gd name="connsiteX148" fmla="*/ 1200680 w 8623365"/>
                  <a:gd name="connsiteY148" fmla="*/ 4441708 h 4805204"/>
                  <a:gd name="connsiteX149" fmla="*/ 1091537 w 8623365"/>
                  <a:gd name="connsiteY149" fmla="*/ 4708929 h 4805204"/>
                  <a:gd name="connsiteX150" fmla="*/ 982394 w 8623365"/>
                  <a:gd name="connsiteY150" fmla="*/ 4805204 h 4805204"/>
                  <a:gd name="connsiteX151" fmla="*/ 873251 w 8623365"/>
                  <a:gd name="connsiteY151" fmla="*/ 4805204 h 4805204"/>
                  <a:gd name="connsiteX152" fmla="*/ 764108 w 8623365"/>
                  <a:gd name="connsiteY152" fmla="*/ 4805204 h 4805204"/>
                  <a:gd name="connsiteX153" fmla="*/ 654965 w 8623365"/>
                  <a:gd name="connsiteY153" fmla="*/ 4805204 h 4805204"/>
                  <a:gd name="connsiteX154" fmla="*/ 545822 w 8623365"/>
                  <a:gd name="connsiteY154" fmla="*/ 4805204 h 4805204"/>
                  <a:gd name="connsiteX155" fmla="*/ 436678 w 8623365"/>
                  <a:gd name="connsiteY155" fmla="*/ 4805204 h 4805204"/>
                  <a:gd name="connsiteX156" fmla="*/ 327429 w 8623365"/>
                  <a:gd name="connsiteY156" fmla="*/ 4805204 h 4805204"/>
                  <a:gd name="connsiteX157" fmla="*/ 218286 w 8623365"/>
                  <a:gd name="connsiteY157" fmla="*/ 4805204 h 4805204"/>
                  <a:gd name="connsiteX158" fmla="*/ 109143 w 8623365"/>
                  <a:gd name="connsiteY158" fmla="*/ 4805204 h 4805204"/>
                  <a:gd name="connsiteX159" fmla="*/ 0 w 8623365"/>
                  <a:gd name="connsiteY159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623365" h="4805204">
                    <a:moveTo>
                      <a:pt x="0" y="4805204"/>
                    </a:moveTo>
                    <a:lnTo>
                      <a:pt x="109143" y="4705751"/>
                    </a:lnTo>
                    <a:lnTo>
                      <a:pt x="218286" y="4590835"/>
                    </a:lnTo>
                    <a:lnTo>
                      <a:pt x="327429" y="4473588"/>
                    </a:lnTo>
                    <a:lnTo>
                      <a:pt x="436678" y="4351364"/>
                    </a:lnTo>
                    <a:lnTo>
                      <a:pt x="545822" y="4221831"/>
                    </a:lnTo>
                    <a:lnTo>
                      <a:pt x="654965" y="4082236"/>
                    </a:lnTo>
                    <a:lnTo>
                      <a:pt x="764108" y="3930038"/>
                    </a:lnTo>
                    <a:lnTo>
                      <a:pt x="873251" y="3763012"/>
                    </a:lnTo>
                    <a:lnTo>
                      <a:pt x="982394" y="3579146"/>
                    </a:lnTo>
                    <a:lnTo>
                      <a:pt x="1091537" y="3377380"/>
                    </a:lnTo>
                    <a:lnTo>
                      <a:pt x="1200680" y="3160151"/>
                    </a:lnTo>
                    <a:lnTo>
                      <a:pt x="1309929" y="2931801"/>
                    </a:lnTo>
                    <a:lnTo>
                      <a:pt x="1419072" y="2696778"/>
                    </a:lnTo>
                    <a:lnTo>
                      <a:pt x="1528215" y="2459955"/>
                    </a:lnTo>
                    <a:lnTo>
                      <a:pt x="1637358" y="2226097"/>
                    </a:lnTo>
                    <a:lnTo>
                      <a:pt x="1746501" y="1999759"/>
                    </a:lnTo>
                    <a:lnTo>
                      <a:pt x="1855645" y="1785389"/>
                    </a:lnTo>
                    <a:lnTo>
                      <a:pt x="1964788" y="1587225"/>
                    </a:lnTo>
                    <a:lnTo>
                      <a:pt x="2073931" y="1387895"/>
                    </a:lnTo>
                    <a:lnTo>
                      <a:pt x="2183180" y="1124169"/>
                    </a:lnTo>
                    <a:lnTo>
                      <a:pt x="2292323" y="827081"/>
                    </a:lnTo>
                    <a:lnTo>
                      <a:pt x="2401466" y="539525"/>
                    </a:lnTo>
                    <a:lnTo>
                      <a:pt x="2510609" y="308845"/>
                    </a:lnTo>
                    <a:lnTo>
                      <a:pt x="2619752" y="169250"/>
                    </a:lnTo>
                    <a:lnTo>
                      <a:pt x="2728896" y="76364"/>
                    </a:lnTo>
                    <a:lnTo>
                      <a:pt x="2838039" y="20547"/>
                    </a:lnTo>
                    <a:lnTo>
                      <a:pt x="2947182" y="0"/>
                    </a:lnTo>
                    <a:lnTo>
                      <a:pt x="3056431" y="12074"/>
                    </a:lnTo>
                    <a:lnTo>
                      <a:pt x="3165574" y="54546"/>
                    </a:lnTo>
                    <a:lnTo>
                      <a:pt x="3274717" y="125826"/>
                    </a:lnTo>
                    <a:lnTo>
                      <a:pt x="3383860" y="225702"/>
                    </a:lnTo>
                    <a:lnTo>
                      <a:pt x="3493003" y="355765"/>
                    </a:lnTo>
                    <a:lnTo>
                      <a:pt x="3602146" y="519190"/>
                    </a:lnTo>
                    <a:lnTo>
                      <a:pt x="3711289" y="720849"/>
                    </a:lnTo>
                    <a:lnTo>
                      <a:pt x="3820432" y="966146"/>
                    </a:lnTo>
                    <a:lnTo>
                      <a:pt x="3929682" y="1260586"/>
                    </a:lnTo>
                    <a:lnTo>
                      <a:pt x="4038825" y="1608831"/>
                    </a:lnTo>
                    <a:lnTo>
                      <a:pt x="4147968" y="2083113"/>
                    </a:lnTo>
                    <a:lnTo>
                      <a:pt x="4257111" y="2590652"/>
                    </a:lnTo>
                    <a:lnTo>
                      <a:pt x="4366254" y="3129012"/>
                    </a:lnTo>
                    <a:lnTo>
                      <a:pt x="4475397" y="3603082"/>
                    </a:lnTo>
                    <a:lnTo>
                      <a:pt x="4584540" y="3871786"/>
                    </a:lnTo>
                    <a:lnTo>
                      <a:pt x="4693683" y="3910868"/>
                    </a:lnTo>
                    <a:lnTo>
                      <a:pt x="4802932" y="3796799"/>
                    </a:lnTo>
                    <a:lnTo>
                      <a:pt x="4912075" y="3630196"/>
                    </a:lnTo>
                    <a:lnTo>
                      <a:pt x="5021219" y="3533603"/>
                    </a:lnTo>
                    <a:lnTo>
                      <a:pt x="5130362" y="3562517"/>
                    </a:lnTo>
                    <a:lnTo>
                      <a:pt x="5239505" y="3582323"/>
                    </a:lnTo>
                    <a:lnTo>
                      <a:pt x="5348648" y="3585289"/>
                    </a:lnTo>
                    <a:lnTo>
                      <a:pt x="5457791" y="3606790"/>
                    </a:lnTo>
                    <a:lnTo>
                      <a:pt x="5567040" y="3601917"/>
                    </a:lnTo>
                    <a:lnTo>
                      <a:pt x="5676184" y="3607848"/>
                    </a:lnTo>
                    <a:lnTo>
                      <a:pt x="5785327" y="3575757"/>
                    </a:lnTo>
                    <a:lnTo>
                      <a:pt x="5894469" y="3494415"/>
                    </a:lnTo>
                    <a:lnTo>
                      <a:pt x="6003612" y="3423029"/>
                    </a:lnTo>
                    <a:lnTo>
                      <a:pt x="6112755" y="3361493"/>
                    </a:lnTo>
                    <a:lnTo>
                      <a:pt x="6221899" y="3272526"/>
                    </a:lnTo>
                    <a:lnTo>
                      <a:pt x="6331042" y="3175720"/>
                    </a:lnTo>
                    <a:lnTo>
                      <a:pt x="6440291" y="3128271"/>
                    </a:lnTo>
                    <a:lnTo>
                      <a:pt x="6549434" y="3067052"/>
                    </a:lnTo>
                    <a:lnTo>
                      <a:pt x="6658577" y="3023522"/>
                    </a:lnTo>
                    <a:lnTo>
                      <a:pt x="6767720" y="3033372"/>
                    </a:lnTo>
                    <a:lnTo>
                      <a:pt x="6876864" y="3034643"/>
                    </a:lnTo>
                    <a:lnTo>
                      <a:pt x="6986007" y="3054343"/>
                    </a:lnTo>
                    <a:lnTo>
                      <a:pt x="7095150" y="3074784"/>
                    </a:lnTo>
                    <a:lnTo>
                      <a:pt x="7204293" y="3102004"/>
                    </a:lnTo>
                    <a:lnTo>
                      <a:pt x="7313542" y="3141086"/>
                    </a:lnTo>
                    <a:lnTo>
                      <a:pt x="7422685" y="3189065"/>
                    </a:lnTo>
                    <a:lnTo>
                      <a:pt x="7531828" y="3243823"/>
                    </a:lnTo>
                    <a:lnTo>
                      <a:pt x="7640971" y="3302499"/>
                    </a:lnTo>
                    <a:lnTo>
                      <a:pt x="7750114" y="3360540"/>
                    </a:lnTo>
                    <a:lnTo>
                      <a:pt x="7859257" y="3411061"/>
                    </a:lnTo>
                    <a:lnTo>
                      <a:pt x="7968401" y="3447919"/>
                    </a:lnTo>
                    <a:lnTo>
                      <a:pt x="8077544" y="3466771"/>
                    </a:lnTo>
                    <a:lnTo>
                      <a:pt x="8186793" y="3464971"/>
                    </a:lnTo>
                    <a:lnTo>
                      <a:pt x="8295936" y="3441776"/>
                    </a:lnTo>
                    <a:lnTo>
                      <a:pt x="8405078" y="3397504"/>
                    </a:lnTo>
                    <a:lnTo>
                      <a:pt x="8514221" y="3333002"/>
                    </a:lnTo>
                    <a:lnTo>
                      <a:pt x="8623365" y="3249224"/>
                    </a:lnTo>
                    <a:lnTo>
                      <a:pt x="8623365" y="4805204"/>
                    </a:lnTo>
                    <a:lnTo>
                      <a:pt x="8514221" y="4805204"/>
                    </a:lnTo>
                    <a:lnTo>
                      <a:pt x="8405078" y="4805204"/>
                    </a:lnTo>
                    <a:lnTo>
                      <a:pt x="8295936" y="4805204"/>
                    </a:lnTo>
                    <a:lnTo>
                      <a:pt x="8186793" y="4805204"/>
                    </a:lnTo>
                    <a:lnTo>
                      <a:pt x="8077544" y="4805204"/>
                    </a:lnTo>
                    <a:lnTo>
                      <a:pt x="7968401" y="4805204"/>
                    </a:lnTo>
                    <a:lnTo>
                      <a:pt x="7859257" y="4805204"/>
                    </a:lnTo>
                    <a:lnTo>
                      <a:pt x="7750114" y="4720156"/>
                    </a:lnTo>
                    <a:lnTo>
                      <a:pt x="7640971" y="4601850"/>
                    </a:lnTo>
                    <a:lnTo>
                      <a:pt x="7531828" y="4497419"/>
                    </a:lnTo>
                    <a:lnTo>
                      <a:pt x="7422685" y="4405062"/>
                    </a:lnTo>
                    <a:lnTo>
                      <a:pt x="7313542" y="4324885"/>
                    </a:lnTo>
                    <a:lnTo>
                      <a:pt x="7204293" y="4258160"/>
                    </a:lnTo>
                    <a:lnTo>
                      <a:pt x="7095150" y="4201602"/>
                    </a:lnTo>
                    <a:lnTo>
                      <a:pt x="6986007" y="4150869"/>
                    </a:lnTo>
                    <a:lnTo>
                      <a:pt x="6876864" y="4127038"/>
                    </a:lnTo>
                    <a:lnTo>
                      <a:pt x="6767720" y="4130745"/>
                    </a:lnTo>
                    <a:lnTo>
                      <a:pt x="6658577" y="4175123"/>
                    </a:lnTo>
                    <a:lnTo>
                      <a:pt x="6549434" y="4251487"/>
                    </a:lnTo>
                    <a:lnTo>
                      <a:pt x="6440291" y="4376677"/>
                    </a:lnTo>
                    <a:lnTo>
                      <a:pt x="6331042" y="4464586"/>
                    </a:lnTo>
                    <a:lnTo>
                      <a:pt x="6221899" y="4563721"/>
                    </a:lnTo>
                    <a:lnTo>
                      <a:pt x="6112755" y="4702468"/>
                    </a:lnTo>
                    <a:lnTo>
                      <a:pt x="6003612" y="4805204"/>
                    </a:lnTo>
                    <a:lnTo>
                      <a:pt x="5894469" y="4805204"/>
                    </a:lnTo>
                    <a:lnTo>
                      <a:pt x="5785327" y="4791118"/>
                    </a:lnTo>
                    <a:lnTo>
                      <a:pt x="5676184" y="4780315"/>
                    </a:lnTo>
                    <a:lnTo>
                      <a:pt x="5567040" y="4802133"/>
                    </a:lnTo>
                    <a:lnTo>
                      <a:pt x="5457791" y="4805204"/>
                    </a:lnTo>
                    <a:lnTo>
                      <a:pt x="5348648" y="4805204"/>
                    </a:lnTo>
                    <a:lnTo>
                      <a:pt x="5239505" y="4805204"/>
                    </a:lnTo>
                    <a:lnTo>
                      <a:pt x="5130362" y="4805204"/>
                    </a:lnTo>
                    <a:lnTo>
                      <a:pt x="5021219" y="4805204"/>
                    </a:lnTo>
                    <a:lnTo>
                      <a:pt x="4912075" y="4805204"/>
                    </a:lnTo>
                    <a:lnTo>
                      <a:pt x="4802932" y="4805204"/>
                    </a:lnTo>
                    <a:lnTo>
                      <a:pt x="4693683" y="4805204"/>
                    </a:lnTo>
                    <a:lnTo>
                      <a:pt x="4584540" y="4805204"/>
                    </a:lnTo>
                    <a:lnTo>
                      <a:pt x="4475397" y="4753836"/>
                    </a:lnTo>
                    <a:lnTo>
                      <a:pt x="4366254" y="4281355"/>
                    </a:lnTo>
                    <a:lnTo>
                      <a:pt x="4257111" y="3772862"/>
                    </a:lnTo>
                    <a:lnTo>
                      <a:pt x="4147968" y="3290954"/>
                    </a:lnTo>
                    <a:lnTo>
                      <a:pt x="4038825" y="2848976"/>
                    </a:lnTo>
                    <a:lnTo>
                      <a:pt x="3929682" y="2512488"/>
                    </a:lnTo>
                    <a:lnTo>
                      <a:pt x="3820432" y="2213705"/>
                    </a:lnTo>
                    <a:lnTo>
                      <a:pt x="3711289" y="1954110"/>
                    </a:lnTo>
                    <a:lnTo>
                      <a:pt x="3602146" y="1736034"/>
                    </a:lnTo>
                    <a:lnTo>
                      <a:pt x="3493003" y="1561699"/>
                    </a:lnTo>
                    <a:lnTo>
                      <a:pt x="3383860" y="1432590"/>
                    </a:lnTo>
                    <a:lnTo>
                      <a:pt x="3274717" y="1349024"/>
                    </a:lnTo>
                    <a:lnTo>
                      <a:pt x="3165574" y="1309201"/>
                    </a:lnTo>
                    <a:lnTo>
                      <a:pt x="3056431" y="1309836"/>
                    </a:lnTo>
                    <a:lnTo>
                      <a:pt x="2947182" y="1345953"/>
                    </a:lnTo>
                    <a:lnTo>
                      <a:pt x="2838039" y="1412255"/>
                    </a:lnTo>
                    <a:lnTo>
                      <a:pt x="2728896" y="1503023"/>
                    </a:lnTo>
                    <a:lnTo>
                      <a:pt x="2619752" y="1612962"/>
                    </a:lnTo>
                    <a:lnTo>
                      <a:pt x="2510609" y="1745989"/>
                    </a:lnTo>
                    <a:lnTo>
                      <a:pt x="2401466" y="1952733"/>
                    </a:lnTo>
                    <a:lnTo>
                      <a:pt x="2292323" y="2212540"/>
                    </a:lnTo>
                    <a:lnTo>
                      <a:pt x="2183180" y="2485903"/>
                    </a:lnTo>
                    <a:lnTo>
                      <a:pt x="2073931" y="2729611"/>
                    </a:lnTo>
                    <a:lnTo>
                      <a:pt x="1964788" y="2907017"/>
                    </a:lnTo>
                    <a:lnTo>
                      <a:pt x="1855645" y="3081775"/>
                    </a:lnTo>
                    <a:lnTo>
                      <a:pt x="1746501" y="3273690"/>
                    </a:lnTo>
                    <a:lnTo>
                      <a:pt x="1637358" y="3481176"/>
                    </a:lnTo>
                    <a:lnTo>
                      <a:pt x="1528215" y="3702853"/>
                    </a:lnTo>
                    <a:lnTo>
                      <a:pt x="1419072" y="3937558"/>
                    </a:lnTo>
                    <a:lnTo>
                      <a:pt x="1309929" y="4184232"/>
                    </a:lnTo>
                    <a:lnTo>
                      <a:pt x="1200680" y="4441708"/>
                    </a:lnTo>
                    <a:lnTo>
                      <a:pt x="1091537" y="4708929"/>
                    </a:lnTo>
                    <a:lnTo>
                      <a:pt x="982394" y="4805204"/>
                    </a:lnTo>
                    <a:lnTo>
                      <a:pt x="873251" y="4805204"/>
                    </a:lnTo>
                    <a:lnTo>
                      <a:pt x="764108" y="4805204"/>
                    </a:lnTo>
                    <a:lnTo>
                      <a:pt x="654965" y="4805204"/>
                    </a:lnTo>
                    <a:lnTo>
                      <a:pt x="545822" y="4805204"/>
                    </a:lnTo>
                    <a:lnTo>
                      <a:pt x="436678" y="4805204"/>
                    </a:lnTo>
                    <a:lnTo>
                      <a:pt x="327429" y="4805204"/>
                    </a:lnTo>
                    <a:lnTo>
                      <a:pt x="218286" y="4805204"/>
                    </a:lnTo>
                    <a:lnTo>
                      <a:pt x="109143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solidFill>
                <a:srgbClr val="06A7B4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7BACF78A-012C-93E9-8C19-D60D30A72D47}"/>
                  </a:ext>
                </a:extLst>
              </p:cNvPr>
              <p:cNvSpPr/>
              <p:nvPr/>
            </p:nvSpPr>
            <p:spPr>
              <a:xfrm>
                <a:off x="2067135" y="971481"/>
                <a:ext cx="8623365" cy="4805204"/>
              </a:xfrm>
              <a:custGeom>
                <a:avLst/>
                <a:gdLst>
                  <a:gd name="connsiteX0" fmla="*/ 0 w 8623365"/>
                  <a:gd name="connsiteY0" fmla="*/ 4805204 h 4805204"/>
                  <a:gd name="connsiteX1" fmla="*/ 109143 w 8623365"/>
                  <a:gd name="connsiteY1" fmla="*/ 4705751 h 4805204"/>
                  <a:gd name="connsiteX2" fmla="*/ 218286 w 8623365"/>
                  <a:gd name="connsiteY2" fmla="*/ 4590835 h 4805204"/>
                  <a:gd name="connsiteX3" fmla="*/ 327429 w 8623365"/>
                  <a:gd name="connsiteY3" fmla="*/ 4473588 h 4805204"/>
                  <a:gd name="connsiteX4" fmla="*/ 436678 w 8623365"/>
                  <a:gd name="connsiteY4" fmla="*/ 4351364 h 4805204"/>
                  <a:gd name="connsiteX5" fmla="*/ 545822 w 8623365"/>
                  <a:gd name="connsiteY5" fmla="*/ 4221831 h 4805204"/>
                  <a:gd name="connsiteX6" fmla="*/ 654965 w 8623365"/>
                  <a:gd name="connsiteY6" fmla="*/ 4082236 h 4805204"/>
                  <a:gd name="connsiteX7" fmla="*/ 764108 w 8623365"/>
                  <a:gd name="connsiteY7" fmla="*/ 3930038 h 4805204"/>
                  <a:gd name="connsiteX8" fmla="*/ 873251 w 8623365"/>
                  <a:gd name="connsiteY8" fmla="*/ 3763012 h 4805204"/>
                  <a:gd name="connsiteX9" fmla="*/ 982394 w 8623365"/>
                  <a:gd name="connsiteY9" fmla="*/ 3579146 h 4805204"/>
                  <a:gd name="connsiteX10" fmla="*/ 1091537 w 8623365"/>
                  <a:gd name="connsiteY10" fmla="*/ 3377380 h 4805204"/>
                  <a:gd name="connsiteX11" fmla="*/ 1200680 w 8623365"/>
                  <a:gd name="connsiteY11" fmla="*/ 3160151 h 4805204"/>
                  <a:gd name="connsiteX12" fmla="*/ 1309929 w 8623365"/>
                  <a:gd name="connsiteY12" fmla="*/ 2931801 h 4805204"/>
                  <a:gd name="connsiteX13" fmla="*/ 1419072 w 8623365"/>
                  <a:gd name="connsiteY13" fmla="*/ 2696778 h 4805204"/>
                  <a:gd name="connsiteX14" fmla="*/ 1528215 w 8623365"/>
                  <a:gd name="connsiteY14" fmla="*/ 2459955 h 4805204"/>
                  <a:gd name="connsiteX15" fmla="*/ 1637358 w 8623365"/>
                  <a:gd name="connsiteY15" fmla="*/ 2226097 h 4805204"/>
                  <a:gd name="connsiteX16" fmla="*/ 1746501 w 8623365"/>
                  <a:gd name="connsiteY16" fmla="*/ 1999759 h 4805204"/>
                  <a:gd name="connsiteX17" fmla="*/ 1855645 w 8623365"/>
                  <a:gd name="connsiteY17" fmla="*/ 1785389 h 4805204"/>
                  <a:gd name="connsiteX18" fmla="*/ 1964788 w 8623365"/>
                  <a:gd name="connsiteY18" fmla="*/ 1587225 h 4805204"/>
                  <a:gd name="connsiteX19" fmla="*/ 2073931 w 8623365"/>
                  <a:gd name="connsiteY19" fmla="*/ 1387895 h 4805204"/>
                  <a:gd name="connsiteX20" fmla="*/ 2183180 w 8623365"/>
                  <a:gd name="connsiteY20" fmla="*/ 1124169 h 4805204"/>
                  <a:gd name="connsiteX21" fmla="*/ 2292323 w 8623365"/>
                  <a:gd name="connsiteY21" fmla="*/ 827081 h 4805204"/>
                  <a:gd name="connsiteX22" fmla="*/ 2401466 w 8623365"/>
                  <a:gd name="connsiteY22" fmla="*/ 539525 h 4805204"/>
                  <a:gd name="connsiteX23" fmla="*/ 2510609 w 8623365"/>
                  <a:gd name="connsiteY23" fmla="*/ 308845 h 4805204"/>
                  <a:gd name="connsiteX24" fmla="*/ 2619752 w 8623365"/>
                  <a:gd name="connsiteY24" fmla="*/ 169250 h 4805204"/>
                  <a:gd name="connsiteX25" fmla="*/ 2728896 w 8623365"/>
                  <a:gd name="connsiteY25" fmla="*/ 76364 h 4805204"/>
                  <a:gd name="connsiteX26" fmla="*/ 2838039 w 8623365"/>
                  <a:gd name="connsiteY26" fmla="*/ 20547 h 4805204"/>
                  <a:gd name="connsiteX27" fmla="*/ 2947182 w 8623365"/>
                  <a:gd name="connsiteY27" fmla="*/ 0 h 4805204"/>
                  <a:gd name="connsiteX28" fmla="*/ 3056431 w 8623365"/>
                  <a:gd name="connsiteY28" fmla="*/ 12074 h 4805204"/>
                  <a:gd name="connsiteX29" fmla="*/ 3165574 w 8623365"/>
                  <a:gd name="connsiteY29" fmla="*/ 54546 h 4805204"/>
                  <a:gd name="connsiteX30" fmla="*/ 3274717 w 8623365"/>
                  <a:gd name="connsiteY30" fmla="*/ 125826 h 4805204"/>
                  <a:gd name="connsiteX31" fmla="*/ 3383860 w 8623365"/>
                  <a:gd name="connsiteY31" fmla="*/ 225702 h 4805204"/>
                  <a:gd name="connsiteX32" fmla="*/ 3493003 w 8623365"/>
                  <a:gd name="connsiteY32" fmla="*/ 355765 h 4805204"/>
                  <a:gd name="connsiteX33" fmla="*/ 3602146 w 8623365"/>
                  <a:gd name="connsiteY33" fmla="*/ 519190 h 4805204"/>
                  <a:gd name="connsiteX34" fmla="*/ 3711289 w 8623365"/>
                  <a:gd name="connsiteY34" fmla="*/ 720849 h 4805204"/>
                  <a:gd name="connsiteX35" fmla="*/ 3820432 w 8623365"/>
                  <a:gd name="connsiteY35" fmla="*/ 966146 h 4805204"/>
                  <a:gd name="connsiteX36" fmla="*/ 3929682 w 8623365"/>
                  <a:gd name="connsiteY36" fmla="*/ 1260586 h 4805204"/>
                  <a:gd name="connsiteX37" fmla="*/ 4038825 w 8623365"/>
                  <a:gd name="connsiteY37" fmla="*/ 1608831 h 4805204"/>
                  <a:gd name="connsiteX38" fmla="*/ 4147968 w 8623365"/>
                  <a:gd name="connsiteY38" fmla="*/ 2083113 h 4805204"/>
                  <a:gd name="connsiteX39" fmla="*/ 4257111 w 8623365"/>
                  <a:gd name="connsiteY39" fmla="*/ 2590652 h 4805204"/>
                  <a:gd name="connsiteX40" fmla="*/ 4366254 w 8623365"/>
                  <a:gd name="connsiteY40" fmla="*/ 3129012 h 4805204"/>
                  <a:gd name="connsiteX41" fmla="*/ 4475397 w 8623365"/>
                  <a:gd name="connsiteY41" fmla="*/ 3603082 h 4805204"/>
                  <a:gd name="connsiteX42" fmla="*/ 4584540 w 8623365"/>
                  <a:gd name="connsiteY42" fmla="*/ 3871786 h 4805204"/>
                  <a:gd name="connsiteX43" fmla="*/ 4693683 w 8623365"/>
                  <a:gd name="connsiteY43" fmla="*/ 3910868 h 4805204"/>
                  <a:gd name="connsiteX44" fmla="*/ 4802932 w 8623365"/>
                  <a:gd name="connsiteY44" fmla="*/ 3796799 h 4805204"/>
                  <a:gd name="connsiteX45" fmla="*/ 4912075 w 8623365"/>
                  <a:gd name="connsiteY45" fmla="*/ 3630196 h 4805204"/>
                  <a:gd name="connsiteX46" fmla="*/ 5021219 w 8623365"/>
                  <a:gd name="connsiteY46" fmla="*/ 3533603 h 4805204"/>
                  <a:gd name="connsiteX47" fmla="*/ 5130362 w 8623365"/>
                  <a:gd name="connsiteY47" fmla="*/ 3562517 h 4805204"/>
                  <a:gd name="connsiteX48" fmla="*/ 5239505 w 8623365"/>
                  <a:gd name="connsiteY48" fmla="*/ 3582323 h 4805204"/>
                  <a:gd name="connsiteX49" fmla="*/ 5348648 w 8623365"/>
                  <a:gd name="connsiteY49" fmla="*/ 3585289 h 4805204"/>
                  <a:gd name="connsiteX50" fmla="*/ 5457791 w 8623365"/>
                  <a:gd name="connsiteY50" fmla="*/ 3606790 h 4805204"/>
                  <a:gd name="connsiteX51" fmla="*/ 5567040 w 8623365"/>
                  <a:gd name="connsiteY51" fmla="*/ 3601917 h 4805204"/>
                  <a:gd name="connsiteX52" fmla="*/ 5676184 w 8623365"/>
                  <a:gd name="connsiteY52" fmla="*/ 3607848 h 4805204"/>
                  <a:gd name="connsiteX53" fmla="*/ 5785327 w 8623365"/>
                  <a:gd name="connsiteY53" fmla="*/ 3575757 h 4805204"/>
                  <a:gd name="connsiteX54" fmla="*/ 5894469 w 8623365"/>
                  <a:gd name="connsiteY54" fmla="*/ 3494415 h 4805204"/>
                  <a:gd name="connsiteX55" fmla="*/ 6003612 w 8623365"/>
                  <a:gd name="connsiteY55" fmla="*/ 3423029 h 4805204"/>
                  <a:gd name="connsiteX56" fmla="*/ 6112755 w 8623365"/>
                  <a:gd name="connsiteY56" fmla="*/ 3361493 h 4805204"/>
                  <a:gd name="connsiteX57" fmla="*/ 6221899 w 8623365"/>
                  <a:gd name="connsiteY57" fmla="*/ 3272526 h 4805204"/>
                  <a:gd name="connsiteX58" fmla="*/ 6331042 w 8623365"/>
                  <a:gd name="connsiteY58" fmla="*/ 3175720 h 4805204"/>
                  <a:gd name="connsiteX59" fmla="*/ 6440291 w 8623365"/>
                  <a:gd name="connsiteY59" fmla="*/ 3128271 h 4805204"/>
                  <a:gd name="connsiteX60" fmla="*/ 6549434 w 8623365"/>
                  <a:gd name="connsiteY60" fmla="*/ 3067052 h 4805204"/>
                  <a:gd name="connsiteX61" fmla="*/ 6658577 w 8623365"/>
                  <a:gd name="connsiteY61" fmla="*/ 3023522 h 4805204"/>
                  <a:gd name="connsiteX62" fmla="*/ 6767720 w 8623365"/>
                  <a:gd name="connsiteY62" fmla="*/ 3033372 h 4805204"/>
                  <a:gd name="connsiteX63" fmla="*/ 6876864 w 8623365"/>
                  <a:gd name="connsiteY63" fmla="*/ 3034643 h 4805204"/>
                  <a:gd name="connsiteX64" fmla="*/ 6986007 w 8623365"/>
                  <a:gd name="connsiteY64" fmla="*/ 3054343 h 4805204"/>
                  <a:gd name="connsiteX65" fmla="*/ 7095150 w 8623365"/>
                  <a:gd name="connsiteY65" fmla="*/ 3074784 h 4805204"/>
                  <a:gd name="connsiteX66" fmla="*/ 7204293 w 8623365"/>
                  <a:gd name="connsiteY66" fmla="*/ 3102004 h 4805204"/>
                  <a:gd name="connsiteX67" fmla="*/ 7313542 w 8623365"/>
                  <a:gd name="connsiteY67" fmla="*/ 3141086 h 4805204"/>
                  <a:gd name="connsiteX68" fmla="*/ 7422685 w 8623365"/>
                  <a:gd name="connsiteY68" fmla="*/ 3189065 h 4805204"/>
                  <a:gd name="connsiteX69" fmla="*/ 7531828 w 8623365"/>
                  <a:gd name="connsiteY69" fmla="*/ 3243823 h 4805204"/>
                  <a:gd name="connsiteX70" fmla="*/ 7640971 w 8623365"/>
                  <a:gd name="connsiteY70" fmla="*/ 3302499 h 4805204"/>
                  <a:gd name="connsiteX71" fmla="*/ 7750114 w 8623365"/>
                  <a:gd name="connsiteY71" fmla="*/ 3360540 h 4805204"/>
                  <a:gd name="connsiteX72" fmla="*/ 7859257 w 8623365"/>
                  <a:gd name="connsiteY72" fmla="*/ 3411061 h 4805204"/>
                  <a:gd name="connsiteX73" fmla="*/ 7968401 w 8623365"/>
                  <a:gd name="connsiteY73" fmla="*/ 3447919 h 4805204"/>
                  <a:gd name="connsiteX74" fmla="*/ 8077544 w 8623365"/>
                  <a:gd name="connsiteY74" fmla="*/ 3466771 h 4805204"/>
                  <a:gd name="connsiteX75" fmla="*/ 8186793 w 8623365"/>
                  <a:gd name="connsiteY75" fmla="*/ 3464971 h 4805204"/>
                  <a:gd name="connsiteX76" fmla="*/ 8295936 w 8623365"/>
                  <a:gd name="connsiteY76" fmla="*/ 3441776 h 4805204"/>
                  <a:gd name="connsiteX77" fmla="*/ 8405078 w 8623365"/>
                  <a:gd name="connsiteY77" fmla="*/ 3397504 h 4805204"/>
                  <a:gd name="connsiteX78" fmla="*/ 8514221 w 8623365"/>
                  <a:gd name="connsiteY78" fmla="*/ 3333002 h 4805204"/>
                  <a:gd name="connsiteX79" fmla="*/ 8623365 w 8623365"/>
                  <a:gd name="connsiteY79" fmla="*/ 324922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623365" h="4805204">
                    <a:moveTo>
                      <a:pt x="0" y="4805204"/>
                    </a:moveTo>
                    <a:lnTo>
                      <a:pt x="109143" y="4705751"/>
                    </a:lnTo>
                    <a:lnTo>
                      <a:pt x="218286" y="4590835"/>
                    </a:lnTo>
                    <a:lnTo>
                      <a:pt x="327429" y="4473588"/>
                    </a:lnTo>
                    <a:lnTo>
                      <a:pt x="436678" y="4351364"/>
                    </a:lnTo>
                    <a:lnTo>
                      <a:pt x="545822" y="4221831"/>
                    </a:lnTo>
                    <a:lnTo>
                      <a:pt x="654965" y="4082236"/>
                    </a:lnTo>
                    <a:lnTo>
                      <a:pt x="764108" y="3930038"/>
                    </a:lnTo>
                    <a:lnTo>
                      <a:pt x="873251" y="3763012"/>
                    </a:lnTo>
                    <a:lnTo>
                      <a:pt x="982394" y="3579146"/>
                    </a:lnTo>
                    <a:lnTo>
                      <a:pt x="1091537" y="3377380"/>
                    </a:lnTo>
                    <a:lnTo>
                      <a:pt x="1200680" y="3160151"/>
                    </a:lnTo>
                    <a:lnTo>
                      <a:pt x="1309929" y="2931801"/>
                    </a:lnTo>
                    <a:lnTo>
                      <a:pt x="1419072" y="2696778"/>
                    </a:lnTo>
                    <a:lnTo>
                      <a:pt x="1528215" y="2459955"/>
                    </a:lnTo>
                    <a:lnTo>
                      <a:pt x="1637358" y="2226097"/>
                    </a:lnTo>
                    <a:lnTo>
                      <a:pt x="1746501" y="1999759"/>
                    </a:lnTo>
                    <a:lnTo>
                      <a:pt x="1855645" y="1785389"/>
                    </a:lnTo>
                    <a:lnTo>
                      <a:pt x="1964788" y="1587225"/>
                    </a:lnTo>
                    <a:lnTo>
                      <a:pt x="2073931" y="1387895"/>
                    </a:lnTo>
                    <a:lnTo>
                      <a:pt x="2183180" y="1124169"/>
                    </a:lnTo>
                    <a:lnTo>
                      <a:pt x="2292323" y="827081"/>
                    </a:lnTo>
                    <a:lnTo>
                      <a:pt x="2401466" y="539525"/>
                    </a:lnTo>
                    <a:lnTo>
                      <a:pt x="2510609" y="308845"/>
                    </a:lnTo>
                    <a:lnTo>
                      <a:pt x="2619752" y="169250"/>
                    </a:lnTo>
                    <a:lnTo>
                      <a:pt x="2728896" y="76364"/>
                    </a:lnTo>
                    <a:lnTo>
                      <a:pt x="2838039" y="20547"/>
                    </a:lnTo>
                    <a:lnTo>
                      <a:pt x="2947182" y="0"/>
                    </a:lnTo>
                    <a:lnTo>
                      <a:pt x="3056431" y="12074"/>
                    </a:lnTo>
                    <a:lnTo>
                      <a:pt x="3165574" y="54546"/>
                    </a:lnTo>
                    <a:lnTo>
                      <a:pt x="3274717" y="125826"/>
                    </a:lnTo>
                    <a:lnTo>
                      <a:pt x="3383860" y="225702"/>
                    </a:lnTo>
                    <a:lnTo>
                      <a:pt x="3493003" y="355765"/>
                    </a:lnTo>
                    <a:lnTo>
                      <a:pt x="3602146" y="519190"/>
                    </a:lnTo>
                    <a:lnTo>
                      <a:pt x="3711289" y="720849"/>
                    </a:lnTo>
                    <a:lnTo>
                      <a:pt x="3820432" y="966146"/>
                    </a:lnTo>
                    <a:lnTo>
                      <a:pt x="3929682" y="1260586"/>
                    </a:lnTo>
                    <a:lnTo>
                      <a:pt x="4038825" y="1608831"/>
                    </a:lnTo>
                    <a:lnTo>
                      <a:pt x="4147968" y="2083113"/>
                    </a:lnTo>
                    <a:lnTo>
                      <a:pt x="4257111" y="2590652"/>
                    </a:lnTo>
                    <a:lnTo>
                      <a:pt x="4366254" y="3129012"/>
                    </a:lnTo>
                    <a:lnTo>
                      <a:pt x="4475397" y="3603082"/>
                    </a:lnTo>
                    <a:lnTo>
                      <a:pt x="4584540" y="3871786"/>
                    </a:lnTo>
                    <a:lnTo>
                      <a:pt x="4693683" y="3910868"/>
                    </a:lnTo>
                    <a:lnTo>
                      <a:pt x="4802932" y="3796799"/>
                    </a:lnTo>
                    <a:lnTo>
                      <a:pt x="4912075" y="3630196"/>
                    </a:lnTo>
                    <a:lnTo>
                      <a:pt x="5021219" y="3533603"/>
                    </a:lnTo>
                    <a:lnTo>
                      <a:pt x="5130362" y="3562517"/>
                    </a:lnTo>
                    <a:lnTo>
                      <a:pt x="5239505" y="3582323"/>
                    </a:lnTo>
                    <a:lnTo>
                      <a:pt x="5348648" y="3585289"/>
                    </a:lnTo>
                    <a:lnTo>
                      <a:pt x="5457791" y="3606790"/>
                    </a:lnTo>
                    <a:lnTo>
                      <a:pt x="5567040" y="3601917"/>
                    </a:lnTo>
                    <a:lnTo>
                      <a:pt x="5676184" y="3607848"/>
                    </a:lnTo>
                    <a:lnTo>
                      <a:pt x="5785327" y="3575757"/>
                    </a:lnTo>
                    <a:lnTo>
                      <a:pt x="5894469" y="3494415"/>
                    </a:lnTo>
                    <a:lnTo>
                      <a:pt x="6003612" y="3423029"/>
                    </a:lnTo>
                    <a:lnTo>
                      <a:pt x="6112755" y="3361493"/>
                    </a:lnTo>
                    <a:lnTo>
                      <a:pt x="6221899" y="3272526"/>
                    </a:lnTo>
                    <a:lnTo>
                      <a:pt x="6331042" y="3175720"/>
                    </a:lnTo>
                    <a:lnTo>
                      <a:pt x="6440291" y="3128271"/>
                    </a:lnTo>
                    <a:lnTo>
                      <a:pt x="6549434" y="3067052"/>
                    </a:lnTo>
                    <a:lnTo>
                      <a:pt x="6658577" y="3023522"/>
                    </a:lnTo>
                    <a:lnTo>
                      <a:pt x="6767720" y="3033372"/>
                    </a:lnTo>
                    <a:lnTo>
                      <a:pt x="6876864" y="3034643"/>
                    </a:lnTo>
                    <a:lnTo>
                      <a:pt x="6986007" y="3054343"/>
                    </a:lnTo>
                    <a:lnTo>
                      <a:pt x="7095150" y="3074784"/>
                    </a:lnTo>
                    <a:lnTo>
                      <a:pt x="7204293" y="3102004"/>
                    </a:lnTo>
                    <a:lnTo>
                      <a:pt x="7313542" y="3141086"/>
                    </a:lnTo>
                    <a:lnTo>
                      <a:pt x="7422685" y="3189065"/>
                    </a:lnTo>
                    <a:lnTo>
                      <a:pt x="7531828" y="3243823"/>
                    </a:lnTo>
                    <a:lnTo>
                      <a:pt x="7640971" y="3302499"/>
                    </a:lnTo>
                    <a:lnTo>
                      <a:pt x="7750114" y="3360540"/>
                    </a:lnTo>
                    <a:lnTo>
                      <a:pt x="7859257" y="3411061"/>
                    </a:lnTo>
                    <a:lnTo>
                      <a:pt x="7968401" y="3447919"/>
                    </a:lnTo>
                    <a:lnTo>
                      <a:pt x="8077544" y="3466771"/>
                    </a:lnTo>
                    <a:lnTo>
                      <a:pt x="8186793" y="3464971"/>
                    </a:lnTo>
                    <a:lnTo>
                      <a:pt x="8295936" y="3441776"/>
                    </a:lnTo>
                    <a:lnTo>
                      <a:pt x="8405078" y="3397504"/>
                    </a:lnTo>
                    <a:lnTo>
                      <a:pt x="8514221" y="3333002"/>
                    </a:lnTo>
                    <a:lnTo>
                      <a:pt x="8623365" y="3249224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750085E3-69CB-C584-45F2-34FBE1026C3C}"/>
                  </a:ext>
                </a:extLst>
              </p:cNvPr>
              <p:cNvSpPr/>
              <p:nvPr/>
            </p:nvSpPr>
            <p:spPr>
              <a:xfrm>
                <a:off x="2067135" y="2280681"/>
                <a:ext cx="8623365" cy="3496003"/>
              </a:xfrm>
              <a:custGeom>
                <a:avLst/>
                <a:gdLst>
                  <a:gd name="connsiteX0" fmla="*/ 8623365 w 8623365"/>
                  <a:gd name="connsiteY0" fmla="*/ 3496004 h 3496003"/>
                  <a:gd name="connsiteX1" fmla="*/ 8514221 w 8623365"/>
                  <a:gd name="connsiteY1" fmla="*/ 3496004 h 3496003"/>
                  <a:gd name="connsiteX2" fmla="*/ 8405078 w 8623365"/>
                  <a:gd name="connsiteY2" fmla="*/ 3496004 h 3496003"/>
                  <a:gd name="connsiteX3" fmla="*/ 8295936 w 8623365"/>
                  <a:gd name="connsiteY3" fmla="*/ 3496004 h 3496003"/>
                  <a:gd name="connsiteX4" fmla="*/ 8186793 w 8623365"/>
                  <a:gd name="connsiteY4" fmla="*/ 3496004 h 3496003"/>
                  <a:gd name="connsiteX5" fmla="*/ 8077544 w 8623365"/>
                  <a:gd name="connsiteY5" fmla="*/ 3496004 h 3496003"/>
                  <a:gd name="connsiteX6" fmla="*/ 7968401 w 8623365"/>
                  <a:gd name="connsiteY6" fmla="*/ 3496004 h 3496003"/>
                  <a:gd name="connsiteX7" fmla="*/ 7859257 w 8623365"/>
                  <a:gd name="connsiteY7" fmla="*/ 3496004 h 3496003"/>
                  <a:gd name="connsiteX8" fmla="*/ 7750114 w 8623365"/>
                  <a:gd name="connsiteY8" fmla="*/ 3410955 h 3496003"/>
                  <a:gd name="connsiteX9" fmla="*/ 7640971 w 8623365"/>
                  <a:gd name="connsiteY9" fmla="*/ 3292649 h 3496003"/>
                  <a:gd name="connsiteX10" fmla="*/ 7531828 w 8623365"/>
                  <a:gd name="connsiteY10" fmla="*/ 3188218 h 3496003"/>
                  <a:gd name="connsiteX11" fmla="*/ 7422685 w 8623365"/>
                  <a:gd name="connsiteY11" fmla="*/ 3095861 h 3496003"/>
                  <a:gd name="connsiteX12" fmla="*/ 7313542 w 8623365"/>
                  <a:gd name="connsiteY12" fmla="*/ 3015684 h 3496003"/>
                  <a:gd name="connsiteX13" fmla="*/ 7204293 w 8623365"/>
                  <a:gd name="connsiteY13" fmla="*/ 2948959 h 3496003"/>
                  <a:gd name="connsiteX14" fmla="*/ 7095150 w 8623365"/>
                  <a:gd name="connsiteY14" fmla="*/ 2892401 h 3496003"/>
                  <a:gd name="connsiteX15" fmla="*/ 6986007 w 8623365"/>
                  <a:gd name="connsiteY15" fmla="*/ 2841668 h 3496003"/>
                  <a:gd name="connsiteX16" fmla="*/ 6876864 w 8623365"/>
                  <a:gd name="connsiteY16" fmla="*/ 2817837 h 3496003"/>
                  <a:gd name="connsiteX17" fmla="*/ 6767720 w 8623365"/>
                  <a:gd name="connsiteY17" fmla="*/ 2821544 h 3496003"/>
                  <a:gd name="connsiteX18" fmla="*/ 6658577 w 8623365"/>
                  <a:gd name="connsiteY18" fmla="*/ 2865922 h 3496003"/>
                  <a:gd name="connsiteX19" fmla="*/ 6549434 w 8623365"/>
                  <a:gd name="connsiteY19" fmla="*/ 2942286 h 3496003"/>
                  <a:gd name="connsiteX20" fmla="*/ 6440291 w 8623365"/>
                  <a:gd name="connsiteY20" fmla="*/ 3067476 h 3496003"/>
                  <a:gd name="connsiteX21" fmla="*/ 6331042 w 8623365"/>
                  <a:gd name="connsiteY21" fmla="*/ 3155385 h 3496003"/>
                  <a:gd name="connsiteX22" fmla="*/ 6221899 w 8623365"/>
                  <a:gd name="connsiteY22" fmla="*/ 3254520 h 3496003"/>
                  <a:gd name="connsiteX23" fmla="*/ 6112755 w 8623365"/>
                  <a:gd name="connsiteY23" fmla="*/ 3393267 h 3496003"/>
                  <a:gd name="connsiteX24" fmla="*/ 6003612 w 8623365"/>
                  <a:gd name="connsiteY24" fmla="*/ 3496004 h 3496003"/>
                  <a:gd name="connsiteX25" fmla="*/ 5894469 w 8623365"/>
                  <a:gd name="connsiteY25" fmla="*/ 3496004 h 3496003"/>
                  <a:gd name="connsiteX26" fmla="*/ 5785327 w 8623365"/>
                  <a:gd name="connsiteY26" fmla="*/ 3481917 h 3496003"/>
                  <a:gd name="connsiteX27" fmla="*/ 5676184 w 8623365"/>
                  <a:gd name="connsiteY27" fmla="*/ 3471114 h 3496003"/>
                  <a:gd name="connsiteX28" fmla="*/ 5567040 w 8623365"/>
                  <a:gd name="connsiteY28" fmla="*/ 3492932 h 3496003"/>
                  <a:gd name="connsiteX29" fmla="*/ 5457791 w 8623365"/>
                  <a:gd name="connsiteY29" fmla="*/ 3496004 h 3496003"/>
                  <a:gd name="connsiteX30" fmla="*/ 5348648 w 8623365"/>
                  <a:gd name="connsiteY30" fmla="*/ 3496004 h 3496003"/>
                  <a:gd name="connsiteX31" fmla="*/ 5239505 w 8623365"/>
                  <a:gd name="connsiteY31" fmla="*/ 3496004 h 3496003"/>
                  <a:gd name="connsiteX32" fmla="*/ 5130362 w 8623365"/>
                  <a:gd name="connsiteY32" fmla="*/ 3496004 h 3496003"/>
                  <a:gd name="connsiteX33" fmla="*/ 5021219 w 8623365"/>
                  <a:gd name="connsiteY33" fmla="*/ 3496004 h 3496003"/>
                  <a:gd name="connsiteX34" fmla="*/ 4912075 w 8623365"/>
                  <a:gd name="connsiteY34" fmla="*/ 3496004 h 3496003"/>
                  <a:gd name="connsiteX35" fmla="*/ 4802932 w 8623365"/>
                  <a:gd name="connsiteY35" fmla="*/ 3496004 h 3496003"/>
                  <a:gd name="connsiteX36" fmla="*/ 4693683 w 8623365"/>
                  <a:gd name="connsiteY36" fmla="*/ 3496004 h 3496003"/>
                  <a:gd name="connsiteX37" fmla="*/ 4584540 w 8623365"/>
                  <a:gd name="connsiteY37" fmla="*/ 3496004 h 3496003"/>
                  <a:gd name="connsiteX38" fmla="*/ 4475397 w 8623365"/>
                  <a:gd name="connsiteY38" fmla="*/ 3444635 h 3496003"/>
                  <a:gd name="connsiteX39" fmla="*/ 4366254 w 8623365"/>
                  <a:gd name="connsiteY39" fmla="*/ 2972154 h 3496003"/>
                  <a:gd name="connsiteX40" fmla="*/ 4257111 w 8623365"/>
                  <a:gd name="connsiteY40" fmla="*/ 2463662 h 3496003"/>
                  <a:gd name="connsiteX41" fmla="*/ 4147968 w 8623365"/>
                  <a:gd name="connsiteY41" fmla="*/ 1981754 h 3496003"/>
                  <a:gd name="connsiteX42" fmla="*/ 4038825 w 8623365"/>
                  <a:gd name="connsiteY42" fmla="*/ 1539775 h 3496003"/>
                  <a:gd name="connsiteX43" fmla="*/ 3929682 w 8623365"/>
                  <a:gd name="connsiteY43" fmla="*/ 1203287 h 3496003"/>
                  <a:gd name="connsiteX44" fmla="*/ 3820432 w 8623365"/>
                  <a:gd name="connsiteY44" fmla="*/ 904504 h 3496003"/>
                  <a:gd name="connsiteX45" fmla="*/ 3711289 w 8623365"/>
                  <a:gd name="connsiteY45" fmla="*/ 644909 h 3496003"/>
                  <a:gd name="connsiteX46" fmla="*/ 3602146 w 8623365"/>
                  <a:gd name="connsiteY46" fmla="*/ 426833 h 3496003"/>
                  <a:gd name="connsiteX47" fmla="*/ 3493003 w 8623365"/>
                  <a:gd name="connsiteY47" fmla="*/ 252499 h 3496003"/>
                  <a:gd name="connsiteX48" fmla="*/ 3383860 w 8623365"/>
                  <a:gd name="connsiteY48" fmla="*/ 123390 h 3496003"/>
                  <a:gd name="connsiteX49" fmla="*/ 3274717 w 8623365"/>
                  <a:gd name="connsiteY49" fmla="*/ 39824 h 3496003"/>
                  <a:gd name="connsiteX50" fmla="*/ 3165574 w 8623365"/>
                  <a:gd name="connsiteY50" fmla="*/ 0 h 3496003"/>
                  <a:gd name="connsiteX51" fmla="*/ 3056431 w 8623365"/>
                  <a:gd name="connsiteY51" fmla="*/ 635 h 3496003"/>
                  <a:gd name="connsiteX52" fmla="*/ 2947182 w 8623365"/>
                  <a:gd name="connsiteY52" fmla="*/ 36752 h 3496003"/>
                  <a:gd name="connsiteX53" fmla="*/ 2838039 w 8623365"/>
                  <a:gd name="connsiteY53" fmla="*/ 103054 h 3496003"/>
                  <a:gd name="connsiteX54" fmla="*/ 2728896 w 8623365"/>
                  <a:gd name="connsiteY54" fmla="*/ 193822 h 3496003"/>
                  <a:gd name="connsiteX55" fmla="*/ 2619752 w 8623365"/>
                  <a:gd name="connsiteY55" fmla="*/ 303761 h 3496003"/>
                  <a:gd name="connsiteX56" fmla="*/ 2510609 w 8623365"/>
                  <a:gd name="connsiteY56" fmla="*/ 436789 h 3496003"/>
                  <a:gd name="connsiteX57" fmla="*/ 2401466 w 8623365"/>
                  <a:gd name="connsiteY57" fmla="*/ 643532 h 3496003"/>
                  <a:gd name="connsiteX58" fmla="*/ 2292323 w 8623365"/>
                  <a:gd name="connsiteY58" fmla="*/ 903339 h 3496003"/>
                  <a:gd name="connsiteX59" fmla="*/ 2183180 w 8623365"/>
                  <a:gd name="connsiteY59" fmla="*/ 1176703 h 3496003"/>
                  <a:gd name="connsiteX60" fmla="*/ 2073931 w 8623365"/>
                  <a:gd name="connsiteY60" fmla="*/ 1420410 h 3496003"/>
                  <a:gd name="connsiteX61" fmla="*/ 1964788 w 8623365"/>
                  <a:gd name="connsiteY61" fmla="*/ 1597816 h 3496003"/>
                  <a:gd name="connsiteX62" fmla="*/ 1855645 w 8623365"/>
                  <a:gd name="connsiteY62" fmla="*/ 1772574 h 3496003"/>
                  <a:gd name="connsiteX63" fmla="*/ 1746501 w 8623365"/>
                  <a:gd name="connsiteY63" fmla="*/ 1964490 h 3496003"/>
                  <a:gd name="connsiteX64" fmla="*/ 1637358 w 8623365"/>
                  <a:gd name="connsiteY64" fmla="*/ 2171975 h 3496003"/>
                  <a:gd name="connsiteX65" fmla="*/ 1528215 w 8623365"/>
                  <a:gd name="connsiteY65" fmla="*/ 2393652 h 3496003"/>
                  <a:gd name="connsiteX66" fmla="*/ 1419072 w 8623365"/>
                  <a:gd name="connsiteY66" fmla="*/ 2628357 h 3496003"/>
                  <a:gd name="connsiteX67" fmla="*/ 1309929 w 8623365"/>
                  <a:gd name="connsiteY67" fmla="*/ 2875031 h 3496003"/>
                  <a:gd name="connsiteX68" fmla="*/ 1200680 w 8623365"/>
                  <a:gd name="connsiteY68" fmla="*/ 3132507 h 3496003"/>
                  <a:gd name="connsiteX69" fmla="*/ 1091537 w 8623365"/>
                  <a:gd name="connsiteY69" fmla="*/ 3399728 h 3496003"/>
                  <a:gd name="connsiteX70" fmla="*/ 982394 w 8623365"/>
                  <a:gd name="connsiteY70" fmla="*/ 3496004 h 3496003"/>
                  <a:gd name="connsiteX71" fmla="*/ 873251 w 8623365"/>
                  <a:gd name="connsiteY71" fmla="*/ 3496004 h 3496003"/>
                  <a:gd name="connsiteX72" fmla="*/ 764108 w 8623365"/>
                  <a:gd name="connsiteY72" fmla="*/ 3496004 h 3496003"/>
                  <a:gd name="connsiteX73" fmla="*/ 654965 w 8623365"/>
                  <a:gd name="connsiteY73" fmla="*/ 3496004 h 3496003"/>
                  <a:gd name="connsiteX74" fmla="*/ 545822 w 8623365"/>
                  <a:gd name="connsiteY74" fmla="*/ 3496004 h 3496003"/>
                  <a:gd name="connsiteX75" fmla="*/ 436678 w 8623365"/>
                  <a:gd name="connsiteY75" fmla="*/ 3496004 h 3496003"/>
                  <a:gd name="connsiteX76" fmla="*/ 327429 w 8623365"/>
                  <a:gd name="connsiteY76" fmla="*/ 3496004 h 3496003"/>
                  <a:gd name="connsiteX77" fmla="*/ 218286 w 8623365"/>
                  <a:gd name="connsiteY77" fmla="*/ 3496004 h 3496003"/>
                  <a:gd name="connsiteX78" fmla="*/ 109143 w 8623365"/>
                  <a:gd name="connsiteY78" fmla="*/ 3496004 h 3496003"/>
                  <a:gd name="connsiteX79" fmla="*/ 0 w 8623365"/>
                  <a:gd name="connsiteY79" fmla="*/ 3496004 h 3496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623365" h="3496003">
                    <a:moveTo>
                      <a:pt x="8623365" y="3496004"/>
                    </a:moveTo>
                    <a:lnTo>
                      <a:pt x="8514221" y="3496004"/>
                    </a:lnTo>
                    <a:lnTo>
                      <a:pt x="8405078" y="3496004"/>
                    </a:lnTo>
                    <a:lnTo>
                      <a:pt x="8295936" y="3496004"/>
                    </a:lnTo>
                    <a:lnTo>
                      <a:pt x="8186793" y="3496004"/>
                    </a:lnTo>
                    <a:lnTo>
                      <a:pt x="8077544" y="3496004"/>
                    </a:lnTo>
                    <a:lnTo>
                      <a:pt x="7968401" y="3496004"/>
                    </a:lnTo>
                    <a:lnTo>
                      <a:pt x="7859257" y="3496004"/>
                    </a:lnTo>
                    <a:lnTo>
                      <a:pt x="7750114" y="3410955"/>
                    </a:lnTo>
                    <a:lnTo>
                      <a:pt x="7640971" y="3292649"/>
                    </a:lnTo>
                    <a:lnTo>
                      <a:pt x="7531828" y="3188218"/>
                    </a:lnTo>
                    <a:lnTo>
                      <a:pt x="7422685" y="3095861"/>
                    </a:lnTo>
                    <a:lnTo>
                      <a:pt x="7313542" y="3015684"/>
                    </a:lnTo>
                    <a:lnTo>
                      <a:pt x="7204293" y="2948959"/>
                    </a:lnTo>
                    <a:lnTo>
                      <a:pt x="7095150" y="2892401"/>
                    </a:lnTo>
                    <a:lnTo>
                      <a:pt x="6986007" y="2841668"/>
                    </a:lnTo>
                    <a:lnTo>
                      <a:pt x="6876864" y="2817837"/>
                    </a:lnTo>
                    <a:lnTo>
                      <a:pt x="6767720" y="2821544"/>
                    </a:lnTo>
                    <a:lnTo>
                      <a:pt x="6658577" y="2865922"/>
                    </a:lnTo>
                    <a:lnTo>
                      <a:pt x="6549434" y="2942286"/>
                    </a:lnTo>
                    <a:lnTo>
                      <a:pt x="6440291" y="3067476"/>
                    </a:lnTo>
                    <a:lnTo>
                      <a:pt x="6331042" y="3155385"/>
                    </a:lnTo>
                    <a:lnTo>
                      <a:pt x="6221899" y="3254520"/>
                    </a:lnTo>
                    <a:lnTo>
                      <a:pt x="6112755" y="3393267"/>
                    </a:lnTo>
                    <a:lnTo>
                      <a:pt x="6003612" y="3496004"/>
                    </a:lnTo>
                    <a:lnTo>
                      <a:pt x="5894469" y="3496004"/>
                    </a:lnTo>
                    <a:lnTo>
                      <a:pt x="5785327" y="3481917"/>
                    </a:lnTo>
                    <a:lnTo>
                      <a:pt x="5676184" y="3471114"/>
                    </a:lnTo>
                    <a:lnTo>
                      <a:pt x="5567040" y="3492932"/>
                    </a:lnTo>
                    <a:lnTo>
                      <a:pt x="5457791" y="3496004"/>
                    </a:lnTo>
                    <a:lnTo>
                      <a:pt x="5348648" y="3496004"/>
                    </a:lnTo>
                    <a:lnTo>
                      <a:pt x="5239505" y="3496004"/>
                    </a:lnTo>
                    <a:lnTo>
                      <a:pt x="5130362" y="3496004"/>
                    </a:lnTo>
                    <a:lnTo>
                      <a:pt x="5021219" y="3496004"/>
                    </a:lnTo>
                    <a:lnTo>
                      <a:pt x="4912075" y="3496004"/>
                    </a:lnTo>
                    <a:lnTo>
                      <a:pt x="4802932" y="3496004"/>
                    </a:lnTo>
                    <a:lnTo>
                      <a:pt x="4693683" y="3496004"/>
                    </a:lnTo>
                    <a:lnTo>
                      <a:pt x="4584540" y="3496004"/>
                    </a:lnTo>
                    <a:lnTo>
                      <a:pt x="4475397" y="3444635"/>
                    </a:lnTo>
                    <a:lnTo>
                      <a:pt x="4366254" y="2972154"/>
                    </a:lnTo>
                    <a:lnTo>
                      <a:pt x="4257111" y="2463662"/>
                    </a:lnTo>
                    <a:lnTo>
                      <a:pt x="4147968" y="1981754"/>
                    </a:lnTo>
                    <a:lnTo>
                      <a:pt x="4038825" y="1539775"/>
                    </a:lnTo>
                    <a:lnTo>
                      <a:pt x="3929682" y="1203287"/>
                    </a:lnTo>
                    <a:lnTo>
                      <a:pt x="3820432" y="904504"/>
                    </a:lnTo>
                    <a:lnTo>
                      <a:pt x="3711289" y="644909"/>
                    </a:lnTo>
                    <a:lnTo>
                      <a:pt x="3602146" y="426833"/>
                    </a:lnTo>
                    <a:lnTo>
                      <a:pt x="3493003" y="252499"/>
                    </a:lnTo>
                    <a:lnTo>
                      <a:pt x="3383860" y="123390"/>
                    </a:lnTo>
                    <a:lnTo>
                      <a:pt x="3274717" y="39824"/>
                    </a:lnTo>
                    <a:lnTo>
                      <a:pt x="3165574" y="0"/>
                    </a:lnTo>
                    <a:lnTo>
                      <a:pt x="3056431" y="635"/>
                    </a:lnTo>
                    <a:lnTo>
                      <a:pt x="2947182" y="36752"/>
                    </a:lnTo>
                    <a:lnTo>
                      <a:pt x="2838039" y="103054"/>
                    </a:lnTo>
                    <a:lnTo>
                      <a:pt x="2728896" y="193822"/>
                    </a:lnTo>
                    <a:lnTo>
                      <a:pt x="2619752" y="303761"/>
                    </a:lnTo>
                    <a:lnTo>
                      <a:pt x="2510609" y="436789"/>
                    </a:lnTo>
                    <a:lnTo>
                      <a:pt x="2401466" y="643532"/>
                    </a:lnTo>
                    <a:lnTo>
                      <a:pt x="2292323" y="903339"/>
                    </a:lnTo>
                    <a:lnTo>
                      <a:pt x="2183180" y="1176703"/>
                    </a:lnTo>
                    <a:lnTo>
                      <a:pt x="2073931" y="1420410"/>
                    </a:lnTo>
                    <a:lnTo>
                      <a:pt x="1964788" y="1597816"/>
                    </a:lnTo>
                    <a:lnTo>
                      <a:pt x="1855645" y="1772574"/>
                    </a:lnTo>
                    <a:lnTo>
                      <a:pt x="1746501" y="1964490"/>
                    </a:lnTo>
                    <a:lnTo>
                      <a:pt x="1637358" y="2171975"/>
                    </a:lnTo>
                    <a:lnTo>
                      <a:pt x="1528215" y="2393652"/>
                    </a:lnTo>
                    <a:lnTo>
                      <a:pt x="1419072" y="2628357"/>
                    </a:lnTo>
                    <a:lnTo>
                      <a:pt x="1309929" y="2875031"/>
                    </a:lnTo>
                    <a:lnTo>
                      <a:pt x="1200680" y="3132507"/>
                    </a:lnTo>
                    <a:lnTo>
                      <a:pt x="1091537" y="3399728"/>
                    </a:lnTo>
                    <a:lnTo>
                      <a:pt x="982394" y="3496004"/>
                    </a:lnTo>
                    <a:lnTo>
                      <a:pt x="873251" y="3496004"/>
                    </a:lnTo>
                    <a:lnTo>
                      <a:pt x="764108" y="3496004"/>
                    </a:lnTo>
                    <a:lnTo>
                      <a:pt x="654965" y="3496004"/>
                    </a:lnTo>
                    <a:lnTo>
                      <a:pt x="545822" y="3496004"/>
                    </a:lnTo>
                    <a:lnTo>
                      <a:pt x="436678" y="3496004"/>
                    </a:lnTo>
                    <a:lnTo>
                      <a:pt x="327429" y="3496004"/>
                    </a:lnTo>
                    <a:lnTo>
                      <a:pt x="218286" y="3496004"/>
                    </a:lnTo>
                    <a:lnTo>
                      <a:pt x="109143" y="3496004"/>
                    </a:lnTo>
                    <a:lnTo>
                      <a:pt x="0" y="3496004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F74D358-CAD3-09DB-6704-6156CD6D0FB6}"/>
                  </a:ext>
                </a:extLst>
              </p:cNvPr>
              <p:cNvSpPr/>
              <p:nvPr/>
            </p:nvSpPr>
            <p:spPr>
              <a:xfrm>
                <a:off x="2067135" y="1632383"/>
                <a:ext cx="8623365" cy="4144301"/>
              </a:xfrm>
              <a:custGeom>
                <a:avLst/>
                <a:gdLst>
                  <a:gd name="connsiteX0" fmla="*/ 0 w 8623365"/>
                  <a:gd name="connsiteY0" fmla="*/ 4144302 h 4144301"/>
                  <a:gd name="connsiteX1" fmla="*/ 109143 w 8623365"/>
                  <a:gd name="connsiteY1" fmla="*/ 4144302 h 4144301"/>
                  <a:gd name="connsiteX2" fmla="*/ 218286 w 8623365"/>
                  <a:gd name="connsiteY2" fmla="*/ 4144302 h 4144301"/>
                  <a:gd name="connsiteX3" fmla="*/ 327429 w 8623365"/>
                  <a:gd name="connsiteY3" fmla="*/ 4144302 h 4144301"/>
                  <a:gd name="connsiteX4" fmla="*/ 436678 w 8623365"/>
                  <a:gd name="connsiteY4" fmla="*/ 4144302 h 4144301"/>
                  <a:gd name="connsiteX5" fmla="*/ 545822 w 8623365"/>
                  <a:gd name="connsiteY5" fmla="*/ 4144302 h 4144301"/>
                  <a:gd name="connsiteX6" fmla="*/ 654965 w 8623365"/>
                  <a:gd name="connsiteY6" fmla="*/ 4144302 h 4144301"/>
                  <a:gd name="connsiteX7" fmla="*/ 764108 w 8623365"/>
                  <a:gd name="connsiteY7" fmla="*/ 4083190 h 4144301"/>
                  <a:gd name="connsiteX8" fmla="*/ 873251 w 8623365"/>
                  <a:gd name="connsiteY8" fmla="*/ 3853886 h 4144301"/>
                  <a:gd name="connsiteX9" fmla="*/ 982394 w 8623365"/>
                  <a:gd name="connsiteY9" fmla="*/ 3620770 h 4144301"/>
                  <a:gd name="connsiteX10" fmla="*/ 1091537 w 8623365"/>
                  <a:gd name="connsiteY10" fmla="*/ 3382252 h 4144301"/>
                  <a:gd name="connsiteX11" fmla="*/ 1200680 w 8623365"/>
                  <a:gd name="connsiteY11" fmla="*/ 3140027 h 4144301"/>
                  <a:gd name="connsiteX12" fmla="*/ 1309929 w 8623365"/>
                  <a:gd name="connsiteY12" fmla="*/ 2897061 h 4144301"/>
                  <a:gd name="connsiteX13" fmla="*/ 1419072 w 8623365"/>
                  <a:gd name="connsiteY13" fmla="*/ 2656213 h 4144301"/>
                  <a:gd name="connsiteX14" fmla="*/ 1528215 w 8623365"/>
                  <a:gd name="connsiteY14" fmla="*/ 2420555 h 4144301"/>
                  <a:gd name="connsiteX15" fmla="*/ 1637358 w 8623365"/>
                  <a:gd name="connsiteY15" fmla="*/ 2192734 h 4144301"/>
                  <a:gd name="connsiteX16" fmla="*/ 1746501 w 8623365"/>
                  <a:gd name="connsiteY16" fmla="*/ 1975823 h 4144301"/>
                  <a:gd name="connsiteX17" fmla="*/ 1855645 w 8623365"/>
                  <a:gd name="connsiteY17" fmla="*/ 1772680 h 4144301"/>
                  <a:gd name="connsiteX18" fmla="*/ 1964788 w 8623365"/>
                  <a:gd name="connsiteY18" fmla="*/ 1586271 h 4144301"/>
                  <a:gd name="connsiteX19" fmla="*/ 2073931 w 8623365"/>
                  <a:gd name="connsiteY19" fmla="*/ 1397851 h 4144301"/>
                  <a:gd name="connsiteX20" fmla="*/ 2183180 w 8623365"/>
                  <a:gd name="connsiteY20" fmla="*/ 1144187 h 4144301"/>
                  <a:gd name="connsiteX21" fmla="*/ 2292323 w 8623365"/>
                  <a:gd name="connsiteY21" fmla="*/ 858855 h 4144301"/>
                  <a:gd name="connsiteX22" fmla="*/ 2401466 w 8623365"/>
                  <a:gd name="connsiteY22" fmla="*/ 585280 h 4144301"/>
                  <a:gd name="connsiteX23" fmla="*/ 2510609 w 8623365"/>
                  <a:gd name="connsiteY23" fmla="*/ 366462 h 4144301"/>
                  <a:gd name="connsiteX24" fmla="*/ 2619752 w 8623365"/>
                  <a:gd name="connsiteY24" fmla="*/ 230257 h 4144301"/>
                  <a:gd name="connsiteX25" fmla="*/ 2728896 w 8623365"/>
                  <a:gd name="connsiteY25" fmla="*/ 128791 h 4144301"/>
                  <a:gd name="connsiteX26" fmla="*/ 2838039 w 8623365"/>
                  <a:gd name="connsiteY26" fmla="*/ 55499 h 4144301"/>
                  <a:gd name="connsiteX27" fmla="*/ 2947182 w 8623365"/>
                  <a:gd name="connsiteY27" fmla="*/ 12074 h 4144301"/>
                  <a:gd name="connsiteX28" fmla="*/ 3056431 w 8623365"/>
                  <a:gd name="connsiteY28" fmla="*/ 0 h 4144301"/>
                  <a:gd name="connsiteX29" fmla="*/ 3165574 w 8623365"/>
                  <a:gd name="connsiteY29" fmla="*/ 20971 h 4144301"/>
                  <a:gd name="connsiteX30" fmla="*/ 3274717 w 8623365"/>
                  <a:gd name="connsiteY30" fmla="*/ 76576 h 4144301"/>
                  <a:gd name="connsiteX31" fmla="*/ 3383860 w 8623365"/>
                  <a:gd name="connsiteY31" fmla="*/ 168297 h 4144301"/>
                  <a:gd name="connsiteX32" fmla="*/ 3493003 w 8623365"/>
                  <a:gd name="connsiteY32" fmla="*/ 297830 h 4144301"/>
                  <a:gd name="connsiteX33" fmla="*/ 3602146 w 8623365"/>
                  <a:gd name="connsiteY33" fmla="*/ 466656 h 4144301"/>
                  <a:gd name="connsiteX34" fmla="*/ 3711289 w 8623365"/>
                  <a:gd name="connsiteY34" fmla="*/ 676577 h 4144301"/>
                  <a:gd name="connsiteX35" fmla="*/ 3820432 w 8623365"/>
                  <a:gd name="connsiteY35" fmla="*/ 928970 h 4144301"/>
                  <a:gd name="connsiteX36" fmla="*/ 3929682 w 8623365"/>
                  <a:gd name="connsiteY36" fmla="*/ 1225635 h 4144301"/>
                  <a:gd name="connsiteX37" fmla="*/ 4038825 w 8623365"/>
                  <a:gd name="connsiteY37" fmla="*/ 1567948 h 4144301"/>
                  <a:gd name="connsiteX38" fmla="*/ 4147968 w 8623365"/>
                  <a:gd name="connsiteY38" fmla="*/ 2026132 h 4144301"/>
                  <a:gd name="connsiteX39" fmla="*/ 4257111 w 8623365"/>
                  <a:gd name="connsiteY39" fmla="*/ 2520855 h 4144301"/>
                  <a:gd name="connsiteX40" fmla="*/ 4366254 w 8623365"/>
                  <a:gd name="connsiteY40" fmla="*/ 3044281 h 4144301"/>
                  <a:gd name="connsiteX41" fmla="*/ 4475397 w 8623365"/>
                  <a:gd name="connsiteY41" fmla="*/ 3517504 h 4144301"/>
                  <a:gd name="connsiteX42" fmla="*/ 4584540 w 8623365"/>
                  <a:gd name="connsiteY42" fmla="*/ 3782818 h 4144301"/>
                  <a:gd name="connsiteX43" fmla="*/ 4693683 w 8623365"/>
                  <a:gd name="connsiteY43" fmla="*/ 3820100 h 4144301"/>
                  <a:gd name="connsiteX44" fmla="*/ 4802932 w 8623365"/>
                  <a:gd name="connsiteY44" fmla="*/ 3724672 h 4144301"/>
                  <a:gd name="connsiteX45" fmla="*/ 4912075 w 8623365"/>
                  <a:gd name="connsiteY45" fmla="*/ 3592173 h 4144301"/>
                  <a:gd name="connsiteX46" fmla="*/ 5021219 w 8623365"/>
                  <a:gd name="connsiteY46" fmla="*/ 3518140 h 4144301"/>
                  <a:gd name="connsiteX47" fmla="*/ 5130362 w 8623365"/>
                  <a:gd name="connsiteY47" fmla="*/ 3532332 h 4144301"/>
                  <a:gd name="connsiteX48" fmla="*/ 5239505 w 8623365"/>
                  <a:gd name="connsiteY48" fmla="*/ 3536145 h 4144301"/>
                  <a:gd name="connsiteX49" fmla="*/ 5348648 w 8623365"/>
                  <a:gd name="connsiteY49" fmla="*/ 3539534 h 4144301"/>
                  <a:gd name="connsiteX50" fmla="*/ 5457791 w 8623365"/>
                  <a:gd name="connsiteY50" fmla="*/ 3546101 h 4144301"/>
                  <a:gd name="connsiteX51" fmla="*/ 5567040 w 8623365"/>
                  <a:gd name="connsiteY51" fmla="*/ 3541123 h 4144301"/>
                  <a:gd name="connsiteX52" fmla="*/ 5676184 w 8623365"/>
                  <a:gd name="connsiteY52" fmla="*/ 3533179 h 4144301"/>
                  <a:gd name="connsiteX53" fmla="*/ 5785327 w 8623365"/>
                  <a:gd name="connsiteY53" fmla="*/ 3522482 h 4144301"/>
                  <a:gd name="connsiteX54" fmla="*/ 5894469 w 8623365"/>
                  <a:gd name="connsiteY54" fmla="*/ 3501511 h 4144301"/>
                  <a:gd name="connsiteX55" fmla="*/ 6003612 w 8623365"/>
                  <a:gd name="connsiteY55" fmla="*/ 3460416 h 4144301"/>
                  <a:gd name="connsiteX56" fmla="*/ 6112755 w 8623365"/>
                  <a:gd name="connsiteY56" fmla="*/ 3371025 h 4144301"/>
                  <a:gd name="connsiteX57" fmla="*/ 6221899 w 8623365"/>
                  <a:gd name="connsiteY57" fmla="*/ 3257274 h 4144301"/>
                  <a:gd name="connsiteX58" fmla="*/ 6331042 w 8623365"/>
                  <a:gd name="connsiteY58" fmla="*/ 3159197 h 4144301"/>
                  <a:gd name="connsiteX59" fmla="*/ 6440291 w 8623365"/>
                  <a:gd name="connsiteY59" fmla="*/ 3091519 h 4144301"/>
                  <a:gd name="connsiteX60" fmla="*/ 6549434 w 8623365"/>
                  <a:gd name="connsiteY60" fmla="*/ 2998420 h 4144301"/>
                  <a:gd name="connsiteX61" fmla="*/ 6658577 w 8623365"/>
                  <a:gd name="connsiteY61" fmla="*/ 2938367 h 4144301"/>
                  <a:gd name="connsiteX62" fmla="*/ 6767720 w 8623365"/>
                  <a:gd name="connsiteY62" fmla="*/ 2921103 h 4144301"/>
                  <a:gd name="connsiteX63" fmla="*/ 6876864 w 8623365"/>
                  <a:gd name="connsiteY63" fmla="*/ 2919938 h 4144301"/>
                  <a:gd name="connsiteX64" fmla="*/ 6986007 w 8623365"/>
                  <a:gd name="connsiteY64" fmla="*/ 2941756 h 4144301"/>
                  <a:gd name="connsiteX65" fmla="*/ 7095150 w 8623365"/>
                  <a:gd name="connsiteY65" fmla="*/ 2977344 h 4144301"/>
                  <a:gd name="connsiteX66" fmla="*/ 7204293 w 8623365"/>
                  <a:gd name="connsiteY66" fmla="*/ 3019179 h 4144301"/>
                  <a:gd name="connsiteX67" fmla="*/ 7313542 w 8623365"/>
                  <a:gd name="connsiteY67" fmla="*/ 3072136 h 4144301"/>
                  <a:gd name="connsiteX68" fmla="*/ 7422685 w 8623365"/>
                  <a:gd name="connsiteY68" fmla="*/ 3136108 h 4144301"/>
                  <a:gd name="connsiteX69" fmla="*/ 7531828 w 8623365"/>
                  <a:gd name="connsiteY69" fmla="*/ 3209719 h 4144301"/>
                  <a:gd name="connsiteX70" fmla="*/ 7640971 w 8623365"/>
                  <a:gd name="connsiteY70" fmla="*/ 3291272 h 4144301"/>
                  <a:gd name="connsiteX71" fmla="*/ 7750114 w 8623365"/>
                  <a:gd name="connsiteY71" fmla="*/ 3379498 h 4144301"/>
                  <a:gd name="connsiteX72" fmla="*/ 7859257 w 8623365"/>
                  <a:gd name="connsiteY72" fmla="*/ 3475033 h 4144301"/>
                  <a:gd name="connsiteX73" fmla="*/ 7968401 w 8623365"/>
                  <a:gd name="connsiteY73" fmla="*/ 3578405 h 4144301"/>
                  <a:gd name="connsiteX74" fmla="*/ 8077544 w 8623365"/>
                  <a:gd name="connsiteY74" fmla="*/ 3689614 h 4144301"/>
                  <a:gd name="connsiteX75" fmla="*/ 8186793 w 8623365"/>
                  <a:gd name="connsiteY75" fmla="*/ 3808449 h 4144301"/>
                  <a:gd name="connsiteX76" fmla="*/ 8295936 w 8623365"/>
                  <a:gd name="connsiteY76" fmla="*/ 3935122 h 4144301"/>
                  <a:gd name="connsiteX77" fmla="*/ 8405078 w 8623365"/>
                  <a:gd name="connsiteY77" fmla="*/ 4069527 h 4144301"/>
                  <a:gd name="connsiteX78" fmla="*/ 8514221 w 8623365"/>
                  <a:gd name="connsiteY78" fmla="*/ 4144302 h 4144301"/>
                  <a:gd name="connsiteX79" fmla="*/ 8623365 w 8623365"/>
                  <a:gd name="connsiteY79" fmla="*/ 4144302 h 4144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623365" h="4144301">
                    <a:moveTo>
                      <a:pt x="0" y="4144302"/>
                    </a:moveTo>
                    <a:lnTo>
                      <a:pt x="109143" y="4144302"/>
                    </a:lnTo>
                    <a:lnTo>
                      <a:pt x="218286" y="4144302"/>
                    </a:lnTo>
                    <a:lnTo>
                      <a:pt x="327429" y="4144302"/>
                    </a:lnTo>
                    <a:lnTo>
                      <a:pt x="436678" y="4144302"/>
                    </a:lnTo>
                    <a:lnTo>
                      <a:pt x="545822" y="4144302"/>
                    </a:lnTo>
                    <a:lnTo>
                      <a:pt x="654965" y="4144302"/>
                    </a:lnTo>
                    <a:lnTo>
                      <a:pt x="764108" y="4083190"/>
                    </a:lnTo>
                    <a:lnTo>
                      <a:pt x="873251" y="3853886"/>
                    </a:lnTo>
                    <a:lnTo>
                      <a:pt x="982394" y="3620770"/>
                    </a:lnTo>
                    <a:lnTo>
                      <a:pt x="1091537" y="3382252"/>
                    </a:lnTo>
                    <a:lnTo>
                      <a:pt x="1200680" y="3140027"/>
                    </a:lnTo>
                    <a:lnTo>
                      <a:pt x="1309929" y="2897061"/>
                    </a:lnTo>
                    <a:lnTo>
                      <a:pt x="1419072" y="2656213"/>
                    </a:lnTo>
                    <a:lnTo>
                      <a:pt x="1528215" y="2420555"/>
                    </a:lnTo>
                    <a:lnTo>
                      <a:pt x="1637358" y="2192734"/>
                    </a:lnTo>
                    <a:lnTo>
                      <a:pt x="1746501" y="1975823"/>
                    </a:lnTo>
                    <a:lnTo>
                      <a:pt x="1855645" y="1772680"/>
                    </a:lnTo>
                    <a:lnTo>
                      <a:pt x="1964788" y="1586271"/>
                    </a:lnTo>
                    <a:lnTo>
                      <a:pt x="2073931" y="1397851"/>
                    </a:lnTo>
                    <a:lnTo>
                      <a:pt x="2183180" y="1144187"/>
                    </a:lnTo>
                    <a:lnTo>
                      <a:pt x="2292323" y="858855"/>
                    </a:lnTo>
                    <a:lnTo>
                      <a:pt x="2401466" y="585280"/>
                    </a:lnTo>
                    <a:lnTo>
                      <a:pt x="2510609" y="366462"/>
                    </a:lnTo>
                    <a:lnTo>
                      <a:pt x="2619752" y="230257"/>
                    </a:lnTo>
                    <a:lnTo>
                      <a:pt x="2728896" y="128791"/>
                    </a:lnTo>
                    <a:lnTo>
                      <a:pt x="2838039" y="55499"/>
                    </a:lnTo>
                    <a:lnTo>
                      <a:pt x="2947182" y="12074"/>
                    </a:lnTo>
                    <a:lnTo>
                      <a:pt x="3056431" y="0"/>
                    </a:lnTo>
                    <a:lnTo>
                      <a:pt x="3165574" y="20971"/>
                    </a:lnTo>
                    <a:lnTo>
                      <a:pt x="3274717" y="76576"/>
                    </a:lnTo>
                    <a:lnTo>
                      <a:pt x="3383860" y="168297"/>
                    </a:lnTo>
                    <a:lnTo>
                      <a:pt x="3493003" y="297830"/>
                    </a:lnTo>
                    <a:lnTo>
                      <a:pt x="3602146" y="466656"/>
                    </a:lnTo>
                    <a:lnTo>
                      <a:pt x="3711289" y="676577"/>
                    </a:lnTo>
                    <a:lnTo>
                      <a:pt x="3820432" y="928970"/>
                    </a:lnTo>
                    <a:lnTo>
                      <a:pt x="3929682" y="1225635"/>
                    </a:lnTo>
                    <a:lnTo>
                      <a:pt x="4038825" y="1567948"/>
                    </a:lnTo>
                    <a:lnTo>
                      <a:pt x="4147968" y="2026132"/>
                    </a:lnTo>
                    <a:lnTo>
                      <a:pt x="4257111" y="2520855"/>
                    </a:lnTo>
                    <a:lnTo>
                      <a:pt x="4366254" y="3044281"/>
                    </a:lnTo>
                    <a:lnTo>
                      <a:pt x="4475397" y="3517504"/>
                    </a:lnTo>
                    <a:lnTo>
                      <a:pt x="4584540" y="3782818"/>
                    </a:lnTo>
                    <a:lnTo>
                      <a:pt x="4693683" y="3820100"/>
                    </a:lnTo>
                    <a:lnTo>
                      <a:pt x="4802932" y="3724672"/>
                    </a:lnTo>
                    <a:lnTo>
                      <a:pt x="4912075" y="3592173"/>
                    </a:lnTo>
                    <a:lnTo>
                      <a:pt x="5021219" y="3518140"/>
                    </a:lnTo>
                    <a:lnTo>
                      <a:pt x="5130362" y="3532332"/>
                    </a:lnTo>
                    <a:lnTo>
                      <a:pt x="5239505" y="3536145"/>
                    </a:lnTo>
                    <a:lnTo>
                      <a:pt x="5348648" y="3539534"/>
                    </a:lnTo>
                    <a:lnTo>
                      <a:pt x="5457791" y="3546101"/>
                    </a:lnTo>
                    <a:lnTo>
                      <a:pt x="5567040" y="3541123"/>
                    </a:lnTo>
                    <a:lnTo>
                      <a:pt x="5676184" y="3533179"/>
                    </a:lnTo>
                    <a:lnTo>
                      <a:pt x="5785327" y="3522482"/>
                    </a:lnTo>
                    <a:lnTo>
                      <a:pt x="5894469" y="3501511"/>
                    </a:lnTo>
                    <a:lnTo>
                      <a:pt x="6003612" y="3460416"/>
                    </a:lnTo>
                    <a:lnTo>
                      <a:pt x="6112755" y="3371025"/>
                    </a:lnTo>
                    <a:lnTo>
                      <a:pt x="6221899" y="3257274"/>
                    </a:lnTo>
                    <a:lnTo>
                      <a:pt x="6331042" y="3159197"/>
                    </a:lnTo>
                    <a:lnTo>
                      <a:pt x="6440291" y="3091519"/>
                    </a:lnTo>
                    <a:lnTo>
                      <a:pt x="6549434" y="2998420"/>
                    </a:lnTo>
                    <a:lnTo>
                      <a:pt x="6658577" y="2938367"/>
                    </a:lnTo>
                    <a:lnTo>
                      <a:pt x="6767720" y="2921103"/>
                    </a:lnTo>
                    <a:lnTo>
                      <a:pt x="6876864" y="2919938"/>
                    </a:lnTo>
                    <a:lnTo>
                      <a:pt x="6986007" y="2941756"/>
                    </a:lnTo>
                    <a:lnTo>
                      <a:pt x="7095150" y="2977344"/>
                    </a:lnTo>
                    <a:lnTo>
                      <a:pt x="7204293" y="3019179"/>
                    </a:lnTo>
                    <a:lnTo>
                      <a:pt x="7313542" y="3072136"/>
                    </a:lnTo>
                    <a:lnTo>
                      <a:pt x="7422685" y="3136108"/>
                    </a:lnTo>
                    <a:lnTo>
                      <a:pt x="7531828" y="3209719"/>
                    </a:lnTo>
                    <a:lnTo>
                      <a:pt x="7640971" y="3291272"/>
                    </a:lnTo>
                    <a:lnTo>
                      <a:pt x="7750114" y="3379498"/>
                    </a:lnTo>
                    <a:lnTo>
                      <a:pt x="7859257" y="3475033"/>
                    </a:lnTo>
                    <a:lnTo>
                      <a:pt x="7968401" y="3578405"/>
                    </a:lnTo>
                    <a:lnTo>
                      <a:pt x="8077544" y="3689614"/>
                    </a:lnTo>
                    <a:lnTo>
                      <a:pt x="8186793" y="3808449"/>
                    </a:lnTo>
                    <a:lnTo>
                      <a:pt x="8295936" y="3935122"/>
                    </a:lnTo>
                    <a:lnTo>
                      <a:pt x="8405078" y="4069527"/>
                    </a:lnTo>
                    <a:lnTo>
                      <a:pt x="8514221" y="4144302"/>
                    </a:lnTo>
                    <a:lnTo>
                      <a:pt x="8623365" y="4144302"/>
                    </a:lnTo>
                  </a:path>
                </a:pathLst>
              </a:custGeom>
              <a:noFill/>
              <a:ln w="22550" cap="flat">
                <a:solidFill>
                  <a:srgbClr val="06A7B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607E23-58C4-3B5E-D743-81673E95BAF3}"/>
                  </a:ext>
                </a:extLst>
              </p:cNvPr>
              <p:cNvSpPr txBox="1"/>
              <p:nvPr/>
            </p:nvSpPr>
            <p:spPr>
              <a:xfrm>
                <a:off x="6396126" y="3692795"/>
                <a:ext cx="7649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 dirty="0">
                    <a:ln/>
                    <a:solidFill>
                      <a:srgbClr val="06A7B4"/>
                    </a:solidFill>
                    <a:latin typeface="Arial"/>
                    <a:cs typeface="Arial"/>
                    <a:sym typeface="Arial"/>
                    <a:rtl val="0"/>
                  </a:rPr>
                  <a:t>Stable</a:t>
                </a:r>
              </a:p>
            </p:txBody>
          </p:sp>
        </p:grpSp>
        <p:grpSp>
          <p:nvGrpSpPr>
            <p:cNvPr id="14" name="Graphic 2">
              <a:extLst>
                <a:ext uri="{FF2B5EF4-FFF2-40B4-BE49-F238E27FC236}">
                  <a16:creationId xmlns:a16="http://schemas.microsoft.com/office/drawing/2014/main" id="{B0CE2EED-0CE6-2157-0F8A-0A9FD23E0CE1}"/>
                </a:ext>
              </a:extLst>
            </p:cNvPr>
            <p:cNvGrpSpPr/>
            <p:nvPr/>
          </p:nvGrpSpPr>
          <p:grpSpPr>
            <a:xfrm>
              <a:off x="961062" y="612426"/>
              <a:ext cx="10553044" cy="5419645"/>
              <a:chOff x="961062" y="612426"/>
              <a:chExt cx="10553044" cy="5419645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C418236-8F07-CF0D-2FDA-A1EAB5B83132}"/>
                  </a:ext>
                </a:extLst>
              </p:cNvPr>
              <p:cNvSpPr/>
              <p:nvPr/>
            </p:nvSpPr>
            <p:spPr>
              <a:xfrm>
                <a:off x="163596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CB4F4E-D435-0BEC-101C-71419676AC1C}"/>
                  </a:ext>
                </a:extLst>
              </p:cNvPr>
              <p:cNvSpPr txBox="1"/>
              <p:nvPr/>
            </p:nvSpPr>
            <p:spPr>
              <a:xfrm>
                <a:off x="140978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6546327-4C52-0B42-157A-B8FDAAD2026A}"/>
                  </a:ext>
                </a:extLst>
              </p:cNvPr>
              <p:cNvSpPr txBox="1"/>
              <p:nvPr/>
            </p:nvSpPr>
            <p:spPr>
              <a:xfrm>
                <a:off x="1244771" y="4687567"/>
                <a:ext cx="43954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250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7F69A80-0BF4-1CE7-F12C-7372F92932E2}"/>
                  </a:ext>
                </a:extLst>
              </p:cNvPr>
              <p:cNvSpPr txBox="1"/>
              <p:nvPr/>
            </p:nvSpPr>
            <p:spPr>
              <a:xfrm>
                <a:off x="1244771" y="3725234"/>
                <a:ext cx="43954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500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08E962F-1F29-0878-A4C2-5D8D3DCAB754}"/>
                  </a:ext>
                </a:extLst>
              </p:cNvPr>
              <p:cNvSpPr txBox="1"/>
              <p:nvPr/>
            </p:nvSpPr>
            <p:spPr>
              <a:xfrm>
                <a:off x="1244771" y="2763007"/>
                <a:ext cx="43954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750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E2FCAEC-6CB8-5CAC-A10A-994BBF3CF92B}"/>
                  </a:ext>
                </a:extLst>
              </p:cNvPr>
              <p:cNvSpPr txBox="1"/>
              <p:nvPr/>
            </p:nvSpPr>
            <p:spPr>
              <a:xfrm>
                <a:off x="1162266" y="1800780"/>
                <a:ext cx="5245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1000</a:t>
                </a: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B8A9E02F-8440-A6FE-13AA-C90BF3E918E4}"/>
                  </a:ext>
                </a:extLst>
              </p:cNvPr>
              <p:cNvSpPr/>
              <p:nvPr/>
            </p:nvSpPr>
            <p:spPr>
              <a:xfrm>
                <a:off x="1606933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EEDA69C-CA6C-501D-D766-DBF7AB74F4F3}"/>
                  </a:ext>
                </a:extLst>
              </p:cNvPr>
              <p:cNvSpPr/>
              <p:nvPr/>
            </p:nvSpPr>
            <p:spPr>
              <a:xfrm>
                <a:off x="1606933" y="4814352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886E03E9-45A8-3C7A-C65A-511EC68F44CD}"/>
                  </a:ext>
                </a:extLst>
              </p:cNvPr>
              <p:cNvSpPr/>
              <p:nvPr/>
            </p:nvSpPr>
            <p:spPr>
              <a:xfrm>
                <a:off x="1606933" y="385212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EDBD34AE-95E1-2FBA-4154-D33258FE858D}"/>
                  </a:ext>
                </a:extLst>
              </p:cNvPr>
              <p:cNvSpPr/>
              <p:nvPr/>
            </p:nvSpPr>
            <p:spPr>
              <a:xfrm>
                <a:off x="1606933" y="2889898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014FD453-75D4-8EDF-455A-41A516E38931}"/>
                  </a:ext>
                </a:extLst>
              </p:cNvPr>
              <p:cNvSpPr/>
              <p:nvPr/>
            </p:nvSpPr>
            <p:spPr>
              <a:xfrm>
                <a:off x="1606933" y="1927671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68CC366-C1F7-A207-B74E-81E9A69ACB0F}"/>
                  </a:ext>
                </a:extLst>
              </p:cNvPr>
              <p:cNvSpPr/>
              <p:nvPr/>
            </p:nvSpPr>
            <p:spPr>
              <a:xfrm>
                <a:off x="1635967" y="5776685"/>
                <a:ext cx="9485701" cy="10591"/>
              </a:xfrm>
              <a:custGeom>
                <a:avLst/>
                <a:gdLst>
                  <a:gd name="connsiteX0" fmla="*/ 0 w 9485701"/>
                  <a:gd name="connsiteY0" fmla="*/ 0 h 10591"/>
                  <a:gd name="connsiteX1" fmla="*/ 9485702 w 948570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485701" h="10591">
                    <a:moveTo>
                      <a:pt x="0" y="0"/>
                    </a:moveTo>
                    <a:lnTo>
                      <a:pt x="948570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8A5C8A62-578F-A058-D5B3-06578D8E82F6}"/>
                  </a:ext>
                </a:extLst>
              </p:cNvPr>
              <p:cNvSpPr/>
              <p:nvPr/>
            </p:nvSpPr>
            <p:spPr>
              <a:xfrm>
                <a:off x="228934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4E6E954A-F9E8-A2FF-4690-94BEEFAA45F7}"/>
                  </a:ext>
                </a:extLst>
              </p:cNvPr>
              <p:cNvSpPr/>
              <p:nvPr/>
            </p:nvSpPr>
            <p:spPr>
              <a:xfrm>
                <a:off x="297058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CD35B3D0-8092-7913-8BB8-3A622040170A}"/>
                  </a:ext>
                </a:extLst>
              </p:cNvPr>
              <p:cNvSpPr/>
              <p:nvPr/>
            </p:nvSpPr>
            <p:spPr>
              <a:xfrm>
                <a:off x="364441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E9E8D0D7-17D1-8FC3-B902-5AB4128E7D14}"/>
                  </a:ext>
                </a:extLst>
              </p:cNvPr>
              <p:cNvSpPr/>
              <p:nvPr/>
            </p:nvSpPr>
            <p:spPr>
              <a:xfrm>
                <a:off x="432576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CD0D2291-CFC6-B71C-1A7A-41B3A3A4321C}"/>
                  </a:ext>
                </a:extLst>
              </p:cNvPr>
              <p:cNvSpPr/>
              <p:nvPr/>
            </p:nvSpPr>
            <p:spPr>
              <a:xfrm>
                <a:off x="499587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4D0D04CB-B1E9-E2C5-D2BD-39764B62FAB6}"/>
                  </a:ext>
                </a:extLst>
              </p:cNvPr>
              <p:cNvSpPr/>
              <p:nvPr/>
            </p:nvSpPr>
            <p:spPr>
              <a:xfrm>
                <a:off x="567722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E7145942-193E-E916-097D-FD8F00215588}"/>
                  </a:ext>
                </a:extLst>
              </p:cNvPr>
              <p:cNvSpPr/>
              <p:nvPr/>
            </p:nvSpPr>
            <p:spPr>
              <a:xfrm>
                <a:off x="634734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A433A7F4-2052-4072-79BA-5DE71FCFE66F}"/>
                  </a:ext>
                </a:extLst>
              </p:cNvPr>
              <p:cNvSpPr/>
              <p:nvPr/>
            </p:nvSpPr>
            <p:spPr>
              <a:xfrm>
                <a:off x="702859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94A7568-FA91-6F99-473C-3DD9472083A6}"/>
                  </a:ext>
                </a:extLst>
              </p:cNvPr>
              <p:cNvSpPr/>
              <p:nvPr/>
            </p:nvSpPr>
            <p:spPr>
              <a:xfrm>
                <a:off x="769881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F166A644-1192-24CA-5DFB-F84F647EA768}"/>
                  </a:ext>
                </a:extLst>
              </p:cNvPr>
              <p:cNvSpPr/>
              <p:nvPr/>
            </p:nvSpPr>
            <p:spPr>
              <a:xfrm>
                <a:off x="838005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A686FD0-2A69-D016-8095-3518A0F86CC3}"/>
                  </a:ext>
                </a:extLst>
              </p:cNvPr>
              <p:cNvSpPr/>
              <p:nvPr/>
            </p:nvSpPr>
            <p:spPr>
              <a:xfrm>
                <a:off x="905398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BC88E807-E9FB-AE94-3227-7A87E7E4DFC0}"/>
                  </a:ext>
                </a:extLst>
              </p:cNvPr>
              <p:cNvSpPr/>
              <p:nvPr/>
            </p:nvSpPr>
            <p:spPr>
              <a:xfrm>
                <a:off x="973523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440B895B-A906-AF8D-0767-AFE40FE35468}"/>
                  </a:ext>
                </a:extLst>
              </p:cNvPr>
              <p:cNvSpPr/>
              <p:nvPr/>
            </p:nvSpPr>
            <p:spPr>
              <a:xfrm>
                <a:off x="1040545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F6094D84-596D-5E40-7085-F6AA10FB17EF}"/>
                  </a:ext>
                </a:extLst>
              </p:cNvPr>
              <p:cNvSpPr/>
              <p:nvPr/>
            </p:nvSpPr>
            <p:spPr>
              <a:xfrm>
                <a:off x="1108670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2816CDF-1F29-2D98-CBE6-0EAAF011BB7D}"/>
                  </a:ext>
                </a:extLst>
              </p:cNvPr>
              <p:cNvSpPr txBox="1"/>
              <p:nvPr/>
            </p:nvSpPr>
            <p:spPr>
              <a:xfrm>
                <a:off x="1880304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2019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CE40125-5A32-124F-6E42-F33E80E3055B}"/>
                  </a:ext>
                </a:extLst>
              </p:cNvPr>
              <p:cNvSpPr txBox="1"/>
              <p:nvPr/>
            </p:nvSpPr>
            <p:spPr>
              <a:xfrm>
                <a:off x="2565713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2020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736B6F3-B8B0-4D7A-15E1-1153EFB96F6E}"/>
                  </a:ext>
                </a:extLst>
              </p:cNvPr>
              <p:cNvSpPr txBox="1"/>
              <p:nvPr/>
            </p:nvSpPr>
            <p:spPr>
              <a:xfrm>
                <a:off x="3235374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2020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7B04C52-E290-3C4E-946C-98E3E36BDAA9}"/>
                  </a:ext>
                </a:extLst>
              </p:cNvPr>
              <p:cNvSpPr txBox="1"/>
              <p:nvPr/>
            </p:nvSpPr>
            <p:spPr>
              <a:xfrm>
                <a:off x="3920889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2021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63C9321-1B47-30BF-07E3-5C50363C9A15}"/>
                  </a:ext>
                </a:extLst>
              </p:cNvPr>
              <p:cNvSpPr txBox="1"/>
              <p:nvPr/>
            </p:nvSpPr>
            <p:spPr>
              <a:xfrm>
                <a:off x="4586841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189F348-BD5E-CC81-FDEC-4695C14EEB71}"/>
                  </a:ext>
                </a:extLst>
              </p:cNvPr>
              <p:cNvSpPr txBox="1"/>
              <p:nvPr/>
            </p:nvSpPr>
            <p:spPr>
              <a:xfrm>
                <a:off x="5272356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3D980BA-A8E4-E383-72FA-6B553366F944}"/>
                  </a:ext>
                </a:extLst>
              </p:cNvPr>
              <p:cNvSpPr txBox="1"/>
              <p:nvPr/>
            </p:nvSpPr>
            <p:spPr>
              <a:xfrm>
                <a:off x="5938308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2022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4272548-813E-BEA7-36C8-C5FB7E82F6AB}"/>
                  </a:ext>
                </a:extLst>
              </p:cNvPr>
              <p:cNvSpPr txBox="1"/>
              <p:nvPr/>
            </p:nvSpPr>
            <p:spPr>
              <a:xfrm>
                <a:off x="6623717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2023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D20E704-CEE8-9E19-6F5D-F31E95755B81}"/>
                  </a:ext>
                </a:extLst>
              </p:cNvPr>
              <p:cNvSpPr txBox="1"/>
              <p:nvPr/>
            </p:nvSpPr>
            <p:spPr>
              <a:xfrm>
                <a:off x="7289776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2023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575681D-4B08-F7F4-99B0-B2B81E821F24}"/>
                  </a:ext>
                </a:extLst>
              </p:cNvPr>
              <p:cNvSpPr txBox="1"/>
              <p:nvPr/>
            </p:nvSpPr>
            <p:spPr>
              <a:xfrm>
                <a:off x="7975184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2024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8162485-D79F-94AD-9632-766B82CDF9BF}"/>
                  </a:ext>
                </a:extLst>
              </p:cNvPr>
              <p:cNvSpPr txBox="1"/>
              <p:nvPr/>
            </p:nvSpPr>
            <p:spPr>
              <a:xfrm>
                <a:off x="8644952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2024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07EEF76-CDDF-8854-68E5-72E13CED01D6}"/>
                  </a:ext>
                </a:extLst>
              </p:cNvPr>
              <p:cNvSpPr txBox="1"/>
              <p:nvPr/>
            </p:nvSpPr>
            <p:spPr>
              <a:xfrm>
                <a:off x="9330360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2025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C78D2A4-6D08-9628-CEEB-7E66F39F37B6}"/>
                  </a:ext>
                </a:extLst>
              </p:cNvPr>
              <p:cNvSpPr txBox="1"/>
              <p:nvPr/>
            </p:nvSpPr>
            <p:spPr>
              <a:xfrm>
                <a:off x="9996419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2025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9A85410-B37B-6E73-E3F5-DB2FD5FFCA7C}"/>
                  </a:ext>
                </a:extLst>
              </p:cNvPr>
              <p:cNvSpPr txBox="1"/>
              <p:nvPr/>
            </p:nvSpPr>
            <p:spPr>
              <a:xfrm>
                <a:off x="10681827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2026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BA2CE9A-5B5B-09D1-7F7B-7D459BAA9E13}"/>
                  </a:ext>
                </a:extLst>
              </p:cNvPr>
              <p:cNvSpPr txBox="1"/>
              <p:nvPr/>
            </p:nvSpPr>
            <p:spPr>
              <a:xfrm rot="16200000">
                <a:off x="161580" y="3204753"/>
                <a:ext cx="19375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landings(kg)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C896627-0C96-57BE-9F3F-3C1CEB4F7F3B}"/>
                  </a:ext>
                </a:extLst>
              </p:cNvPr>
              <p:cNvSpPr txBox="1"/>
              <p:nvPr/>
            </p:nvSpPr>
            <p:spPr>
              <a:xfrm>
                <a:off x="1544527" y="612426"/>
                <a:ext cx="504997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 in MAR </a:t>
                </a:r>
                <a:r>
                  <a:rPr lang="en-US" sz="2000" b="1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iotapina</a:t>
                </a:r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 - Lasel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25697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2">
            <a:extLst>
              <a:ext uri="{FF2B5EF4-FFF2-40B4-BE49-F238E27FC236}">
                <a16:creationId xmlns:a16="http://schemas.microsoft.com/office/drawing/2014/main" id="{77F7DC7B-5928-61C9-9459-271BA695F3D0}"/>
              </a:ext>
            </a:extLst>
          </p:cNvPr>
          <p:cNvGrpSpPr/>
          <p:nvPr/>
        </p:nvGrpSpPr>
        <p:grpSpPr>
          <a:xfrm>
            <a:off x="961062" y="612426"/>
            <a:ext cx="10552727" cy="5602107"/>
            <a:chOff x="961062" y="612426"/>
            <a:chExt cx="10552727" cy="5602107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EE30D6B-E48B-85FB-8C1E-0B1BE58332CE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D07D969-0681-CDC6-23A9-88341DFC5721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58" name="Graphic 2">
              <a:extLst>
                <a:ext uri="{FF2B5EF4-FFF2-40B4-BE49-F238E27FC236}">
                  <a16:creationId xmlns:a16="http://schemas.microsoft.com/office/drawing/2014/main" id="{B9676C3C-9EED-A4F3-3205-CB0BAD7FC40E}"/>
                </a:ext>
              </a:extLst>
            </p:cNvPr>
            <p:cNvGrpSpPr/>
            <p:nvPr/>
          </p:nvGrpSpPr>
          <p:grpSpPr>
            <a:xfrm>
              <a:off x="1553527" y="971481"/>
              <a:ext cx="9568141" cy="4805204"/>
              <a:chOff x="1553527" y="971481"/>
              <a:chExt cx="9568141" cy="4805204"/>
            </a:xfrm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E431E039-559B-F63D-2194-2AB6E902CE32}"/>
                  </a:ext>
                </a:extLst>
              </p:cNvPr>
              <p:cNvSpPr/>
              <p:nvPr/>
            </p:nvSpPr>
            <p:spPr>
              <a:xfrm>
                <a:off x="1553527" y="971481"/>
                <a:ext cx="9568141" cy="4805204"/>
              </a:xfrm>
              <a:custGeom>
                <a:avLst/>
                <a:gdLst>
                  <a:gd name="connsiteX0" fmla="*/ 0 w 9568141"/>
                  <a:gd name="connsiteY0" fmla="*/ 0 h 4805204"/>
                  <a:gd name="connsiteX1" fmla="*/ 9568142 w 9568141"/>
                  <a:gd name="connsiteY1" fmla="*/ 0 h 4805204"/>
                  <a:gd name="connsiteX2" fmla="*/ 9568142 w 9568141"/>
                  <a:gd name="connsiteY2" fmla="*/ 4805204 h 4805204"/>
                  <a:gd name="connsiteX3" fmla="*/ 0 w 956814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68141" h="4805204">
                    <a:moveTo>
                      <a:pt x="0" y="0"/>
                    </a:moveTo>
                    <a:lnTo>
                      <a:pt x="9568142" y="0"/>
                    </a:lnTo>
                    <a:lnTo>
                      <a:pt x="956814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B2E9520A-DA28-4E51-E6CE-BA6DE3830DCB}"/>
                  </a:ext>
                </a:extLst>
              </p:cNvPr>
              <p:cNvSpPr/>
              <p:nvPr/>
            </p:nvSpPr>
            <p:spPr>
              <a:xfrm>
                <a:off x="1988404" y="971481"/>
                <a:ext cx="8698387" cy="4805204"/>
              </a:xfrm>
              <a:custGeom>
                <a:avLst/>
                <a:gdLst>
                  <a:gd name="connsiteX0" fmla="*/ 0 w 8698387"/>
                  <a:gd name="connsiteY0" fmla="*/ 4805204 h 4805204"/>
                  <a:gd name="connsiteX1" fmla="*/ 110097 w 8698387"/>
                  <a:gd name="connsiteY1" fmla="*/ 4805204 h 4805204"/>
                  <a:gd name="connsiteX2" fmla="*/ 220194 w 8698387"/>
                  <a:gd name="connsiteY2" fmla="*/ 4805204 h 4805204"/>
                  <a:gd name="connsiteX3" fmla="*/ 330396 w 8698387"/>
                  <a:gd name="connsiteY3" fmla="*/ 4805204 h 4805204"/>
                  <a:gd name="connsiteX4" fmla="*/ 440493 w 8698387"/>
                  <a:gd name="connsiteY4" fmla="*/ 4665822 h 4805204"/>
                  <a:gd name="connsiteX5" fmla="*/ 550590 w 8698387"/>
                  <a:gd name="connsiteY5" fmla="*/ 4327957 h 4805204"/>
                  <a:gd name="connsiteX6" fmla="*/ 660687 w 8698387"/>
                  <a:gd name="connsiteY6" fmla="*/ 4001001 h 4805204"/>
                  <a:gd name="connsiteX7" fmla="*/ 770784 w 8698387"/>
                  <a:gd name="connsiteY7" fmla="*/ 3685060 h 4805204"/>
                  <a:gd name="connsiteX8" fmla="*/ 880880 w 8698387"/>
                  <a:gd name="connsiteY8" fmla="*/ 3380134 h 4805204"/>
                  <a:gd name="connsiteX9" fmla="*/ 990977 w 8698387"/>
                  <a:gd name="connsiteY9" fmla="*/ 3086329 h 4805204"/>
                  <a:gd name="connsiteX10" fmla="*/ 1101074 w 8698387"/>
                  <a:gd name="connsiteY10" fmla="*/ 2803857 h 4805204"/>
                  <a:gd name="connsiteX11" fmla="*/ 1211171 w 8698387"/>
                  <a:gd name="connsiteY11" fmla="*/ 2533035 h 4805204"/>
                  <a:gd name="connsiteX12" fmla="*/ 1321267 w 8698387"/>
                  <a:gd name="connsiteY12" fmla="*/ 2274394 h 4805204"/>
                  <a:gd name="connsiteX13" fmla="*/ 1431364 w 8698387"/>
                  <a:gd name="connsiteY13" fmla="*/ 2028673 h 4805204"/>
                  <a:gd name="connsiteX14" fmla="*/ 1541461 w 8698387"/>
                  <a:gd name="connsiteY14" fmla="*/ 1796510 h 4805204"/>
                  <a:gd name="connsiteX15" fmla="*/ 1651664 w 8698387"/>
                  <a:gd name="connsiteY15" fmla="*/ 1578751 h 4805204"/>
                  <a:gd name="connsiteX16" fmla="*/ 1761760 w 8698387"/>
                  <a:gd name="connsiteY16" fmla="*/ 1376138 h 4805204"/>
                  <a:gd name="connsiteX17" fmla="*/ 1871857 w 8698387"/>
                  <a:gd name="connsiteY17" fmla="*/ 1189518 h 4805204"/>
                  <a:gd name="connsiteX18" fmla="*/ 1981954 w 8698387"/>
                  <a:gd name="connsiteY18" fmla="*/ 1018467 h 4805204"/>
                  <a:gd name="connsiteX19" fmla="*/ 2092051 w 8698387"/>
                  <a:gd name="connsiteY19" fmla="*/ 849641 h 4805204"/>
                  <a:gd name="connsiteX20" fmla="*/ 2202148 w 8698387"/>
                  <a:gd name="connsiteY20" fmla="*/ 683250 h 4805204"/>
                  <a:gd name="connsiteX21" fmla="*/ 2312245 w 8698387"/>
                  <a:gd name="connsiteY21" fmla="*/ 523850 h 4805204"/>
                  <a:gd name="connsiteX22" fmla="*/ 2422341 w 8698387"/>
                  <a:gd name="connsiteY22" fmla="*/ 376524 h 4805204"/>
                  <a:gd name="connsiteX23" fmla="*/ 2532438 w 8698387"/>
                  <a:gd name="connsiteY23" fmla="*/ 245932 h 4805204"/>
                  <a:gd name="connsiteX24" fmla="*/ 2642535 w 8698387"/>
                  <a:gd name="connsiteY24" fmla="*/ 137264 h 4805204"/>
                  <a:gd name="connsiteX25" fmla="*/ 2752632 w 8698387"/>
                  <a:gd name="connsiteY25" fmla="*/ 56134 h 4805204"/>
                  <a:gd name="connsiteX26" fmla="*/ 2862728 w 8698387"/>
                  <a:gd name="connsiteY26" fmla="*/ 8367 h 4805204"/>
                  <a:gd name="connsiteX27" fmla="*/ 2972825 w 8698387"/>
                  <a:gd name="connsiteY27" fmla="*/ 0 h 4805204"/>
                  <a:gd name="connsiteX28" fmla="*/ 3083028 w 8698387"/>
                  <a:gd name="connsiteY28" fmla="*/ 58676 h 4805204"/>
                  <a:gd name="connsiteX29" fmla="*/ 3193125 w 8698387"/>
                  <a:gd name="connsiteY29" fmla="*/ 227079 h 4805204"/>
                  <a:gd name="connsiteX30" fmla="*/ 3303221 w 8698387"/>
                  <a:gd name="connsiteY30" fmla="*/ 475129 h 4805204"/>
                  <a:gd name="connsiteX31" fmla="*/ 3413318 w 8698387"/>
                  <a:gd name="connsiteY31" fmla="*/ 770523 h 4805204"/>
                  <a:gd name="connsiteX32" fmla="*/ 3523415 w 8698387"/>
                  <a:gd name="connsiteY32" fmla="*/ 1083604 h 4805204"/>
                  <a:gd name="connsiteX33" fmla="*/ 3633512 w 8698387"/>
                  <a:gd name="connsiteY33" fmla="*/ 1388001 h 4805204"/>
                  <a:gd name="connsiteX34" fmla="*/ 3743608 w 8698387"/>
                  <a:gd name="connsiteY34" fmla="*/ 1691020 h 4805204"/>
                  <a:gd name="connsiteX35" fmla="*/ 3853705 w 8698387"/>
                  <a:gd name="connsiteY35" fmla="*/ 2070298 h 4805204"/>
                  <a:gd name="connsiteX36" fmla="*/ 3963802 w 8698387"/>
                  <a:gd name="connsiteY36" fmla="*/ 2469169 h 4805204"/>
                  <a:gd name="connsiteX37" fmla="*/ 4073899 w 8698387"/>
                  <a:gd name="connsiteY37" fmla="*/ 2826628 h 4805204"/>
                  <a:gd name="connsiteX38" fmla="*/ 4183996 w 8698387"/>
                  <a:gd name="connsiteY38" fmla="*/ 3123716 h 4805204"/>
                  <a:gd name="connsiteX39" fmla="*/ 4294093 w 8698387"/>
                  <a:gd name="connsiteY39" fmla="*/ 3400999 h 4805204"/>
                  <a:gd name="connsiteX40" fmla="*/ 4404295 w 8698387"/>
                  <a:gd name="connsiteY40" fmla="*/ 3623418 h 4805204"/>
                  <a:gd name="connsiteX41" fmla="*/ 4514392 w 8698387"/>
                  <a:gd name="connsiteY41" fmla="*/ 3804001 h 4805204"/>
                  <a:gd name="connsiteX42" fmla="*/ 4624489 w 8698387"/>
                  <a:gd name="connsiteY42" fmla="*/ 3937240 h 4805204"/>
                  <a:gd name="connsiteX43" fmla="*/ 4734585 w 8698387"/>
                  <a:gd name="connsiteY43" fmla="*/ 4002060 h 4805204"/>
                  <a:gd name="connsiteX44" fmla="*/ 4844682 w 8698387"/>
                  <a:gd name="connsiteY44" fmla="*/ 4008309 h 4805204"/>
                  <a:gd name="connsiteX45" fmla="*/ 4954779 w 8698387"/>
                  <a:gd name="connsiteY45" fmla="*/ 3970815 h 4805204"/>
                  <a:gd name="connsiteX46" fmla="*/ 5064876 w 8698387"/>
                  <a:gd name="connsiteY46" fmla="*/ 3912880 h 4805204"/>
                  <a:gd name="connsiteX47" fmla="*/ 5174973 w 8698387"/>
                  <a:gd name="connsiteY47" fmla="*/ 3865431 h 4805204"/>
                  <a:gd name="connsiteX48" fmla="*/ 5285069 w 8698387"/>
                  <a:gd name="connsiteY48" fmla="*/ 3859817 h 4805204"/>
                  <a:gd name="connsiteX49" fmla="*/ 5395166 w 8698387"/>
                  <a:gd name="connsiteY49" fmla="*/ 3870515 h 4805204"/>
                  <a:gd name="connsiteX50" fmla="*/ 5505263 w 8698387"/>
                  <a:gd name="connsiteY50" fmla="*/ 3853886 h 4805204"/>
                  <a:gd name="connsiteX51" fmla="*/ 5615360 w 8698387"/>
                  <a:gd name="connsiteY51" fmla="*/ 3814698 h 4805204"/>
                  <a:gd name="connsiteX52" fmla="*/ 5725563 w 8698387"/>
                  <a:gd name="connsiteY52" fmla="*/ 3789597 h 4805204"/>
                  <a:gd name="connsiteX53" fmla="*/ 5835660 w 8698387"/>
                  <a:gd name="connsiteY53" fmla="*/ 3749773 h 4805204"/>
                  <a:gd name="connsiteX54" fmla="*/ 5945756 w 8698387"/>
                  <a:gd name="connsiteY54" fmla="*/ 3686860 h 4805204"/>
                  <a:gd name="connsiteX55" fmla="*/ 6055853 w 8698387"/>
                  <a:gd name="connsiteY55" fmla="*/ 3617593 h 4805204"/>
                  <a:gd name="connsiteX56" fmla="*/ 6165950 w 8698387"/>
                  <a:gd name="connsiteY56" fmla="*/ 3572261 h 4805204"/>
                  <a:gd name="connsiteX57" fmla="*/ 6276047 w 8698387"/>
                  <a:gd name="connsiteY57" fmla="*/ 3575863 h 4805204"/>
                  <a:gd name="connsiteX58" fmla="*/ 6386144 w 8698387"/>
                  <a:gd name="connsiteY58" fmla="*/ 3595351 h 4805204"/>
                  <a:gd name="connsiteX59" fmla="*/ 6496240 w 8698387"/>
                  <a:gd name="connsiteY59" fmla="*/ 3590267 h 4805204"/>
                  <a:gd name="connsiteX60" fmla="*/ 6606337 w 8698387"/>
                  <a:gd name="connsiteY60" fmla="*/ 3562623 h 4805204"/>
                  <a:gd name="connsiteX61" fmla="*/ 6716434 w 8698387"/>
                  <a:gd name="connsiteY61" fmla="*/ 3518775 h 4805204"/>
                  <a:gd name="connsiteX62" fmla="*/ 6826531 w 8698387"/>
                  <a:gd name="connsiteY62" fmla="*/ 3480752 h 4805204"/>
                  <a:gd name="connsiteX63" fmla="*/ 6936627 w 8698387"/>
                  <a:gd name="connsiteY63" fmla="*/ 3455650 h 4805204"/>
                  <a:gd name="connsiteX64" fmla="*/ 7046724 w 8698387"/>
                  <a:gd name="connsiteY64" fmla="*/ 3438069 h 4805204"/>
                  <a:gd name="connsiteX65" fmla="*/ 7156927 w 8698387"/>
                  <a:gd name="connsiteY65" fmla="*/ 3436162 h 4805204"/>
                  <a:gd name="connsiteX66" fmla="*/ 7267023 w 8698387"/>
                  <a:gd name="connsiteY66" fmla="*/ 3439022 h 4805204"/>
                  <a:gd name="connsiteX67" fmla="*/ 7377120 w 8698387"/>
                  <a:gd name="connsiteY67" fmla="*/ 3451625 h 4805204"/>
                  <a:gd name="connsiteX68" fmla="*/ 7487217 w 8698387"/>
                  <a:gd name="connsiteY68" fmla="*/ 3475774 h 4805204"/>
                  <a:gd name="connsiteX69" fmla="*/ 7597314 w 8698387"/>
                  <a:gd name="connsiteY69" fmla="*/ 3506595 h 4805204"/>
                  <a:gd name="connsiteX70" fmla="*/ 7707410 w 8698387"/>
                  <a:gd name="connsiteY70" fmla="*/ 3542288 h 4805204"/>
                  <a:gd name="connsiteX71" fmla="*/ 7817507 w 8698387"/>
                  <a:gd name="connsiteY71" fmla="*/ 3580205 h 4805204"/>
                  <a:gd name="connsiteX72" fmla="*/ 7927604 w 8698387"/>
                  <a:gd name="connsiteY72" fmla="*/ 3617910 h 4805204"/>
                  <a:gd name="connsiteX73" fmla="*/ 8037701 w 8698387"/>
                  <a:gd name="connsiteY73" fmla="*/ 3653709 h 4805204"/>
                  <a:gd name="connsiteX74" fmla="*/ 8147798 w 8698387"/>
                  <a:gd name="connsiteY74" fmla="*/ 3686437 h 4805204"/>
                  <a:gd name="connsiteX75" fmla="*/ 8257894 w 8698387"/>
                  <a:gd name="connsiteY75" fmla="*/ 3715563 h 4805204"/>
                  <a:gd name="connsiteX76" fmla="*/ 8367991 w 8698387"/>
                  <a:gd name="connsiteY76" fmla="*/ 3741088 h 4805204"/>
                  <a:gd name="connsiteX77" fmla="*/ 8478194 w 8698387"/>
                  <a:gd name="connsiteY77" fmla="*/ 3763436 h 4805204"/>
                  <a:gd name="connsiteX78" fmla="*/ 8588290 w 8698387"/>
                  <a:gd name="connsiteY78" fmla="*/ 3782818 h 4805204"/>
                  <a:gd name="connsiteX79" fmla="*/ 8698387 w 8698387"/>
                  <a:gd name="connsiteY79" fmla="*/ 3799552 h 4805204"/>
                  <a:gd name="connsiteX80" fmla="*/ 8698387 w 8698387"/>
                  <a:gd name="connsiteY80" fmla="*/ 4805204 h 4805204"/>
                  <a:gd name="connsiteX81" fmla="*/ 8588290 w 8698387"/>
                  <a:gd name="connsiteY81" fmla="*/ 4805204 h 4805204"/>
                  <a:gd name="connsiteX82" fmla="*/ 8478194 w 8698387"/>
                  <a:gd name="connsiteY82" fmla="*/ 4805204 h 4805204"/>
                  <a:gd name="connsiteX83" fmla="*/ 8367991 w 8698387"/>
                  <a:gd name="connsiteY83" fmla="*/ 4805204 h 4805204"/>
                  <a:gd name="connsiteX84" fmla="*/ 8257894 w 8698387"/>
                  <a:gd name="connsiteY84" fmla="*/ 4796943 h 4805204"/>
                  <a:gd name="connsiteX85" fmla="*/ 8147798 w 8698387"/>
                  <a:gd name="connsiteY85" fmla="*/ 4620279 h 4805204"/>
                  <a:gd name="connsiteX86" fmla="*/ 8037701 w 8698387"/>
                  <a:gd name="connsiteY86" fmla="*/ 4466492 h 4805204"/>
                  <a:gd name="connsiteX87" fmla="*/ 7927604 w 8698387"/>
                  <a:gd name="connsiteY87" fmla="*/ 4335159 h 4805204"/>
                  <a:gd name="connsiteX88" fmla="*/ 7817507 w 8698387"/>
                  <a:gd name="connsiteY88" fmla="*/ 4224691 h 4805204"/>
                  <a:gd name="connsiteX89" fmla="*/ 7707410 w 8698387"/>
                  <a:gd name="connsiteY89" fmla="*/ 4133181 h 4805204"/>
                  <a:gd name="connsiteX90" fmla="*/ 7597314 w 8698387"/>
                  <a:gd name="connsiteY90" fmla="*/ 4057876 h 4805204"/>
                  <a:gd name="connsiteX91" fmla="*/ 7487217 w 8698387"/>
                  <a:gd name="connsiteY91" fmla="*/ 3996128 h 4805204"/>
                  <a:gd name="connsiteX92" fmla="*/ 7377120 w 8698387"/>
                  <a:gd name="connsiteY92" fmla="*/ 3945819 h 4805204"/>
                  <a:gd name="connsiteX93" fmla="*/ 7267023 w 8698387"/>
                  <a:gd name="connsiteY93" fmla="*/ 3905572 h 4805204"/>
                  <a:gd name="connsiteX94" fmla="*/ 7156927 w 8698387"/>
                  <a:gd name="connsiteY94" fmla="*/ 3877293 h 4805204"/>
                  <a:gd name="connsiteX95" fmla="*/ 7046724 w 8698387"/>
                  <a:gd name="connsiteY95" fmla="*/ 3861512 h 4805204"/>
                  <a:gd name="connsiteX96" fmla="*/ 6936627 w 8698387"/>
                  <a:gd name="connsiteY96" fmla="*/ 3863313 h 4805204"/>
                  <a:gd name="connsiteX97" fmla="*/ 6826531 w 8698387"/>
                  <a:gd name="connsiteY97" fmla="*/ 3886084 h 4805204"/>
                  <a:gd name="connsiteX98" fmla="*/ 6716434 w 8698387"/>
                  <a:gd name="connsiteY98" fmla="*/ 3941371 h 4805204"/>
                  <a:gd name="connsiteX99" fmla="*/ 6606337 w 8698387"/>
                  <a:gd name="connsiteY99" fmla="*/ 4019006 h 4805204"/>
                  <a:gd name="connsiteX100" fmla="*/ 6496240 w 8698387"/>
                  <a:gd name="connsiteY100" fmla="*/ 4080224 h 4805204"/>
                  <a:gd name="connsiteX101" fmla="*/ 6386144 w 8698387"/>
                  <a:gd name="connsiteY101" fmla="*/ 4119201 h 4805204"/>
                  <a:gd name="connsiteX102" fmla="*/ 6276047 w 8698387"/>
                  <a:gd name="connsiteY102" fmla="*/ 4169721 h 4805204"/>
                  <a:gd name="connsiteX103" fmla="*/ 6165950 w 8698387"/>
                  <a:gd name="connsiteY103" fmla="*/ 4214523 h 4805204"/>
                  <a:gd name="connsiteX104" fmla="*/ 6055853 w 8698387"/>
                  <a:gd name="connsiteY104" fmla="*/ 4231363 h 4805204"/>
                  <a:gd name="connsiteX105" fmla="*/ 5945756 w 8698387"/>
                  <a:gd name="connsiteY105" fmla="*/ 4235812 h 4805204"/>
                  <a:gd name="connsiteX106" fmla="*/ 5835660 w 8698387"/>
                  <a:gd name="connsiteY106" fmla="*/ 4248945 h 4805204"/>
                  <a:gd name="connsiteX107" fmla="*/ 5725563 w 8698387"/>
                  <a:gd name="connsiteY107" fmla="*/ 4278601 h 4805204"/>
                  <a:gd name="connsiteX108" fmla="*/ 5615360 w 8698387"/>
                  <a:gd name="connsiteY108" fmla="*/ 4307303 h 4805204"/>
                  <a:gd name="connsiteX109" fmla="*/ 5505263 w 8698387"/>
                  <a:gd name="connsiteY109" fmla="*/ 4337171 h 4805204"/>
                  <a:gd name="connsiteX110" fmla="*/ 5395166 w 8698387"/>
                  <a:gd name="connsiteY110" fmla="*/ 4355918 h 4805204"/>
                  <a:gd name="connsiteX111" fmla="*/ 5285069 w 8698387"/>
                  <a:gd name="connsiteY111" fmla="*/ 4362167 h 4805204"/>
                  <a:gd name="connsiteX112" fmla="*/ 5174973 w 8698387"/>
                  <a:gd name="connsiteY112" fmla="*/ 4373394 h 4805204"/>
                  <a:gd name="connsiteX113" fmla="*/ 5064876 w 8698387"/>
                  <a:gd name="connsiteY113" fmla="*/ 4402096 h 4805204"/>
                  <a:gd name="connsiteX114" fmla="*/ 4954779 w 8698387"/>
                  <a:gd name="connsiteY114" fmla="*/ 4438425 h 4805204"/>
                  <a:gd name="connsiteX115" fmla="*/ 4844682 w 8698387"/>
                  <a:gd name="connsiteY115" fmla="*/ 4469458 h 4805204"/>
                  <a:gd name="connsiteX116" fmla="*/ 4734585 w 8698387"/>
                  <a:gd name="connsiteY116" fmla="*/ 4474965 h 4805204"/>
                  <a:gd name="connsiteX117" fmla="*/ 4624489 w 8698387"/>
                  <a:gd name="connsiteY117" fmla="*/ 4426139 h 4805204"/>
                  <a:gd name="connsiteX118" fmla="*/ 4514392 w 8698387"/>
                  <a:gd name="connsiteY118" fmla="*/ 4291840 h 4805204"/>
                  <a:gd name="connsiteX119" fmla="*/ 4404295 w 8698387"/>
                  <a:gd name="connsiteY119" fmla="*/ 4091451 h 4805204"/>
                  <a:gd name="connsiteX120" fmla="*/ 4294093 w 8698387"/>
                  <a:gd name="connsiteY120" fmla="*/ 3859288 h 4805204"/>
                  <a:gd name="connsiteX121" fmla="*/ 4183996 w 8698387"/>
                  <a:gd name="connsiteY121" fmla="*/ 3576710 h 4805204"/>
                  <a:gd name="connsiteX122" fmla="*/ 4073899 w 8698387"/>
                  <a:gd name="connsiteY122" fmla="*/ 3277715 h 4805204"/>
                  <a:gd name="connsiteX123" fmla="*/ 3963802 w 8698387"/>
                  <a:gd name="connsiteY123" fmla="*/ 2920256 h 4805204"/>
                  <a:gd name="connsiteX124" fmla="*/ 3853705 w 8698387"/>
                  <a:gd name="connsiteY124" fmla="*/ 2539390 h 4805204"/>
                  <a:gd name="connsiteX125" fmla="*/ 3743608 w 8698387"/>
                  <a:gd name="connsiteY125" fmla="*/ 2188921 h 4805204"/>
                  <a:gd name="connsiteX126" fmla="*/ 3633512 w 8698387"/>
                  <a:gd name="connsiteY126" fmla="*/ 1902636 h 4805204"/>
                  <a:gd name="connsiteX127" fmla="*/ 3523415 w 8698387"/>
                  <a:gd name="connsiteY127" fmla="*/ 1602900 h 4805204"/>
                  <a:gd name="connsiteX128" fmla="*/ 3413318 w 8698387"/>
                  <a:gd name="connsiteY128" fmla="*/ 1293737 h 4805204"/>
                  <a:gd name="connsiteX129" fmla="*/ 3303221 w 8698387"/>
                  <a:gd name="connsiteY129" fmla="*/ 1007876 h 4805204"/>
                  <a:gd name="connsiteX130" fmla="*/ 3193125 w 8698387"/>
                  <a:gd name="connsiteY130" fmla="*/ 775395 h 4805204"/>
                  <a:gd name="connsiteX131" fmla="*/ 3083028 w 8698387"/>
                  <a:gd name="connsiteY131" fmla="*/ 623091 h 4805204"/>
                  <a:gd name="connsiteX132" fmla="*/ 2972825 w 8698387"/>
                  <a:gd name="connsiteY132" fmla="*/ 573735 h 4805204"/>
                  <a:gd name="connsiteX133" fmla="*/ 2862728 w 8698387"/>
                  <a:gd name="connsiteY133" fmla="*/ 586339 h 4805204"/>
                  <a:gd name="connsiteX134" fmla="*/ 2752632 w 8698387"/>
                  <a:gd name="connsiteY134" fmla="*/ 636754 h 4805204"/>
                  <a:gd name="connsiteX135" fmla="*/ 2642535 w 8698387"/>
                  <a:gd name="connsiteY135" fmla="*/ 720320 h 4805204"/>
                  <a:gd name="connsiteX136" fmla="*/ 2532438 w 8698387"/>
                  <a:gd name="connsiteY136" fmla="*/ 832271 h 4805204"/>
                  <a:gd name="connsiteX137" fmla="*/ 2422341 w 8698387"/>
                  <a:gd name="connsiteY137" fmla="*/ 967417 h 4805204"/>
                  <a:gd name="connsiteX138" fmla="*/ 2312245 w 8698387"/>
                  <a:gd name="connsiteY138" fmla="*/ 1120356 h 4805204"/>
                  <a:gd name="connsiteX139" fmla="*/ 2202148 w 8698387"/>
                  <a:gd name="connsiteY139" fmla="*/ 1285052 h 4805204"/>
                  <a:gd name="connsiteX140" fmla="*/ 2092051 w 8698387"/>
                  <a:gd name="connsiteY140" fmla="*/ 1455891 h 4805204"/>
                  <a:gd name="connsiteX141" fmla="*/ 1981954 w 8698387"/>
                  <a:gd name="connsiteY141" fmla="*/ 1626730 h 4805204"/>
                  <a:gd name="connsiteX142" fmla="*/ 1871857 w 8698387"/>
                  <a:gd name="connsiteY142" fmla="*/ 1797993 h 4805204"/>
                  <a:gd name="connsiteX143" fmla="*/ 1761760 w 8698387"/>
                  <a:gd name="connsiteY143" fmla="*/ 1985672 h 4805204"/>
                  <a:gd name="connsiteX144" fmla="*/ 1651664 w 8698387"/>
                  <a:gd name="connsiteY144" fmla="*/ 2191357 h 4805204"/>
                  <a:gd name="connsiteX145" fmla="*/ 1541461 w 8698387"/>
                  <a:gd name="connsiteY145" fmla="*/ 2415577 h 4805204"/>
                  <a:gd name="connsiteX146" fmla="*/ 1431364 w 8698387"/>
                  <a:gd name="connsiteY146" fmla="*/ 2658966 h 4805204"/>
                  <a:gd name="connsiteX147" fmla="*/ 1321267 w 8698387"/>
                  <a:gd name="connsiteY147" fmla="*/ 2922162 h 4805204"/>
                  <a:gd name="connsiteX148" fmla="*/ 1211171 w 8698387"/>
                  <a:gd name="connsiteY148" fmla="*/ 3205482 h 4805204"/>
                  <a:gd name="connsiteX149" fmla="*/ 1101074 w 8698387"/>
                  <a:gd name="connsiteY149" fmla="*/ 3509560 h 4805204"/>
                  <a:gd name="connsiteX150" fmla="*/ 990977 w 8698387"/>
                  <a:gd name="connsiteY150" fmla="*/ 3834610 h 4805204"/>
                  <a:gd name="connsiteX151" fmla="*/ 880880 w 8698387"/>
                  <a:gd name="connsiteY151" fmla="*/ 4180737 h 4805204"/>
                  <a:gd name="connsiteX152" fmla="*/ 770784 w 8698387"/>
                  <a:gd name="connsiteY152" fmla="*/ 4547940 h 4805204"/>
                  <a:gd name="connsiteX153" fmla="*/ 660687 w 8698387"/>
                  <a:gd name="connsiteY153" fmla="*/ 4805204 h 4805204"/>
                  <a:gd name="connsiteX154" fmla="*/ 550590 w 8698387"/>
                  <a:gd name="connsiteY154" fmla="*/ 4805204 h 4805204"/>
                  <a:gd name="connsiteX155" fmla="*/ 440493 w 8698387"/>
                  <a:gd name="connsiteY155" fmla="*/ 4805204 h 4805204"/>
                  <a:gd name="connsiteX156" fmla="*/ 330396 w 8698387"/>
                  <a:gd name="connsiteY156" fmla="*/ 4805204 h 4805204"/>
                  <a:gd name="connsiteX157" fmla="*/ 220194 w 8698387"/>
                  <a:gd name="connsiteY157" fmla="*/ 4805204 h 4805204"/>
                  <a:gd name="connsiteX158" fmla="*/ 110097 w 8698387"/>
                  <a:gd name="connsiteY158" fmla="*/ 4805204 h 4805204"/>
                  <a:gd name="connsiteX159" fmla="*/ 0 w 8698387"/>
                  <a:gd name="connsiteY159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698387" h="4805204">
                    <a:moveTo>
                      <a:pt x="0" y="4805204"/>
                    </a:moveTo>
                    <a:lnTo>
                      <a:pt x="110097" y="4805204"/>
                    </a:lnTo>
                    <a:lnTo>
                      <a:pt x="220194" y="4805204"/>
                    </a:lnTo>
                    <a:lnTo>
                      <a:pt x="330396" y="4805204"/>
                    </a:lnTo>
                    <a:lnTo>
                      <a:pt x="440493" y="4665822"/>
                    </a:lnTo>
                    <a:lnTo>
                      <a:pt x="550590" y="4327957"/>
                    </a:lnTo>
                    <a:lnTo>
                      <a:pt x="660687" y="4001001"/>
                    </a:lnTo>
                    <a:lnTo>
                      <a:pt x="770784" y="3685060"/>
                    </a:lnTo>
                    <a:lnTo>
                      <a:pt x="880880" y="3380134"/>
                    </a:lnTo>
                    <a:lnTo>
                      <a:pt x="990977" y="3086329"/>
                    </a:lnTo>
                    <a:lnTo>
                      <a:pt x="1101074" y="2803857"/>
                    </a:lnTo>
                    <a:lnTo>
                      <a:pt x="1211171" y="2533035"/>
                    </a:lnTo>
                    <a:lnTo>
                      <a:pt x="1321267" y="2274394"/>
                    </a:lnTo>
                    <a:lnTo>
                      <a:pt x="1431364" y="2028673"/>
                    </a:lnTo>
                    <a:lnTo>
                      <a:pt x="1541461" y="1796510"/>
                    </a:lnTo>
                    <a:lnTo>
                      <a:pt x="1651664" y="1578751"/>
                    </a:lnTo>
                    <a:lnTo>
                      <a:pt x="1761760" y="1376138"/>
                    </a:lnTo>
                    <a:lnTo>
                      <a:pt x="1871857" y="1189518"/>
                    </a:lnTo>
                    <a:lnTo>
                      <a:pt x="1981954" y="1018467"/>
                    </a:lnTo>
                    <a:lnTo>
                      <a:pt x="2092051" y="849641"/>
                    </a:lnTo>
                    <a:lnTo>
                      <a:pt x="2202148" y="683250"/>
                    </a:lnTo>
                    <a:lnTo>
                      <a:pt x="2312245" y="523850"/>
                    </a:lnTo>
                    <a:lnTo>
                      <a:pt x="2422341" y="376524"/>
                    </a:lnTo>
                    <a:lnTo>
                      <a:pt x="2532438" y="245932"/>
                    </a:lnTo>
                    <a:lnTo>
                      <a:pt x="2642535" y="137264"/>
                    </a:lnTo>
                    <a:lnTo>
                      <a:pt x="2752632" y="56134"/>
                    </a:lnTo>
                    <a:lnTo>
                      <a:pt x="2862728" y="8367"/>
                    </a:lnTo>
                    <a:lnTo>
                      <a:pt x="2972825" y="0"/>
                    </a:lnTo>
                    <a:lnTo>
                      <a:pt x="3083028" y="58676"/>
                    </a:lnTo>
                    <a:lnTo>
                      <a:pt x="3193125" y="227079"/>
                    </a:lnTo>
                    <a:lnTo>
                      <a:pt x="3303221" y="475129"/>
                    </a:lnTo>
                    <a:lnTo>
                      <a:pt x="3413318" y="770523"/>
                    </a:lnTo>
                    <a:lnTo>
                      <a:pt x="3523415" y="1083604"/>
                    </a:lnTo>
                    <a:lnTo>
                      <a:pt x="3633512" y="1388001"/>
                    </a:lnTo>
                    <a:lnTo>
                      <a:pt x="3743608" y="1691020"/>
                    </a:lnTo>
                    <a:lnTo>
                      <a:pt x="3853705" y="2070298"/>
                    </a:lnTo>
                    <a:lnTo>
                      <a:pt x="3963802" y="2469169"/>
                    </a:lnTo>
                    <a:lnTo>
                      <a:pt x="4073899" y="2826628"/>
                    </a:lnTo>
                    <a:lnTo>
                      <a:pt x="4183996" y="3123716"/>
                    </a:lnTo>
                    <a:lnTo>
                      <a:pt x="4294093" y="3400999"/>
                    </a:lnTo>
                    <a:lnTo>
                      <a:pt x="4404295" y="3623418"/>
                    </a:lnTo>
                    <a:lnTo>
                      <a:pt x="4514392" y="3804001"/>
                    </a:lnTo>
                    <a:lnTo>
                      <a:pt x="4624489" y="3937240"/>
                    </a:lnTo>
                    <a:lnTo>
                      <a:pt x="4734585" y="4002060"/>
                    </a:lnTo>
                    <a:lnTo>
                      <a:pt x="4844682" y="4008309"/>
                    </a:lnTo>
                    <a:lnTo>
                      <a:pt x="4954779" y="3970815"/>
                    </a:lnTo>
                    <a:lnTo>
                      <a:pt x="5064876" y="3912880"/>
                    </a:lnTo>
                    <a:lnTo>
                      <a:pt x="5174973" y="3865431"/>
                    </a:lnTo>
                    <a:lnTo>
                      <a:pt x="5285069" y="3859817"/>
                    </a:lnTo>
                    <a:lnTo>
                      <a:pt x="5395166" y="3870515"/>
                    </a:lnTo>
                    <a:lnTo>
                      <a:pt x="5505263" y="3853886"/>
                    </a:lnTo>
                    <a:lnTo>
                      <a:pt x="5615360" y="3814698"/>
                    </a:lnTo>
                    <a:lnTo>
                      <a:pt x="5725563" y="3789597"/>
                    </a:lnTo>
                    <a:lnTo>
                      <a:pt x="5835660" y="3749773"/>
                    </a:lnTo>
                    <a:lnTo>
                      <a:pt x="5945756" y="3686860"/>
                    </a:lnTo>
                    <a:lnTo>
                      <a:pt x="6055853" y="3617593"/>
                    </a:lnTo>
                    <a:lnTo>
                      <a:pt x="6165950" y="3572261"/>
                    </a:lnTo>
                    <a:lnTo>
                      <a:pt x="6276047" y="3575863"/>
                    </a:lnTo>
                    <a:lnTo>
                      <a:pt x="6386144" y="3595351"/>
                    </a:lnTo>
                    <a:lnTo>
                      <a:pt x="6496240" y="3590267"/>
                    </a:lnTo>
                    <a:lnTo>
                      <a:pt x="6606337" y="3562623"/>
                    </a:lnTo>
                    <a:lnTo>
                      <a:pt x="6716434" y="3518775"/>
                    </a:lnTo>
                    <a:lnTo>
                      <a:pt x="6826531" y="3480752"/>
                    </a:lnTo>
                    <a:lnTo>
                      <a:pt x="6936627" y="3455650"/>
                    </a:lnTo>
                    <a:lnTo>
                      <a:pt x="7046724" y="3438069"/>
                    </a:lnTo>
                    <a:lnTo>
                      <a:pt x="7156927" y="3436162"/>
                    </a:lnTo>
                    <a:lnTo>
                      <a:pt x="7267023" y="3439022"/>
                    </a:lnTo>
                    <a:lnTo>
                      <a:pt x="7377120" y="3451625"/>
                    </a:lnTo>
                    <a:lnTo>
                      <a:pt x="7487217" y="3475774"/>
                    </a:lnTo>
                    <a:lnTo>
                      <a:pt x="7597314" y="3506595"/>
                    </a:lnTo>
                    <a:lnTo>
                      <a:pt x="7707410" y="3542288"/>
                    </a:lnTo>
                    <a:lnTo>
                      <a:pt x="7817507" y="3580205"/>
                    </a:lnTo>
                    <a:lnTo>
                      <a:pt x="7927604" y="3617910"/>
                    </a:lnTo>
                    <a:lnTo>
                      <a:pt x="8037701" y="3653709"/>
                    </a:lnTo>
                    <a:lnTo>
                      <a:pt x="8147798" y="3686437"/>
                    </a:lnTo>
                    <a:lnTo>
                      <a:pt x="8257894" y="3715563"/>
                    </a:lnTo>
                    <a:lnTo>
                      <a:pt x="8367991" y="3741088"/>
                    </a:lnTo>
                    <a:lnTo>
                      <a:pt x="8478194" y="3763436"/>
                    </a:lnTo>
                    <a:lnTo>
                      <a:pt x="8588290" y="3782818"/>
                    </a:lnTo>
                    <a:lnTo>
                      <a:pt x="8698387" y="3799552"/>
                    </a:lnTo>
                    <a:lnTo>
                      <a:pt x="8698387" y="4805204"/>
                    </a:lnTo>
                    <a:lnTo>
                      <a:pt x="8588290" y="4805204"/>
                    </a:lnTo>
                    <a:lnTo>
                      <a:pt x="8478194" y="4805204"/>
                    </a:lnTo>
                    <a:lnTo>
                      <a:pt x="8367991" y="4805204"/>
                    </a:lnTo>
                    <a:lnTo>
                      <a:pt x="8257894" y="4796943"/>
                    </a:lnTo>
                    <a:lnTo>
                      <a:pt x="8147798" y="4620279"/>
                    </a:lnTo>
                    <a:lnTo>
                      <a:pt x="8037701" y="4466492"/>
                    </a:lnTo>
                    <a:lnTo>
                      <a:pt x="7927604" y="4335159"/>
                    </a:lnTo>
                    <a:lnTo>
                      <a:pt x="7817507" y="4224691"/>
                    </a:lnTo>
                    <a:lnTo>
                      <a:pt x="7707410" y="4133181"/>
                    </a:lnTo>
                    <a:lnTo>
                      <a:pt x="7597314" y="4057876"/>
                    </a:lnTo>
                    <a:lnTo>
                      <a:pt x="7487217" y="3996128"/>
                    </a:lnTo>
                    <a:lnTo>
                      <a:pt x="7377120" y="3945819"/>
                    </a:lnTo>
                    <a:lnTo>
                      <a:pt x="7267023" y="3905572"/>
                    </a:lnTo>
                    <a:lnTo>
                      <a:pt x="7156927" y="3877293"/>
                    </a:lnTo>
                    <a:lnTo>
                      <a:pt x="7046724" y="3861512"/>
                    </a:lnTo>
                    <a:lnTo>
                      <a:pt x="6936627" y="3863313"/>
                    </a:lnTo>
                    <a:lnTo>
                      <a:pt x="6826531" y="3886084"/>
                    </a:lnTo>
                    <a:lnTo>
                      <a:pt x="6716434" y="3941371"/>
                    </a:lnTo>
                    <a:lnTo>
                      <a:pt x="6606337" y="4019006"/>
                    </a:lnTo>
                    <a:lnTo>
                      <a:pt x="6496240" y="4080224"/>
                    </a:lnTo>
                    <a:lnTo>
                      <a:pt x="6386144" y="4119201"/>
                    </a:lnTo>
                    <a:lnTo>
                      <a:pt x="6276047" y="4169721"/>
                    </a:lnTo>
                    <a:lnTo>
                      <a:pt x="6165950" y="4214523"/>
                    </a:lnTo>
                    <a:lnTo>
                      <a:pt x="6055853" y="4231363"/>
                    </a:lnTo>
                    <a:lnTo>
                      <a:pt x="5945756" y="4235812"/>
                    </a:lnTo>
                    <a:lnTo>
                      <a:pt x="5835660" y="4248945"/>
                    </a:lnTo>
                    <a:lnTo>
                      <a:pt x="5725563" y="4278601"/>
                    </a:lnTo>
                    <a:lnTo>
                      <a:pt x="5615360" y="4307303"/>
                    </a:lnTo>
                    <a:lnTo>
                      <a:pt x="5505263" y="4337171"/>
                    </a:lnTo>
                    <a:lnTo>
                      <a:pt x="5395166" y="4355918"/>
                    </a:lnTo>
                    <a:lnTo>
                      <a:pt x="5285069" y="4362167"/>
                    </a:lnTo>
                    <a:lnTo>
                      <a:pt x="5174973" y="4373394"/>
                    </a:lnTo>
                    <a:lnTo>
                      <a:pt x="5064876" y="4402096"/>
                    </a:lnTo>
                    <a:lnTo>
                      <a:pt x="4954779" y="4438425"/>
                    </a:lnTo>
                    <a:lnTo>
                      <a:pt x="4844682" y="4469458"/>
                    </a:lnTo>
                    <a:lnTo>
                      <a:pt x="4734585" y="4474965"/>
                    </a:lnTo>
                    <a:lnTo>
                      <a:pt x="4624489" y="4426139"/>
                    </a:lnTo>
                    <a:lnTo>
                      <a:pt x="4514392" y="4291840"/>
                    </a:lnTo>
                    <a:lnTo>
                      <a:pt x="4404295" y="4091451"/>
                    </a:lnTo>
                    <a:lnTo>
                      <a:pt x="4294093" y="3859288"/>
                    </a:lnTo>
                    <a:lnTo>
                      <a:pt x="4183996" y="3576710"/>
                    </a:lnTo>
                    <a:lnTo>
                      <a:pt x="4073899" y="3277715"/>
                    </a:lnTo>
                    <a:lnTo>
                      <a:pt x="3963802" y="2920256"/>
                    </a:lnTo>
                    <a:lnTo>
                      <a:pt x="3853705" y="2539390"/>
                    </a:lnTo>
                    <a:lnTo>
                      <a:pt x="3743608" y="2188921"/>
                    </a:lnTo>
                    <a:lnTo>
                      <a:pt x="3633512" y="1902636"/>
                    </a:lnTo>
                    <a:lnTo>
                      <a:pt x="3523415" y="1602900"/>
                    </a:lnTo>
                    <a:lnTo>
                      <a:pt x="3413318" y="1293737"/>
                    </a:lnTo>
                    <a:lnTo>
                      <a:pt x="3303221" y="1007876"/>
                    </a:lnTo>
                    <a:lnTo>
                      <a:pt x="3193125" y="775395"/>
                    </a:lnTo>
                    <a:lnTo>
                      <a:pt x="3083028" y="623091"/>
                    </a:lnTo>
                    <a:lnTo>
                      <a:pt x="2972825" y="573735"/>
                    </a:lnTo>
                    <a:lnTo>
                      <a:pt x="2862728" y="586339"/>
                    </a:lnTo>
                    <a:lnTo>
                      <a:pt x="2752632" y="636754"/>
                    </a:lnTo>
                    <a:lnTo>
                      <a:pt x="2642535" y="720320"/>
                    </a:lnTo>
                    <a:lnTo>
                      <a:pt x="2532438" y="832271"/>
                    </a:lnTo>
                    <a:lnTo>
                      <a:pt x="2422341" y="967417"/>
                    </a:lnTo>
                    <a:lnTo>
                      <a:pt x="2312245" y="1120356"/>
                    </a:lnTo>
                    <a:lnTo>
                      <a:pt x="2202148" y="1285052"/>
                    </a:lnTo>
                    <a:lnTo>
                      <a:pt x="2092051" y="1455891"/>
                    </a:lnTo>
                    <a:lnTo>
                      <a:pt x="1981954" y="1626730"/>
                    </a:lnTo>
                    <a:lnTo>
                      <a:pt x="1871857" y="1797993"/>
                    </a:lnTo>
                    <a:lnTo>
                      <a:pt x="1761760" y="1985672"/>
                    </a:lnTo>
                    <a:lnTo>
                      <a:pt x="1651664" y="2191357"/>
                    </a:lnTo>
                    <a:lnTo>
                      <a:pt x="1541461" y="2415577"/>
                    </a:lnTo>
                    <a:lnTo>
                      <a:pt x="1431364" y="2658966"/>
                    </a:lnTo>
                    <a:lnTo>
                      <a:pt x="1321267" y="2922162"/>
                    </a:lnTo>
                    <a:lnTo>
                      <a:pt x="1211171" y="3205482"/>
                    </a:lnTo>
                    <a:lnTo>
                      <a:pt x="1101074" y="3509560"/>
                    </a:lnTo>
                    <a:lnTo>
                      <a:pt x="990977" y="3834610"/>
                    </a:lnTo>
                    <a:lnTo>
                      <a:pt x="880880" y="4180737"/>
                    </a:lnTo>
                    <a:lnTo>
                      <a:pt x="770784" y="4547940"/>
                    </a:lnTo>
                    <a:lnTo>
                      <a:pt x="660687" y="4805204"/>
                    </a:lnTo>
                    <a:lnTo>
                      <a:pt x="550590" y="4805204"/>
                    </a:lnTo>
                    <a:lnTo>
                      <a:pt x="440493" y="4805204"/>
                    </a:lnTo>
                    <a:lnTo>
                      <a:pt x="330396" y="4805204"/>
                    </a:lnTo>
                    <a:lnTo>
                      <a:pt x="220194" y="4805204"/>
                    </a:lnTo>
                    <a:lnTo>
                      <a:pt x="110097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solidFill>
                <a:srgbClr val="B50A37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986A1569-9965-6E57-4BBB-056151EA423B}"/>
                  </a:ext>
                </a:extLst>
              </p:cNvPr>
              <p:cNvSpPr/>
              <p:nvPr/>
            </p:nvSpPr>
            <p:spPr>
              <a:xfrm>
                <a:off x="1988404" y="971481"/>
                <a:ext cx="8698387" cy="4805204"/>
              </a:xfrm>
              <a:custGeom>
                <a:avLst/>
                <a:gdLst>
                  <a:gd name="connsiteX0" fmla="*/ 0 w 8698387"/>
                  <a:gd name="connsiteY0" fmla="*/ 4805204 h 4805204"/>
                  <a:gd name="connsiteX1" fmla="*/ 110097 w 8698387"/>
                  <a:gd name="connsiteY1" fmla="*/ 4805204 h 4805204"/>
                  <a:gd name="connsiteX2" fmla="*/ 220194 w 8698387"/>
                  <a:gd name="connsiteY2" fmla="*/ 4805204 h 4805204"/>
                  <a:gd name="connsiteX3" fmla="*/ 330396 w 8698387"/>
                  <a:gd name="connsiteY3" fmla="*/ 4805204 h 4805204"/>
                  <a:gd name="connsiteX4" fmla="*/ 440493 w 8698387"/>
                  <a:gd name="connsiteY4" fmla="*/ 4665822 h 4805204"/>
                  <a:gd name="connsiteX5" fmla="*/ 550590 w 8698387"/>
                  <a:gd name="connsiteY5" fmla="*/ 4327957 h 4805204"/>
                  <a:gd name="connsiteX6" fmla="*/ 660687 w 8698387"/>
                  <a:gd name="connsiteY6" fmla="*/ 4001001 h 4805204"/>
                  <a:gd name="connsiteX7" fmla="*/ 770784 w 8698387"/>
                  <a:gd name="connsiteY7" fmla="*/ 3685060 h 4805204"/>
                  <a:gd name="connsiteX8" fmla="*/ 880880 w 8698387"/>
                  <a:gd name="connsiteY8" fmla="*/ 3380134 h 4805204"/>
                  <a:gd name="connsiteX9" fmla="*/ 990977 w 8698387"/>
                  <a:gd name="connsiteY9" fmla="*/ 3086329 h 4805204"/>
                  <a:gd name="connsiteX10" fmla="*/ 1101074 w 8698387"/>
                  <a:gd name="connsiteY10" fmla="*/ 2803857 h 4805204"/>
                  <a:gd name="connsiteX11" fmla="*/ 1211171 w 8698387"/>
                  <a:gd name="connsiteY11" fmla="*/ 2533035 h 4805204"/>
                  <a:gd name="connsiteX12" fmla="*/ 1321267 w 8698387"/>
                  <a:gd name="connsiteY12" fmla="*/ 2274394 h 4805204"/>
                  <a:gd name="connsiteX13" fmla="*/ 1431364 w 8698387"/>
                  <a:gd name="connsiteY13" fmla="*/ 2028673 h 4805204"/>
                  <a:gd name="connsiteX14" fmla="*/ 1541461 w 8698387"/>
                  <a:gd name="connsiteY14" fmla="*/ 1796510 h 4805204"/>
                  <a:gd name="connsiteX15" fmla="*/ 1651664 w 8698387"/>
                  <a:gd name="connsiteY15" fmla="*/ 1578751 h 4805204"/>
                  <a:gd name="connsiteX16" fmla="*/ 1761760 w 8698387"/>
                  <a:gd name="connsiteY16" fmla="*/ 1376138 h 4805204"/>
                  <a:gd name="connsiteX17" fmla="*/ 1871857 w 8698387"/>
                  <a:gd name="connsiteY17" fmla="*/ 1189518 h 4805204"/>
                  <a:gd name="connsiteX18" fmla="*/ 1981954 w 8698387"/>
                  <a:gd name="connsiteY18" fmla="*/ 1018467 h 4805204"/>
                  <a:gd name="connsiteX19" fmla="*/ 2092051 w 8698387"/>
                  <a:gd name="connsiteY19" fmla="*/ 849641 h 4805204"/>
                  <a:gd name="connsiteX20" fmla="*/ 2202148 w 8698387"/>
                  <a:gd name="connsiteY20" fmla="*/ 683250 h 4805204"/>
                  <a:gd name="connsiteX21" fmla="*/ 2312245 w 8698387"/>
                  <a:gd name="connsiteY21" fmla="*/ 523850 h 4805204"/>
                  <a:gd name="connsiteX22" fmla="*/ 2422341 w 8698387"/>
                  <a:gd name="connsiteY22" fmla="*/ 376524 h 4805204"/>
                  <a:gd name="connsiteX23" fmla="*/ 2532438 w 8698387"/>
                  <a:gd name="connsiteY23" fmla="*/ 245932 h 4805204"/>
                  <a:gd name="connsiteX24" fmla="*/ 2642535 w 8698387"/>
                  <a:gd name="connsiteY24" fmla="*/ 137264 h 4805204"/>
                  <a:gd name="connsiteX25" fmla="*/ 2752632 w 8698387"/>
                  <a:gd name="connsiteY25" fmla="*/ 56134 h 4805204"/>
                  <a:gd name="connsiteX26" fmla="*/ 2862728 w 8698387"/>
                  <a:gd name="connsiteY26" fmla="*/ 8367 h 4805204"/>
                  <a:gd name="connsiteX27" fmla="*/ 2972825 w 8698387"/>
                  <a:gd name="connsiteY27" fmla="*/ 0 h 4805204"/>
                  <a:gd name="connsiteX28" fmla="*/ 3083028 w 8698387"/>
                  <a:gd name="connsiteY28" fmla="*/ 58676 h 4805204"/>
                  <a:gd name="connsiteX29" fmla="*/ 3193125 w 8698387"/>
                  <a:gd name="connsiteY29" fmla="*/ 227079 h 4805204"/>
                  <a:gd name="connsiteX30" fmla="*/ 3303221 w 8698387"/>
                  <a:gd name="connsiteY30" fmla="*/ 475129 h 4805204"/>
                  <a:gd name="connsiteX31" fmla="*/ 3413318 w 8698387"/>
                  <a:gd name="connsiteY31" fmla="*/ 770523 h 4805204"/>
                  <a:gd name="connsiteX32" fmla="*/ 3523415 w 8698387"/>
                  <a:gd name="connsiteY32" fmla="*/ 1083604 h 4805204"/>
                  <a:gd name="connsiteX33" fmla="*/ 3633512 w 8698387"/>
                  <a:gd name="connsiteY33" fmla="*/ 1388001 h 4805204"/>
                  <a:gd name="connsiteX34" fmla="*/ 3743608 w 8698387"/>
                  <a:gd name="connsiteY34" fmla="*/ 1691020 h 4805204"/>
                  <a:gd name="connsiteX35" fmla="*/ 3853705 w 8698387"/>
                  <a:gd name="connsiteY35" fmla="*/ 2070298 h 4805204"/>
                  <a:gd name="connsiteX36" fmla="*/ 3963802 w 8698387"/>
                  <a:gd name="connsiteY36" fmla="*/ 2469169 h 4805204"/>
                  <a:gd name="connsiteX37" fmla="*/ 4073899 w 8698387"/>
                  <a:gd name="connsiteY37" fmla="*/ 2826628 h 4805204"/>
                  <a:gd name="connsiteX38" fmla="*/ 4183996 w 8698387"/>
                  <a:gd name="connsiteY38" fmla="*/ 3123716 h 4805204"/>
                  <a:gd name="connsiteX39" fmla="*/ 4294093 w 8698387"/>
                  <a:gd name="connsiteY39" fmla="*/ 3400999 h 4805204"/>
                  <a:gd name="connsiteX40" fmla="*/ 4404295 w 8698387"/>
                  <a:gd name="connsiteY40" fmla="*/ 3623418 h 4805204"/>
                  <a:gd name="connsiteX41" fmla="*/ 4514392 w 8698387"/>
                  <a:gd name="connsiteY41" fmla="*/ 3804001 h 4805204"/>
                  <a:gd name="connsiteX42" fmla="*/ 4624489 w 8698387"/>
                  <a:gd name="connsiteY42" fmla="*/ 3937240 h 4805204"/>
                  <a:gd name="connsiteX43" fmla="*/ 4734585 w 8698387"/>
                  <a:gd name="connsiteY43" fmla="*/ 4002060 h 4805204"/>
                  <a:gd name="connsiteX44" fmla="*/ 4844682 w 8698387"/>
                  <a:gd name="connsiteY44" fmla="*/ 4008309 h 4805204"/>
                  <a:gd name="connsiteX45" fmla="*/ 4954779 w 8698387"/>
                  <a:gd name="connsiteY45" fmla="*/ 3970815 h 4805204"/>
                  <a:gd name="connsiteX46" fmla="*/ 5064876 w 8698387"/>
                  <a:gd name="connsiteY46" fmla="*/ 3912880 h 4805204"/>
                  <a:gd name="connsiteX47" fmla="*/ 5174973 w 8698387"/>
                  <a:gd name="connsiteY47" fmla="*/ 3865431 h 4805204"/>
                  <a:gd name="connsiteX48" fmla="*/ 5285069 w 8698387"/>
                  <a:gd name="connsiteY48" fmla="*/ 3859817 h 4805204"/>
                  <a:gd name="connsiteX49" fmla="*/ 5395166 w 8698387"/>
                  <a:gd name="connsiteY49" fmla="*/ 3870515 h 4805204"/>
                  <a:gd name="connsiteX50" fmla="*/ 5505263 w 8698387"/>
                  <a:gd name="connsiteY50" fmla="*/ 3853886 h 4805204"/>
                  <a:gd name="connsiteX51" fmla="*/ 5615360 w 8698387"/>
                  <a:gd name="connsiteY51" fmla="*/ 3814698 h 4805204"/>
                  <a:gd name="connsiteX52" fmla="*/ 5725563 w 8698387"/>
                  <a:gd name="connsiteY52" fmla="*/ 3789597 h 4805204"/>
                  <a:gd name="connsiteX53" fmla="*/ 5835660 w 8698387"/>
                  <a:gd name="connsiteY53" fmla="*/ 3749773 h 4805204"/>
                  <a:gd name="connsiteX54" fmla="*/ 5945756 w 8698387"/>
                  <a:gd name="connsiteY54" fmla="*/ 3686860 h 4805204"/>
                  <a:gd name="connsiteX55" fmla="*/ 6055853 w 8698387"/>
                  <a:gd name="connsiteY55" fmla="*/ 3617593 h 4805204"/>
                  <a:gd name="connsiteX56" fmla="*/ 6165950 w 8698387"/>
                  <a:gd name="connsiteY56" fmla="*/ 3572261 h 4805204"/>
                  <a:gd name="connsiteX57" fmla="*/ 6276047 w 8698387"/>
                  <a:gd name="connsiteY57" fmla="*/ 3575863 h 4805204"/>
                  <a:gd name="connsiteX58" fmla="*/ 6386144 w 8698387"/>
                  <a:gd name="connsiteY58" fmla="*/ 3595351 h 4805204"/>
                  <a:gd name="connsiteX59" fmla="*/ 6496240 w 8698387"/>
                  <a:gd name="connsiteY59" fmla="*/ 3590267 h 4805204"/>
                  <a:gd name="connsiteX60" fmla="*/ 6606337 w 8698387"/>
                  <a:gd name="connsiteY60" fmla="*/ 3562623 h 4805204"/>
                  <a:gd name="connsiteX61" fmla="*/ 6716434 w 8698387"/>
                  <a:gd name="connsiteY61" fmla="*/ 3518775 h 4805204"/>
                  <a:gd name="connsiteX62" fmla="*/ 6826531 w 8698387"/>
                  <a:gd name="connsiteY62" fmla="*/ 3480752 h 4805204"/>
                  <a:gd name="connsiteX63" fmla="*/ 6936627 w 8698387"/>
                  <a:gd name="connsiteY63" fmla="*/ 3455650 h 4805204"/>
                  <a:gd name="connsiteX64" fmla="*/ 7046724 w 8698387"/>
                  <a:gd name="connsiteY64" fmla="*/ 3438069 h 4805204"/>
                  <a:gd name="connsiteX65" fmla="*/ 7156927 w 8698387"/>
                  <a:gd name="connsiteY65" fmla="*/ 3436162 h 4805204"/>
                  <a:gd name="connsiteX66" fmla="*/ 7267023 w 8698387"/>
                  <a:gd name="connsiteY66" fmla="*/ 3439022 h 4805204"/>
                  <a:gd name="connsiteX67" fmla="*/ 7377120 w 8698387"/>
                  <a:gd name="connsiteY67" fmla="*/ 3451625 h 4805204"/>
                  <a:gd name="connsiteX68" fmla="*/ 7487217 w 8698387"/>
                  <a:gd name="connsiteY68" fmla="*/ 3475774 h 4805204"/>
                  <a:gd name="connsiteX69" fmla="*/ 7597314 w 8698387"/>
                  <a:gd name="connsiteY69" fmla="*/ 3506595 h 4805204"/>
                  <a:gd name="connsiteX70" fmla="*/ 7707410 w 8698387"/>
                  <a:gd name="connsiteY70" fmla="*/ 3542288 h 4805204"/>
                  <a:gd name="connsiteX71" fmla="*/ 7817507 w 8698387"/>
                  <a:gd name="connsiteY71" fmla="*/ 3580205 h 4805204"/>
                  <a:gd name="connsiteX72" fmla="*/ 7927604 w 8698387"/>
                  <a:gd name="connsiteY72" fmla="*/ 3617910 h 4805204"/>
                  <a:gd name="connsiteX73" fmla="*/ 8037701 w 8698387"/>
                  <a:gd name="connsiteY73" fmla="*/ 3653709 h 4805204"/>
                  <a:gd name="connsiteX74" fmla="*/ 8147798 w 8698387"/>
                  <a:gd name="connsiteY74" fmla="*/ 3686437 h 4805204"/>
                  <a:gd name="connsiteX75" fmla="*/ 8257894 w 8698387"/>
                  <a:gd name="connsiteY75" fmla="*/ 3715563 h 4805204"/>
                  <a:gd name="connsiteX76" fmla="*/ 8367991 w 8698387"/>
                  <a:gd name="connsiteY76" fmla="*/ 3741088 h 4805204"/>
                  <a:gd name="connsiteX77" fmla="*/ 8478194 w 8698387"/>
                  <a:gd name="connsiteY77" fmla="*/ 3763436 h 4805204"/>
                  <a:gd name="connsiteX78" fmla="*/ 8588290 w 8698387"/>
                  <a:gd name="connsiteY78" fmla="*/ 3782818 h 4805204"/>
                  <a:gd name="connsiteX79" fmla="*/ 8698387 w 8698387"/>
                  <a:gd name="connsiteY79" fmla="*/ 3799552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698387" h="4805204">
                    <a:moveTo>
                      <a:pt x="0" y="4805204"/>
                    </a:moveTo>
                    <a:lnTo>
                      <a:pt x="110097" y="4805204"/>
                    </a:lnTo>
                    <a:lnTo>
                      <a:pt x="220194" y="4805204"/>
                    </a:lnTo>
                    <a:lnTo>
                      <a:pt x="330396" y="4805204"/>
                    </a:lnTo>
                    <a:lnTo>
                      <a:pt x="440493" y="4665822"/>
                    </a:lnTo>
                    <a:lnTo>
                      <a:pt x="550590" y="4327957"/>
                    </a:lnTo>
                    <a:lnTo>
                      <a:pt x="660687" y="4001001"/>
                    </a:lnTo>
                    <a:lnTo>
                      <a:pt x="770784" y="3685060"/>
                    </a:lnTo>
                    <a:lnTo>
                      <a:pt x="880880" y="3380134"/>
                    </a:lnTo>
                    <a:lnTo>
                      <a:pt x="990977" y="3086329"/>
                    </a:lnTo>
                    <a:lnTo>
                      <a:pt x="1101074" y="2803857"/>
                    </a:lnTo>
                    <a:lnTo>
                      <a:pt x="1211171" y="2533035"/>
                    </a:lnTo>
                    <a:lnTo>
                      <a:pt x="1321267" y="2274394"/>
                    </a:lnTo>
                    <a:lnTo>
                      <a:pt x="1431364" y="2028673"/>
                    </a:lnTo>
                    <a:lnTo>
                      <a:pt x="1541461" y="1796510"/>
                    </a:lnTo>
                    <a:lnTo>
                      <a:pt x="1651664" y="1578751"/>
                    </a:lnTo>
                    <a:lnTo>
                      <a:pt x="1761760" y="1376138"/>
                    </a:lnTo>
                    <a:lnTo>
                      <a:pt x="1871857" y="1189518"/>
                    </a:lnTo>
                    <a:lnTo>
                      <a:pt x="1981954" y="1018467"/>
                    </a:lnTo>
                    <a:lnTo>
                      <a:pt x="2092051" y="849641"/>
                    </a:lnTo>
                    <a:lnTo>
                      <a:pt x="2202148" y="683250"/>
                    </a:lnTo>
                    <a:lnTo>
                      <a:pt x="2312245" y="523850"/>
                    </a:lnTo>
                    <a:lnTo>
                      <a:pt x="2422341" y="376524"/>
                    </a:lnTo>
                    <a:lnTo>
                      <a:pt x="2532438" y="245932"/>
                    </a:lnTo>
                    <a:lnTo>
                      <a:pt x="2642535" y="137264"/>
                    </a:lnTo>
                    <a:lnTo>
                      <a:pt x="2752632" y="56134"/>
                    </a:lnTo>
                    <a:lnTo>
                      <a:pt x="2862728" y="8367"/>
                    </a:lnTo>
                    <a:lnTo>
                      <a:pt x="2972825" y="0"/>
                    </a:lnTo>
                    <a:lnTo>
                      <a:pt x="3083028" y="58676"/>
                    </a:lnTo>
                    <a:lnTo>
                      <a:pt x="3193125" y="227079"/>
                    </a:lnTo>
                    <a:lnTo>
                      <a:pt x="3303221" y="475129"/>
                    </a:lnTo>
                    <a:lnTo>
                      <a:pt x="3413318" y="770523"/>
                    </a:lnTo>
                    <a:lnTo>
                      <a:pt x="3523415" y="1083604"/>
                    </a:lnTo>
                    <a:lnTo>
                      <a:pt x="3633512" y="1388001"/>
                    </a:lnTo>
                    <a:lnTo>
                      <a:pt x="3743608" y="1691020"/>
                    </a:lnTo>
                    <a:lnTo>
                      <a:pt x="3853705" y="2070298"/>
                    </a:lnTo>
                    <a:lnTo>
                      <a:pt x="3963802" y="2469169"/>
                    </a:lnTo>
                    <a:lnTo>
                      <a:pt x="4073899" y="2826628"/>
                    </a:lnTo>
                    <a:lnTo>
                      <a:pt x="4183996" y="3123716"/>
                    </a:lnTo>
                    <a:lnTo>
                      <a:pt x="4294093" y="3400999"/>
                    </a:lnTo>
                    <a:lnTo>
                      <a:pt x="4404295" y="3623418"/>
                    </a:lnTo>
                    <a:lnTo>
                      <a:pt x="4514392" y="3804001"/>
                    </a:lnTo>
                    <a:lnTo>
                      <a:pt x="4624489" y="3937240"/>
                    </a:lnTo>
                    <a:lnTo>
                      <a:pt x="4734585" y="4002060"/>
                    </a:lnTo>
                    <a:lnTo>
                      <a:pt x="4844682" y="4008309"/>
                    </a:lnTo>
                    <a:lnTo>
                      <a:pt x="4954779" y="3970815"/>
                    </a:lnTo>
                    <a:lnTo>
                      <a:pt x="5064876" y="3912880"/>
                    </a:lnTo>
                    <a:lnTo>
                      <a:pt x="5174973" y="3865431"/>
                    </a:lnTo>
                    <a:lnTo>
                      <a:pt x="5285069" y="3859817"/>
                    </a:lnTo>
                    <a:lnTo>
                      <a:pt x="5395166" y="3870515"/>
                    </a:lnTo>
                    <a:lnTo>
                      <a:pt x="5505263" y="3853886"/>
                    </a:lnTo>
                    <a:lnTo>
                      <a:pt x="5615360" y="3814698"/>
                    </a:lnTo>
                    <a:lnTo>
                      <a:pt x="5725563" y="3789597"/>
                    </a:lnTo>
                    <a:lnTo>
                      <a:pt x="5835660" y="3749773"/>
                    </a:lnTo>
                    <a:lnTo>
                      <a:pt x="5945756" y="3686860"/>
                    </a:lnTo>
                    <a:lnTo>
                      <a:pt x="6055853" y="3617593"/>
                    </a:lnTo>
                    <a:lnTo>
                      <a:pt x="6165950" y="3572261"/>
                    </a:lnTo>
                    <a:lnTo>
                      <a:pt x="6276047" y="3575863"/>
                    </a:lnTo>
                    <a:lnTo>
                      <a:pt x="6386144" y="3595351"/>
                    </a:lnTo>
                    <a:lnTo>
                      <a:pt x="6496240" y="3590267"/>
                    </a:lnTo>
                    <a:lnTo>
                      <a:pt x="6606337" y="3562623"/>
                    </a:lnTo>
                    <a:lnTo>
                      <a:pt x="6716434" y="3518775"/>
                    </a:lnTo>
                    <a:lnTo>
                      <a:pt x="6826531" y="3480752"/>
                    </a:lnTo>
                    <a:lnTo>
                      <a:pt x="6936627" y="3455650"/>
                    </a:lnTo>
                    <a:lnTo>
                      <a:pt x="7046724" y="3438069"/>
                    </a:lnTo>
                    <a:lnTo>
                      <a:pt x="7156927" y="3436162"/>
                    </a:lnTo>
                    <a:lnTo>
                      <a:pt x="7267023" y="3439022"/>
                    </a:lnTo>
                    <a:lnTo>
                      <a:pt x="7377120" y="3451625"/>
                    </a:lnTo>
                    <a:lnTo>
                      <a:pt x="7487217" y="3475774"/>
                    </a:lnTo>
                    <a:lnTo>
                      <a:pt x="7597314" y="3506595"/>
                    </a:lnTo>
                    <a:lnTo>
                      <a:pt x="7707410" y="3542288"/>
                    </a:lnTo>
                    <a:lnTo>
                      <a:pt x="7817507" y="3580205"/>
                    </a:lnTo>
                    <a:lnTo>
                      <a:pt x="7927604" y="3617910"/>
                    </a:lnTo>
                    <a:lnTo>
                      <a:pt x="8037701" y="3653709"/>
                    </a:lnTo>
                    <a:lnTo>
                      <a:pt x="8147798" y="3686437"/>
                    </a:lnTo>
                    <a:lnTo>
                      <a:pt x="8257894" y="3715563"/>
                    </a:lnTo>
                    <a:lnTo>
                      <a:pt x="8367991" y="3741088"/>
                    </a:lnTo>
                    <a:lnTo>
                      <a:pt x="8478194" y="3763436"/>
                    </a:lnTo>
                    <a:lnTo>
                      <a:pt x="8588290" y="3782818"/>
                    </a:lnTo>
                    <a:lnTo>
                      <a:pt x="8698387" y="3799552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AC4E69F6-D317-98CD-FBED-6AE8FE30DBA3}"/>
                  </a:ext>
                </a:extLst>
              </p:cNvPr>
              <p:cNvSpPr/>
              <p:nvPr/>
            </p:nvSpPr>
            <p:spPr>
              <a:xfrm>
                <a:off x="1988404" y="1545216"/>
                <a:ext cx="8698387" cy="4231469"/>
              </a:xfrm>
              <a:custGeom>
                <a:avLst/>
                <a:gdLst>
                  <a:gd name="connsiteX0" fmla="*/ 8698387 w 8698387"/>
                  <a:gd name="connsiteY0" fmla="*/ 4231469 h 4231469"/>
                  <a:gd name="connsiteX1" fmla="*/ 8588290 w 8698387"/>
                  <a:gd name="connsiteY1" fmla="*/ 4231469 h 4231469"/>
                  <a:gd name="connsiteX2" fmla="*/ 8478194 w 8698387"/>
                  <a:gd name="connsiteY2" fmla="*/ 4231469 h 4231469"/>
                  <a:gd name="connsiteX3" fmla="*/ 8367991 w 8698387"/>
                  <a:gd name="connsiteY3" fmla="*/ 4231469 h 4231469"/>
                  <a:gd name="connsiteX4" fmla="*/ 8257894 w 8698387"/>
                  <a:gd name="connsiteY4" fmla="*/ 4223208 h 4231469"/>
                  <a:gd name="connsiteX5" fmla="*/ 8147798 w 8698387"/>
                  <a:gd name="connsiteY5" fmla="*/ 4046544 h 4231469"/>
                  <a:gd name="connsiteX6" fmla="*/ 8037701 w 8698387"/>
                  <a:gd name="connsiteY6" fmla="*/ 3892757 h 4231469"/>
                  <a:gd name="connsiteX7" fmla="*/ 7927604 w 8698387"/>
                  <a:gd name="connsiteY7" fmla="*/ 3761424 h 4231469"/>
                  <a:gd name="connsiteX8" fmla="*/ 7817507 w 8698387"/>
                  <a:gd name="connsiteY8" fmla="*/ 3650956 h 4231469"/>
                  <a:gd name="connsiteX9" fmla="*/ 7707410 w 8698387"/>
                  <a:gd name="connsiteY9" fmla="*/ 3559446 h 4231469"/>
                  <a:gd name="connsiteX10" fmla="*/ 7597314 w 8698387"/>
                  <a:gd name="connsiteY10" fmla="*/ 3484141 h 4231469"/>
                  <a:gd name="connsiteX11" fmla="*/ 7487217 w 8698387"/>
                  <a:gd name="connsiteY11" fmla="*/ 3422393 h 4231469"/>
                  <a:gd name="connsiteX12" fmla="*/ 7377120 w 8698387"/>
                  <a:gd name="connsiteY12" fmla="*/ 3372084 h 4231469"/>
                  <a:gd name="connsiteX13" fmla="*/ 7267023 w 8698387"/>
                  <a:gd name="connsiteY13" fmla="*/ 3331837 h 4231469"/>
                  <a:gd name="connsiteX14" fmla="*/ 7156927 w 8698387"/>
                  <a:gd name="connsiteY14" fmla="*/ 3303558 h 4231469"/>
                  <a:gd name="connsiteX15" fmla="*/ 7046724 w 8698387"/>
                  <a:gd name="connsiteY15" fmla="*/ 3287777 h 4231469"/>
                  <a:gd name="connsiteX16" fmla="*/ 6936627 w 8698387"/>
                  <a:gd name="connsiteY16" fmla="*/ 3289578 h 4231469"/>
                  <a:gd name="connsiteX17" fmla="*/ 6826531 w 8698387"/>
                  <a:gd name="connsiteY17" fmla="*/ 3312349 h 4231469"/>
                  <a:gd name="connsiteX18" fmla="*/ 6716434 w 8698387"/>
                  <a:gd name="connsiteY18" fmla="*/ 3367636 h 4231469"/>
                  <a:gd name="connsiteX19" fmla="*/ 6606337 w 8698387"/>
                  <a:gd name="connsiteY19" fmla="*/ 3445271 h 4231469"/>
                  <a:gd name="connsiteX20" fmla="*/ 6496240 w 8698387"/>
                  <a:gd name="connsiteY20" fmla="*/ 3506489 h 4231469"/>
                  <a:gd name="connsiteX21" fmla="*/ 6386144 w 8698387"/>
                  <a:gd name="connsiteY21" fmla="*/ 3545465 h 4231469"/>
                  <a:gd name="connsiteX22" fmla="*/ 6276047 w 8698387"/>
                  <a:gd name="connsiteY22" fmla="*/ 3595986 h 4231469"/>
                  <a:gd name="connsiteX23" fmla="*/ 6165950 w 8698387"/>
                  <a:gd name="connsiteY23" fmla="*/ 3640788 h 4231469"/>
                  <a:gd name="connsiteX24" fmla="*/ 6055853 w 8698387"/>
                  <a:gd name="connsiteY24" fmla="*/ 3657628 h 4231469"/>
                  <a:gd name="connsiteX25" fmla="*/ 5945756 w 8698387"/>
                  <a:gd name="connsiteY25" fmla="*/ 3662076 h 4231469"/>
                  <a:gd name="connsiteX26" fmla="*/ 5835660 w 8698387"/>
                  <a:gd name="connsiteY26" fmla="*/ 3675210 h 4231469"/>
                  <a:gd name="connsiteX27" fmla="*/ 5725563 w 8698387"/>
                  <a:gd name="connsiteY27" fmla="*/ 3704866 h 4231469"/>
                  <a:gd name="connsiteX28" fmla="*/ 5615360 w 8698387"/>
                  <a:gd name="connsiteY28" fmla="*/ 3733568 h 4231469"/>
                  <a:gd name="connsiteX29" fmla="*/ 5505263 w 8698387"/>
                  <a:gd name="connsiteY29" fmla="*/ 3763436 h 4231469"/>
                  <a:gd name="connsiteX30" fmla="*/ 5395166 w 8698387"/>
                  <a:gd name="connsiteY30" fmla="*/ 3782183 h 4231469"/>
                  <a:gd name="connsiteX31" fmla="*/ 5285069 w 8698387"/>
                  <a:gd name="connsiteY31" fmla="*/ 3788431 h 4231469"/>
                  <a:gd name="connsiteX32" fmla="*/ 5174973 w 8698387"/>
                  <a:gd name="connsiteY32" fmla="*/ 3799659 h 4231469"/>
                  <a:gd name="connsiteX33" fmla="*/ 5064876 w 8698387"/>
                  <a:gd name="connsiteY33" fmla="*/ 3828361 h 4231469"/>
                  <a:gd name="connsiteX34" fmla="*/ 4954779 w 8698387"/>
                  <a:gd name="connsiteY34" fmla="*/ 3864690 h 4231469"/>
                  <a:gd name="connsiteX35" fmla="*/ 4844682 w 8698387"/>
                  <a:gd name="connsiteY35" fmla="*/ 3895722 h 4231469"/>
                  <a:gd name="connsiteX36" fmla="*/ 4734585 w 8698387"/>
                  <a:gd name="connsiteY36" fmla="*/ 3901230 h 4231469"/>
                  <a:gd name="connsiteX37" fmla="*/ 4624489 w 8698387"/>
                  <a:gd name="connsiteY37" fmla="*/ 3852404 h 4231469"/>
                  <a:gd name="connsiteX38" fmla="*/ 4514392 w 8698387"/>
                  <a:gd name="connsiteY38" fmla="*/ 3718105 h 4231469"/>
                  <a:gd name="connsiteX39" fmla="*/ 4404295 w 8698387"/>
                  <a:gd name="connsiteY39" fmla="*/ 3517716 h 4231469"/>
                  <a:gd name="connsiteX40" fmla="*/ 4294093 w 8698387"/>
                  <a:gd name="connsiteY40" fmla="*/ 3285553 h 4231469"/>
                  <a:gd name="connsiteX41" fmla="*/ 4183996 w 8698387"/>
                  <a:gd name="connsiteY41" fmla="*/ 3002975 h 4231469"/>
                  <a:gd name="connsiteX42" fmla="*/ 4073899 w 8698387"/>
                  <a:gd name="connsiteY42" fmla="*/ 2703980 h 4231469"/>
                  <a:gd name="connsiteX43" fmla="*/ 3963802 w 8698387"/>
                  <a:gd name="connsiteY43" fmla="*/ 2346521 h 4231469"/>
                  <a:gd name="connsiteX44" fmla="*/ 3853705 w 8698387"/>
                  <a:gd name="connsiteY44" fmla="*/ 1965655 h 4231469"/>
                  <a:gd name="connsiteX45" fmla="*/ 3743608 w 8698387"/>
                  <a:gd name="connsiteY45" fmla="*/ 1615186 h 4231469"/>
                  <a:gd name="connsiteX46" fmla="*/ 3633512 w 8698387"/>
                  <a:gd name="connsiteY46" fmla="*/ 1328901 h 4231469"/>
                  <a:gd name="connsiteX47" fmla="*/ 3523415 w 8698387"/>
                  <a:gd name="connsiteY47" fmla="*/ 1029165 h 4231469"/>
                  <a:gd name="connsiteX48" fmla="*/ 3413318 w 8698387"/>
                  <a:gd name="connsiteY48" fmla="*/ 720002 h 4231469"/>
                  <a:gd name="connsiteX49" fmla="*/ 3303221 w 8698387"/>
                  <a:gd name="connsiteY49" fmla="*/ 434141 h 4231469"/>
                  <a:gd name="connsiteX50" fmla="*/ 3193125 w 8698387"/>
                  <a:gd name="connsiteY50" fmla="*/ 201660 h 4231469"/>
                  <a:gd name="connsiteX51" fmla="*/ 3083028 w 8698387"/>
                  <a:gd name="connsiteY51" fmla="*/ 49356 h 4231469"/>
                  <a:gd name="connsiteX52" fmla="*/ 2972825 w 8698387"/>
                  <a:gd name="connsiteY52" fmla="*/ 0 h 4231469"/>
                  <a:gd name="connsiteX53" fmla="*/ 2862728 w 8698387"/>
                  <a:gd name="connsiteY53" fmla="*/ 12604 h 4231469"/>
                  <a:gd name="connsiteX54" fmla="*/ 2752632 w 8698387"/>
                  <a:gd name="connsiteY54" fmla="*/ 63019 h 4231469"/>
                  <a:gd name="connsiteX55" fmla="*/ 2642535 w 8698387"/>
                  <a:gd name="connsiteY55" fmla="*/ 146585 h 4231469"/>
                  <a:gd name="connsiteX56" fmla="*/ 2532438 w 8698387"/>
                  <a:gd name="connsiteY56" fmla="*/ 258536 h 4231469"/>
                  <a:gd name="connsiteX57" fmla="*/ 2422341 w 8698387"/>
                  <a:gd name="connsiteY57" fmla="*/ 393682 h 4231469"/>
                  <a:gd name="connsiteX58" fmla="*/ 2312245 w 8698387"/>
                  <a:gd name="connsiteY58" fmla="*/ 546621 h 4231469"/>
                  <a:gd name="connsiteX59" fmla="*/ 2202148 w 8698387"/>
                  <a:gd name="connsiteY59" fmla="*/ 711317 h 4231469"/>
                  <a:gd name="connsiteX60" fmla="*/ 2092051 w 8698387"/>
                  <a:gd name="connsiteY60" fmla="*/ 882156 h 4231469"/>
                  <a:gd name="connsiteX61" fmla="*/ 1981954 w 8698387"/>
                  <a:gd name="connsiteY61" fmla="*/ 1052995 h 4231469"/>
                  <a:gd name="connsiteX62" fmla="*/ 1871857 w 8698387"/>
                  <a:gd name="connsiteY62" fmla="*/ 1224258 h 4231469"/>
                  <a:gd name="connsiteX63" fmla="*/ 1761760 w 8698387"/>
                  <a:gd name="connsiteY63" fmla="*/ 1411937 h 4231469"/>
                  <a:gd name="connsiteX64" fmla="*/ 1651664 w 8698387"/>
                  <a:gd name="connsiteY64" fmla="*/ 1617622 h 4231469"/>
                  <a:gd name="connsiteX65" fmla="*/ 1541461 w 8698387"/>
                  <a:gd name="connsiteY65" fmla="*/ 1841842 h 4231469"/>
                  <a:gd name="connsiteX66" fmla="*/ 1431364 w 8698387"/>
                  <a:gd name="connsiteY66" fmla="*/ 2085231 h 4231469"/>
                  <a:gd name="connsiteX67" fmla="*/ 1321267 w 8698387"/>
                  <a:gd name="connsiteY67" fmla="*/ 2348427 h 4231469"/>
                  <a:gd name="connsiteX68" fmla="*/ 1211171 w 8698387"/>
                  <a:gd name="connsiteY68" fmla="*/ 2631747 h 4231469"/>
                  <a:gd name="connsiteX69" fmla="*/ 1101074 w 8698387"/>
                  <a:gd name="connsiteY69" fmla="*/ 2935825 h 4231469"/>
                  <a:gd name="connsiteX70" fmla="*/ 990977 w 8698387"/>
                  <a:gd name="connsiteY70" fmla="*/ 3260875 h 4231469"/>
                  <a:gd name="connsiteX71" fmla="*/ 880880 w 8698387"/>
                  <a:gd name="connsiteY71" fmla="*/ 3607001 h 4231469"/>
                  <a:gd name="connsiteX72" fmla="*/ 770784 w 8698387"/>
                  <a:gd name="connsiteY72" fmla="*/ 3974204 h 4231469"/>
                  <a:gd name="connsiteX73" fmla="*/ 660687 w 8698387"/>
                  <a:gd name="connsiteY73" fmla="*/ 4231469 h 4231469"/>
                  <a:gd name="connsiteX74" fmla="*/ 550590 w 8698387"/>
                  <a:gd name="connsiteY74" fmla="*/ 4231469 h 4231469"/>
                  <a:gd name="connsiteX75" fmla="*/ 440493 w 8698387"/>
                  <a:gd name="connsiteY75" fmla="*/ 4231469 h 4231469"/>
                  <a:gd name="connsiteX76" fmla="*/ 330396 w 8698387"/>
                  <a:gd name="connsiteY76" fmla="*/ 4231469 h 4231469"/>
                  <a:gd name="connsiteX77" fmla="*/ 220194 w 8698387"/>
                  <a:gd name="connsiteY77" fmla="*/ 4231469 h 4231469"/>
                  <a:gd name="connsiteX78" fmla="*/ 110097 w 8698387"/>
                  <a:gd name="connsiteY78" fmla="*/ 4231469 h 4231469"/>
                  <a:gd name="connsiteX79" fmla="*/ 0 w 8698387"/>
                  <a:gd name="connsiteY79" fmla="*/ 4231469 h 4231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698387" h="4231469">
                    <a:moveTo>
                      <a:pt x="8698387" y="4231469"/>
                    </a:moveTo>
                    <a:lnTo>
                      <a:pt x="8588290" y="4231469"/>
                    </a:lnTo>
                    <a:lnTo>
                      <a:pt x="8478194" y="4231469"/>
                    </a:lnTo>
                    <a:lnTo>
                      <a:pt x="8367991" y="4231469"/>
                    </a:lnTo>
                    <a:lnTo>
                      <a:pt x="8257894" y="4223208"/>
                    </a:lnTo>
                    <a:lnTo>
                      <a:pt x="8147798" y="4046544"/>
                    </a:lnTo>
                    <a:lnTo>
                      <a:pt x="8037701" y="3892757"/>
                    </a:lnTo>
                    <a:lnTo>
                      <a:pt x="7927604" y="3761424"/>
                    </a:lnTo>
                    <a:lnTo>
                      <a:pt x="7817507" y="3650956"/>
                    </a:lnTo>
                    <a:lnTo>
                      <a:pt x="7707410" y="3559446"/>
                    </a:lnTo>
                    <a:lnTo>
                      <a:pt x="7597314" y="3484141"/>
                    </a:lnTo>
                    <a:lnTo>
                      <a:pt x="7487217" y="3422393"/>
                    </a:lnTo>
                    <a:lnTo>
                      <a:pt x="7377120" y="3372084"/>
                    </a:lnTo>
                    <a:lnTo>
                      <a:pt x="7267023" y="3331837"/>
                    </a:lnTo>
                    <a:lnTo>
                      <a:pt x="7156927" y="3303558"/>
                    </a:lnTo>
                    <a:lnTo>
                      <a:pt x="7046724" y="3287777"/>
                    </a:lnTo>
                    <a:lnTo>
                      <a:pt x="6936627" y="3289578"/>
                    </a:lnTo>
                    <a:lnTo>
                      <a:pt x="6826531" y="3312349"/>
                    </a:lnTo>
                    <a:lnTo>
                      <a:pt x="6716434" y="3367636"/>
                    </a:lnTo>
                    <a:lnTo>
                      <a:pt x="6606337" y="3445271"/>
                    </a:lnTo>
                    <a:lnTo>
                      <a:pt x="6496240" y="3506489"/>
                    </a:lnTo>
                    <a:lnTo>
                      <a:pt x="6386144" y="3545465"/>
                    </a:lnTo>
                    <a:lnTo>
                      <a:pt x="6276047" y="3595986"/>
                    </a:lnTo>
                    <a:lnTo>
                      <a:pt x="6165950" y="3640788"/>
                    </a:lnTo>
                    <a:lnTo>
                      <a:pt x="6055853" y="3657628"/>
                    </a:lnTo>
                    <a:lnTo>
                      <a:pt x="5945756" y="3662076"/>
                    </a:lnTo>
                    <a:lnTo>
                      <a:pt x="5835660" y="3675210"/>
                    </a:lnTo>
                    <a:lnTo>
                      <a:pt x="5725563" y="3704866"/>
                    </a:lnTo>
                    <a:lnTo>
                      <a:pt x="5615360" y="3733568"/>
                    </a:lnTo>
                    <a:lnTo>
                      <a:pt x="5505263" y="3763436"/>
                    </a:lnTo>
                    <a:lnTo>
                      <a:pt x="5395166" y="3782183"/>
                    </a:lnTo>
                    <a:lnTo>
                      <a:pt x="5285069" y="3788431"/>
                    </a:lnTo>
                    <a:lnTo>
                      <a:pt x="5174973" y="3799659"/>
                    </a:lnTo>
                    <a:lnTo>
                      <a:pt x="5064876" y="3828361"/>
                    </a:lnTo>
                    <a:lnTo>
                      <a:pt x="4954779" y="3864690"/>
                    </a:lnTo>
                    <a:lnTo>
                      <a:pt x="4844682" y="3895722"/>
                    </a:lnTo>
                    <a:lnTo>
                      <a:pt x="4734585" y="3901230"/>
                    </a:lnTo>
                    <a:lnTo>
                      <a:pt x="4624489" y="3852404"/>
                    </a:lnTo>
                    <a:lnTo>
                      <a:pt x="4514392" y="3718105"/>
                    </a:lnTo>
                    <a:lnTo>
                      <a:pt x="4404295" y="3517716"/>
                    </a:lnTo>
                    <a:lnTo>
                      <a:pt x="4294093" y="3285553"/>
                    </a:lnTo>
                    <a:lnTo>
                      <a:pt x="4183996" y="3002975"/>
                    </a:lnTo>
                    <a:lnTo>
                      <a:pt x="4073899" y="2703980"/>
                    </a:lnTo>
                    <a:lnTo>
                      <a:pt x="3963802" y="2346521"/>
                    </a:lnTo>
                    <a:lnTo>
                      <a:pt x="3853705" y="1965655"/>
                    </a:lnTo>
                    <a:lnTo>
                      <a:pt x="3743608" y="1615186"/>
                    </a:lnTo>
                    <a:lnTo>
                      <a:pt x="3633512" y="1328901"/>
                    </a:lnTo>
                    <a:lnTo>
                      <a:pt x="3523415" y="1029165"/>
                    </a:lnTo>
                    <a:lnTo>
                      <a:pt x="3413318" y="720002"/>
                    </a:lnTo>
                    <a:lnTo>
                      <a:pt x="3303221" y="434141"/>
                    </a:lnTo>
                    <a:lnTo>
                      <a:pt x="3193125" y="201660"/>
                    </a:lnTo>
                    <a:lnTo>
                      <a:pt x="3083028" y="49356"/>
                    </a:lnTo>
                    <a:lnTo>
                      <a:pt x="2972825" y="0"/>
                    </a:lnTo>
                    <a:lnTo>
                      <a:pt x="2862728" y="12604"/>
                    </a:lnTo>
                    <a:lnTo>
                      <a:pt x="2752632" y="63019"/>
                    </a:lnTo>
                    <a:lnTo>
                      <a:pt x="2642535" y="146585"/>
                    </a:lnTo>
                    <a:lnTo>
                      <a:pt x="2532438" y="258536"/>
                    </a:lnTo>
                    <a:lnTo>
                      <a:pt x="2422341" y="393682"/>
                    </a:lnTo>
                    <a:lnTo>
                      <a:pt x="2312245" y="546621"/>
                    </a:lnTo>
                    <a:lnTo>
                      <a:pt x="2202148" y="711317"/>
                    </a:lnTo>
                    <a:lnTo>
                      <a:pt x="2092051" y="882156"/>
                    </a:lnTo>
                    <a:lnTo>
                      <a:pt x="1981954" y="1052995"/>
                    </a:lnTo>
                    <a:lnTo>
                      <a:pt x="1871857" y="1224258"/>
                    </a:lnTo>
                    <a:lnTo>
                      <a:pt x="1761760" y="1411937"/>
                    </a:lnTo>
                    <a:lnTo>
                      <a:pt x="1651664" y="1617622"/>
                    </a:lnTo>
                    <a:lnTo>
                      <a:pt x="1541461" y="1841842"/>
                    </a:lnTo>
                    <a:lnTo>
                      <a:pt x="1431364" y="2085231"/>
                    </a:lnTo>
                    <a:lnTo>
                      <a:pt x="1321267" y="2348427"/>
                    </a:lnTo>
                    <a:lnTo>
                      <a:pt x="1211171" y="2631747"/>
                    </a:lnTo>
                    <a:lnTo>
                      <a:pt x="1101074" y="2935825"/>
                    </a:lnTo>
                    <a:lnTo>
                      <a:pt x="990977" y="3260875"/>
                    </a:lnTo>
                    <a:lnTo>
                      <a:pt x="880880" y="3607001"/>
                    </a:lnTo>
                    <a:lnTo>
                      <a:pt x="770784" y="3974204"/>
                    </a:lnTo>
                    <a:lnTo>
                      <a:pt x="660687" y="4231469"/>
                    </a:lnTo>
                    <a:lnTo>
                      <a:pt x="550590" y="4231469"/>
                    </a:lnTo>
                    <a:lnTo>
                      <a:pt x="440493" y="4231469"/>
                    </a:lnTo>
                    <a:lnTo>
                      <a:pt x="330396" y="4231469"/>
                    </a:lnTo>
                    <a:lnTo>
                      <a:pt x="220194" y="4231469"/>
                    </a:lnTo>
                    <a:lnTo>
                      <a:pt x="110097" y="4231469"/>
                    </a:lnTo>
                    <a:lnTo>
                      <a:pt x="0" y="4231469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07D28A5D-EBFB-A913-9993-980206DB448B}"/>
                  </a:ext>
                </a:extLst>
              </p:cNvPr>
              <p:cNvSpPr/>
              <p:nvPr/>
            </p:nvSpPr>
            <p:spPr>
              <a:xfrm>
                <a:off x="1988404" y="1258401"/>
                <a:ext cx="8698387" cy="4518283"/>
              </a:xfrm>
              <a:custGeom>
                <a:avLst/>
                <a:gdLst>
                  <a:gd name="connsiteX0" fmla="*/ 0 w 8698387"/>
                  <a:gd name="connsiteY0" fmla="*/ 4518284 h 4518283"/>
                  <a:gd name="connsiteX1" fmla="*/ 110097 w 8698387"/>
                  <a:gd name="connsiteY1" fmla="*/ 4518284 h 4518283"/>
                  <a:gd name="connsiteX2" fmla="*/ 220194 w 8698387"/>
                  <a:gd name="connsiteY2" fmla="*/ 4518284 h 4518283"/>
                  <a:gd name="connsiteX3" fmla="*/ 330396 w 8698387"/>
                  <a:gd name="connsiteY3" fmla="*/ 4518284 h 4518283"/>
                  <a:gd name="connsiteX4" fmla="*/ 440493 w 8698387"/>
                  <a:gd name="connsiteY4" fmla="*/ 4518284 h 4518283"/>
                  <a:gd name="connsiteX5" fmla="*/ 550590 w 8698387"/>
                  <a:gd name="connsiteY5" fmla="*/ 4518284 h 4518283"/>
                  <a:gd name="connsiteX6" fmla="*/ 660687 w 8698387"/>
                  <a:gd name="connsiteY6" fmla="*/ 4181584 h 4518283"/>
                  <a:gd name="connsiteX7" fmla="*/ 770784 w 8698387"/>
                  <a:gd name="connsiteY7" fmla="*/ 3829526 h 4518283"/>
                  <a:gd name="connsiteX8" fmla="*/ 880880 w 8698387"/>
                  <a:gd name="connsiteY8" fmla="*/ 3493568 h 4518283"/>
                  <a:gd name="connsiteX9" fmla="*/ 990977 w 8698387"/>
                  <a:gd name="connsiteY9" fmla="*/ 3173602 h 4518283"/>
                  <a:gd name="connsiteX10" fmla="*/ 1101074 w 8698387"/>
                  <a:gd name="connsiteY10" fmla="*/ 2869841 h 4518283"/>
                  <a:gd name="connsiteX11" fmla="*/ 1211171 w 8698387"/>
                  <a:gd name="connsiteY11" fmla="*/ 2582391 h 4518283"/>
                  <a:gd name="connsiteX12" fmla="*/ 1321267 w 8698387"/>
                  <a:gd name="connsiteY12" fmla="*/ 2311358 h 4518283"/>
                  <a:gd name="connsiteX13" fmla="*/ 1431364 w 8698387"/>
                  <a:gd name="connsiteY13" fmla="*/ 2056952 h 4518283"/>
                  <a:gd name="connsiteX14" fmla="*/ 1541461 w 8698387"/>
                  <a:gd name="connsiteY14" fmla="*/ 1819070 h 4518283"/>
                  <a:gd name="connsiteX15" fmla="*/ 1651664 w 8698387"/>
                  <a:gd name="connsiteY15" fmla="*/ 1598134 h 4518283"/>
                  <a:gd name="connsiteX16" fmla="*/ 1761760 w 8698387"/>
                  <a:gd name="connsiteY16" fmla="*/ 1394038 h 4518283"/>
                  <a:gd name="connsiteX17" fmla="*/ 1871857 w 8698387"/>
                  <a:gd name="connsiteY17" fmla="*/ 1206888 h 4518283"/>
                  <a:gd name="connsiteX18" fmla="*/ 1981954 w 8698387"/>
                  <a:gd name="connsiteY18" fmla="*/ 1035625 h 4518283"/>
                  <a:gd name="connsiteX19" fmla="*/ 2092051 w 8698387"/>
                  <a:gd name="connsiteY19" fmla="*/ 865845 h 4518283"/>
                  <a:gd name="connsiteX20" fmla="*/ 2202148 w 8698387"/>
                  <a:gd name="connsiteY20" fmla="*/ 697231 h 4518283"/>
                  <a:gd name="connsiteX21" fmla="*/ 2312245 w 8698387"/>
                  <a:gd name="connsiteY21" fmla="*/ 535183 h 4518283"/>
                  <a:gd name="connsiteX22" fmla="*/ 2422341 w 8698387"/>
                  <a:gd name="connsiteY22" fmla="*/ 385103 h 4518283"/>
                  <a:gd name="connsiteX23" fmla="*/ 2532438 w 8698387"/>
                  <a:gd name="connsiteY23" fmla="*/ 252181 h 4518283"/>
                  <a:gd name="connsiteX24" fmla="*/ 2642535 w 8698387"/>
                  <a:gd name="connsiteY24" fmla="*/ 141925 h 4518283"/>
                  <a:gd name="connsiteX25" fmla="*/ 2752632 w 8698387"/>
                  <a:gd name="connsiteY25" fmla="*/ 59524 h 4518283"/>
                  <a:gd name="connsiteX26" fmla="*/ 2862728 w 8698387"/>
                  <a:gd name="connsiteY26" fmla="*/ 10380 h 4518283"/>
                  <a:gd name="connsiteX27" fmla="*/ 2972825 w 8698387"/>
                  <a:gd name="connsiteY27" fmla="*/ 0 h 4518283"/>
                  <a:gd name="connsiteX28" fmla="*/ 3083028 w 8698387"/>
                  <a:gd name="connsiteY28" fmla="*/ 53910 h 4518283"/>
                  <a:gd name="connsiteX29" fmla="*/ 3193125 w 8698387"/>
                  <a:gd name="connsiteY29" fmla="*/ 214264 h 4518283"/>
                  <a:gd name="connsiteX30" fmla="*/ 3303221 w 8698387"/>
                  <a:gd name="connsiteY30" fmla="*/ 454582 h 4518283"/>
                  <a:gd name="connsiteX31" fmla="*/ 3413318 w 8698387"/>
                  <a:gd name="connsiteY31" fmla="*/ 745210 h 4518283"/>
                  <a:gd name="connsiteX32" fmla="*/ 3523415 w 8698387"/>
                  <a:gd name="connsiteY32" fmla="*/ 1056385 h 4518283"/>
                  <a:gd name="connsiteX33" fmla="*/ 3633512 w 8698387"/>
                  <a:gd name="connsiteY33" fmla="*/ 1358345 h 4518283"/>
                  <a:gd name="connsiteX34" fmla="*/ 3743608 w 8698387"/>
                  <a:gd name="connsiteY34" fmla="*/ 1653103 h 4518283"/>
                  <a:gd name="connsiteX35" fmla="*/ 3853705 w 8698387"/>
                  <a:gd name="connsiteY35" fmla="*/ 2017976 h 4518283"/>
                  <a:gd name="connsiteX36" fmla="*/ 3963802 w 8698387"/>
                  <a:gd name="connsiteY36" fmla="*/ 2407739 h 4518283"/>
                  <a:gd name="connsiteX37" fmla="*/ 4073899 w 8698387"/>
                  <a:gd name="connsiteY37" fmla="*/ 2765198 h 4518283"/>
                  <a:gd name="connsiteX38" fmla="*/ 4183996 w 8698387"/>
                  <a:gd name="connsiteY38" fmla="*/ 3063240 h 4518283"/>
                  <a:gd name="connsiteX39" fmla="*/ 4294093 w 8698387"/>
                  <a:gd name="connsiteY39" fmla="*/ 3343170 h 4518283"/>
                  <a:gd name="connsiteX40" fmla="*/ 4404295 w 8698387"/>
                  <a:gd name="connsiteY40" fmla="*/ 3570567 h 4518283"/>
                  <a:gd name="connsiteX41" fmla="*/ 4514392 w 8698387"/>
                  <a:gd name="connsiteY41" fmla="*/ 3761000 h 4518283"/>
                  <a:gd name="connsiteX42" fmla="*/ 4624489 w 8698387"/>
                  <a:gd name="connsiteY42" fmla="*/ 3894769 h 4518283"/>
                  <a:gd name="connsiteX43" fmla="*/ 4734585 w 8698387"/>
                  <a:gd name="connsiteY43" fmla="*/ 3951645 h 4518283"/>
                  <a:gd name="connsiteX44" fmla="*/ 4844682 w 8698387"/>
                  <a:gd name="connsiteY44" fmla="*/ 3951963 h 4518283"/>
                  <a:gd name="connsiteX45" fmla="*/ 4954779 w 8698387"/>
                  <a:gd name="connsiteY45" fmla="*/ 3917647 h 4518283"/>
                  <a:gd name="connsiteX46" fmla="*/ 5064876 w 8698387"/>
                  <a:gd name="connsiteY46" fmla="*/ 3870621 h 4518283"/>
                  <a:gd name="connsiteX47" fmla="*/ 5174973 w 8698387"/>
                  <a:gd name="connsiteY47" fmla="*/ 3832492 h 4518283"/>
                  <a:gd name="connsiteX48" fmla="*/ 5285069 w 8698387"/>
                  <a:gd name="connsiteY48" fmla="*/ 3824124 h 4518283"/>
                  <a:gd name="connsiteX49" fmla="*/ 5395166 w 8698387"/>
                  <a:gd name="connsiteY49" fmla="*/ 3826349 h 4518283"/>
                  <a:gd name="connsiteX50" fmla="*/ 5505263 w 8698387"/>
                  <a:gd name="connsiteY50" fmla="*/ 3808555 h 4518283"/>
                  <a:gd name="connsiteX51" fmla="*/ 5615360 w 8698387"/>
                  <a:gd name="connsiteY51" fmla="*/ 3774133 h 4518283"/>
                  <a:gd name="connsiteX52" fmla="*/ 5725563 w 8698387"/>
                  <a:gd name="connsiteY52" fmla="*/ 3747231 h 4518283"/>
                  <a:gd name="connsiteX53" fmla="*/ 5835660 w 8698387"/>
                  <a:gd name="connsiteY53" fmla="*/ 3712491 h 4518283"/>
                  <a:gd name="connsiteX54" fmla="*/ 5945756 w 8698387"/>
                  <a:gd name="connsiteY54" fmla="*/ 3674363 h 4518283"/>
                  <a:gd name="connsiteX55" fmla="*/ 6055853 w 8698387"/>
                  <a:gd name="connsiteY55" fmla="*/ 3637504 h 4518283"/>
                  <a:gd name="connsiteX56" fmla="*/ 6165950 w 8698387"/>
                  <a:gd name="connsiteY56" fmla="*/ 3606472 h 4518283"/>
                  <a:gd name="connsiteX57" fmla="*/ 6276047 w 8698387"/>
                  <a:gd name="connsiteY57" fmla="*/ 3585818 h 4518283"/>
                  <a:gd name="connsiteX58" fmla="*/ 6386144 w 8698387"/>
                  <a:gd name="connsiteY58" fmla="*/ 3570355 h 4518283"/>
                  <a:gd name="connsiteX59" fmla="*/ 6496240 w 8698387"/>
                  <a:gd name="connsiteY59" fmla="*/ 3548325 h 4518283"/>
                  <a:gd name="connsiteX60" fmla="*/ 6606337 w 8698387"/>
                  <a:gd name="connsiteY60" fmla="*/ 3503841 h 4518283"/>
                  <a:gd name="connsiteX61" fmla="*/ 6716434 w 8698387"/>
                  <a:gd name="connsiteY61" fmla="*/ 3443152 h 4518283"/>
                  <a:gd name="connsiteX62" fmla="*/ 6826531 w 8698387"/>
                  <a:gd name="connsiteY62" fmla="*/ 3396444 h 4518283"/>
                  <a:gd name="connsiteX63" fmla="*/ 6936627 w 8698387"/>
                  <a:gd name="connsiteY63" fmla="*/ 3372614 h 4518283"/>
                  <a:gd name="connsiteX64" fmla="*/ 7046724 w 8698387"/>
                  <a:gd name="connsiteY64" fmla="*/ 3362870 h 4518283"/>
                  <a:gd name="connsiteX65" fmla="*/ 7156927 w 8698387"/>
                  <a:gd name="connsiteY65" fmla="*/ 3369754 h 4518283"/>
                  <a:gd name="connsiteX66" fmla="*/ 7267023 w 8698387"/>
                  <a:gd name="connsiteY66" fmla="*/ 3385324 h 4518283"/>
                  <a:gd name="connsiteX67" fmla="*/ 7377120 w 8698387"/>
                  <a:gd name="connsiteY67" fmla="*/ 3411802 h 4518283"/>
                  <a:gd name="connsiteX68" fmla="*/ 7487217 w 8698387"/>
                  <a:gd name="connsiteY68" fmla="*/ 3449084 h 4518283"/>
                  <a:gd name="connsiteX69" fmla="*/ 7597314 w 8698387"/>
                  <a:gd name="connsiteY69" fmla="*/ 3495368 h 4518283"/>
                  <a:gd name="connsiteX70" fmla="*/ 7707410 w 8698387"/>
                  <a:gd name="connsiteY70" fmla="*/ 3550761 h 4518283"/>
                  <a:gd name="connsiteX71" fmla="*/ 7817507 w 8698387"/>
                  <a:gd name="connsiteY71" fmla="*/ 3615474 h 4518283"/>
                  <a:gd name="connsiteX72" fmla="*/ 7927604 w 8698387"/>
                  <a:gd name="connsiteY72" fmla="*/ 3689614 h 4518283"/>
                  <a:gd name="connsiteX73" fmla="*/ 8037701 w 8698387"/>
                  <a:gd name="connsiteY73" fmla="*/ 3773180 h 4518283"/>
                  <a:gd name="connsiteX74" fmla="*/ 8147798 w 8698387"/>
                  <a:gd name="connsiteY74" fmla="*/ 3866384 h 4518283"/>
                  <a:gd name="connsiteX75" fmla="*/ 8257894 w 8698387"/>
                  <a:gd name="connsiteY75" fmla="*/ 3969332 h 4518283"/>
                  <a:gd name="connsiteX76" fmla="*/ 8367991 w 8698387"/>
                  <a:gd name="connsiteY76" fmla="*/ 4082025 h 4518283"/>
                  <a:gd name="connsiteX77" fmla="*/ 8478194 w 8698387"/>
                  <a:gd name="connsiteY77" fmla="*/ 4204673 h 4518283"/>
                  <a:gd name="connsiteX78" fmla="*/ 8588290 w 8698387"/>
                  <a:gd name="connsiteY78" fmla="*/ 4337383 h 4518283"/>
                  <a:gd name="connsiteX79" fmla="*/ 8698387 w 8698387"/>
                  <a:gd name="connsiteY79" fmla="*/ 4480261 h 4518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698387" h="4518283">
                    <a:moveTo>
                      <a:pt x="0" y="4518284"/>
                    </a:moveTo>
                    <a:lnTo>
                      <a:pt x="110097" y="4518284"/>
                    </a:lnTo>
                    <a:lnTo>
                      <a:pt x="220194" y="4518284"/>
                    </a:lnTo>
                    <a:lnTo>
                      <a:pt x="330396" y="4518284"/>
                    </a:lnTo>
                    <a:lnTo>
                      <a:pt x="440493" y="4518284"/>
                    </a:lnTo>
                    <a:lnTo>
                      <a:pt x="550590" y="4518284"/>
                    </a:lnTo>
                    <a:lnTo>
                      <a:pt x="660687" y="4181584"/>
                    </a:lnTo>
                    <a:lnTo>
                      <a:pt x="770784" y="3829526"/>
                    </a:lnTo>
                    <a:lnTo>
                      <a:pt x="880880" y="3493568"/>
                    </a:lnTo>
                    <a:lnTo>
                      <a:pt x="990977" y="3173602"/>
                    </a:lnTo>
                    <a:lnTo>
                      <a:pt x="1101074" y="2869841"/>
                    </a:lnTo>
                    <a:lnTo>
                      <a:pt x="1211171" y="2582391"/>
                    </a:lnTo>
                    <a:lnTo>
                      <a:pt x="1321267" y="2311358"/>
                    </a:lnTo>
                    <a:lnTo>
                      <a:pt x="1431364" y="2056952"/>
                    </a:lnTo>
                    <a:lnTo>
                      <a:pt x="1541461" y="1819070"/>
                    </a:lnTo>
                    <a:lnTo>
                      <a:pt x="1651664" y="1598134"/>
                    </a:lnTo>
                    <a:lnTo>
                      <a:pt x="1761760" y="1394038"/>
                    </a:lnTo>
                    <a:lnTo>
                      <a:pt x="1871857" y="1206888"/>
                    </a:lnTo>
                    <a:lnTo>
                      <a:pt x="1981954" y="1035625"/>
                    </a:lnTo>
                    <a:lnTo>
                      <a:pt x="2092051" y="865845"/>
                    </a:lnTo>
                    <a:lnTo>
                      <a:pt x="2202148" y="697231"/>
                    </a:lnTo>
                    <a:lnTo>
                      <a:pt x="2312245" y="535183"/>
                    </a:lnTo>
                    <a:lnTo>
                      <a:pt x="2422341" y="385103"/>
                    </a:lnTo>
                    <a:lnTo>
                      <a:pt x="2532438" y="252181"/>
                    </a:lnTo>
                    <a:lnTo>
                      <a:pt x="2642535" y="141925"/>
                    </a:lnTo>
                    <a:lnTo>
                      <a:pt x="2752632" y="59524"/>
                    </a:lnTo>
                    <a:lnTo>
                      <a:pt x="2862728" y="10380"/>
                    </a:lnTo>
                    <a:lnTo>
                      <a:pt x="2972825" y="0"/>
                    </a:lnTo>
                    <a:lnTo>
                      <a:pt x="3083028" y="53910"/>
                    </a:lnTo>
                    <a:lnTo>
                      <a:pt x="3193125" y="214264"/>
                    </a:lnTo>
                    <a:lnTo>
                      <a:pt x="3303221" y="454582"/>
                    </a:lnTo>
                    <a:lnTo>
                      <a:pt x="3413318" y="745210"/>
                    </a:lnTo>
                    <a:lnTo>
                      <a:pt x="3523415" y="1056385"/>
                    </a:lnTo>
                    <a:lnTo>
                      <a:pt x="3633512" y="1358345"/>
                    </a:lnTo>
                    <a:lnTo>
                      <a:pt x="3743608" y="1653103"/>
                    </a:lnTo>
                    <a:lnTo>
                      <a:pt x="3853705" y="2017976"/>
                    </a:lnTo>
                    <a:lnTo>
                      <a:pt x="3963802" y="2407739"/>
                    </a:lnTo>
                    <a:lnTo>
                      <a:pt x="4073899" y="2765198"/>
                    </a:lnTo>
                    <a:lnTo>
                      <a:pt x="4183996" y="3063240"/>
                    </a:lnTo>
                    <a:lnTo>
                      <a:pt x="4294093" y="3343170"/>
                    </a:lnTo>
                    <a:lnTo>
                      <a:pt x="4404295" y="3570567"/>
                    </a:lnTo>
                    <a:lnTo>
                      <a:pt x="4514392" y="3761000"/>
                    </a:lnTo>
                    <a:lnTo>
                      <a:pt x="4624489" y="3894769"/>
                    </a:lnTo>
                    <a:lnTo>
                      <a:pt x="4734585" y="3951645"/>
                    </a:lnTo>
                    <a:lnTo>
                      <a:pt x="4844682" y="3951963"/>
                    </a:lnTo>
                    <a:lnTo>
                      <a:pt x="4954779" y="3917647"/>
                    </a:lnTo>
                    <a:lnTo>
                      <a:pt x="5064876" y="3870621"/>
                    </a:lnTo>
                    <a:lnTo>
                      <a:pt x="5174973" y="3832492"/>
                    </a:lnTo>
                    <a:lnTo>
                      <a:pt x="5285069" y="3824124"/>
                    </a:lnTo>
                    <a:lnTo>
                      <a:pt x="5395166" y="3826349"/>
                    </a:lnTo>
                    <a:lnTo>
                      <a:pt x="5505263" y="3808555"/>
                    </a:lnTo>
                    <a:lnTo>
                      <a:pt x="5615360" y="3774133"/>
                    </a:lnTo>
                    <a:lnTo>
                      <a:pt x="5725563" y="3747231"/>
                    </a:lnTo>
                    <a:lnTo>
                      <a:pt x="5835660" y="3712491"/>
                    </a:lnTo>
                    <a:lnTo>
                      <a:pt x="5945756" y="3674363"/>
                    </a:lnTo>
                    <a:lnTo>
                      <a:pt x="6055853" y="3637504"/>
                    </a:lnTo>
                    <a:lnTo>
                      <a:pt x="6165950" y="3606472"/>
                    </a:lnTo>
                    <a:lnTo>
                      <a:pt x="6276047" y="3585818"/>
                    </a:lnTo>
                    <a:lnTo>
                      <a:pt x="6386144" y="3570355"/>
                    </a:lnTo>
                    <a:lnTo>
                      <a:pt x="6496240" y="3548325"/>
                    </a:lnTo>
                    <a:lnTo>
                      <a:pt x="6606337" y="3503841"/>
                    </a:lnTo>
                    <a:lnTo>
                      <a:pt x="6716434" y="3443152"/>
                    </a:lnTo>
                    <a:lnTo>
                      <a:pt x="6826531" y="3396444"/>
                    </a:lnTo>
                    <a:lnTo>
                      <a:pt x="6936627" y="3372614"/>
                    </a:lnTo>
                    <a:lnTo>
                      <a:pt x="7046724" y="3362870"/>
                    </a:lnTo>
                    <a:lnTo>
                      <a:pt x="7156927" y="3369754"/>
                    </a:lnTo>
                    <a:lnTo>
                      <a:pt x="7267023" y="3385324"/>
                    </a:lnTo>
                    <a:lnTo>
                      <a:pt x="7377120" y="3411802"/>
                    </a:lnTo>
                    <a:lnTo>
                      <a:pt x="7487217" y="3449084"/>
                    </a:lnTo>
                    <a:lnTo>
                      <a:pt x="7597314" y="3495368"/>
                    </a:lnTo>
                    <a:lnTo>
                      <a:pt x="7707410" y="3550761"/>
                    </a:lnTo>
                    <a:lnTo>
                      <a:pt x="7817507" y="3615474"/>
                    </a:lnTo>
                    <a:lnTo>
                      <a:pt x="7927604" y="3689614"/>
                    </a:lnTo>
                    <a:lnTo>
                      <a:pt x="8037701" y="3773180"/>
                    </a:lnTo>
                    <a:lnTo>
                      <a:pt x="8147798" y="3866384"/>
                    </a:lnTo>
                    <a:lnTo>
                      <a:pt x="8257894" y="3969332"/>
                    </a:lnTo>
                    <a:lnTo>
                      <a:pt x="8367991" y="4082025"/>
                    </a:lnTo>
                    <a:lnTo>
                      <a:pt x="8478194" y="4204673"/>
                    </a:lnTo>
                    <a:lnTo>
                      <a:pt x="8588290" y="4337383"/>
                    </a:lnTo>
                    <a:lnTo>
                      <a:pt x="8698387" y="4480261"/>
                    </a:lnTo>
                  </a:path>
                </a:pathLst>
              </a:custGeom>
              <a:noFill/>
              <a:ln w="22550" cap="flat">
                <a:solidFill>
                  <a:srgbClr val="B50A37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70F145D-E591-C77C-2789-0CCD88E5C7EF}"/>
                  </a:ext>
                </a:extLst>
              </p:cNvPr>
              <p:cNvSpPr txBox="1"/>
              <p:nvPr/>
            </p:nvSpPr>
            <p:spPr>
              <a:xfrm>
                <a:off x="5899125" y="2898480"/>
                <a:ext cx="11753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B50A37"/>
                    </a:solidFill>
                    <a:latin typeface="Arial"/>
                    <a:cs typeface="Arial"/>
                    <a:sym typeface="Arial"/>
                    <a:rtl val="0"/>
                  </a:rPr>
                  <a:t>Decreased</a:t>
                </a:r>
              </a:p>
            </p:txBody>
          </p:sp>
        </p:grpSp>
        <p:grpSp>
          <p:nvGrpSpPr>
            <p:cNvPr id="65" name="Graphic 2">
              <a:extLst>
                <a:ext uri="{FF2B5EF4-FFF2-40B4-BE49-F238E27FC236}">
                  <a16:creationId xmlns:a16="http://schemas.microsoft.com/office/drawing/2014/main" id="{417E37DB-BDE0-3D63-4B7D-BDAC399348BC}"/>
                </a:ext>
              </a:extLst>
            </p:cNvPr>
            <p:cNvGrpSpPr/>
            <p:nvPr/>
          </p:nvGrpSpPr>
          <p:grpSpPr>
            <a:xfrm>
              <a:off x="961062" y="612426"/>
              <a:ext cx="10552727" cy="5419645"/>
              <a:chOff x="961062" y="612426"/>
              <a:chExt cx="10552727" cy="5419645"/>
            </a:xfrm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AC3C2EB2-578E-DE1D-F050-D6A758A6E867}"/>
                  </a:ext>
                </a:extLst>
              </p:cNvPr>
              <p:cNvSpPr/>
              <p:nvPr/>
            </p:nvSpPr>
            <p:spPr>
              <a:xfrm>
                <a:off x="155352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146BC6B-615D-B548-2BA0-C013F3C272E3}"/>
                  </a:ext>
                </a:extLst>
              </p:cNvPr>
              <p:cNvSpPr txBox="1"/>
              <p:nvPr/>
            </p:nvSpPr>
            <p:spPr>
              <a:xfrm>
                <a:off x="132734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FE2EE25-C8A6-FD31-4AF6-5966B5DCDC1D}"/>
                  </a:ext>
                </a:extLst>
              </p:cNvPr>
              <p:cNvSpPr txBox="1"/>
              <p:nvPr/>
            </p:nvSpPr>
            <p:spPr>
              <a:xfrm>
                <a:off x="1162331" y="4282976"/>
                <a:ext cx="43954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100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D300B05-3B79-75C5-E21B-17928475AF9A}"/>
                  </a:ext>
                </a:extLst>
              </p:cNvPr>
              <p:cNvSpPr txBox="1"/>
              <p:nvPr/>
            </p:nvSpPr>
            <p:spPr>
              <a:xfrm>
                <a:off x="1162331" y="2916264"/>
                <a:ext cx="43954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200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F310DC4-B939-3375-8520-F117A31EFD16}"/>
                  </a:ext>
                </a:extLst>
              </p:cNvPr>
              <p:cNvSpPr txBox="1"/>
              <p:nvPr/>
            </p:nvSpPr>
            <p:spPr>
              <a:xfrm>
                <a:off x="1162331" y="1549552"/>
                <a:ext cx="43954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300</a:t>
                </a:r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DE635A71-08F4-D5E3-7AC5-01C2F7D0A3D0}"/>
                  </a:ext>
                </a:extLst>
              </p:cNvPr>
              <p:cNvSpPr/>
              <p:nvPr/>
            </p:nvSpPr>
            <p:spPr>
              <a:xfrm>
                <a:off x="152449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57B0656E-4E47-2434-01CA-F6222C21496E}"/>
                  </a:ext>
                </a:extLst>
              </p:cNvPr>
              <p:cNvSpPr/>
              <p:nvPr/>
            </p:nvSpPr>
            <p:spPr>
              <a:xfrm>
                <a:off x="1524492" y="4409867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03D42438-7F28-460C-AD58-162F23FB22CB}"/>
                  </a:ext>
                </a:extLst>
              </p:cNvPr>
              <p:cNvSpPr/>
              <p:nvPr/>
            </p:nvSpPr>
            <p:spPr>
              <a:xfrm>
                <a:off x="1524492" y="304315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04F60FE2-5555-FE9B-34C4-52A7C661610C}"/>
                  </a:ext>
                </a:extLst>
              </p:cNvPr>
              <p:cNvSpPr/>
              <p:nvPr/>
            </p:nvSpPr>
            <p:spPr>
              <a:xfrm>
                <a:off x="1524492" y="1676337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9E4A8E94-320B-622D-57BE-F267691D135C}"/>
                  </a:ext>
                </a:extLst>
              </p:cNvPr>
              <p:cNvSpPr/>
              <p:nvPr/>
            </p:nvSpPr>
            <p:spPr>
              <a:xfrm>
                <a:off x="1553527" y="5776685"/>
                <a:ext cx="9568141" cy="10591"/>
              </a:xfrm>
              <a:custGeom>
                <a:avLst/>
                <a:gdLst>
                  <a:gd name="connsiteX0" fmla="*/ 0 w 9568141"/>
                  <a:gd name="connsiteY0" fmla="*/ 0 h 10591"/>
                  <a:gd name="connsiteX1" fmla="*/ 9568142 w 956814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68141" h="10591">
                    <a:moveTo>
                      <a:pt x="0" y="0"/>
                    </a:moveTo>
                    <a:lnTo>
                      <a:pt x="956814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F40EA5E3-7A13-B78E-9704-9F1DCB092342}"/>
                  </a:ext>
                </a:extLst>
              </p:cNvPr>
              <p:cNvSpPr/>
              <p:nvPr/>
            </p:nvSpPr>
            <p:spPr>
              <a:xfrm>
                <a:off x="221251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2316D0DB-FE31-B2D0-0242-B20C2C775E46}"/>
                  </a:ext>
                </a:extLst>
              </p:cNvPr>
              <p:cNvSpPr/>
              <p:nvPr/>
            </p:nvSpPr>
            <p:spPr>
              <a:xfrm>
                <a:off x="289969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527AEAB1-A09A-ACFF-1D65-5D45AF832657}"/>
                  </a:ext>
                </a:extLst>
              </p:cNvPr>
              <p:cNvSpPr/>
              <p:nvPr/>
            </p:nvSpPr>
            <p:spPr>
              <a:xfrm>
                <a:off x="357945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FB48A328-19A9-DDE9-0240-54A3BF20FF10}"/>
                  </a:ext>
                </a:extLst>
              </p:cNvPr>
              <p:cNvSpPr/>
              <p:nvPr/>
            </p:nvSpPr>
            <p:spPr>
              <a:xfrm>
                <a:off x="426663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BB3BE78-A15B-7513-17E0-7ACB8FDE3C94}"/>
                  </a:ext>
                </a:extLst>
              </p:cNvPr>
              <p:cNvSpPr/>
              <p:nvPr/>
            </p:nvSpPr>
            <p:spPr>
              <a:xfrm>
                <a:off x="494268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87C8DE74-0B9B-69E9-CA7A-1E2134E62358}"/>
                  </a:ext>
                </a:extLst>
              </p:cNvPr>
              <p:cNvSpPr/>
              <p:nvPr/>
            </p:nvSpPr>
            <p:spPr>
              <a:xfrm>
                <a:off x="562986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78906F01-51BE-EADF-6E1D-E0FE54FED095}"/>
                  </a:ext>
                </a:extLst>
              </p:cNvPr>
              <p:cNvSpPr/>
              <p:nvPr/>
            </p:nvSpPr>
            <p:spPr>
              <a:xfrm>
                <a:off x="630580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AE72DB2A-B790-3EAF-BE58-0247B02110BD}"/>
                  </a:ext>
                </a:extLst>
              </p:cNvPr>
              <p:cNvSpPr/>
              <p:nvPr/>
            </p:nvSpPr>
            <p:spPr>
              <a:xfrm>
                <a:off x="699309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3196BBA2-26E8-AE7F-ABD5-C341D6EAF351}"/>
                  </a:ext>
                </a:extLst>
              </p:cNvPr>
              <p:cNvSpPr/>
              <p:nvPr/>
            </p:nvSpPr>
            <p:spPr>
              <a:xfrm>
                <a:off x="766903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129C02FD-5F8A-5A01-F483-DA927491E8C3}"/>
                  </a:ext>
                </a:extLst>
              </p:cNvPr>
              <p:cNvSpPr/>
              <p:nvPr/>
            </p:nvSpPr>
            <p:spPr>
              <a:xfrm>
                <a:off x="835621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70462500-8F00-5C62-1145-74A57B183871}"/>
                  </a:ext>
                </a:extLst>
              </p:cNvPr>
              <p:cNvSpPr/>
              <p:nvPr/>
            </p:nvSpPr>
            <p:spPr>
              <a:xfrm>
                <a:off x="903597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65C00520-5F8F-2B45-2143-EE6318F16B96}"/>
                  </a:ext>
                </a:extLst>
              </p:cNvPr>
              <p:cNvSpPr/>
              <p:nvPr/>
            </p:nvSpPr>
            <p:spPr>
              <a:xfrm>
                <a:off x="972315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A070C485-7392-C53A-2E3A-0D25E16F681C}"/>
                  </a:ext>
                </a:extLst>
              </p:cNvPr>
              <p:cNvSpPr/>
              <p:nvPr/>
            </p:nvSpPr>
            <p:spPr>
              <a:xfrm>
                <a:off x="1039920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0FB0602A-A363-1507-4936-C714BD942DF8}"/>
                  </a:ext>
                </a:extLst>
              </p:cNvPr>
              <p:cNvSpPr/>
              <p:nvPr/>
            </p:nvSpPr>
            <p:spPr>
              <a:xfrm>
                <a:off x="1108638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C23597A-9E8A-3ED7-4C13-FB1ECE35215B}"/>
                  </a:ext>
                </a:extLst>
              </p:cNvPr>
              <p:cNvSpPr txBox="1"/>
              <p:nvPr/>
            </p:nvSpPr>
            <p:spPr>
              <a:xfrm>
                <a:off x="180348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2019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460FD2E-B627-7255-FF29-B7D0F1C625AC}"/>
                  </a:ext>
                </a:extLst>
              </p:cNvPr>
              <p:cNvSpPr txBox="1"/>
              <p:nvPr/>
            </p:nvSpPr>
            <p:spPr>
              <a:xfrm>
                <a:off x="2494823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2020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B269EB1-29BC-3759-BA17-5E90D7E86576}"/>
                  </a:ext>
                </a:extLst>
              </p:cNvPr>
              <p:cNvSpPr txBox="1"/>
              <p:nvPr/>
            </p:nvSpPr>
            <p:spPr>
              <a:xfrm>
                <a:off x="3170418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2020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BD310E1-3C32-95DB-7814-ED7E336B1078}"/>
                  </a:ext>
                </a:extLst>
              </p:cNvPr>
              <p:cNvSpPr txBox="1"/>
              <p:nvPr/>
            </p:nvSpPr>
            <p:spPr>
              <a:xfrm>
                <a:off x="3861761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2021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524EF114-64DF-D10E-E197-DB8C15631F10}"/>
                  </a:ext>
                </a:extLst>
              </p:cNvPr>
              <p:cNvSpPr txBox="1"/>
              <p:nvPr/>
            </p:nvSpPr>
            <p:spPr>
              <a:xfrm>
                <a:off x="4533647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2021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EF1A458-E67B-2107-52DC-085BC376647D}"/>
                  </a:ext>
                </a:extLst>
              </p:cNvPr>
              <p:cNvSpPr txBox="1"/>
              <p:nvPr/>
            </p:nvSpPr>
            <p:spPr>
              <a:xfrm>
                <a:off x="5224990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2022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5F3163C-C5C3-5B7E-EA9E-E9646101447F}"/>
                  </a:ext>
                </a:extLst>
              </p:cNvPr>
              <p:cNvSpPr txBox="1"/>
              <p:nvPr/>
            </p:nvSpPr>
            <p:spPr>
              <a:xfrm>
                <a:off x="589677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2022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8904F86-7F79-5ECA-01C7-1F6E251DF7D6}"/>
                  </a:ext>
                </a:extLst>
              </p:cNvPr>
              <p:cNvSpPr txBox="1"/>
              <p:nvPr/>
            </p:nvSpPr>
            <p:spPr>
              <a:xfrm>
                <a:off x="6588219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2023</a:t>
                </a: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EECBFE52-AD55-27A9-1849-4A0BA4C7A38E}"/>
                  </a:ext>
                </a:extLst>
              </p:cNvPr>
              <p:cNvSpPr txBox="1"/>
              <p:nvPr/>
            </p:nvSpPr>
            <p:spPr>
              <a:xfrm>
                <a:off x="726000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2023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55F4090D-4901-A2BD-BA72-75CF4F4D4964}"/>
                  </a:ext>
                </a:extLst>
              </p:cNvPr>
              <p:cNvSpPr txBox="1"/>
              <p:nvPr/>
            </p:nvSpPr>
            <p:spPr>
              <a:xfrm>
                <a:off x="7951342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2024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8A5CB7D-26AF-E9DE-E739-C8124C1676AE}"/>
                  </a:ext>
                </a:extLst>
              </p:cNvPr>
              <p:cNvSpPr txBox="1"/>
              <p:nvPr/>
            </p:nvSpPr>
            <p:spPr>
              <a:xfrm>
                <a:off x="8626938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2024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337DFE99-CF6D-959E-4ADE-8AE31800D00E}"/>
                  </a:ext>
                </a:extLst>
              </p:cNvPr>
              <p:cNvSpPr txBox="1"/>
              <p:nvPr/>
            </p:nvSpPr>
            <p:spPr>
              <a:xfrm>
                <a:off x="9318280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2025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615C8BA-3BBE-953A-01B5-9F18D517311C}"/>
                  </a:ext>
                </a:extLst>
              </p:cNvPr>
              <p:cNvSpPr txBox="1"/>
              <p:nvPr/>
            </p:nvSpPr>
            <p:spPr>
              <a:xfrm>
                <a:off x="9990166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2025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CC5DE001-CCDC-D531-9834-CEC5B14533BC}"/>
                  </a:ext>
                </a:extLst>
              </p:cNvPr>
              <p:cNvSpPr txBox="1"/>
              <p:nvPr/>
            </p:nvSpPr>
            <p:spPr>
              <a:xfrm>
                <a:off x="10681510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2026</a:t>
                </a: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4C452FCB-401C-D843-1C69-429152F6C054}"/>
                  </a:ext>
                </a:extLst>
              </p:cNvPr>
              <p:cNvSpPr txBox="1"/>
              <p:nvPr/>
            </p:nvSpPr>
            <p:spPr>
              <a:xfrm rot="16200000">
                <a:off x="33724" y="3204753"/>
                <a:ext cx="21932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CPUE (kg/fisher/trip)</a:t>
                </a: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1424E869-E211-2AE0-3972-736D057EDF80}"/>
                  </a:ext>
                </a:extLst>
              </p:cNvPr>
              <p:cNvSpPr txBox="1"/>
              <p:nvPr/>
            </p:nvSpPr>
            <p:spPr>
              <a:xfrm>
                <a:off x="1462087" y="612426"/>
                <a:ext cx="576472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Catch Per Unit Effort in MAR </a:t>
                </a:r>
                <a:r>
                  <a:rPr lang="en-US" sz="2000" b="1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iotapina</a:t>
                </a:r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 - Lasel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73553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9FD90-1D63-C153-AD86-77D0F967D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3284A-ED1F-2067-65A3-B86BC493E6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Katamba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4F4B19A-CD38-E4E8-D102-8D1E5E02A2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Lethrinus </a:t>
            </a:r>
            <a:r>
              <a:rPr lang="en-US" i="1" dirty="0" err="1"/>
              <a:t>lentjan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192252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2">
            <a:extLst>
              <a:ext uri="{FF2B5EF4-FFF2-40B4-BE49-F238E27FC236}">
                <a16:creationId xmlns:a16="http://schemas.microsoft.com/office/drawing/2014/main" id="{11955AC6-1250-5C49-D425-D4559307D569}"/>
              </a:ext>
            </a:extLst>
          </p:cNvPr>
          <p:cNvGrpSpPr/>
          <p:nvPr/>
        </p:nvGrpSpPr>
        <p:grpSpPr>
          <a:xfrm>
            <a:off x="961062" y="612426"/>
            <a:ext cx="10439454" cy="5602107"/>
            <a:chOff x="961062" y="612426"/>
            <a:chExt cx="10439454" cy="5602107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61085F2-7237-A996-0780-BBAC827255EE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235537E-6E60-2687-5C28-014FFD57B597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9F7E509F-B892-2E6E-1D52-A065BC3C609D}"/>
                </a:ext>
              </a:extLst>
            </p:cNvPr>
            <p:cNvGrpSpPr/>
            <p:nvPr/>
          </p:nvGrpSpPr>
          <p:grpSpPr>
            <a:xfrm>
              <a:off x="1553527" y="971481"/>
              <a:ext cx="9568141" cy="4805204"/>
              <a:chOff x="1553527" y="971481"/>
              <a:chExt cx="9568141" cy="4805204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BB82927A-925F-3B13-EF99-EBFAD4EAD2A8}"/>
                  </a:ext>
                </a:extLst>
              </p:cNvPr>
              <p:cNvSpPr/>
              <p:nvPr/>
            </p:nvSpPr>
            <p:spPr>
              <a:xfrm>
                <a:off x="1553527" y="971481"/>
                <a:ext cx="9568141" cy="4805204"/>
              </a:xfrm>
              <a:custGeom>
                <a:avLst/>
                <a:gdLst>
                  <a:gd name="connsiteX0" fmla="*/ 0 w 9568141"/>
                  <a:gd name="connsiteY0" fmla="*/ 0 h 4805204"/>
                  <a:gd name="connsiteX1" fmla="*/ 9568142 w 9568141"/>
                  <a:gd name="connsiteY1" fmla="*/ 0 h 4805204"/>
                  <a:gd name="connsiteX2" fmla="*/ 9568142 w 9568141"/>
                  <a:gd name="connsiteY2" fmla="*/ 4805204 h 4805204"/>
                  <a:gd name="connsiteX3" fmla="*/ 0 w 956814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68141" h="4805204">
                    <a:moveTo>
                      <a:pt x="0" y="0"/>
                    </a:moveTo>
                    <a:lnTo>
                      <a:pt x="9568142" y="0"/>
                    </a:lnTo>
                    <a:lnTo>
                      <a:pt x="956814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3AC551A8-6158-C149-E9C6-1DB96A00E984}"/>
                  </a:ext>
                </a:extLst>
              </p:cNvPr>
              <p:cNvSpPr/>
              <p:nvPr/>
            </p:nvSpPr>
            <p:spPr>
              <a:xfrm>
                <a:off x="1988404" y="971481"/>
                <a:ext cx="8698387" cy="4805204"/>
              </a:xfrm>
              <a:custGeom>
                <a:avLst/>
                <a:gdLst>
                  <a:gd name="connsiteX0" fmla="*/ 0 w 8698387"/>
                  <a:gd name="connsiteY0" fmla="*/ 3731344 h 4805204"/>
                  <a:gd name="connsiteX1" fmla="*/ 110097 w 8698387"/>
                  <a:gd name="connsiteY1" fmla="*/ 3900383 h 4805204"/>
                  <a:gd name="connsiteX2" fmla="*/ 220194 w 8698387"/>
                  <a:gd name="connsiteY2" fmla="*/ 4043684 h 4805204"/>
                  <a:gd name="connsiteX3" fmla="*/ 330396 w 8698387"/>
                  <a:gd name="connsiteY3" fmla="*/ 4154364 h 4805204"/>
                  <a:gd name="connsiteX4" fmla="*/ 440493 w 8698387"/>
                  <a:gd name="connsiteY4" fmla="*/ 4223526 h 4805204"/>
                  <a:gd name="connsiteX5" fmla="*/ 550590 w 8698387"/>
                  <a:gd name="connsiteY5" fmla="*/ 4245979 h 4805204"/>
                  <a:gd name="connsiteX6" fmla="*/ 660687 w 8698387"/>
                  <a:gd name="connsiteY6" fmla="*/ 4226279 h 4805204"/>
                  <a:gd name="connsiteX7" fmla="*/ 770784 w 8698387"/>
                  <a:gd name="connsiteY7" fmla="*/ 4177241 h 4805204"/>
                  <a:gd name="connsiteX8" fmla="*/ 880880 w 8698387"/>
                  <a:gd name="connsiteY8" fmla="*/ 4111363 h 4805204"/>
                  <a:gd name="connsiteX9" fmla="*/ 990977 w 8698387"/>
                  <a:gd name="connsiteY9" fmla="*/ 4037541 h 4805204"/>
                  <a:gd name="connsiteX10" fmla="*/ 1101074 w 8698387"/>
                  <a:gd name="connsiteY10" fmla="*/ 3961389 h 4805204"/>
                  <a:gd name="connsiteX11" fmla="*/ 1211171 w 8698387"/>
                  <a:gd name="connsiteY11" fmla="*/ 3886402 h 4805204"/>
                  <a:gd name="connsiteX12" fmla="*/ 1321267 w 8698387"/>
                  <a:gd name="connsiteY12" fmla="*/ 3814804 h 4805204"/>
                  <a:gd name="connsiteX13" fmla="*/ 1431364 w 8698387"/>
                  <a:gd name="connsiteY13" fmla="*/ 3748396 h 4805204"/>
                  <a:gd name="connsiteX14" fmla="*/ 1541461 w 8698387"/>
                  <a:gd name="connsiteY14" fmla="*/ 3690038 h 4805204"/>
                  <a:gd name="connsiteX15" fmla="*/ 1651664 w 8698387"/>
                  <a:gd name="connsiteY15" fmla="*/ 3638246 h 4805204"/>
                  <a:gd name="connsiteX16" fmla="*/ 1761760 w 8698387"/>
                  <a:gd name="connsiteY16" fmla="*/ 3588572 h 4805204"/>
                  <a:gd name="connsiteX17" fmla="*/ 1871857 w 8698387"/>
                  <a:gd name="connsiteY17" fmla="*/ 3535298 h 4805204"/>
                  <a:gd name="connsiteX18" fmla="*/ 1981954 w 8698387"/>
                  <a:gd name="connsiteY18" fmla="*/ 3473338 h 4805204"/>
                  <a:gd name="connsiteX19" fmla="*/ 2092051 w 8698387"/>
                  <a:gd name="connsiteY19" fmla="*/ 3398351 h 4805204"/>
                  <a:gd name="connsiteX20" fmla="*/ 2202148 w 8698387"/>
                  <a:gd name="connsiteY20" fmla="*/ 3308324 h 4805204"/>
                  <a:gd name="connsiteX21" fmla="*/ 2312245 w 8698387"/>
                  <a:gd name="connsiteY21" fmla="*/ 3203682 h 4805204"/>
                  <a:gd name="connsiteX22" fmla="*/ 2422341 w 8698387"/>
                  <a:gd name="connsiteY22" fmla="*/ 3087070 h 4805204"/>
                  <a:gd name="connsiteX23" fmla="*/ 2532438 w 8698387"/>
                  <a:gd name="connsiteY23" fmla="*/ 2963363 h 4805204"/>
                  <a:gd name="connsiteX24" fmla="*/ 2642535 w 8698387"/>
                  <a:gd name="connsiteY24" fmla="*/ 2838491 h 4805204"/>
                  <a:gd name="connsiteX25" fmla="*/ 2752632 w 8698387"/>
                  <a:gd name="connsiteY25" fmla="*/ 2719231 h 4805204"/>
                  <a:gd name="connsiteX26" fmla="*/ 2862728 w 8698387"/>
                  <a:gd name="connsiteY26" fmla="*/ 2612364 h 4805204"/>
                  <a:gd name="connsiteX27" fmla="*/ 2972825 w 8698387"/>
                  <a:gd name="connsiteY27" fmla="*/ 2524880 h 4805204"/>
                  <a:gd name="connsiteX28" fmla="*/ 3083028 w 8698387"/>
                  <a:gd name="connsiteY28" fmla="*/ 2463344 h 4805204"/>
                  <a:gd name="connsiteX29" fmla="*/ 3193125 w 8698387"/>
                  <a:gd name="connsiteY29" fmla="*/ 2434535 h 4805204"/>
                  <a:gd name="connsiteX30" fmla="*/ 3303221 w 8698387"/>
                  <a:gd name="connsiteY30" fmla="*/ 2444491 h 4805204"/>
                  <a:gd name="connsiteX31" fmla="*/ 3413318 w 8698387"/>
                  <a:gd name="connsiteY31" fmla="*/ 2499143 h 4805204"/>
                  <a:gd name="connsiteX32" fmla="*/ 3523415 w 8698387"/>
                  <a:gd name="connsiteY32" fmla="*/ 2603997 h 4805204"/>
                  <a:gd name="connsiteX33" fmla="*/ 3633512 w 8698387"/>
                  <a:gd name="connsiteY33" fmla="*/ 2763398 h 4805204"/>
                  <a:gd name="connsiteX34" fmla="*/ 3743608 w 8698387"/>
                  <a:gd name="connsiteY34" fmla="*/ 2979991 h 4805204"/>
                  <a:gd name="connsiteX35" fmla="*/ 3853705 w 8698387"/>
                  <a:gd name="connsiteY35" fmla="*/ 3250707 h 4805204"/>
                  <a:gd name="connsiteX36" fmla="*/ 3963802 w 8698387"/>
                  <a:gd name="connsiteY36" fmla="*/ 3537733 h 4805204"/>
                  <a:gd name="connsiteX37" fmla="*/ 4073899 w 8698387"/>
                  <a:gd name="connsiteY37" fmla="*/ 3735263 h 4805204"/>
                  <a:gd name="connsiteX38" fmla="*/ 4183996 w 8698387"/>
                  <a:gd name="connsiteY38" fmla="*/ 3824442 h 4805204"/>
                  <a:gd name="connsiteX39" fmla="*/ 4294093 w 8698387"/>
                  <a:gd name="connsiteY39" fmla="*/ 3835669 h 4805204"/>
                  <a:gd name="connsiteX40" fmla="*/ 4404295 w 8698387"/>
                  <a:gd name="connsiteY40" fmla="*/ 3809720 h 4805204"/>
                  <a:gd name="connsiteX41" fmla="*/ 4514392 w 8698387"/>
                  <a:gd name="connsiteY41" fmla="*/ 3784195 h 4805204"/>
                  <a:gd name="connsiteX42" fmla="*/ 4624489 w 8698387"/>
                  <a:gd name="connsiteY42" fmla="*/ 3766613 h 4805204"/>
                  <a:gd name="connsiteX43" fmla="*/ 4734585 w 8698387"/>
                  <a:gd name="connsiteY43" fmla="*/ 3784725 h 4805204"/>
                  <a:gd name="connsiteX44" fmla="*/ 4844682 w 8698387"/>
                  <a:gd name="connsiteY44" fmla="*/ 3806013 h 4805204"/>
                  <a:gd name="connsiteX45" fmla="*/ 4954779 w 8698387"/>
                  <a:gd name="connsiteY45" fmla="*/ 3798705 h 4805204"/>
                  <a:gd name="connsiteX46" fmla="*/ 5064876 w 8698387"/>
                  <a:gd name="connsiteY46" fmla="*/ 3764177 h 4805204"/>
                  <a:gd name="connsiteX47" fmla="*/ 5174973 w 8698387"/>
                  <a:gd name="connsiteY47" fmla="*/ 3736746 h 4805204"/>
                  <a:gd name="connsiteX48" fmla="*/ 5285069 w 8698387"/>
                  <a:gd name="connsiteY48" fmla="*/ 3715139 h 4805204"/>
                  <a:gd name="connsiteX49" fmla="*/ 5395166 w 8698387"/>
                  <a:gd name="connsiteY49" fmla="*/ 3703171 h 4805204"/>
                  <a:gd name="connsiteX50" fmla="*/ 5505263 w 8698387"/>
                  <a:gd name="connsiteY50" fmla="*/ 3694062 h 4805204"/>
                  <a:gd name="connsiteX51" fmla="*/ 5615360 w 8698387"/>
                  <a:gd name="connsiteY51" fmla="*/ 3711962 h 4805204"/>
                  <a:gd name="connsiteX52" fmla="*/ 5725563 w 8698387"/>
                  <a:gd name="connsiteY52" fmla="*/ 3736746 h 4805204"/>
                  <a:gd name="connsiteX53" fmla="*/ 5835660 w 8698387"/>
                  <a:gd name="connsiteY53" fmla="*/ 3745431 h 4805204"/>
                  <a:gd name="connsiteX54" fmla="*/ 5945756 w 8698387"/>
                  <a:gd name="connsiteY54" fmla="*/ 3728167 h 4805204"/>
                  <a:gd name="connsiteX55" fmla="*/ 6055853 w 8698387"/>
                  <a:gd name="connsiteY55" fmla="*/ 3691097 h 4805204"/>
                  <a:gd name="connsiteX56" fmla="*/ 6165950 w 8698387"/>
                  <a:gd name="connsiteY56" fmla="*/ 3649578 h 4805204"/>
                  <a:gd name="connsiteX57" fmla="*/ 6276047 w 8698387"/>
                  <a:gd name="connsiteY57" fmla="*/ 3618970 h 4805204"/>
                  <a:gd name="connsiteX58" fmla="*/ 6386144 w 8698387"/>
                  <a:gd name="connsiteY58" fmla="*/ 3668008 h 4805204"/>
                  <a:gd name="connsiteX59" fmla="*/ 6496240 w 8698387"/>
                  <a:gd name="connsiteY59" fmla="*/ 3704865 h 4805204"/>
                  <a:gd name="connsiteX60" fmla="*/ 6606337 w 8698387"/>
                  <a:gd name="connsiteY60" fmla="*/ 3595668 h 4805204"/>
                  <a:gd name="connsiteX61" fmla="*/ 6716434 w 8698387"/>
                  <a:gd name="connsiteY61" fmla="*/ 3427265 h 4805204"/>
                  <a:gd name="connsiteX62" fmla="*/ 6826531 w 8698387"/>
                  <a:gd name="connsiteY62" fmla="*/ 3233973 h 4805204"/>
                  <a:gd name="connsiteX63" fmla="*/ 6936627 w 8698387"/>
                  <a:gd name="connsiteY63" fmla="*/ 3026488 h 4805204"/>
                  <a:gd name="connsiteX64" fmla="*/ 7046724 w 8698387"/>
                  <a:gd name="connsiteY64" fmla="*/ 2816037 h 4805204"/>
                  <a:gd name="connsiteX65" fmla="*/ 7156927 w 8698387"/>
                  <a:gd name="connsiteY65" fmla="*/ 2615330 h 4805204"/>
                  <a:gd name="connsiteX66" fmla="*/ 7267023 w 8698387"/>
                  <a:gd name="connsiteY66" fmla="*/ 2436971 h 4805204"/>
                  <a:gd name="connsiteX67" fmla="*/ 7377120 w 8698387"/>
                  <a:gd name="connsiteY67" fmla="*/ 2290916 h 4805204"/>
                  <a:gd name="connsiteX68" fmla="*/ 7487217 w 8698387"/>
                  <a:gd name="connsiteY68" fmla="*/ 2152699 h 4805204"/>
                  <a:gd name="connsiteX69" fmla="*/ 7597314 w 8698387"/>
                  <a:gd name="connsiteY69" fmla="*/ 2011727 h 4805204"/>
                  <a:gd name="connsiteX70" fmla="*/ 7707410 w 8698387"/>
                  <a:gd name="connsiteY70" fmla="*/ 1865248 h 4805204"/>
                  <a:gd name="connsiteX71" fmla="*/ 7817507 w 8698387"/>
                  <a:gd name="connsiteY71" fmla="*/ 1710402 h 4805204"/>
                  <a:gd name="connsiteX72" fmla="*/ 7927604 w 8698387"/>
                  <a:gd name="connsiteY72" fmla="*/ 1544647 h 4805204"/>
                  <a:gd name="connsiteX73" fmla="*/ 8037701 w 8698387"/>
                  <a:gd name="connsiteY73" fmla="*/ 1366183 h 4805204"/>
                  <a:gd name="connsiteX74" fmla="*/ 8147798 w 8698387"/>
                  <a:gd name="connsiteY74" fmla="*/ 1173737 h 4805204"/>
                  <a:gd name="connsiteX75" fmla="*/ 8257894 w 8698387"/>
                  <a:gd name="connsiteY75" fmla="*/ 966887 h 4805204"/>
                  <a:gd name="connsiteX76" fmla="*/ 8367991 w 8698387"/>
                  <a:gd name="connsiteY76" fmla="*/ 745527 h 4805204"/>
                  <a:gd name="connsiteX77" fmla="*/ 8478194 w 8698387"/>
                  <a:gd name="connsiteY77" fmla="*/ 510187 h 4805204"/>
                  <a:gd name="connsiteX78" fmla="*/ 8588290 w 8698387"/>
                  <a:gd name="connsiteY78" fmla="*/ 261501 h 4805204"/>
                  <a:gd name="connsiteX79" fmla="*/ 8698387 w 8698387"/>
                  <a:gd name="connsiteY79" fmla="*/ 0 h 4805204"/>
                  <a:gd name="connsiteX80" fmla="*/ 8698387 w 8698387"/>
                  <a:gd name="connsiteY80" fmla="*/ 2991536 h 4805204"/>
                  <a:gd name="connsiteX81" fmla="*/ 8588290 w 8698387"/>
                  <a:gd name="connsiteY81" fmla="*/ 2953619 h 4805204"/>
                  <a:gd name="connsiteX82" fmla="*/ 8478194 w 8698387"/>
                  <a:gd name="connsiteY82" fmla="*/ 2933495 h 4805204"/>
                  <a:gd name="connsiteX83" fmla="*/ 8367991 w 8698387"/>
                  <a:gd name="connsiteY83" fmla="*/ 2931589 h 4805204"/>
                  <a:gd name="connsiteX84" fmla="*/ 8257894 w 8698387"/>
                  <a:gd name="connsiteY84" fmla="*/ 2948429 h 4805204"/>
                  <a:gd name="connsiteX85" fmla="*/ 8147798 w 8698387"/>
                  <a:gd name="connsiteY85" fmla="*/ 2984334 h 4805204"/>
                  <a:gd name="connsiteX86" fmla="*/ 8037701 w 8698387"/>
                  <a:gd name="connsiteY86" fmla="*/ 3039409 h 4805204"/>
                  <a:gd name="connsiteX87" fmla="*/ 7927604 w 8698387"/>
                  <a:gd name="connsiteY87" fmla="*/ 3113125 h 4805204"/>
                  <a:gd name="connsiteX88" fmla="*/ 7817507 w 8698387"/>
                  <a:gd name="connsiteY88" fmla="*/ 3204211 h 4805204"/>
                  <a:gd name="connsiteX89" fmla="*/ 7707410 w 8698387"/>
                  <a:gd name="connsiteY89" fmla="*/ 3310549 h 4805204"/>
                  <a:gd name="connsiteX90" fmla="*/ 7597314 w 8698387"/>
                  <a:gd name="connsiteY90" fmla="*/ 3429807 h 4805204"/>
                  <a:gd name="connsiteX91" fmla="*/ 7487217 w 8698387"/>
                  <a:gd name="connsiteY91" fmla="*/ 3558916 h 4805204"/>
                  <a:gd name="connsiteX92" fmla="*/ 7377120 w 8698387"/>
                  <a:gd name="connsiteY92" fmla="*/ 3695227 h 4805204"/>
                  <a:gd name="connsiteX93" fmla="*/ 7267023 w 8698387"/>
                  <a:gd name="connsiteY93" fmla="*/ 3843613 h 4805204"/>
                  <a:gd name="connsiteX94" fmla="*/ 7156927 w 8698387"/>
                  <a:gd name="connsiteY94" fmla="*/ 4022395 h 4805204"/>
                  <a:gd name="connsiteX95" fmla="*/ 7046724 w 8698387"/>
                  <a:gd name="connsiteY95" fmla="*/ 4222467 h 4805204"/>
                  <a:gd name="connsiteX96" fmla="*/ 6936627 w 8698387"/>
                  <a:gd name="connsiteY96" fmla="*/ 4432070 h 4805204"/>
                  <a:gd name="connsiteX97" fmla="*/ 6826531 w 8698387"/>
                  <a:gd name="connsiteY97" fmla="*/ 4639449 h 4805204"/>
                  <a:gd name="connsiteX98" fmla="*/ 6716434 w 8698387"/>
                  <a:gd name="connsiteY98" fmla="*/ 4805204 h 4805204"/>
                  <a:gd name="connsiteX99" fmla="*/ 6606337 w 8698387"/>
                  <a:gd name="connsiteY99" fmla="*/ 4805204 h 4805204"/>
                  <a:gd name="connsiteX100" fmla="*/ 6496240 w 8698387"/>
                  <a:gd name="connsiteY100" fmla="*/ 4805204 h 4805204"/>
                  <a:gd name="connsiteX101" fmla="*/ 6386144 w 8698387"/>
                  <a:gd name="connsiteY101" fmla="*/ 4805204 h 4805204"/>
                  <a:gd name="connsiteX102" fmla="*/ 6276047 w 8698387"/>
                  <a:gd name="connsiteY102" fmla="*/ 4805204 h 4805204"/>
                  <a:gd name="connsiteX103" fmla="*/ 6165950 w 8698387"/>
                  <a:gd name="connsiteY103" fmla="*/ 4805204 h 4805204"/>
                  <a:gd name="connsiteX104" fmla="*/ 6055853 w 8698387"/>
                  <a:gd name="connsiteY104" fmla="*/ 4805204 h 4805204"/>
                  <a:gd name="connsiteX105" fmla="*/ 5945756 w 8698387"/>
                  <a:gd name="connsiteY105" fmla="*/ 4805204 h 4805204"/>
                  <a:gd name="connsiteX106" fmla="*/ 5835660 w 8698387"/>
                  <a:gd name="connsiteY106" fmla="*/ 4805204 h 4805204"/>
                  <a:gd name="connsiteX107" fmla="*/ 5725563 w 8698387"/>
                  <a:gd name="connsiteY107" fmla="*/ 4805204 h 4805204"/>
                  <a:gd name="connsiteX108" fmla="*/ 5615360 w 8698387"/>
                  <a:gd name="connsiteY108" fmla="*/ 4805204 h 4805204"/>
                  <a:gd name="connsiteX109" fmla="*/ 5505263 w 8698387"/>
                  <a:gd name="connsiteY109" fmla="*/ 4805204 h 4805204"/>
                  <a:gd name="connsiteX110" fmla="*/ 5395166 w 8698387"/>
                  <a:gd name="connsiteY110" fmla="*/ 4805204 h 4805204"/>
                  <a:gd name="connsiteX111" fmla="*/ 5285069 w 8698387"/>
                  <a:gd name="connsiteY111" fmla="*/ 4805204 h 4805204"/>
                  <a:gd name="connsiteX112" fmla="*/ 5174973 w 8698387"/>
                  <a:gd name="connsiteY112" fmla="*/ 4805204 h 4805204"/>
                  <a:gd name="connsiteX113" fmla="*/ 5064876 w 8698387"/>
                  <a:gd name="connsiteY113" fmla="*/ 4805204 h 4805204"/>
                  <a:gd name="connsiteX114" fmla="*/ 4954779 w 8698387"/>
                  <a:gd name="connsiteY114" fmla="*/ 4805204 h 4805204"/>
                  <a:gd name="connsiteX115" fmla="*/ 4844682 w 8698387"/>
                  <a:gd name="connsiteY115" fmla="*/ 4805204 h 4805204"/>
                  <a:gd name="connsiteX116" fmla="*/ 4734585 w 8698387"/>
                  <a:gd name="connsiteY116" fmla="*/ 4805204 h 4805204"/>
                  <a:gd name="connsiteX117" fmla="*/ 4624489 w 8698387"/>
                  <a:gd name="connsiteY117" fmla="*/ 4805204 h 4805204"/>
                  <a:gd name="connsiteX118" fmla="*/ 4514392 w 8698387"/>
                  <a:gd name="connsiteY118" fmla="*/ 4805204 h 4805204"/>
                  <a:gd name="connsiteX119" fmla="*/ 4404295 w 8698387"/>
                  <a:gd name="connsiteY119" fmla="*/ 4805204 h 4805204"/>
                  <a:gd name="connsiteX120" fmla="*/ 4294093 w 8698387"/>
                  <a:gd name="connsiteY120" fmla="*/ 4805204 h 4805204"/>
                  <a:gd name="connsiteX121" fmla="*/ 4183996 w 8698387"/>
                  <a:gd name="connsiteY121" fmla="*/ 4805204 h 4805204"/>
                  <a:gd name="connsiteX122" fmla="*/ 4073899 w 8698387"/>
                  <a:gd name="connsiteY122" fmla="*/ 4805204 h 4805204"/>
                  <a:gd name="connsiteX123" fmla="*/ 3963802 w 8698387"/>
                  <a:gd name="connsiteY123" fmla="*/ 4805204 h 4805204"/>
                  <a:gd name="connsiteX124" fmla="*/ 3853705 w 8698387"/>
                  <a:gd name="connsiteY124" fmla="*/ 4805204 h 4805204"/>
                  <a:gd name="connsiteX125" fmla="*/ 3743608 w 8698387"/>
                  <a:gd name="connsiteY125" fmla="*/ 4805204 h 4805204"/>
                  <a:gd name="connsiteX126" fmla="*/ 3633512 w 8698387"/>
                  <a:gd name="connsiteY126" fmla="*/ 4805204 h 4805204"/>
                  <a:gd name="connsiteX127" fmla="*/ 3523415 w 8698387"/>
                  <a:gd name="connsiteY127" fmla="*/ 4805204 h 4805204"/>
                  <a:gd name="connsiteX128" fmla="*/ 3413318 w 8698387"/>
                  <a:gd name="connsiteY128" fmla="*/ 4805204 h 4805204"/>
                  <a:gd name="connsiteX129" fmla="*/ 3303221 w 8698387"/>
                  <a:gd name="connsiteY129" fmla="*/ 4805204 h 4805204"/>
                  <a:gd name="connsiteX130" fmla="*/ 3193125 w 8698387"/>
                  <a:gd name="connsiteY130" fmla="*/ 4805204 h 4805204"/>
                  <a:gd name="connsiteX131" fmla="*/ 3083028 w 8698387"/>
                  <a:gd name="connsiteY131" fmla="*/ 4805204 h 4805204"/>
                  <a:gd name="connsiteX132" fmla="*/ 2972825 w 8698387"/>
                  <a:gd name="connsiteY132" fmla="*/ 4805204 h 4805204"/>
                  <a:gd name="connsiteX133" fmla="*/ 2862728 w 8698387"/>
                  <a:gd name="connsiteY133" fmla="*/ 4805204 h 4805204"/>
                  <a:gd name="connsiteX134" fmla="*/ 2752632 w 8698387"/>
                  <a:gd name="connsiteY134" fmla="*/ 4805204 h 4805204"/>
                  <a:gd name="connsiteX135" fmla="*/ 2642535 w 8698387"/>
                  <a:gd name="connsiteY135" fmla="*/ 4805204 h 4805204"/>
                  <a:gd name="connsiteX136" fmla="*/ 2532438 w 8698387"/>
                  <a:gd name="connsiteY136" fmla="*/ 4805204 h 4805204"/>
                  <a:gd name="connsiteX137" fmla="*/ 2422341 w 8698387"/>
                  <a:gd name="connsiteY137" fmla="*/ 4805204 h 4805204"/>
                  <a:gd name="connsiteX138" fmla="*/ 2312245 w 8698387"/>
                  <a:gd name="connsiteY138" fmla="*/ 4805204 h 4805204"/>
                  <a:gd name="connsiteX139" fmla="*/ 2202148 w 8698387"/>
                  <a:gd name="connsiteY139" fmla="*/ 4805204 h 4805204"/>
                  <a:gd name="connsiteX140" fmla="*/ 2092051 w 8698387"/>
                  <a:gd name="connsiteY140" fmla="*/ 4805204 h 4805204"/>
                  <a:gd name="connsiteX141" fmla="*/ 1981954 w 8698387"/>
                  <a:gd name="connsiteY141" fmla="*/ 4805204 h 4805204"/>
                  <a:gd name="connsiteX142" fmla="*/ 1871857 w 8698387"/>
                  <a:gd name="connsiteY142" fmla="*/ 4805204 h 4805204"/>
                  <a:gd name="connsiteX143" fmla="*/ 1761760 w 8698387"/>
                  <a:gd name="connsiteY143" fmla="*/ 4805204 h 4805204"/>
                  <a:gd name="connsiteX144" fmla="*/ 1651664 w 8698387"/>
                  <a:gd name="connsiteY144" fmla="*/ 4805204 h 4805204"/>
                  <a:gd name="connsiteX145" fmla="*/ 1541461 w 8698387"/>
                  <a:gd name="connsiteY145" fmla="*/ 4805204 h 4805204"/>
                  <a:gd name="connsiteX146" fmla="*/ 1431364 w 8698387"/>
                  <a:gd name="connsiteY146" fmla="*/ 4805204 h 4805204"/>
                  <a:gd name="connsiteX147" fmla="*/ 1321267 w 8698387"/>
                  <a:gd name="connsiteY147" fmla="*/ 4805204 h 4805204"/>
                  <a:gd name="connsiteX148" fmla="*/ 1211171 w 8698387"/>
                  <a:gd name="connsiteY148" fmla="*/ 4805204 h 4805204"/>
                  <a:gd name="connsiteX149" fmla="*/ 1101074 w 8698387"/>
                  <a:gd name="connsiteY149" fmla="*/ 4805204 h 4805204"/>
                  <a:gd name="connsiteX150" fmla="*/ 990977 w 8698387"/>
                  <a:gd name="connsiteY150" fmla="*/ 4805204 h 4805204"/>
                  <a:gd name="connsiteX151" fmla="*/ 880880 w 8698387"/>
                  <a:gd name="connsiteY151" fmla="*/ 4805204 h 4805204"/>
                  <a:gd name="connsiteX152" fmla="*/ 770784 w 8698387"/>
                  <a:gd name="connsiteY152" fmla="*/ 4805204 h 4805204"/>
                  <a:gd name="connsiteX153" fmla="*/ 660687 w 8698387"/>
                  <a:gd name="connsiteY153" fmla="*/ 4805204 h 4805204"/>
                  <a:gd name="connsiteX154" fmla="*/ 550590 w 8698387"/>
                  <a:gd name="connsiteY154" fmla="*/ 4805204 h 4805204"/>
                  <a:gd name="connsiteX155" fmla="*/ 440493 w 8698387"/>
                  <a:gd name="connsiteY155" fmla="*/ 4805204 h 4805204"/>
                  <a:gd name="connsiteX156" fmla="*/ 330396 w 8698387"/>
                  <a:gd name="connsiteY156" fmla="*/ 4805204 h 4805204"/>
                  <a:gd name="connsiteX157" fmla="*/ 220194 w 8698387"/>
                  <a:gd name="connsiteY157" fmla="*/ 4805204 h 4805204"/>
                  <a:gd name="connsiteX158" fmla="*/ 110097 w 8698387"/>
                  <a:gd name="connsiteY158" fmla="*/ 4805204 h 4805204"/>
                  <a:gd name="connsiteX159" fmla="*/ 0 w 8698387"/>
                  <a:gd name="connsiteY159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698387" h="4805204">
                    <a:moveTo>
                      <a:pt x="0" y="3731344"/>
                    </a:moveTo>
                    <a:lnTo>
                      <a:pt x="110097" y="3900383"/>
                    </a:lnTo>
                    <a:lnTo>
                      <a:pt x="220194" y="4043684"/>
                    </a:lnTo>
                    <a:lnTo>
                      <a:pt x="330396" y="4154364"/>
                    </a:lnTo>
                    <a:lnTo>
                      <a:pt x="440493" y="4223526"/>
                    </a:lnTo>
                    <a:lnTo>
                      <a:pt x="550590" y="4245979"/>
                    </a:lnTo>
                    <a:lnTo>
                      <a:pt x="660687" y="4226279"/>
                    </a:lnTo>
                    <a:lnTo>
                      <a:pt x="770784" y="4177241"/>
                    </a:lnTo>
                    <a:lnTo>
                      <a:pt x="880880" y="4111363"/>
                    </a:lnTo>
                    <a:lnTo>
                      <a:pt x="990977" y="4037541"/>
                    </a:lnTo>
                    <a:lnTo>
                      <a:pt x="1101074" y="3961389"/>
                    </a:lnTo>
                    <a:lnTo>
                      <a:pt x="1211171" y="3886402"/>
                    </a:lnTo>
                    <a:lnTo>
                      <a:pt x="1321267" y="3814804"/>
                    </a:lnTo>
                    <a:lnTo>
                      <a:pt x="1431364" y="3748396"/>
                    </a:lnTo>
                    <a:lnTo>
                      <a:pt x="1541461" y="3690038"/>
                    </a:lnTo>
                    <a:lnTo>
                      <a:pt x="1651664" y="3638246"/>
                    </a:lnTo>
                    <a:lnTo>
                      <a:pt x="1761760" y="3588572"/>
                    </a:lnTo>
                    <a:lnTo>
                      <a:pt x="1871857" y="3535298"/>
                    </a:lnTo>
                    <a:lnTo>
                      <a:pt x="1981954" y="3473338"/>
                    </a:lnTo>
                    <a:lnTo>
                      <a:pt x="2092051" y="3398351"/>
                    </a:lnTo>
                    <a:lnTo>
                      <a:pt x="2202148" y="3308324"/>
                    </a:lnTo>
                    <a:lnTo>
                      <a:pt x="2312245" y="3203682"/>
                    </a:lnTo>
                    <a:lnTo>
                      <a:pt x="2422341" y="3087070"/>
                    </a:lnTo>
                    <a:lnTo>
                      <a:pt x="2532438" y="2963363"/>
                    </a:lnTo>
                    <a:lnTo>
                      <a:pt x="2642535" y="2838491"/>
                    </a:lnTo>
                    <a:lnTo>
                      <a:pt x="2752632" y="2719231"/>
                    </a:lnTo>
                    <a:lnTo>
                      <a:pt x="2862728" y="2612364"/>
                    </a:lnTo>
                    <a:lnTo>
                      <a:pt x="2972825" y="2524880"/>
                    </a:lnTo>
                    <a:lnTo>
                      <a:pt x="3083028" y="2463344"/>
                    </a:lnTo>
                    <a:lnTo>
                      <a:pt x="3193125" y="2434535"/>
                    </a:lnTo>
                    <a:lnTo>
                      <a:pt x="3303221" y="2444491"/>
                    </a:lnTo>
                    <a:lnTo>
                      <a:pt x="3413318" y="2499143"/>
                    </a:lnTo>
                    <a:lnTo>
                      <a:pt x="3523415" y="2603997"/>
                    </a:lnTo>
                    <a:lnTo>
                      <a:pt x="3633512" y="2763398"/>
                    </a:lnTo>
                    <a:lnTo>
                      <a:pt x="3743608" y="2979991"/>
                    </a:lnTo>
                    <a:lnTo>
                      <a:pt x="3853705" y="3250707"/>
                    </a:lnTo>
                    <a:lnTo>
                      <a:pt x="3963802" y="3537733"/>
                    </a:lnTo>
                    <a:lnTo>
                      <a:pt x="4073899" y="3735263"/>
                    </a:lnTo>
                    <a:lnTo>
                      <a:pt x="4183996" y="3824442"/>
                    </a:lnTo>
                    <a:lnTo>
                      <a:pt x="4294093" y="3835669"/>
                    </a:lnTo>
                    <a:lnTo>
                      <a:pt x="4404295" y="3809720"/>
                    </a:lnTo>
                    <a:lnTo>
                      <a:pt x="4514392" y="3784195"/>
                    </a:lnTo>
                    <a:lnTo>
                      <a:pt x="4624489" y="3766613"/>
                    </a:lnTo>
                    <a:lnTo>
                      <a:pt x="4734585" y="3784725"/>
                    </a:lnTo>
                    <a:lnTo>
                      <a:pt x="4844682" y="3806013"/>
                    </a:lnTo>
                    <a:lnTo>
                      <a:pt x="4954779" y="3798705"/>
                    </a:lnTo>
                    <a:lnTo>
                      <a:pt x="5064876" y="3764177"/>
                    </a:lnTo>
                    <a:lnTo>
                      <a:pt x="5174973" y="3736746"/>
                    </a:lnTo>
                    <a:lnTo>
                      <a:pt x="5285069" y="3715139"/>
                    </a:lnTo>
                    <a:lnTo>
                      <a:pt x="5395166" y="3703171"/>
                    </a:lnTo>
                    <a:lnTo>
                      <a:pt x="5505263" y="3694062"/>
                    </a:lnTo>
                    <a:lnTo>
                      <a:pt x="5615360" y="3711962"/>
                    </a:lnTo>
                    <a:lnTo>
                      <a:pt x="5725563" y="3736746"/>
                    </a:lnTo>
                    <a:lnTo>
                      <a:pt x="5835660" y="3745431"/>
                    </a:lnTo>
                    <a:lnTo>
                      <a:pt x="5945756" y="3728167"/>
                    </a:lnTo>
                    <a:lnTo>
                      <a:pt x="6055853" y="3691097"/>
                    </a:lnTo>
                    <a:lnTo>
                      <a:pt x="6165950" y="3649578"/>
                    </a:lnTo>
                    <a:lnTo>
                      <a:pt x="6276047" y="3618970"/>
                    </a:lnTo>
                    <a:lnTo>
                      <a:pt x="6386144" y="3668008"/>
                    </a:lnTo>
                    <a:lnTo>
                      <a:pt x="6496240" y="3704865"/>
                    </a:lnTo>
                    <a:lnTo>
                      <a:pt x="6606337" y="3595668"/>
                    </a:lnTo>
                    <a:lnTo>
                      <a:pt x="6716434" y="3427265"/>
                    </a:lnTo>
                    <a:lnTo>
                      <a:pt x="6826531" y="3233973"/>
                    </a:lnTo>
                    <a:lnTo>
                      <a:pt x="6936627" y="3026488"/>
                    </a:lnTo>
                    <a:lnTo>
                      <a:pt x="7046724" y="2816037"/>
                    </a:lnTo>
                    <a:lnTo>
                      <a:pt x="7156927" y="2615330"/>
                    </a:lnTo>
                    <a:lnTo>
                      <a:pt x="7267023" y="2436971"/>
                    </a:lnTo>
                    <a:lnTo>
                      <a:pt x="7377120" y="2290916"/>
                    </a:lnTo>
                    <a:lnTo>
                      <a:pt x="7487217" y="2152699"/>
                    </a:lnTo>
                    <a:lnTo>
                      <a:pt x="7597314" y="2011727"/>
                    </a:lnTo>
                    <a:lnTo>
                      <a:pt x="7707410" y="1865248"/>
                    </a:lnTo>
                    <a:lnTo>
                      <a:pt x="7817507" y="1710402"/>
                    </a:lnTo>
                    <a:lnTo>
                      <a:pt x="7927604" y="1544647"/>
                    </a:lnTo>
                    <a:lnTo>
                      <a:pt x="8037701" y="1366183"/>
                    </a:lnTo>
                    <a:lnTo>
                      <a:pt x="8147798" y="1173737"/>
                    </a:lnTo>
                    <a:lnTo>
                      <a:pt x="8257894" y="966887"/>
                    </a:lnTo>
                    <a:lnTo>
                      <a:pt x="8367991" y="745527"/>
                    </a:lnTo>
                    <a:lnTo>
                      <a:pt x="8478194" y="510187"/>
                    </a:lnTo>
                    <a:lnTo>
                      <a:pt x="8588290" y="261501"/>
                    </a:lnTo>
                    <a:lnTo>
                      <a:pt x="8698387" y="0"/>
                    </a:lnTo>
                    <a:lnTo>
                      <a:pt x="8698387" y="2991536"/>
                    </a:lnTo>
                    <a:lnTo>
                      <a:pt x="8588290" y="2953619"/>
                    </a:lnTo>
                    <a:lnTo>
                      <a:pt x="8478194" y="2933495"/>
                    </a:lnTo>
                    <a:lnTo>
                      <a:pt x="8367991" y="2931589"/>
                    </a:lnTo>
                    <a:lnTo>
                      <a:pt x="8257894" y="2948429"/>
                    </a:lnTo>
                    <a:lnTo>
                      <a:pt x="8147798" y="2984334"/>
                    </a:lnTo>
                    <a:lnTo>
                      <a:pt x="8037701" y="3039409"/>
                    </a:lnTo>
                    <a:lnTo>
                      <a:pt x="7927604" y="3113125"/>
                    </a:lnTo>
                    <a:lnTo>
                      <a:pt x="7817507" y="3204211"/>
                    </a:lnTo>
                    <a:lnTo>
                      <a:pt x="7707410" y="3310549"/>
                    </a:lnTo>
                    <a:lnTo>
                      <a:pt x="7597314" y="3429807"/>
                    </a:lnTo>
                    <a:lnTo>
                      <a:pt x="7487217" y="3558916"/>
                    </a:lnTo>
                    <a:lnTo>
                      <a:pt x="7377120" y="3695227"/>
                    </a:lnTo>
                    <a:lnTo>
                      <a:pt x="7267023" y="3843613"/>
                    </a:lnTo>
                    <a:lnTo>
                      <a:pt x="7156927" y="4022395"/>
                    </a:lnTo>
                    <a:lnTo>
                      <a:pt x="7046724" y="4222467"/>
                    </a:lnTo>
                    <a:lnTo>
                      <a:pt x="6936627" y="4432070"/>
                    </a:lnTo>
                    <a:lnTo>
                      <a:pt x="6826531" y="4639449"/>
                    </a:lnTo>
                    <a:lnTo>
                      <a:pt x="6716434" y="4805204"/>
                    </a:lnTo>
                    <a:lnTo>
                      <a:pt x="6606337" y="4805204"/>
                    </a:lnTo>
                    <a:lnTo>
                      <a:pt x="6496240" y="4805204"/>
                    </a:lnTo>
                    <a:lnTo>
                      <a:pt x="6386144" y="4805204"/>
                    </a:lnTo>
                    <a:lnTo>
                      <a:pt x="6276047" y="4805204"/>
                    </a:lnTo>
                    <a:lnTo>
                      <a:pt x="6165950" y="4805204"/>
                    </a:lnTo>
                    <a:lnTo>
                      <a:pt x="6055853" y="4805204"/>
                    </a:lnTo>
                    <a:lnTo>
                      <a:pt x="5945756" y="4805204"/>
                    </a:lnTo>
                    <a:lnTo>
                      <a:pt x="5835660" y="4805204"/>
                    </a:lnTo>
                    <a:lnTo>
                      <a:pt x="5725563" y="4805204"/>
                    </a:lnTo>
                    <a:lnTo>
                      <a:pt x="5615360" y="4805204"/>
                    </a:lnTo>
                    <a:lnTo>
                      <a:pt x="5505263" y="4805204"/>
                    </a:lnTo>
                    <a:lnTo>
                      <a:pt x="5395166" y="4805204"/>
                    </a:lnTo>
                    <a:lnTo>
                      <a:pt x="5285069" y="4805204"/>
                    </a:lnTo>
                    <a:lnTo>
                      <a:pt x="5174973" y="4805204"/>
                    </a:lnTo>
                    <a:lnTo>
                      <a:pt x="5064876" y="4805204"/>
                    </a:lnTo>
                    <a:lnTo>
                      <a:pt x="4954779" y="4805204"/>
                    </a:lnTo>
                    <a:lnTo>
                      <a:pt x="4844682" y="4805204"/>
                    </a:lnTo>
                    <a:lnTo>
                      <a:pt x="4734585" y="4805204"/>
                    </a:lnTo>
                    <a:lnTo>
                      <a:pt x="4624489" y="4805204"/>
                    </a:lnTo>
                    <a:lnTo>
                      <a:pt x="4514392" y="4805204"/>
                    </a:lnTo>
                    <a:lnTo>
                      <a:pt x="4404295" y="4805204"/>
                    </a:lnTo>
                    <a:lnTo>
                      <a:pt x="4294093" y="4805204"/>
                    </a:lnTo>
                    <a:lnTo>
                      <a:pt x="4183996" y="4805204"/>
                    </a:lnTo>
                    <a:lnTo>
                      <a:pt x="4073899" y="4805204"/>
                    </a:lnTo>
                    <a:lnTo>
                      <a:pt x="3963802" y="4805204"/>
                    </a:lnTo>
                    <a:lnTo>
                      <a:pt x="3853705" y="4805204"/>
                    </a:lnTo>
                    <a:lnTo>
                      <a:pt x="3743608" y="4805204"/>
                    </a:lnTo>
                    <a:lnTo>
                      <a:pt x="3633512" y="4805204"/>
                    </a:lnTo>
                    <a:lnTo>
                      <a:pt x="3523415" y="4805204"/>
                    </a:lnTo>
                    <a:lnTo>
                      <a:pt x="3413318" y="4805204"/>
                    </a:lnTo>
                    <a:lnTo>
                      <a:pt x="3303221" y="4805204"/>
                    </a:lnTo>
                    <a:lnTo>
                      <a:pt x="3193125" y="4805204"/>
                    </a:lnTo>
                    <a:lnTo>
                      <a:pt x="3083028" y="4805204"/>
                    </a:lnTo>
                    <a:lnTo>
                      <a:pt x="2972825" y="4805204"/>
                    </a:lnTo>
                    <a:lnTo>
                      <a:pt x="2862728" y="4805204"/>
                    </a:lnTo>
                    <a:lnTo>
                      <a:pt x="2752632" y="4805204"/>
                    </a:lnTo>
                    <a:lnTo>
                      <a:pt x="2642535" y="4805204"/>
                    </a:lnTo>
                    <a:lnTo>
                      <a:pt x="2532438" y="4805204"/>
                    </a:lnTo>
                    <a:lnTo>
                      <a:pt x="2422341" y="4805204"/>
                    </a:lnTo>
                    <a:lnTo>
                      <a:pt x="2312245" y="4805204"/>
                    </a:lnTo>
                    <a:lnTo>
                      <a:pt x="2202148" y="4805204"/>
                    </a:lnTo>
                    <a:lnTo>
                      <a:pt x="2092051" y="4805204"/>
                    </a:lnTo>
                    <a:lnTo>
                      <a:pt x="1981954" y="4805204"/>
                    </a:lnTo>
                    <a:lnTo>
                      <a:pt x="1871857" y="4805204"/>
                    </a:lnTo>
                    <a:lnTo>
                      <a:pt x="1761760" y="4805204"/>
                    </a:lnTo>
                    <a:lnTo>
                      <a:pt x="1651664" y="4805204"/>
                    </a:lnTo>
                    <a:lnTo>
                      <a:pt x="1541461" y="4805204"/>
                    </a:lnTo>
                    <a:lnTo>
                      <a:pt x="1431364" y="4805204"/>
                    </a:lnTo>
                    <a:lnTo>
                      <a:pt x="1321267" y="4805204"/>
                    </a:lnTo>
                    <a:lnTo>
                      <a:pt x="1211171" y="4805204"/>
                    </a:lnTo>
                    <a:lnTo>
                      <a:pt x="1101074" y="4805204"/>
                    </a:lnTo>
                    <a:lnTo>
                      <a:pt x="990977" y="4805204"/>
                    </a:lnTo>
                    <a:lnTo>
                      <a:pt x="880880" y="4805204"/>
                    </a:lnTo>
                    <a:lnTo>
                      <a:pt x="770784" y="4805204"/>
                    </a:lnTo>
                    <a:lnTo>
                      <a:pt x="660687" y="4805204"/>
                    </a:lnTo>
                    <a:lnTo>
                      <a:pt x="550590" y="4805204"/>
                    </a:lnTo>
                    <a:lnTo>
                      <a:pt x="440493" y="4805204"/>
                    </a:lnTo>
                    <a:lnTo>
                      <a:pt x="330396" y="4805204"/>
                    </a:lnTo>
                    <a:lnTo>
                      <a:pt x="220194" y="4805204"/>
                    </a:lnTo>
                    <a:lnTo>
                      <a:pt x="110097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solidFill>
                <a:srgbClr val="00833E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41FD06CC-5745-18BC-9412-BD1F7A9B0B8F}"/>
                  </a:ext>
                </a:extLst>
              </p:cNvPr>
              <p:cNvSpPr/>
              <p:nvPr/>
            </p:nvSpPr>
            <p:spPr>
              <a:xfrm>
                <a:off x="1988404" y="971481"/>
                <a:ext cx="8698387" cy="4245979"/>
              </a:xfrm>
              <a:custGeom>
                <a:avLst/>
                <a:gdLst>
                  <a:gd name="connsiteX0" fmla="*/ 0 w 8698387"/>
                  <a:gd name="connsiteY0" fmla="*/ 3731344 h 4245979"/>
                  <a:gd name="connsiteX1" fmla="*/ 110097 w 8698387"/>
                  <a:gd name="connsiteY1" fmla="*/ 3900383 h 4245979"/>
                  <a:gd name="connsiteX2" fmla="*/ 220194 w 8698387"/>
                  <a:gd name="connsiteY2" fmla="*/ 4043684 h 4245979"/>
                  <a:gd name="connsiteX3" fmla="*/ 330396 w 8698387"/>
                  <a:gd name="connsiteY3" fmla="*/ 4154364 h 4245979"/>
                  <a:gd name="connsiteX4" fmla="*/ 440493 w 8698387"/>
                  <a:gd name="connsiteY4" fmla="*/ 4223526 h 4245979"/>
                  <a:gd name="connsiteX5" fmla="*/ 550590 w 8698387"/>
                  <a:gd name="connsiteY5" fmla="*/ 4245979 h 4245979"/>
                  <a:gd name="connsiteX6" fmla="*/ 660687 w 8698387"/>
                  <a:gd name="connsiteY6" fmla="*/ 4226279 h 4245979"/>
                  <a:gd name="connsiteX7" fmla="*/ 770784 w 8698387"/>
                  <a:gd name="connsiteY7" fmla="*/ 4177241 h 4245979"/>
                  <a:gd name="connsiteX8" fmla="*/ 880880 w 8698387"/>
                  <a:gd name="connsiteY8" fmla="*/ 4111363 h 4245979"/>
                  <a:gd name="connsiteX9" fmla="*/ 990977 w 8698387"/>
                  <a:gd name="connsiteY9" fmla="*/ 4037541 h 4245979"/>
                  <a:gd name="connsiteX10" fmla="*/ 1101074 w 8698387"/>
                  <a:gd name="connsiteY10" fmla="*/ 3961389 h 4245979"/>
                  <a:gd name="connsiteX11" fmla="*/ 1211171 w 8698387"/>
                  <a:gd name="connsiteY11" fmla="*/ 3886402 h 4245979"/>
                  <a:gd name="connsiteX12" fmla="*/ 1321267 w 8698387"/>
                  <a:gd name="connsiteY12" fmla="*/ 3814804 h 4245979"/>
                  <a:gd name="connsiteX13" fmla="*/ 1431364 w 8698387"/>
                  <a:gd name="connsiteY13" fmla="*/ 3748396 h 4245979"/>
                  <a:gd name="connsiteX14" fmla="*/ 1541461 w 8698387"/>
                  <a:gd name="connsiteY14" fmla="*/ 3690038 h 4245979"/>
                  <a:gd name="connsiteX15" fmla="*/ 1651664 w 8698387"/>
                  <a:gd name="connsiteY15" fmla="*/ 3638246 h 4245979"/>
                  <a:gd name="connsiteX16" fmla="*/ 1761760 w 8698387"/>
                  <a:gd name="connsiteY16" fmla="*/ 3588572 h 4245979"/>
                  <a:gd name="connsiteX17" fmla="*/ 1871857 w 8698387"/>
                  <a:gd name="connsiteY17" fmla="*/ 3535298 h 4245979"/>
                  <a:gd name="connsiteX18" fmla="*/ 1981954 w 8698387"/>
                  <a:gd name="connsiteY18" fmla="*/ 3473338 h 4245979"/>
                  <a:gd name="connsiteX19" fmla="*/ 2092051 w 8698387"/>
                  <a:gd name="connsiteY19" fmla="*/ 3398351 h 4245979"/>
                  <a:gd name="connsiteX20" fmla="*/ 2202148 w 8698387"/>
                  <a:gd name="connsiteY20" fmla="*/ 3308324 h 4245979"/>
                  <a:gd name="connsiteX21" fmla="*/ 2312245 w 8698387"/>
                  <a:gd name="connsiteY21" fmla="*/ 3203682 h 4245979"/>
                  <a:gd name="connsiteX22" fmla="*/ 2422341 w 8698387"/>
                  <a:gd name="connsiteY22" fmla="*/ 3087070 h 4245979"/>
                  <a:gd name="connsiteX23" fmla="*/ 2532438 w 8698387"/>
                  <a:gd name="connsiteY23" fmla="*/ 2963363 h 4245979"/>
                  <a:gd name="connsiteX24" fmla="*/ 2642535 w 8698387"/>
                  <a:gd name="connsiteY24" fmla="*/ 2838491 h 4245979"/>
                  <a:gd name="connsiteX25" fmla="*/ 2752632 w 8698387"/>
                  <a:gd name="connsiteY25" fmla="*/ 2719231 h 4245979"/>
                  <a:gd name="connsiteX26" fmla="*/ 2862728 w 8698387"/>
                  <a:gd name="connsiteY26" fmla="*/ 2612364 h 4245979"/>
                  <a:gd name="connsiteX27" fmla="*/ 2972825 w 8698387"/>
                  <a:gd name="connsiteY27" fmla="*/ 2524880 h 4245979"/>
                  <a:gd name="connsiteX28" fmla="*/ 3083028 w 8698387"/>
                  <a:gd name="connsiteY28" fmla="*/ 2463344 h 4245979"/>
                  <a:gd name="connsiteX29" fmla="*/ 3193125 w 8698387"/>
                  <a:gd name="connsiteY29" fmla="*/ 2434535 h 4245979"/>
                  <a:gd name="connsiteX30" fmla="*/ 3303221 w 8698387"/>
                  <a:gd name="connsiteY30" fmla="*/ 2444491 h 4245979"/>
                  <a:gd name="connsiteX31" fmla="*/ 3413318 w 8698387"/>
                  <a:gd name="connsiteY31" fmla="*/ 2499143 h 4245979"/>
                  <a:gd name="connsiteX32" fmla="*/ 3523415 w 8698387"/>
                  <a:gd name="connsiteY32" fmla="*/ 2603997 h 4245979"/>
                  <a:gd name="connsiteX33" fmla="*/ 3633512 w 8698387"/>
                  <a:gd name="connsiteY33" fmla="*/ 2763398 h 4245979"/>
                  <a:gd name="connsiteX34" fmla="*/ 3743608 w 8698387"/>
                  <a:gd name="connsiteY34" fmla="*/ 2979991 h 4245979"/>
                  <a:gd name="connsiteX35" fmla="*/ 3853705 w 8698387"/>
                  <a:gd name="connsiteY35" fmla="*/ 3250707 h 4245979"/>
                  <a:gd name="connsiteX36" fmla="*/ 3963802 w 8698387"/>
                  <a:gd name="connsiteY36" fmla="*/ 3537733 h 4245979"/>
                  <a:gd name="connsiteX37" fmla="*/ 4073899 w 8698387"/>
                  <a:gd name="connsiteY37" fmla="*/ 3735263 h 4245979"/>
                  <a:gd name="connsiteX38" fmla="*/ 4183996 w 8698387"/>
                  <a:gd name="connsiteY38" fmla="*/ 3824442 h 4245979"/>
                  <a:gd name="connsiteX39" fmla="*/ 4294093 w 8698387"/>
                  <a:gd name="connsiteY39" fmla="*/ 3835669 h 4245979"/>
                  <a:gd name="connsiteX40" fmla="*/ 4404295 w 8698387"/>
                  <a:gd name="connsiteY40" fmla="*/ 3809720 h 4245979"/>
                  <a:gd name="connsiteX41" fmla="*/ 4514392 w 8698387"/>
                  <a:gd name="connsiteY41" fmla="*/ 3784195 h 4245979"/>
                  <a:gd name="connsiteX42" fmla="*/ 4624489 w 8698387"/>
                  <a:gd name="connsiteY42" fmla="*/ 3766613 h 4245979"/>
                  <a:gd name="connsiteX43" fmla="*/ 4734585 w 8698387"/>
                  <a:gd name="connsiteY43" fmla="*/ 3784725 h 4245979"/>
                  <a:gd name="connsiteX44" fmla="*/ 4844682 w 8698387"/>
                  <a:gd name="connsiteY44" fmla="*/ 3806013 h 4245979"/>
                  <a:gd name="connsiteX45" fmla="*/ 4954779 w 8698387"/>
                  <a:gd name="connsiteY45" fmla="*/ 3798705 h 4245979"/>
                  <a:gd name="connsiteX46" fmla="*/ 5064876 w 8698387"/>
                  <a:gd name="connsiteY46" fmla="*/ 3764177 h 4245979"/>
                  <a:gd name="connsiteX47" fmla="*/ 5174973 w 8698387"/>
                  <a:gd name="connsiteY47" fmla="*/ 3736746 h 4245979"/>
                  <a:gd name="connsiteX48" fmla="*/ 5285069 w 8698387"/>
                  <a:gd name="connsiteY48" fmla="*/ 3715139 h 4245979"/>
                  <a:gd name="connsiteX49" fmla="*/ 5395166 w 8698387"/>
                  <a:gd name="connsiteY49" fmla="*/ 3703171 h 4245979"/>
                  <a:gd name="connsiteX50" fmla="*/ 5505263 w 8698387"/>
                  <a:gd name="connsiteY50" fmla="*/ 3694062 h 4245979"/>
                  <a:gd name="connsiteX51" fmla="*/ 5615360 w 8698387"/>
                  <a:gd name="connsiteY51" fmla="*/ 3711962 h 4245979"/>
                  <a:gd name="connsiteX52" fmla="*/ 5725563 w 8698387"/>
                  <a:gd name="connsiteY52" fmla="*/ 3736746 h 4245979"/>
                  <a:gd name="connsiteX53" fmla="*/ 5835660 w 8698387"/>
                  <a:gd name="connsiteY53" fmla="*/ 3745431 h 4245979"/>
                  <a:gd name="connsiteX54" fmla="*/ 5945756 w 8698387"/>
                  <a:gd name="connsiteY54" fmla="*/ 3728167 h 4245979"/>
                  <a:gd name="connsiteX55" fmla="*/ 6055853 w 8698387"/>
                  <a:gd name="connsiteY55" fmla="*/ 3691097 h 4245979"/>
                  <a:gd name="connsiteX56" fmla="*/ 6165950 w 8698387"/>
                  <a:gd name="connsiteY56" fmla="*/ 3649578 h 4245979"/>
                  <a:gd name="connsiteX57" fmla="*/ 6276047 w 8698387"/>
                  <a:gd name="connsiteY57" fmla="*/ 3618970 h 4245979"/>
                  <a:gd name="connsiteX58" fmla="*/ 6386144 w 8698387"/>
                  <a:gd name="connsiteY58" fmla="*/ 3668008 h 4245979"/>
                  <a:gd name="connsiteX59" fmla="*/ 6496240 w 8698387"/>
                  <a:gd name="connsiteY59" fmla="*/ 3704865 h 4245979"/>
                  <a:gd name="connsiteX60" fmla="*/ 6606337 w 8698387"/>
                  <a:gd name="connsiteY60" fmla="*/ 3595668 h 4245979"/>
                  <a:gd name="connsiteX61" fmla="*/ 6716434 w 8698387"/>
                  <a:gd name="connsiteY61" fmla="*/ 3427265 h 4245979"/>
                  <a:gd name="connsiteX62" fmla="*/ 6826531 w 8698387"/>
                  <a:gd name="connsiteY62" fmla="*/ 3233973 h 4245979"/>
                  <a:gd name="connsiteX63" fmla="*/ 6936627 w 8698387"/>
                  <a:gd name="connsiteY63" fmla="*/ 3026488 h 4245979"/>
                  <a:gd name="connsiteX64" fmla="*/ 7046724 w 8698387"/>
                  <a:gd name="connsiteY64" fmla="*/ 2816037 h 4245979"/>
                  <a:gd name="connsiteX65" fmla="*/ 7156927 w 8698387"/>
                  <a:gd name="connsiteY65" fmla="*/ 2615330 h 4245979"/>
                  <a:gd name="connsiteX66" fmla="*/ 7267023 w 8698387"/>
                  <a:gd name="connsiteY66" fmla="*/ 2436971 h 4245979"/>
                  <a:gd name="connsiteX67" fmla="*/ 7377120 w 8698387"/>
                  <a:gd name="connsiteY67" fmla="*/ 2290916 h 4245979"/>
                  <a:gd name="connsiteX68" fmla="*/ 7487217 w 8698387"/>
                  <a:gd name="connsiteY68" fmla="*/ 2152699 h 4245979"/>
                  <a:gd name="connsiteX69" fmla="*/ 7597314 w 8698387"/>
                  <a:gd name="connsiteY69" fmla="*/ 2011727 h 4245979"/>
                  <a:gd name="connsiteX70" fmla="*/ 7707410 w 8698387"/>
                  <a:gd name="connsiteY70" fmla="*/ 1865248 h 4245979"/>
                  <a:gd name="connsiteX71" fmla="*/ 7817507 w 8698387"/>
                  <a:gd name="connsiteY71" fmla="*/ 1710402 h 4245979"/>
                  <a:gd name="connsiteX72" fmla="*/ 7927604 w 8698387"/>
                  <a:gd name="connsiteY72" fmla="*/ 1544647 h 4245979"/>
                  <a:gd name="connsiteX73" fmla="*/ 8037701 w 8698387"/>
                  <a:gd name="connsiteY73" fmla="*/ 1366183 h 4245979"/>
                  <a:gd name="connsiteX74" fmla="*/ 8147798 w 8698387"/>
                  <a:gd name="connsiteY74" fmla="*/ 1173737 h 4245979"/>
                  <a:gd name="connsiteX75" fmla="*/ 8257894 w 8698387"/>
                  <a:gd name="connsiteY75" fmla="*/ 966887 h 4245979"/>
                  <a:gd name="connsiteX76" fmla="*/ 8367991 w 8698387"/>
                  <a:gd name="connsiteY76" fmla="*/ 745527 h 4245979"/>
                  <a:gd name="connsiteX77" fmla="*/ 8478194 w 8698387"/>
                  <a:gd name="connsiteY77" fmla="*/ 510187 h 4245979"/>
                  <a:gd name="connsiteX78" fmla="*/ 8588290 w 8698387"/>
                  <a:gd name="connsiteY78" fmla="*/ 261501 h 4245979"/>
                  <a:gd name="connsiteX79" fmla="*/ 8698387 w 8698387"/>
                  <a:gd name="connsiteY79" fmla="*/ 0 h 4245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698387" h="4245979">
                    <a:moveTo>
                      <a:pt x="0" y="3731344"/>
                    </a:moveTo>
                    <a:lnTo>
                      <a:pt x="110097" y="3900383"/>
                    </a:lnTo>
                    <a:lnTo>
                      <a:pt x="220194" y="4043684"/>
                    </a:lnTo>
                    <a:lnTo>
                      <a:pt x="330396" y="4154364"/>
                    </a:lnTo>
                    <a:lnTo>
                      <a:pt x="440493" y="4223526"/>
                    </a:lnTo>
                    <a:lnTo>
                      <a:pt x="550590" y="4245979"/>
                    </a:lnTo>
                    <a:lnTo>
                      <a:pt x="660687" y="4226279"/>
                    </a:lnTo>
                    <a:lnTo>
                      <a:pt x="770784" y="4177241"/>
                    </a:lnTo>
                    <a:lnTo>
                      <a:pt x="880880" y="4111363"/>
                    </a:lnTo>
                    <a:lnTo>
                      <a:pt x="990977" y="4037541"/>
                    </a:lnTo>
                    <a:lnTo>
                      <a:pt x="1101074" y="3961389"/>
                    </a:lnTo>
                    <a:lnTo>
                      <a:pt x="1211171" y="3886402"/>
                    </a:lnTo>
                    <a:lnTo>
                      <a:pt x="1321267" y="3814804"/>
                    </a:lnTo>
                    <a:lnTo>
                      <a:pt x="1431364" y="3748396"/>
                    </a:lnTo>
                    <a:lnTo>
                      <a:pt x="1541461" y="3690038"/>
                    </a:lnTo>
                    <a:lnTo>
                      <a:pt x="1651664" y="3638246"/>
                    </a:lnTo>
                    <a:lnTo>
                      <a:pt x="1761760" y="3588572"/>
                    </a:lnTo>
                    <a:lnTo>
                      <a:pt x="1871857" y="3535298"/>
                    </a:lnTo>
                    <a:lnTo>
                      <a:pt x="1981954" y="3473338"/>
                    </a:lnTo>
                    <a:lnTo>
                      <a:pt x="2092051" y="3398351"/>
                    </a:lnTo>
                    <a:lnTo>
                      <a:pt x="2202148" y="3308324"/>
                    </a:lnTo>
                    <a:lnTo>
                      <a:pt x="2312245" y="3203682"/>
                    </a:lnTo>
                    <a:lnTo>
                      <a:pt x="2422341" y="3087070"/>
                    </a:lnTo>
                    <a:lnTo>
                      <a:pt x="2532438" y="2963363"/>
                    </a:lnTo>
                    <a:lnTo>
                      <a:pt x="2642535" y="2838491"/>
                    </a:lnTo>
                    <a:lnTo>
                      <a:pt x="2752632" y="2719231"/>
                    </a:lnTo>
                    <a:lnTo>
                      <a:pt x="2862728" y="2612364"/>
                    </a:lnTo>
                    <a:lnTo>
                      <a:pt x="2972825" y="2524880"/>
                    </a:lnTo>
                    <a:lnTo>
                      <a:pt x="3083028" y="2463344"/>
                    </a:lnTo>
                    <a:lnTo>
                      <a:pt x="3193125" y="2434535"/>
                    </a:lnTo>
                    <a:lnTo>
                      <a:pt x="3303221" y="2444491"/>
                    </a:lnTo>
                    <a:lnTo>
                      <a:pt x="3413318" y="2499143"/>
                    </a:lnTo>
                    <a:lnTo>
                      <a:pt x="3523415" y="2603997"/>
                    </a:lnTo>
                    <a:lnTo>
                      <a:pt x="3633512" y="2763398"/>
                    </a:lnTo>
                    <a:lnTo>
                      <a:pt x="3743608" y="2979991"/>
                    </a:lnTo>
                    <a:lnTo>
                      <a:pt x="3853705" y="3250707"/>
                    </a:lnTo>
                    <a:lnTo>
                      <a:pt x="3963802" y="3537733"/>
                    </a:lnTo>
                    <a:lnTo>
                      <a:pt x="4073899" y="3735263"/>
                    </a:lnTo>
                    <a:lnTo>
                      <a:pt x="4183996" y="3824442"/>
                    </a:lnTo>
                    <a:lnTo>
                      <a:pt x="4294093" y="3835669"/>
                    </a:lnTo>
                    <a:lnTo>
                      <a:pt x="4404295" y="3809720"/>
                    </a:lnTo>
                    <a:lnTo>
                      <a:pt x="4514392" y="3784195"/>
                    </a:lnTo>
                    <a:lnTo>
                      <a:pt x="4624489" y="3766613"/>
                    </a:lnTo>
                    <a:lnTo>
                      <a:pt x="4734585" y="3784725"/>
                    </a:lnTo>
                    <a:lnTo>
                      <a:pt x="4844682" y="3806013"/>
                    </a:lnTo>
                    <a:lnTo>
                      <a:pt x="4954779" y="3798705"/>
                    </a:lnTo>
                    <a:lnTo>
                      <a:pt x="5064876" y="3764177"/>
                    </a:lnTo>
                    <a:lnTo>
                      <a:pt x="5174973" y="3736746"/>
                    </a:lnTo>
                    <a:lnTo>
                      <a:pt x="5285069" y="3715139"/>
                    </a:lnTo>
                    <a:lnTo>
                      <a:pt x="5395166" y="3703171"/>
                    </a:lnTo>
                    <a:lnTo>
                      <a:pt x="5505263" y="3694062"/>
                    </a:lnTo>
                    <a:lnTo>
                      <a:pt x="5615360" y="3711962"/>
                    </a:lnTo>
                    <a:lnTo>
                      <a:pt x="5725563" y="3736746"/>
                    </a:lnTo>
                    <a:lnTo>
                      <a:pt x="5835660" y="3745431"/>
                    </a:lnTo>
                    <a:lnTo>
                      <a:pt x="5945756" y="3728167"/>
                    </a:lnTo>
                    <a:lnTo>
                      <a:pt x="6055853" y="3691097"/>
                    </a:lnTo>
                    <a:lnTo>
                      <a:pt x="6165950" y="3649578"/>
                    </a:lnTo>
                    <a:lnTo>
                      <a:pt x="6276047" y="3618970"/>
                    </a:lnTo>
                    <a:lnTo>
                      <a:pt x="6386144" y="3668008"/>
                    </a:lnTo>
                    <a:lnTo>
                      <a:pt x="6496240" y="3704865"/>
                    </a:lnTo>
                    <a:lnTo>
                      <a:pt x="6606337" y="3595668"/>
                    </a:lnTo>
                    <a:lnTo>
                      <a:pt x="6716434" y="3427265"/>
                    </a:lnTo>
                    <a:lnTo>
                      <a:pt x="6826531" y="3233973"/>
                    </a:lnTo>
                    <a:lnTo>
                      <a:pt x="6936627" y="3026488"/>
                    </a:lnTo>
                    <a:lnTo>
                      <a:pt x="7046724" y="2816037"/>
                    </a:lnTo>
                    <a:lnTo>
                      <a:pt x="7156927" y="2615330"/>
                    </a:lnTo>
                    <a:lnTo>
                      <a:pt x="7267023" y="2436971"/>
                    </a:lnTo>
                    <a:lnTo>
                      <a:pt x="7377120" y="2290916"/>
                    </a:lnTo>
                    <a:lnTo>
                      <a:pt x="7487217" y="2152699"/>
                    </a:lnTo>
                    <a:lnTo>
                      <a:pt x="7597314" y="2011727"/>
                    </a:lnTo>
                    <a:lnTo>
                      <a:pt x="7707410" y="1865248"/>
                    </a:lnTo>
                    <a:lnTo>
                      <a:pt x="7817507" y="1710402"/>
                    </a:lnTo>
                    <a:lnTo>
                      <a:pt x="7927604" y="1544647"/>
                    </a:lnTo>
                    <a:lnTo>
                      <a:pt x="8037701" y="1366183"/>
                    </a:lnTo>
                    <a:lnTo>
                      <a:pt x="8147798" y="1173737"/>
                    </a:lnTo>
                    <a:lnTo>
                      <a:pt x="8257894" y="966887"/>
                    </a:lnTo>
                    <a:lnTo>
                      <a:pt x="8367991" y="745527"/>
                    </a:lnTo>
                    <a:lnTo>
                      <a:pt x="8478194" y="510187"/>
                    </a:lnTo>
                    <a:lnTo>
                      <a:pt x="8588290" y="261501"/>
                    </a:lnTo>
                    <a:lnTo>
                      <a:pt x="8698387" y="0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28F760DB-96F9-501E-A915-434BD8E38145}"/>
                  </a:ext>
                </a:extLst>
              </p:cNvPr>
              <p:cNvSpPr/>
              <p:nvPr/>
            </p:nvSpPr>
            <p:spPr>
              <a:xfrm>
                <a:off x="1988404" y="3903069"/>
                <a:ext cx="8698387" cy="1873615"/>
              </a:xfrm>
              <a:custGeom>
                <a:avLst/>
                <a:gdLst>
                  <a:gd name="connsiteX0" fmla="*/ 8698387 w 8698387"/>
                  <a:gd name="connsiteY0" fmla="*/ 59947 h 1873615"/>
                  <a:gd name="connsiteX1" fmla="*/ 8588290 w 8698387"/>
                  <a:gd name="connsiteY1" fmla="*/ 22030 h 1873615"/>
                  <a:gd name="connsiteX2" fmla="*/ 8478194 w 8698387"/>
                  <a:gd name="connsiteY2" fmla="*/ 1906 h 1873615"/>
                  <a:gd name="connsiteX3" fmla="*/ 8367991 w 8698387"/>
                  <a:gd name="connsiteY3" fmla="*/ 0 h 1873615"/>
                  <a:gd name="connsiteX4" fmla="*/ 8257894 w 8698387"/>
                  <a:gd name="connsiteY4" fmla="*/ 16840 h 1873615"/>
                  <a:gd name="connsiteX5" fmla="*/ 8147798 w 8698387"/>
                  <a:gd name="connsiteY5" fmla="*/ 52745 h 1873615"/>
                  <a:gd name="connsiteX6" fmla="*/ 8037701 w 8698387"/>
                  <a:gd name="connsiteY6" fmla="*/ 107820 h 1873615"/>
                  <a:gd name="connsiteX7" fmla="*/ 7927604 w 8698387"/>
                  <a:gd name="connsiteY7" fmla="*/ 181536 h 1873615"/>
                  <a:gd name="connsiteX8" fmla="*/ 7817507 w 8698387"/>
                  <a:gd name="connsiteY8" fmla="*/ 272622 h 1873615"/>
                  <a:gd name="connsiteX9" fmla="*/ 7707410 w 8698387"/>
                  <a:gd name="connsiteY9" fmla="*/ 378960 h 1873615"/>
                  <a:gd name="connsiteX10" fmla="*/ 7597314 w 8698387"/>
                  <a:gd name="connsiteY10" fmla="*/ 498218 h 1873615"/>
                  <a:gd name="connsiteX11" fmla="*/ 7487217 w 8698387"/>
                  <a:gd name="connsiteY11" fmla="*/ 627327 h 1873615"/>
                  <a:gd name="connsiteX12" fmla="*/ 7377120 w 8698387"/>
                  <a:gd name="connsiteY12" fmla="*/ 763638 h 1873615"/>
                  <a:gd name="connsiteX13" fmla="*/ 7267023 w 8698387"/>
                  <a:gd name="connsiteY13" fmla="*/ 912024 h 1873615"/>
                  <a:gd name="connsiteX14" fmla="*/ 7156927 w 8698387"/>
                  <a:gd name="connsiteY14" fmla="*/ 1090806 h 1873615"/>
                  <a:gd name="connsiteX15" fmla="*/ 7046724 w 8698387"/>
                  <a:gd name="connsiteY15" fmla="*/ 1290878 h 1873615"/>
                  <a:gd name="connsiteX16" fmla="*/ 6936627 w 8698387"/>
                  <a:gd name="connsiteY16" fmla="*/ 1500481 h 1873615"/>
                  <a:gd name="connsiteX17" fmla="*/ 6826531 w 8698387"/>
                  <a:gd name="connsiteY17" fmla="*/ 1707860 h 1873615"/>
                  <a:gd name="connsiteX18" fmla="*/ 6716434 w 8698387"/>
                  <a:gd name="connsiteY18" fmla="*/ 1873615 h 1873615"/>
                  <a:gd name="connsiteX19" fmla="*/ 6606337 w 8698387"/>
                  <a:gd name="connsiteY19" fmla="*/ 1873615 h 1873615"/>
                  <a:gd name="connsiteX20" fmla="*/ 6496240 w 8698387"/>
                  <a:gd name="connsiteY20" fmla="*/ 1873615 h 1873615"/>
                  <a:gd name="connsiteX21" fmla="*/ 6386144 w 8698387"/>
                  <a:gd name="connsiteY21" fmla="*/ 1873615 h 1873615"/>
                  <a:gd name="connsiteX22" fmla="*/ 6276047 w 8698387"/>
                  <a:gd name="connsiteY22" fmla="*/ 1873615 h 1873615"/>
                  <a:gd name="connsiteX23" fmla="*/ 6165950 w 8698387"/>
                  <a:gd name="connsiteY23" fmla="*/ 1873615 h 1873615"/>
                  <a:gd name="connsiteX24" fmla="*/ 6055853 w 8698387"/>
                  <a:gd name="connsiteY24" fmla="*/ 1873615 h 1873615"/>
                  <a:gd name="connsiteX25" fmla="*/ 5945756 w 8698387"/>
                  <a:gd name="connsiteY25" fmla="*/ 1873615 h 1873615"/>
                  <a:gd name="connsiteX26" fmla="*/ 5835660 w 8698387"/>
                  <a:gd name="connsiteY26" fmla="*/ 1873615 h 1873615"/>
                  <a:gd name="connsiteX27" fmla="*/ 5725563 w 8698387"/>
                  <a:gd name="connsiteY27" fmla="*/ 1873615 h 1873615"/>
                  <a:gd name="connsiteX28" fmla="*/ 5615360 w 8698387"/>
                  <a:gd name="connsiteY28" fmla="*/ 1873615 h 1873615"/>
                  <a:gd name="connsiteX29" fmla="*/ 5505263 w 8698387"/>
                  <a:gd name="connsiteY29" fmla="*/ 1873615 h 1873615"/>
                  <a:gd name="connsiteX30" fmla="*/ 5395166 w 8698387"/>
                  <a:gd name="connsiteY30" fmla="*/ 1873615 h 1873615"/>
                  <a:gd name="connsiteX31" fmla="*/ 5285069 w 8698387"/>
                  <a:gd name="connsiteY31" fmla="*/ 1873615 h 1873615"/>
                  <a:gd name="connsiteX32" fmla="*/ 5174973 w 8698387"/>
                  <a:gd name="connsiteY32" fmla="*/ 1873615 h 1873615"/>
                  <a:gd name="connsiteX33" fmla="*/ 5064876 w 8698387"/>
                  <a:gd name="connsiteY33" fmla="*/ 1873615 h 1873615"/>
                  <a:gd name="connsiteX34" fmla="*/ 4954779 w 8698387"/>
                  <a:gd name="connsiteY34" fmla="*/ 1873615 h 1873615"/>
                  <a:gd name="connsiteX35" fmla="*/ 4844682 w 8698387"/>
                  <a:gd name="connsiteY35" fmla="*/ 1873615 h 1873615"/>
                  <a:gd name="connsiteX36" fmla="*/ 4734585 w 8698387"/>
                  <a:gd name="connsiteY36" fmla="*/ 1873615 h 1873615"/>
                  <a:gd name="connsiteX37" fmla="*/ 4624489 w 8698387"/>
                  <a:gd name="connsiteY37" fmla="*/ 1873615 h 1873615"/>
                  <a:gd name="connsiteX38" fmla="*/ 4514392 w 8698387"/>
                  <a:gd name="connsiteY38" fmla="*/ 1873615 h 1873615"/>
                  <a:gd name="connsiteX39" fmla="*/ 4404295 w 8698387"/>
                  <a:gd name="connsiteY39" fmla="*/ 1873615 h 1873615"/>
                  <a:gd name="connsiteX40" fmla="*/ 4294093 w 8698387"/>
                  <a:gd name="connsiteY40" fmla="*/ 1873615 h 1873615"/>
                  <a:gd name="connsiteX41" fmla="*/ 4183996 w 8698387"/>
                  <a:gd name="connsiteY41" fmla="*/ 1873615 h 1873615"/>
                  <a:gd name="connsiteX42" fmla="*/ 4073899 w 8698387"/>
                  <a:gd name="connsiteY42" fmla="*/ 1873615 h 1873615"/>
                  <a:gd name="connsiteX43" fmla="*/ 3963802 w 8698387"/>
                  <a:gd name="connsiteY43" fmla="*/ 1873615 h 1873615"/>
                  <a:gd name="connsiteX44" fmla="*/ 3853705 w 8698387"/>
                  <a:gd name="connsiteY44" fmla="*/ 1873615 h 1873615"/>
                  <a:gd name="connsiteX45" fmla="*/ 3743608 w 8698387"/>
                  <a:gd name="connsiteY45" fmla="*/ 1873615 h 1873615"/>
                  <a:gd name="connsiteX46" fmla="*/ 3633512 w 8698387"/>
                  <a:gd name="connsiteY46" fmla="*/ 1873615 h 1873615"/>
                  <a:gd name="connsiteX47" fmla="*/ 3523415 w 8698387"/>
                  <a:gd name="connsiteY47" fmla="*/ 1873615 h 1873615"/>
                  <a:gd name="connsiteX48" fmla="*/ 3413318 w 8698387"/>
                  <a:gd name="connsiteY48" fmla="*/ 1873615 h 1873615"/>
                  <a:gd name="connsiteX49" fmla="*/ 3303221 w 8698387"/>
                  <a:gd name="connsiteY49" fmla="*/ 1873615 h 1873615"/>
                  <a:gd name="connsiteX50" fmla="*/ 3193125 w 8698387"/>
                  <a:gd name="connsiteY50" fmla="*/ 1873615 h 1873615"/>
                  <a:gd name="connsiteX51" fmla="*/ 3083028 w 8698387"/>
                  <a:gd name="connsiteY51" fmla="*/ 1873615 h 1873615"/>
                  <a:gd name="connsiteX52" fmla="*/ 2972825 w 8698387"/>
                  <a:gd name="connsiteY52" fmla="*/ 1873615 h 1873615"/>
                  <a:gd name="connsiteX53" fmla="*/ 2862728 w 8698387"/>
                  <a:gd name="connsiteY53" fmla="*/ 1873615 h 1873615"/>
                  <a:gd name="connsiteX54" fmla="*/ 2752632 w 8698387"/>
                  <a:gd name="connsiteY54" fmla="*/ 1873615 h 1873615"/>
                  <a:gd name="connsiteX55" fmla="*/ 2642535 w 8698387"/>
                  <a:gd name="connsiteY55" fmla="*/ 1873615 h 1873615"/>
                  <a:gd name="connsiteX56" fmla="*/ 2532438 w 8698387"/>
                  <a:gd name="connsiteY56" fmla="*/ 1873615 h 1873615"/>
                  <a:gd name="connsiteX57" fmla="*/ 2422341 w 8698387"/>
                  <a:gd name="connsiteY57" fmla="*/ 1873615 h 1873615"/>
                  <a:gd name="connsiteX58" fmla="*/ 2312245 w 8698387"/>
                  <a:gd name="connsiteY58" fmla="*/ 1873615 h 1873615"/>
                  <a:gd name="connsiteX59" fmla="*/ 2202148 w 8698387"/>
                  <a:gd name="connsiteY59" fmla="*/ 1873615 h 1873615"/>
                  <a:gd name="connsiteX60" fmla="*/ 2092051 w 8698387"/>
                  <a:gd name="connsiteY60" fmla="*/ 1873615 h 1873615"/>
                  <a:gd name="connsiteX61" fmla="*/ 1981954 w 8698387"/>
                  <a:gd name="connsiteY61" fmla="*/ 1873615 h 1873615"/>
                  <a:gd name="connsiteX62" fmla="*/ 1871857 w 8698387"/>
                  <a:gd name="connsiteY62" fmla="*/ 1873615 h 1873615"/>
                  <a:gd name="connsiteX63" fmla="*/ 1761760 w 8698387"/>
                  <a:gd name="connsiteY63" fmla="*/ 1873615 h 1873615"/>
                  <a:gd name="connsiteX64" fmla="*/ 1651664 w 8698387"/>
                  <a:gd name="connsiteY64" fmla="*/ 1873615 h 1873615"/>
                  <a:gd name="connsiteX65" fmla="*/ 1541461 w 8698387"/>
                  <a:gd name="connsiteY65" fmla="*/ 1873615 h 1873615"/>
                  <a:gd name="connsiteX66" fmla="*/ 1431364 w 8698387"/>
                  <a:gd name="connsiteY66" fmla="*/ 1873615 h 1873615"/>
                  <a:gd name="connsiteX67" fmla="*/ 1321267 w 8698387"/>
                  <a:gd name="connsiteY67" fmla="*/ 1873615 h 1873615"/>
                  <a:gd name="connsiteX68" fmla="*/ 1211171 w 8698387"/>
                  <a:gd name="connsiteY68" fmla="*/ 1873615 h 1873615"/>
                  <a:gd name="connsiteX69" fmla="*/ 1101074 w 8698387"/>
                  <a:gd name="connsiteY69" fmla="*/ 1873615 h 1873615"/>
                  <a:gd name="connsiteX70" fmla="*/ 990977 w 8698387"/>
                  <a:gd name="connsiteY70" fmla="*/ 1873615 h 1873615"/>
                  <a:gd name="connsiteX71" fmla="*/ 880880 w 8698387"/>
                  <a:gd name="connsiteY71" fmla="*/ 1873615 h 1873615"/>
                  <a:gd name="connsiteX72" fmla="*/ 770784 w 8698387"/>
                  <a:gd name="connsiteY72" fmla="*/ 1873615 h 1873615"/>
                  <a:gd name="connsiteX73" fmla="*/ 660687 w 8698387"/>
                  <a:gd name="connsiteY73" fmla="*/ 1873615 h 1873615"/>
                  <a:gd name="connsiteX74" fmla="*/ 550590 w 8698387"/>
                  <a:gd name="connsiteY74" fmla="*/ 1873615 h 1873615"/>
                  <a:gd name="connsiteX75" fmla="*/ 440493 w 8698387"/>
                  <a:gd name="connsiteY75" fmla="*/ 1873615 h 1873615"/>
                  <a:gd name="connsiteX76" fmla="*/ 330396 w 8698387"/>
                  <a:gd name="connsiteY76" fmla="*/ 1873615 h 1873615"/>
                  <a:gd name="connsiteX77" fmla="*/ 220194 w 8698387"/>
                  <a:gd name="connsiteY77" fmla="*/ 1873615 h 1873615"/>
                  <a:gd name="connsiteX78" fmla="*/ 110097 w 8698387"/>
                  <a:gd name="connsiteY78" fmla="*/ 1873615 h 1873615"/>
                  <a:gd name="connsiteX79" fmla="*/ 0 w 8698387"/>
                  <a:gd name="connsiteY79" fmla="*/ 1873615 h 1873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698387" h="1873615">
                    <a:moveTo>
                      <a:pt x="8698387" y="59947"/>
                    </a:moveTo>
                    <a:lnTo>
                      <a:pt x="8588290" y="22030"/>
                    </a:lnTo>
                    <a:lnTo>
                      <a:pt x="8478194" y="1906"/>
                    </a:lnTo>
                    <a:lnTo>
                      <a:pt x="8367991" y="0"/>
                    </a:lnTo>
                    <a:lnTo>
                      <a:pt x="8257894" y="16840"/>
                    </a:lnTo>
                    <a:lnTo>
                      <a:pt x="8147798" y="52745"/>
                    </a:lnTo>
                    <a:lnTo>
                      <a:pt x="8037701" y="107820"/>
                    </a:lnTo>
                    <a:lnTo>
                      <a:pt x="7927604" y="181536"/>
                    </a:lnTo>
                    <a:lnTo>
                      <a:pt x="7817507" y="272622"/>
                    </a:lnTo>
                    <a:lnTo>
                      <a:pt x="7707410" y="378960"/>
                    </a:lnTo>
                    <a:lnTo>
                      <a:pt x="7597314" y="498218"/>
                    </a:lnTo>
                    <a:lnTo>
                      <a:pt x="7487217" y="627327"/>
                    </a:lnTo>
                    <a:lnTo>
                      <a:pt x="7377120" y="763638"/>
                    </a:lnTo>
                    <a:lnTo>
                      <a:pt x="7267023" y="912024"/>
                    </a:lnTo>
                    <a:lnTo>
                      <a:pt x="7156927" y="1090806"/>
                    </a:lnTo>
                    <a:lnTo>
                      <a:pt x="7046724" y="1290878"/>
                    </a:lnTo>
                    <a:lnTo>
                      <a:pt x="6936627" y="1500481"/>
                    </a:lnTo>
                    <a:lnTo>
                      <a:pt x="6826531" y="1707860"/>
                    </a:lnTo>
                    <a:lnTo>
                      <a:pt x="6716434" y="1873615"/>
                    </a:lnTo>
                    <a:lnTo>
                      <a:pt x="6606337" y="1873615"/>
                    </a:lnTo>
                    <a:lnTo>
                      <a:pt x="6496240" y="1873615"/>
                    </a:lnTo>
                    <a:lnTo>
                      <a:pt x="6386144" y="1873615"/>
                    </a:lnTo>
                    <a:lnTo>
                      <a:pt x="6276047" y="1873615"/>
                    </a:lnTo>
                    <a:lnTo>
                      <a:pt x="6165950" y="1873615"/>
                    </a:lnTo>
                    <a:lnTo>
                      <a:pt x="6055853" y="1873615"/>
                    </a:lnTo>
                    <a:lnTo>
                      <a:pt x="5945756" y="1873615"/>
                    </a:lnTo>
                    <a:lnTo>
                      <a:pt x="5835660" y="1873615"/>
                    </a:lnTo>
                    <a:lnTo>
                      <a:pt x="5725563" y="1873615"/>
                    </a:lnTo>
                    <a:lnTo>
                      <a:pt x="5615360" y="1873615"/>
                    </a:lnTo>
                    <a:lnTo>
                      <a:pt x="5505263" y="1873615"/>
                    </a:lnTo>
                    <a:lnTo>
                      <a:pt x="5395166" y="1873615"/>
                    </a:lnTo>
                    <a:lnTo>
                      <a:pt x="5285069" y="1873615"/>
                    </a:lnTo>
                    <a:lnTo>
                      <a:pt x="5174973" y="1873615"/>
                    </a:lnTo>
                    <a:lnTo>
                      <a:pt x="5064876" y="1873615"/>
                    </a:lnTo>
                    <a:lnTo>
                      <a:pt x="4954779" y="1873615"/>
                    </a:lnTo>
                    <a:lnTo>
                      <a:pt x="4844682" y="1873615"/>
                    </a:lnTo>
                    <a:lnTo>
                      <a:pt x="4734585" y="1873615"/>
                    </a:lnTo>
                    <a:lnTo>
                      <a:pt x="4624489" y="1873615"/>
                    </a:lnTo>
                    <a:lnTo>
                      <a:pt x="4514392" y="1873615"/>
                    </a:lnTo>
                    <a:lnTo>
                      <a:pt x="4404295" y="1873615"/>
                    </a:lnTo>
                    <a:lnTo>
                      <a:pt x="4294093" y="1873615"/>
                    </a:lnTo>
                    <a:lnTo>
                      <a:pt x="4183996" y="1873615"/>
                    </a:lnTo>
                    <a:lnTo>
                      <a:pt x="4073899" y="1873615"/>
                    </a:lnTo>
                    <a:lnTo>
                      <a:pt x="3963802" y="1873615"/>
                    </a:lnTo>
                    <a:lnTo>
                      <a:pt x="3853705" y="1873615"/>
                    </a:lnTo>
                    <a:lnTo>
                      <a:pt x="3743608" y="1873615"/>
                    </a:lnTo>
                    <a:lnTo>
                      <a:pt x="3633512" y="1873615"/>
                    </a:lnTo>
                    <a:lnTo>
                      <a:pt x="3523415" y="1873615"/>
                    </a:lnTo>
                    <a:lnTo>
                      <a:pt x="3413318" y="1873615"/>
                    </a:lnTo>
                    <a:lnTo>
                      <a:pt x="3303221" y="1873615"/>
                    </a:lnTo>
                    <a:lnTo>
                      <a:pt x="3193125" y="1873615"/>
                    </a:lnTo>
                    <a:lnTo>
                      <a:pt x="3083028" y="1873615"/>
                    </a:lnTo>
                    <a:lnTo>
                      <a:pt x="2972825" y="1873615"/>
                    </a:lnTo>
                    <a:lnTo>
                      <a:pt x="2862728" y="1873615"/>
                    </a:lnTo>
                    <a:lnTo>
                      <a:pt x="2752632" y="1873615"/>
                    </a:lnTo>
                    <a:lnTo>
                      <a:pt x="2642535" y="1873615"/>
                    </a:lnTo>
                    <a:lnTo>
                      <a:pt x="2532438" y="1873615"/>
                    </a:lnTo>
                    <a:lnTo>
                      <a:pt x="2422341" y="1873615"/>
                    </a:lnTo>
                    <a:lnTo>
                      <a:pt x="2312245" y="1873615"/>
                    </a:lnTo>
                    <a:lnTo>
                      <a:pt x="2202148" y="1873615"/>
                    </a:lnTo>
                    <a:lnTo>
                      <a:pt x="2092051" y="1873615"/>
                    </a:lnTo>
                    <a:lnTo>
                      <a:pt x="1981954" y="1873615"/>
                    </a:lnTo>
                    <a:lnTo>
                      <a:pt x="1871857" y="1873615"/>
                    </a:lnTo>
                    <a:lnTo>
                      <a:pt x="1761760" y="1873615"/>
                    </a:lnTo>
                    <a:lnTo>
                      <a:pt x="1651664" y="1873615"/>
                    </a:lnTo>
                    <a:lnTo>
                      <a:pt x="1541461" y="1873615"/>
                    </a:lnTo>
                    <a:lnTo>
                      <a:pt x="1431364" y="1873615"/>
                    </a:lnTo>
                    <a:lnTo>
                      <a:pt x="1321267" y="1873615"/>
                    </a:lnTo>
                    <a:lnTo>
                      <a:pt x="1211171" y="1873615"/>
                    </a:lnTo>
                    <a:lnTo>
                      <a:pt x="1101074" y="1873615"/>
                    </a:lnTo>
                    <a:lnTo>
                      <a:pt x="990977" y="1873615"/>
                    </a:lnTo>
                    <a:lnTo>
                      <a:pt x="880880" y="1873615"/>
                    </a:lnTo>
                    <a:lnTo>
                      <a:pt x="770784" y="1873615"/>
                    </a:lnTo>
                    <a:lnTo>
                      <a:pt x="660687" y="1873615"/>
                    </a:lnTo>
                    <a:lnTo>
                      <a:pt x="550590" y="1873615"/>
                    </a:lnTo>
                    <a:lnTo>
                      <a:pt x="440493" y="1873615"/>
                    </a:lnTo>
                    <a:lnTo>
                      <a:pt x="330396" y="1873615"/>
                    </a:lnTo>
                    <a:lnTo>
                      <a:pt x="220194" y="1873615"/>
                    </a:lnTo>
                    <a:lnTo>
                      <a:pt x="110097" y="1873615"/>
                    </a:lnTo>
                    <a:lnTo>
                      <a:pt x="0" y="1873615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B64517D-994A-D174-E09D-2A3853F00B02}"/>
                  </a:ext>
                </a:extLst>
              </p:cNvPr>
              <p:cNvSpPr/>
              <p:nvPr/>
            </p:nvSpPr>
            <p:spPr>
              <a:xfrm>
                <a:off x="1988404" y="2467196"/>
                <a:ext cx="8698387" cy="3242975"/>
              </a:xfrm>
              <a:custGeom>
                <a:avLst/>
                <a:gdLst>
                  <a:gd name="connsiteX0" fmla="*/ 0 w 8698387"/>
                  <a:gd name="connsiteY0" fmla="*/ 3162163 h 3242975"/>
                  <a:gd name="connsiteX1" fmla="*/ 110097 w 8698387"/>
                  <a:gd name="connsiteY1" fmla="*/ 3178050 h 3242975"/>
                  <a:gd name="connsiteX2" fmla="*/ 220194 w 8698387"/>
                  <a:gd name="connsiteY2" fmla="*/ 3192137 h 3242975"/>
                  <a:gd name="connsiteX3" fmla="*/ 330396 w 8698387"/>
                  <a:gd name="connsiteY3" fmla="*/ 3204529 h 3242975"/>
                  <a:gd name="connsiteX4" fmla="*/ 440493 w 8698387"/>
                  <a:gd name="connsiteY4" fmla="*/ 3215226 h 3242975"/>
                  <a:gd name="connsiteX5" fmla="*/ 550590 w 8698387"/>
                  <a:gd name="connsiteY5" fmla="*/ 3224228 h 3242975"/>
                  <a:gd name="connsiteX6" fmla="*/ 660687 w 8698387"/>
                  <a:gd name="connsiteY6" fmla="*/ 3231537 h 3242975"/>
                  <a:gd name="connsiteX7" fmla="*/ 770784 w 8698387"/>
                  <a:gd name="connsiteY7" fmla="*/ 3237044 h 3242975"/>
                  <a:gd name="connsiteX8" fmla="*/ 880880 w 8698387"/>
                  <a:gd name="connsiteY8" fmla="*/ 3240751 h 3242975"/>
                  <a:gd name="connsiteX9" fmla="*/ 990977 w 8698387"/>
                  <a:gd name="connsiteY9" fmla="*/ 3242658 h 3242975"/>
                  <a:gd name="connsiteX10" fmla="*/ 1101074 w 8698387"/>
                  <a:gd name="connsiteY10" fmla="*/ 3242975 h 3242975"/>
                  <a:gd name="connsiteX11" fmla="*/ 1211171 w 8698387"/>
                  <a:gd name="connsiteY11" fmla="*/ 3241599 h 3242975"/>
                  <a:gd name="connsiteX12" fmla="*/ 1321267 w 8698387"/>
                  <a:gd name="connsiteY12" fmla="*/ 3238845 h 3242975"/>
                  <a:gd name="connsiteX13" fmla="*/ 1431364 w 8698387"/>
                  <a:gd name="connsiteY13" fmla="*/ 3234608 h 3242975"/>
                  <a:gd name="connsiteX14" fmla="*/ 1541461 w 8698387"/>
                  <a:gd name="connsiteY14" fmla="*/ 3223805 h 3242975"/>
                  <a:gd name="connsiteX15" fmla="*/ 1651664 w 8698387"/>
                  <a:gd name="connsiteY15" fmla="*/ 3205270 h 3242975"/>
                  <a:gd name="connsiteX16" fmla="*/ 1761760 w 8698387"/>
                  <a:gd name="connsiteY16" fmla="*/ 3179745 h 3242975"/>
                  <a:gd name="connsiteX17" fmla="*/ 1871857 w 8698387"/>
                  <a:gd name="connsiteY17" fmla="*/ 3148500 h 3242975"/>
                  <a:gd name="connsiteX18" fmla="*/ 1981954 w 8698387"/>
                  <a:gd name="connsiteY18" fmla="*/ 3112384 h 3242975"/>
                  <a:gd name="connsiteX19" fmla="*/ 2092051 w 8698387"/>
                  <a:gd name="connsiteY19" fmla="*/ 3072348 h 3242975"/>
                  <a:gd name="connsiteX20" fmla="*/ 2202148 w 8698387"/>
                  <a:gd name="connsiteY20" fmla="*/ 3029665 h 3242975"/>
                  <a:gd name="connsiteX21" fmla="*/ 2312245 w 8698387"/>
                  <a:gd name="connsiteY21" fmla="*/ 2985075 h 3242975"/>
                  <a:gd name="connsiteX22" fmla="*/ 2422341 w 8698387"/>
                  <a:gd name="connsiteY22" fmla="*/ 2939850 h 3242975"/>
                  <a:gd name="connsiteX23" fmla="*/ 2532438 w 8698387"/>
                  <a:gd name="connsiteY23" fmla="*/ 2894731 h 3242975"/>
                  <a:gd name="connsiteX24" fmla="*/ 2642535 w 8698387"/>
                  <a:gd name="connsiteY24" fmla="*/ 2850988 h 3242975"/>
                  <a:gd name="connsiteX25" fmla="*/ 2752632 w 8698387"/>
                  <a:gd name="connsiteY25" fmla="*/ 2809470 h 3242975"/>
                  <a:gd name="connsiteX26" fmla="*/ 2862728 w 8698387"/>
                  <a:gd name="connsiteY26" fmla="*/ 2771235 h 3242975"/>
                  <a:gd name="connsiteX27" fmla="*/ 2972825 w 8698387"/>
                  <a:gd name="connsiteY27" fmla="*/ 2737343 h 3242975"/>
                  <a:gd name="connsiteX28" fmla="*/ 3083028 w 8698387"/>
                  <a:gd name="connsiteY28" fmla="*/ 2708746 h 3242975"/>
                  <a:gd name="connsiteX29" fmla="*/ 3193125 w 8698387"/>
                  <a:gd name="connsiteY29" fmla="*/ 2686398 h 3242975"/>
                  <a:gd name="connsiteX30" fmla="*/ 3303221 w 8698387"/>
                  <a:gd name="connsiteY30" fmla="*/ 2671570 h 3242975"/>
                  <a:gd name="connsiteX31" fmla="*/ 3413318 w 8698387"/>
                  <a:gd name="connsiteY31" fmla="*/ 2665004 h 3242975"/>
                  <a:gd name="connsiteX32" fmla="*/ 3523415 w 8698387"/>
                  <a:gd name="connsiteY32" fmla="*/ 2667863 h 3242975"/>
                  <a:gd name="connsiteX33" fmla="*/ 3633512 w 8698387"/>
                  <a:gd name="connsiteY33" fmla="*/ 2681102 h 3242975"/>
                  <a:gd name="connsiteX34" fmla="*/ 3743608 w 8698387"/>
                  <a:gd name="connsiteY34" fmla="*/ 2705781 h 3242975"/>
                  <a:gd name="connsiteX35" fmla="*/ 3853705 w 8698387"/>
                  <a:gd name="connsiteY35" fmla="*/ 2742850 h 3242975"/>
                  <a:gd name="connsiteX36" fmla="*/ 3963802 w 8698387"/>
                  <a:gd name="connsiteY36" fmla="*/ 2789558 h 3242975"/>
                  <a:gd name="connsiteX37" fmla="*/ 4073899 w 8698387"/>
                  <a:gd name="connsiteY37" fmla="*/ 2831182 h 3242975"/>
                  <a:gd name="connsiteX38" fmla="*/ 4183996 w 8698387"/>
                  <a:gd name="connsiteY38" fmla="*/ 2866028 h 3242975"/>
                  <a:gd name="connsiteX39" fmla="*/ 4294093 w 8698387"/>
                  <a:gd name="connsiteY39" fmla="*/ 2894731 h 3242975"/>
                  <a:gd name="connsiteX40" fmla="*/ 4404295 w 8698387"/>
                  <a:gd name="connsiteY40" fmla="*/ 2916020 h 3242975"/>
                  <a:gd name="connsiteX41" fmla="*/ 4514392 w 8698387"/>
                  <a:gd name="connsiteY41" fmla="*/ 2929788 h 3242975"/>
                  <a:gd name="connsiteX42" fmla="*/ 4624489 w 8698387"/>
                  <a:gd name="connsiteY42" fmla="*/ 2935825 h 3242975"/>
                  <a:gd name="connsiteX43" fmla="*/ 4734585 w 8698387"/>
                  <a:gd name="connsiteY43" fmla="*/ 2931059 h 3242975"/>
                  <a:gd name="connsiteX44" fmla="*/ 4844682 w 8698387"/>
                  <a:gd name="connsiteY44" fmla="*/ 2917926 h 3242975"/>
                  <a:gd name="connsiteX45" fmla="*/ 4954779 w 8698387"/>
                  <a:gd name="connsiteY45" fmla="*/ 2899391 h 3242975"/>
                  <a:gd name="connsiteX46" fmla="*/ 5064876 w 8698387"/>
                  <a:gd name="connsiteY46" fmla="*/ 2878314 h 3242975"/>
                  <a:gd name="connsiteX47" fmla="*/ 5174973 w 8698387"/>
                  <a:gd name="connsiteY47" fmla="*/ 2857661 h 3242975"/>
                  <a:gd name="connsiteX48" fmla="*/ 5285069 w 8698387"/>
                  <a:gd name="connsiteY48" fmla="*/ 2830229 h 3242975"/>
                  <a:gd name="connsiteX49" fmla="*/ 5395166 w 8698387"/>
                  <a:gd name="connsiteY49" fmla="*/ 2810106 h 3242975"/>
                  <a:gd name="connsiteX50" fmla="*/ 5505263 w 8698387"/>
                  <a:gd name="connsiteY50" fmla="*/ 2799197 h 3242975"/>
                  <a:gd name="connsiteX51" fmla="*/ 5615360 w 8698387"/>
                  <a:gd name="connsiteY51" fmla="*/ 2801632 h 3242975"/>
                  <a:gd name="connsiteX52" fmla="*/ 5725563 w 8698387"/>
                  <a:gd name="connsiteY52" fmla="*/ 2812118 h 3242975"/>
                  <a:gd name="connsiteX53" fmla="*/ 5835660 w 8698387"/>
                  <a:gd name="connsiteY53" fmla="*/ 2826311 h 3242975"/>
                  <a:gd name="connsiteX54" fmla="*/ 5945756 w 8698387"/>
                  <a:gd name="connsiteY54" fmla="*/ 2839973 h 3242975"/>
                  <a:gd name="connsiteX55" fmla="*/ 6055853 w 8698387"/>
                  <a:gd name="connsiteY55" fmla="*/ 2848976 h 3242975"/>
                  <a:gd name="connsiteX56" fmla="*/ 6165950 w 8698387"/>
                  <a:gd name="connsiteY56" fmla="*/ 2849082 h 3242975"/>
                  <a:gd name="connsiteX57" fmla="*/ 6276047 w 8698387"/>
                  <a:gd name="connsiteY57" fmla="*/ 2836054 h 3242975"/>
                  <a:gd name="connsiteX58" fmla="*/ 6386144 w 8698387"/>
                  <a:gd name="connsiteY58" fmla="*/ 2871006 h 3242975"/>
                  <a:gd name="connsiteX59" fmla="*/ 6496240 w 8698387"/>
                  <a:gd name="connsiteY59" fmla="*/ 2902463 h 3242975"/>
                  <a:gd name="connsiteX60" fmla="*/ 6606337 w 8698387"/>
                  <a:gd name="connsiteY60" fmla="*/ 2799408 h 3242975"/>
                  <a:gd name="connsiteX61" fmla="*/ 6716434 w 8698387"/>
                  <a:gd name="connsiteY61" fmla="*/ 2633653 h 3242975"/>
                  <a:gd name="connsiteX62" fmla="*/ 6826531 w 8698387"/>
                  <a:gd name="connsiteY62" fmla="*/ 2440996 h 3242975"/>
                  <a:gd name="connsiteX63" fmla="*/ 6936627 w 8698387"/>
                  <a:gd name="connsiteY63" fmla="*/ 2233511 h 3242975"/>
                  <a:gd name="connsiteX64" fmla="*/ 7046724 w 8698387"/>
                  <a:gd name="connsiteY64" fmla="*/ 2023590 h 3242975"/>
                  <a:gd name="connsiteX65" fmla="*/ 7156927 w 8698387"/>
                  <a:gd name="connsiteY65" fmla="*/ 1823095 h 3242975"/>
                  <a:gd name="connsiteX66" fmla="*/ 7267023 w 8698387"/>
                  <a:gd name="connsiteY66" fmla="*/ 1644524 h 3242975"/>
                  <a:gd name="connsiteX67" fmla="*/ 7377120 w 8698387"/>
                  <a:gd name="connsiteY67" fmla="*/ 1497410 h 3242975"/>
                  <a:gd name="connsiteX68" fmla="*/ 7487217 w 8698387"/>
                  <a:gd name="connsiteY68" fmla="*/ 1360145 h 3242975"/>
                  <a:gd name="connsiteX69" fmla="*/ 7597314 w 8698387"/>
                  <a:gd name="connsiteY69" fmla="*/ 1224999 h 3242975"/>
                  <a:gd name="connsiteX70" fmla="*/ 7707410 w 8698387"/>
                  <a:gd name="connsiteY70" fmla="*/ 1092183 h 3242975"/>
                  <a:gd name="connsiteX71" fmla="*/ 7817507 w 8698387"/>
                  <a:gd name="connsiteY71" fmla="*/ 961592 h 3242975"/>
                  <a:gd name="connsiteX72" fmla="*/ 7927604 w 8698387"/>
                  <a:gd name="connsiteY72" fmla="*/ 833224 h 3242975"/>
                  <a:gd name="connsiteX73" fmla="*/ 8037701 w 8698387"/>
                  <a:gd name="connsiteY73" fmla="*/ 707081 h 3242975"/>
                  <a:gd name="connsiteX74" fmla="*/ 8147798 w 8698387"/>
                  <a:gd name="connsiteY74" fmla="*/ 583373 h 3242975"/>
                  <a:gd name="connsiteX75" fmla="*/ 8257894 w 8698387"/>
                  <a:gd name="connsiteY75" fmla="*/ 461890 h 3242975"/>
                  <a:gd name="connsiteX76" fmla="*/ 8367991 w 8698387"/>
                  <a:gd name="connsiteY76" fmla="*/ 342843 h 3242975"/>
                  <a:gd name="connsiteX77" fmla="*/ 8478194 w 8698387"/>
                  <a:gd name="connsiteY77" fmla="*/ 226126 h 3242975"/>
                  <a:gd name="connsiteX78" fmla="*/ 8588290 w 8698387"/>
                  <a:gd name="connsiteY78" fmla="*/ 111845 h 3242975"/>
                  <a:gd name="connsiteX79" fmla="*/ 8698387 w 8698387"/>
                  <a:gd name="connsiteY79" fmla="*/ 0 h 32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698387" h="3242975">
                    <a:moveTo>
                      <a:pt x="0" y="3162163"/>
                    </a:moveTo>
                    <a:lnTo>
                      <a:pt x="110097" y="3178050"/>
                    </a:lnTo>
                    <a:lnTo>
                      <a:pt x="220194" y="3192137"/>
                    </a:lnTo>
                    <a:lnTo>
                      <a:pt x="330396" y="3204529"/>
                    </a:lnTo>
                    <a:lnTo>
                      <a:pt x="440493" y="3215226"/>
                    </a:lnTo>
                    <a:lnTo>
                      <a:pt x="550590" y="3224228"/>
                    </a:lnTo>
                    <a:lnTo>
                      <a:pt x="660687" y="3231537"/>
                    </a:lnTo>
                    <a:lnTo>
                      <a:pt x="770784" y="3237044"/>
                    </a:lnTo>
                    <a:lnTo>
                      <a:pt x="880880" y="3240751"/>
                    </a:lnTo>
                    <a:lnTo>
                      <a:pt x="990977" y="3242658"/>
                    </a:lnTo>
                    <a:lnTo>
                      <a:pt x="1101074" y="3242975"/>
                    </a:lnTo>
                    <a:lnTo>
                      <a:pt x="1211171" y="3241599"/>
                    </a:lnTo>
                    <a:lnTo>
                      <a:pt x="1321267" y="3238845"/>
                    </a:lnTo>
                    <a:lnTo>
                      <a:pt x="1431364" y="3234608"/>
                    </a:lnTo>
                    <a:lnTo>
                      <a:pt x="1541461" y="3223805"/>
                    </a:lnTo>
                    <a:lnTo>
                      <a:pt x="1651664" y="3205270"/>
                    </a:lnTo>
                    <a:lnTo>
                      <a:pt x="1761760" y="3179745"/>
                    </a:lnTo>
                    <a:lnTo>
                      <a:pt x="1871857" y="3148500"/>
                    </a:lnTo>
                    <a:lnTo>
                      <a:pt x="1981954" y="3112384"/>
                    </a:lnTo>
                    <a:lnTo>
                      <a:pt x="2092051" y="3072348"/>
                    </a:lnTo>
                    <a:lnTo>
                      <a:pt x="2202148" y="3029665"/>
                    </a:lnTo>
                    <a:lnTo>
                      <a:pt x="2312245" y="2985075"/>
                    </a:lnTo>
                    <a:lnTo>
                      <a:pt x="2422341" y="2939850"/>
                    </a:lnTo>
                    <a:lnTo>
                      <a:pt x="2532438" y="2894731"/>
                    </a:lnTo>
                    <a:lnTo>
                      <a:pt x="2642535" y="2850988"/>
                    </a:lnTo>
                    <a:lnTo>
                      <a:pt x="2752632" y="2809470"/>
                    </a:lnTo>
                    <a:lnTo>
                      <a:pt x="2862728" y="2771235"/>
                    </a:lnTo>
                    <a:lnTo>
                      <a:pt x="2972825" y="2737343"/>
                    </a:lnTo>
                    <a:lnTo>
                      <a:pt x="3083028" y="2708746"/>
                    </a:lnTo>
                    <a:lnTo>
                      <a:pt x="3193125" y="2686398"/>
                    </a:lnTo>
                    <a:lnTo>
                      <a:pt x="3303221" y="2671570"/>
                    </a:lnTo>
                    <a:lnTo>
                      <a:pt x="3413318" y="2665004"/>
                    </a:lnTo>
                    <a:lnTo>
                      <a:pt x="3523415" y="2667863"/>
                    </a:lnTo>
                    <a:lnTo>
                      <a:pt x="3633512" y="2681102"/>
                    </a:lnTo>
                    <a:lnTo>
                      <a:pt x="3743608" y="2705781"/>
                    </a:lnTo>
                    <a:lnTo>
                      <a:pt x="3853705" y="2742850"/>
                    </a:lnTo>
                    <a:lnTo>
                      <a:pt x="3963802" y="2789558"/>
                    </a:lnTo>
                    <a:lnTo>
                      <a:pt x="4073899" y="2831182"/>
                    </a:lnTo>
                    <a:lnTo>
                      <a:pt x="4183996" y="2866028"/>
                    </a:lnTo>
                    <a:lnTo>
                      <a:pt x="4294093" y="2894731"/>
                    </a:lnTo>
                    <a:lnTo>
                      <a:pt x="4404295" y="2916020"/>
                    </a:lnTo>
                    <a:lnTo>
                      <a:pt x="4514392" y="2929788"/>
                    </a:lnTo>
                    <a:lnTo>
                      <a:pt x="4624489" y="2935825"/>
                    </a:lnTo>
                    <a:lnTo>
                      <a:pt x="4734585" y="2931059"/>
                    </a:lnTo>
                    <a:lnTo>
                      <a:pt x="4844682" y="2917926"/>
                    </a:lnTo>
                    <a:lnTo>
                      <a:pt x="4954779" y="2899391"/>
                    </a:lnTo>
                    <a:lnTo>
                      <a:pt x="5064876" y="2878314"/>
                    </a:lnTo>
                    <a:lnTo>
                      <a:pt x="5174973" y="2857661"/>
                    </a:lnTo>
                    <a:lnTo>
                      <a:pt x="5285069" y="2830229"/>
                    </a:lnTo>
                    <a:lnTo>
                      <a:pt x="5395166" y="2810106"/>
                    </a:lnTo>
                    <a:lnTo>
                      <a:pt x="5505263" y="2799197"/>
                    </a:lnTo>
                    <a:lnTo>
                      <a:pt x="5615360" y="2801632"/>
                    </a:lnTo>
                    <a:lnTo>
                      <a:pt x="5725563" y="2812118"/>
                    </a:lnTo>
                    <a:lnTo>
                      <a:pt x="5835660" y="2826311"/>
                    </a:lnTo>
                    <a:lnTo>
                      <a:pt x="5945756" y="2839973"/>
                    </a:lnTo>
                    <a:lnTo>
                      <a:pt x="6055853" y="2848976"/>
                    </a:lnTo>
                    <a:lnTo>
                      <a:pt x="6165950" y="2849082"/>
                    </a:lnTo>
                    <a:lnTo>
                      <a:pt x="6276047" y="2836054"/>
                    </a:lnTo>
                    <a:lnTo>
                      <a:pt x="6386144" y="2871006"/>
                    </a:lnTo>
                    <a:lnTo>
                      <a:pt x="6496240" y="2902463"/>
                    </a:lnTo>
                    <a:lnTo>
                      <a:pt x="6606337" y="2799408"/>
                    </a:lnTo>
                    <a:lnTo>
                      <a:pt x="6716434" y="2633653"/>
                    </a:lnTo>
                    <a:lnTo>
                      <a:pt x="6826531" y="2440996"/>
                    </a:lnTo>
                    <a:lnTo>
                      <a:pt x="6936627" y="2233511"/>
                    </a:lnTo>
                    <a:lnTo>
                      <a:pt x="7046724" y="2023590"/>
                    </a:lnTo>
                    <a:lnTo>
                      <a:pt x="7156927" y="1823095"/>
                    </a:lnTo>
                    <a:lnTo>
                      <a:pt x="7267023" y="1644524"/>
                    </a:lnTo>
                    <a:lnTo>
                      <a:pt x="7377120" y="1497410"/>
                    </a:lnTo>
                    <a:lnTo>
                      <a:pt x="7487217" y="1360145"/>
                    </a:lnTo>
                    <a:lnTo>
                      <a:pt x="7597314" y="1224999"/>
                    </a:lnTo>
                    <a:lnTo>
                      <a:pt x="7707410" y="1092183"/>
                    </a:lnTo>
                    <a:lnTo>
                      <a:pt x="7817507" y="961592"/>
                    </a:lnTo>
                    <a:lnTo>
                      <a:pt x="7927604" y="833224"/>
                    </a:lnTo>
                    <a:lnTo>
                      <a:pt x="8037701" y="707081"/>
                    </a:lnTo>
                    <a:lnTo>
                      <a:pt x="8147798" y="583373"/>
                    </a:lnTo>
                    <a:lnTo>
                      <a:pt x="8257894" y="461890"/>
                    </a:lnTo>
                    <a:lnTo>
                      <a:pt x="8367991" y="342843"/>
                    </a:lnTo>
                    <a:lnTo>
                      <a:pt x="8478194" y="226126"/>
                    </a:lnTo>
                    <a:lnTo>
                      <a:pt x="8588290" y="111845"/>
                    </a:lnTo>
                    <a:lnTo>
                      <a:pt x="8698387" y="0"/>
                    </a:lnTo>
                  </a:path>
                </a:pathLst>
              </a:custGeom>
              <a:noFill/>
              <a:ln w="22550" cap="flat">
                <a:solidFill>
                  <a:srgbClr val="00833E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31D0646-8C57-843D-E2E5-3D1CD1AC982F}"/>
                  </a:ext>
                </a:extLst>
              </p:cNvPr>
              <p:cNvSpPr txBox="1"/>
              <p:nvPr/>
            </p:nvSpPr>
            <p:spPr>
              <a:xfrm>
                <a:off x="5711356" y="2740350"/>
                <a:ext cx="108555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00833E"/>
                    </a:solidFill>
                    <a:latin typeface="Arial"/>
                    <a:cs typeface="Arial"/>
                    <a:sym typeface="Arial"/>
                    <a:rtl val="0"/>
                  </a:rPr>
                  <a:t>Increased</a:t>
                </a:r>
              </a:p>
            </p:txBody>
          </p:sp>
        </p:grpSp>
        <p:grpSp>
          <p:nvGrpSpPr>
            <p:cNvPr id="14" name="Graphic 2">
              <a:extLst>
                <a:ext uri="{FF2B5EF4-FFF2-40B4-BE49-F238E27FC236}">
                  <a16:creationId xmlns:a16="http://schemas.microsoft.com/office/drawing/2014/main" id="{6AD70FC6-F1DA-B67F-8E57-237D4A23B158}"/>
                </a:ext>
              </a:extLst>
            </p:cNvPr>
            <p:cNvGrpSpPr/>
            <p:nvPr/>
          </p:nvGrpSpPr>
          <p:grpSpPr>
            <a:xfrm>
              <a:off x="961062" y="612426"/>
              <a:ext cx="10439454" cy="5419645"/>
              <a:chOff x="961062" y="612426"/>
              <a:chExt cx="10439454" cy="5419645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67FB9930-CEF3-7449-63D0-2273040822A3}"/>
                  </a:ext>
                </a:extLst>
              </p:cNvPr>
              <p:cNvSpPr/>
              <p:nvPr/>
            </p:nvSpPr>
            <p:spPr>
              <a:xfrm>
                <a:off x="155352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333B28-AEAE-C999-2426-16766E04B802}"/>
                  </a:ext>
                </a:extLst>
              </p:cNvPr>
              <p:cNvSpPr txBox="1"/>
              <p:nvPr/>
            </p:nvSpPr>
            <p:spPr>
              <a:xfrm>
                <a:off x="132734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8709058-9066-147B-4D78-4F94ECF5CDB2}"/>
                  </a:ext>
                </a:extLst>
              </p:cNvPr>
              <p:cNvSpPr txBox="1"/>
              <p:nvPr/>
            </p:nvSpPr>
            <p:spPr>
              <a:xfrm>
                <a:off x="1244836" y="4685873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25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3E9FAB2-8817-8602-E19E-32EBD64E5656}"/>
                  </a:ext>
                </a:extLst>
              </p:cNvPr>
              <p:cNvSpPr txBox="1"/>
              <p:nvPr/>
            </p:nvSpPr>
            <p:spPr>
              <a:xfrm>
                <a:off x="1244836" y="3722057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50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0F59926-95A2-BD2E-E4B8-2B911BEF8DE9}"/>
                  </a:ext>
                </a:extLst>
              </p:cNvPr>
              <p:cNvSpPr txBox="1"/>
              <p:nvPr/>
            </p:nvSpPr>
            <p:spPr>
              <a:xfrm>
                <a:off x="1244836" y="2758241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75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7EE95D5-F186-2D8F-9324-77A08037506E}"/>
                  </a:ext>
                </a:extLst>
              </p:cNvPr>
              <p:cNvSpPr txBox="1"/>
              <p:nvPr/>
            </p:nvSpPr>
            <p:spPr>
              <a:xfrm>
                <a:off x="1162331" y="1794319"/>
                <a:ext cx="43954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100</a:t>
                </a: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CA8CA4B-0E65-C15B-EE98-1FD82D97B584}"/>
                  </a:ext>
                </a:extLst>
              </p:cNvPr>
              <p:cNvSpPr/>
              <p:nvPr/>
            </p:nvSpPr>
            <p:spPr>
              <a:xfrm>
                <a:off x="152449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3C03F25-1441-92D9-DC04-21A9D98D6678}"/>
                  </a:ext>
                </a:extLst>
              </p:cNvPr>
              <p:cNvSpPr/>
              <p:nvPr/>
            </p:nvSpPr>
            <p:spPr>
              <a:xfrm>
                <a:off x="1524492" y="4812763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77289D38-6428-E18C-DBB2-65C7064A71B5}"/>
                  </a:ext>
                </a:extLst>
              </p:cNvPr>
              <p:cNvSpPr/>
              <p:nvPr/>
            </p:nvSpPr>
            <p:spPr>
              <a:xfrm>
                <a:off x="1524492" y="3848947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05D89D9D-307E-16C4-615A-71756D988B93}"/>
                  </a:ext>
                </a:extLst>
              </p:cNvPr>
              <p:cNvSpPr/>
              <p:nvPr/>
            </p:nvSpPr>
            <p:spPr>
              <a:xfrm>
                <a:off x="1524492" y="2885026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35FB497-A66C-03C7-7770-FB6BE8AA6BDC}"/>
                  </a:ext>
                </a:extLst>
              </p:cNvPr>
              <p:cNvSpPr/>
              <p:nvPr/>
            </p:nvSpPr>
            <p:spPr>
              <a:xfrm>
                <a:off x="1524492" y="1921210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9A82499-835E-2DC9-25C0-1610CFBF8049}"/>
                  </a:ext>
                </a:extLst>
              </p:cNvPr>
              <p:cNvSpPr/>
              <p:nvPr/>
            </p:nvSpPr>
            <p:spPr>
              <a:xfrm>
                <a:off x="1553527" y="5776685"/>
                <a:ext cx="9568141" cy="10591"/>
              </a:xfrm>
              <a:custGeom>
                <a:avLst/>
                <a:gdLst>
                  <a:gd name="connsiteX0" fmla="*/ 0 w 9568141"/>
                  <a:gd name="connsiteY0" fmla="*/ 0 h 10591"/>
                  <a:gd name="connsiteX1" fmla="*/ 9568142 w 956814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68141" h="10591">
                    <a:moveTo>
                      <a:pt x="0" y="0"/>
                    </a:moveTo>
                    <a:lnTo>
                      <a:pt x="956814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B4A6C30E-4F42-ABE7-E9E4-ABE033BC033E}"/>
                  </a:ext>
                </a:extLst>
              </p:cNvPr>
              <p:cNvSpPr/>
              <p:nvPr/>
            </p:nvSpPr>
            <p:spPr>
              <a:xfrm>
                <a:off x="225098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0BFF7584-B928-346C-3CD7-7A305B6840A9}"/>
                  </a:ext>
                </a:extLst>
              </p:cNvPr>
              <p:cNvSpPr/>
              <p:nvPr/>
            </p:nvSpPr>
            <p:spPr>
              <a:xfrm>
                <a:off x="297874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7F5A289A-EEF8-3E7B-73E1-1820B29824E6}"/>
                  </a:ext>
                </a:extLst>
              </p:cNvPr>
              <p:cNvSpPr/>
              <p:nvPr/>
            </p:nvSpPr>
            <p:spPr>
              <a:xfrm>
                <a:off x="370661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81F7239B-3E00-582E-2EED-CFE692F593E1}"/>
                  </a:ext>
                </a:extLst>
              </p:cNvPr>
              <p:cNvSpPr/>
              <p:nvPr/>
            </p:nvSpPr>
            <p:spPr>
              <a:xfrm>
                <a:off x="443045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AE2D87E1-DCA8-FF94-5A17-0371DD5F150B}"/>
                  </a:ext>
                </a:extLst>
              </p:cNvPr>
              <p:cNvSpPr/>
              <p:nvPr/>
            </p:nvSpPr>
            <p:spPr>
              <a:xfrm>
                <a:off x="515832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764A2DCC-E0CE-5DF8-ADED-305753B1BE0C}"/>
                  </a:ext>
                </a:extLst>
              </p:cNvPr>
              <p:cNvSpPr/>
              <p:nvPr/>
            </p:nvSpPr>
            <p:spPr>
              <a:xfrm>
                <a:off x="588216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9461378E-475C-DD1D-9BA0-8DF3C5CCA4FC}"/>
                  </a:ext>
                </a:extLst>
              </p:cNvPr>
              <p:cNvSpPr/>
              <p:nvPr/>
            </p:nvSpPr>
            <p:spPr>
              <a:xfrm>
                <a:off x="661003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95DD8B7C-C682-2FF6-0E00-D30D8E37B2B4}"/>
                  </a:ext>
                </a:extLst>
              </p:cNvPr>
              <p:cNvSpPr/>
              <p:nvPr/>
            </p:nvSpPr>
            <p:spPr>
              <a:xfrm>
                <a:off x="733387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AEB117F5-7C89-6D7B-0774-F7CEEAEA6A6F}"/>
                  </a:ext>
                </a:extLst>
              </p:cNvPr>
              <p:cNvSpPr/>
              <p:nvPr/>
            </p:nvSpPr>
            <p:spPr>
              <a:xfrm>
                <a:off x="806174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B4DB97C6-CF9C-CB0B-67EB-EDC3134F4BD1}"/>
                  </a:ext>
                </a:extLst>
              </p:cNvPr>
              <p:cNvSpPr/>
              <p:nvPr/>
            </p:nvSpPr>
            <p:spPr>
              <a:xfrm>
                <a:off x="878960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36FBC723-2DFF-621A-3A9D-8CB958DF84FB}"/>
                  </a:ext>
                </a:extLst>
              </p:cNvPr>
              <p:cNvSpPr/>
              <p:nvPr/>
            </p:nvSpPr>
            <p:spPr>
              <a:xfrm>
                <a:off x="951747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CD397566-B195-C988-EF8A-22CE8BEAA765}"/>
                  </a:ext>
                </a:extLst>
              </p:cNvPr>
              <p:cNvSpPr/>
              <p:nvPr/>
            </p:nvSpPr>
            <p:spPr>
              <a:xfrm>
                <a:off x="1024131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55C84F5D-F65D-C50E-0F4B-2FAEBDE26071}"/>
                  </a:ext>
                </a:extLst>
              </p:cNvPr>
              <p:cNvSpPr/>
              <p:nvPr/>
            </p:nvSpPr>
            <p:spPr>
              <a:xfrm>
                <a:off x="1096918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D4BD514-542B-0442-E562-684A78918ADF}"/>
                  </a:ext>
                </a:extLst>
              </p:cNvPr>
              <p:cNvSpPr txBox="1"/>
              <p:nvPr/>
            </p:nvSpPr>
            <p:spPr>
              <a:xfrm>
                <a:off x="1842018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Dec 2019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BF9B309-9487-5CC7-ECAD-C6D164D0E7E8}"/>
                  </a:ext>
                </a:extLst>
              </p:cNvPr>
              <p:cNvSpPr txBox="1"/>
              <p:nvPr/>
            </p:nvSpPr>
            <p:spPr>
              <a:xfrm>
                <a:off x="2582094" y="5755072"/>
                <a:ext cx="814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Jun 2020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9E05FBF-FD1C-2DAC-34B4-4C4CA36B07CD}"/>
                  </a:ext>
                </a:extLst>
              </p:cNvPr>
              <p:cNvSpPr txBox="1"/>
              <p:nvPr/>
            </p:nvSpPr>
            <p:spPr>
              <a:xfrm>
                <a:off x="3297648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Dec 2020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6CEB707-4C30-1BD4-B0F0-4F14B03958A5}"/>
                  </a:ext>
                </a:extLst>
              </p:cNvPr>
              <p:cNvSpPr txBox="1"/>
              <p:nvPr/>
            </p:nvSpPr>
            <p:spPr>
              <a:xfrm>
                <a:off x="4033803" y="5755072"/>
                <a:ext cx="814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Jun 2021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CA0DC8F-BC93-D523-2B03-7367EEE95E6D}"/>
                  </a:ext>
                </a:extLst>
              </p:cNvPr>
              <p:cNvSpPr txBox="1"/>
              <p:nvPr/>
            </p:nvSpPr>
            <p:spPr>
              <a:xfrm>
                <a:off x="4749357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Dec 2021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2B9D2CC-6608-3A88-D2F4-CC879F7C91AE}"/>
                  </a:ext>
                </a:extLst>
              </p:cNvPr>
              <p:cNvSpPr txBox="1"/>
              <p:nvPr/>
            </p:nvSpPr>
            <p:spPr>
              <a:xfrm>
                <a:off x="5485512" y="5755072"/>
                <a:ext cx="814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Jun 2022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B4E6A8F-ED04-9C71-EC0C-3F49ECF3A214}"/>
                  </a:ext>
                </a:extLst>
              </p:cNvPr>
              <p:cNvSpPr txBox="1"/>
              <p:nvPr/>
            </p:nvSpPr>
            <p:spPr>
              <a:xfrm>
                <a:off x="6201066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Dec 2022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8EAD561-055C-53FF-559C-4EB0F17E8AA6}"/>
                  </a:ext>
                </a:extLst>
              </p:cNvPr>
              <p:cNvSpPr txBox="1"/>
              <p:nvPr/>
            </p:nvSpPr>
            <p:spPr>
              <a:xfrm>
                <a:off x="6937222" y="5755072"/>
                <a:ext cx="814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Jun 2023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72F2777-DC00-E931-F3FC-4D04E440FB23}"/>
                  </a:ext>
                </a:extLst>
              </p:cNvPr>
              <p:cNvSpPr txBox="1"/>
              <p:nvPr/>
            </p:nvSpPr>
            <p:spPr>
              <a:xfrm>
                <a:off x="765277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Dec 2023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4E3C857-8327-9449-1FE8-F10FB89BF2E8}"/>
                  </a:ext>
                </a:extLst>
              </p:cNvPr>
              <p:cNvSpPr txBox="1"/>
              <p:nvPr/>
            </p:nvSpPr>
            <p:spPr>
              <a:xfrm>
                <a:off x="8392958" y="5755072"/>
                <a:ext cx="814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Jun 2024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A9CBF80-68E6-3FA6-22DC-A8AC0F9A356A}"/>
                  </a:ext>
                </a:extLst>
              </p:cNvPr>
              <p:cNvSpPr txBox="1"/>
              <p:nvPr/>
            </p:nvSpPr>
            <p:spPr>
              <a:xfrm>
                <a:off x="9108511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Dec 2024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BEB84DB-30CA-9BB6-4E99-E67A69854B9B}"/>
                  </a:ext>
                </a:extLst>
              </p:cNvPr>
              <p:cNvSpPr txBox="1"/>
              <p:nvPr/>
            </p:nvSpPr>
            <p:spPr>
              <a:xfrm>
                <a:off x="9844667" y="5755072"/>
                <a:ext cx="814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Jun 2025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8464F45-6962-B800-7468-B76F900930AD}"/>
                  </a:ext>
                </a:extLst>
              </p:cNvPr>
              <p:cNvSpPr txBox="1"/>
              <p:nvPr/>
            </p:nvSpPr>
            <p:spPr>
              <a:xfrm>
                <a:off x="10560221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Dec 2025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CBEC218-E9BA-8D38-5F50-80AD98858A0F}"/>
                  </a:ext>
                </a:extLst>
              </p:cNvPr>
              <p:cNvSpPr txBox="1"/>
              <p:nvPr/>
            </p:nvSpPr>
            <p:spPr>
              <a:xfrm rot="16200000">
                <a:off x="161580" y="3204753"/>
                <a:ext cx="19375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landings(kg)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2221CD2-7CD3-20FF-89CA-EEDD57928379}"/>
                  </a:ext>
                </a:extLst>
              </p:cNvPr>
              <p:cNvSpPr txBox="1"/>
              <p:nvPr/>
            </p:nvSpPr>
            <p:spPr>
              <a:xfrm>
                <a:off x="1462087" y="612426"/>
                <a:ext cx="617367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 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L.lentjan</a:t>
                </a:r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 in MAR 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Siotapina</a:t>
                </a:r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 - Lasel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58914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2">
            <a:extLst>
              <a:ext uri="{FF2B5EF4-FFF2-40B4-BE49-F238E27FC236}">
                <a16:creationId xmlns:a16="http://schemas.microsoft.com/office/drawing/2014/main" id="{95C8AC44-1E00-2FB0-E11B-2D2100340C31}"/>
              </a:ext>
            </a:extLst>
          </p:cNvPr>
          <p:cNvGrpSpPr/>
          <p:nvPr/>
        </p:nvGrpSpPr>
        <p:grpSpPr>
          <a:xfrm>
            <a:off x="961062" y="612426"/>
            <a:ext cx="10439454" cy="5602107"/>
            <a:chOff x="961062" y="612426"/>
            <a:chExt cx="10439454" cy="5602107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F585849-AD2C-0053-EAC0-81DA1D1C1208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2920AA8-BD83-6F00-BD6C-63E05AFB800F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60" name="Graphic 2">
              <a:extLst>
                <a:ext uri="{FF2B5EF4-FFF2-40B4-BE49-F238E27FC236}">
                  <a16:creationId xmlns:a16="http://schemas.microsoft.com/office/drawing/2014/main" id="{F41E68CB-2250-AC30-1BCA-A97CFB883BA8}"/>
                </a:ext>
              </a:extLst>
            </p:cNvPr>
            <p:cNvGrpSpPr/>
            <p:nvPr/>
          </p:nvGrpSpPr>
          <p:grpSpPr>
            <a:xfrm>
              <a:off x="1553527" y="971481"/>
              <a:ext cx="9568141" cy="4805204"/>
              <a:chOff x="1553527" y="971481"/>
              <a:chExt cx="9568141" cy="4805204"/>
            </a:xfrm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6E9AB52E-20D3-9285-39A0-BBC25E27A7A2}"/>
                  </a:ext>
                </a:extLst>
              </p:cNvPr>
              <p:cNvSpPr/>
              <p:nvPr/>
            </p:nvSpPr>
            <p:spPr>
              <a:xfrm>
                <a:off x="1553527" y="971481"/>
                <a:ext cx="9568141" cy="4805204"/>
              </a:xfrm>
              <a:custGeom>
                <a:avLst/>
                <a:gdLst>
                  <a:gd name="connsiteX0" fmla="*/ 0 w 9568141"/>
                  <a:gd name="connsiteY0" fmla="*/ 0 h 4805204"/>
                  <a:gd name="connsiteX1" fmla="*/ 9568142 w 9568141"/>
                  <a:gd name="connsiteY1" fmla="*/ 0 h 4805204"/>
                  <a:gd name="connsiteX2" fmla="*/ 9568142 w 9568141"/>
                  <a:gd name="connsiteY2" fmla="*/ 4805204 h 4805204"/>
                  <a:gd name="connsiteX3" fmla="*/ 0 w 956814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68141" h="4805204">
                    <a:moveTo>
                      <a:pt x="0" y="0"/>
                    </a:moveTo>
                    <a:lnTo>
                      <a:pt x="9568142" y="0"/>
                    </a:lnTo>
                    <a:lnTo>
                      <a:pt x="956814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D5E354B0-3127-F515-9AA3-EA66AE497BCA}"/>
                  </a:ext>
                </a:extLst>
              </p:cNvPr>
              <p:cNvSpPr/>
              <p:nvPr/>
            </p:nvSpPr>
            <p:spPr>
              <a:xfrm>
                <a:off x="1988404" y="971481"/>
                <a:ext cx="8698387" cy="4805204"/>
              </a:xfrm>
              <a:custGeom>
                <a:avLst/>
                <a:gdLst>
                  <a:gd name="connsiteX0" fmla="*/ 0 w 8698387"/>
                  <a:gd name="connsiteY0" fmla="*/ 3731344 h 4805204"/>
                  <a:gd name="connsiteX1" fmla="*/ 110097 w 8698387"/>
                  <a:gd name="connsiteY1" fmla="*/ 3900383 h 4805204"/>
                  <a:gd name="connsiteX2" fmla="*/ 220194 w 8698387"/>
                  <a:gd name="connsiteY2" fmla="*/ 4043684 h 4805204"/>
                  <a:gd name="connsiteX3" fmla="*/ 330396 w 8698387"/>
                  <a:gd name="connsiteY3" fmla="*/ 4154364 h 4805204"/>
                  <a:gd name="connsiteX4" fmla="*/ 440493 w 8698387"/>
                  <a:gd name="connsiteY4" fmla="*/ 4223526 h 4805204"/>
                  <a:gd name="connsiteX5" fmla="*/ 550590 w 8698387"/>
                  <a:gd name="connsiteY5" fmla="*/ 4245979 h 4805204"/>
                  <a:gd name="connsiteX6" fmla="*/ 660687 w 8698387"/>
                  <a:gd name="connsiteY6" fmla="*/ 4226279 h 4805204"/>
                  <a:gd name="connsiteX7" fmla="*/ 770784 w 8698387"/>
                  <a:gd name="connsiteY7" fmla="*/ 4177241 h 4805204"/>
                  <a:gd name="connsiteX8" fmla="*/ 880880 w 8698387"/>
                  <a:gd name="connsiteY8" fmla="*/ 4111363 h 4805204"/>
                  <a:gd name="connsiteX9" fmla="*/ 990977 w 8698387"/>
                  <a:gd name="connsiteY9" fmla="*/ 4037541 h 4805204"/>
                  <a:gd name="connsiteX10" fmla="*/ 1101074 w 8698387"/>
                  <a:gd name="connsiteY10" fmla="*/ 3961389 h 4805204"/>
                  <a:gd name="connsiteX11" fmla="*/ 1211171 w 8698387"/>
                  <a:gd name="connsiteY11" fmla="*/ 3886402 h 4805204"/>
                  <a:gd name="connsiteX12" fmla="*/ 1321267 w 8698387"/>
                  <a:gd name="connsiteY12" fmla="*/ 3814804 h 4805204"/>
                  <a:gd name="connsiteX13" fmla="*/ 1431364 w 8698387"/>
                  <a:gd name="connsiteY13" fmla="*/ 3748396 h 4805204"/>
                  <a:gd name="connsiteX14" fmla="*/ 1541461 w 8698387"/>
                  <a:gd name="connsiteY14" fmla="*/ 3690038 h 4805204"/>
                  <a:gd name="connsiteX15" fmla="*/ 1651664 w 8698387"/>
                  <a:gd name="connsiteY15" fmla="*/ 3638246 h 4805204"/>
                  <a:gd name="connsiteX16" fmla="*/ 1761760 w 8698387"/>
                  <a:gd name="connsiteY16" fmla="*/ 3588572 h 4805204"/>
                  <a:gd name="connsiteX17" fmla="*/ 1871857 w 8698387"/>
                  <a:gd name="connsiteY17" fmla="*/ 3535298 h 4805204"/>
                  <a:gd name="connsiteX18" fmla="*/ 1981954 w 8698387"/>
                  <a:gd name="connsiteY18" fmla="*/ 3473338 h 4805204"/>
                  <a:gd name="connsiteX19" fmla="*/ 2092051 w 8698387"/>
                  <a:gd name="connsiteY19" fmla="*/ 3398351 h 4805204"/>
                  <a:gd name="connsiteX20" fmla="*/ 2202148 w 8698387"/>
                  <a:gd name="connsiteY20" fmla="*/ 3308324 h 4805204"/>
                  <a:gd name="connsiteX21" fmla="*/ 2312245 w 8698387"/>
                  <a:gd name="connsiteY21" fmla="*/ 3203682 h 4805204"/>
                  <a:gd name="connsiteX22" fmla="*/ 2422341 w 8698387"/>
                  <a:gd name="connsiteY22" fmla="*/ 3087070 h 4805204"/>
                  <a:gd name="connsiteX23" fmla="*/ 2532438 w 8698387"/>
                  <a:gd name="connsiteY23" fmla="*/ 2963363 h 4805204"/>
                  <a:gd name="connsiteX24" fmla="*/ 2642535 w 8698387"/>
                  <a:gd name="connsiteY24" fmla="*/ 2838491 h 4805204"/>
                  <a:gd name="connsiteX25" fmla="*/ 2752632 w 8698387"/>
                  <a:gd name="connsiteY25" fmla="*/ 2719231 h 4805204"/>
                  <a:gd name="connsiteX26" fmla="*/ 2862728 w 8698387"/>
                  <a:gd name="connsiteY26" fmla="*/ 2612364 h 4805204"/>
                  <a:gd name="connsiteX27" fmla="*/ 2972825 w 8698387"/>
                  <a:gd name="connsiteY27" fmla="*/ 2524880 h 4805204"/>
                  <a:gd name="connsiteX28" fmla="*/ 3083028 w 8698387"/>
                  <a:gd name="connsiteY28" fmla="*/ 2463344 h 4805204"/>
                  <a:gd name="connsiteX29" fmla="*/ 3193125 w 8698387"/>
                  <a:gd name="connsiteY29" fmla="*/ 2434535 h 4805204"/>
                  <a:gd name="connsiteX30" fmla="*/ 3303221 w 8698387"/>
                  <a:gd name="connsiteY30" fmla="*/ 2444491 h 4805204"/>
                  <a:gd name="connsiteX31" fmla="*/ 3413318 w 8698387"/>
                  <a:gd name="connsiteY31" fmla="*/ 2499143 h 4805204"/>
                  <a:gd name="connsiteX32" fmla="*/ 3523415 w 8698387"/>
                  <a:gd name="connsiteY32" fmla="*/ 2603997 h 4805204"/>
                  <a:gd name="connsiteX33" fmla="*/ 3633512 w 8698387"/>
                  <a:gd name="connsiteY33" fmla="*/ 2763398 h 4805204"/>
                  <a:gd name="connsiteX34" fmla="*/ 3743608 w 8698387"/>
                  <a:gd name="connsiteY34" fmla="*/ 2979991 h 4805204"/>
                  <a:gd name="connsiteX35" fmla="*/ 3853705 w 8698387"/>
                  <a:gd name="connsiteY35" fmla="*/ 3250707 h 4805204"/>
                  <a:gd name="connsiteX36" fmla="*/ 3963802 w 8698387"/>
                  <a:gd name="connsiteY36" fmla="*/ 3537733 h 4805204"/>
                  <a:gd name="connsiteX37" fmla="*/ 4073899 w 8698387"/>
                  <a:gd name="connsiteY37" fmla="*/ 3735263 h 4805204"/>
                  <a:gd name="connsiteX38" fmla="*/ 4183996 w 8698387"/>
                  <a:gd name="connsiteY38" fmla="*/ 3824442 h 4805204"/>
                  <a:gd name="connsiteX39" fmla="*/ 4294093 w 8698387"/>
                  <a:gd name="connsiteY39" fmla="*/ 3835669 h 4805204"/>
                  <a:gd name="connsiteX40" fmla="*/ 4404295 w 8698387"/>
                  <a:gd name="connsiteY40" fmla="*/ 3809720 h 4805204"/>
                  <a:gd name="connsiteX41" fmla="*/ 4514392 w 8698387"/>
                  <a:gd name="connsiteY41" fmla="*/ 3784195 h 4805204"/>
                  <a:gd name="connsiteX42" fmla="*/ 4624489 w 8698387"/>
                  <a:gd name="connsiteY42" fmla="*/ 3766613 h 4805204"/>
                  <a:gd name="connsiteX43" fmla="*/ 4734585 w 8698387"/>
                  <a:gd name="connsiteY43" fmla="*/ 3784725 h 4805204"/>
                  <a:gd name="connsiteX44" fmla="*/ 4844682 w 8698387"/>
                  <a:gd name="connsiteY44" fmla="*/ 3806013 h 4805204"/>
                  <a:gd name="connsiteX45" fmla="*/ 4954779 w 8698387"/>
                  <a:gd name="connsiteY45" fmla="*/ 3798705 h 4805204"/>
                  <a:gd name="connsiteX46" fmla="*/ 5064876 w 8698387"/>
                  <a:gd name="connsiteY46" fmla="*/ 3764177 h 4805204"/>
                  <a:gd name="connsiteX47" fmla="*/ 5174973 w 8698387"/>
                  <a:gd name="connsiteY47" fmla="*/ 3736746 h 4805204"/>
                  <a:gd name="connsiteX48" fmla="*/ 5285069 w 8698387"/>
                  <a:gd name="connsiteY48" fmla="*/ 3715139 h 4805204"/>
                  <a:gd name="connsiteX49" fmla="*/ 5395166 w 8698387"/>
                  <a:gd name="connsiteY49" fmla="*/ 3703171 h 4805204"/>
                  <a:gd name="connsiteX50" fmla="*/ 5505263 w 8698387"/>
                  <a:gd name="connsiteY50" fmla="*/ 3694062 h 4805204"/>
                  <a:gd name="connsiteX51" fmla="*/ 5615360 w 8698387"/>
                  <a:gd name="connsiteY51" fmla="*/ 3711962 h 4805204"/>
                  <a:gd name="connsiteX52" fmla="*/ 5725563 w 8698387"/>
                  <a:gd name="connsiteY52" fmla="*/ 3736746 h 4805204"/>
                  <a:gd name="connsiteX53" fmla="*/ 5835660 w 8698387"/>
                  <a:gd name="connsiteY53" fmla="*/ 3745431 h 4805204"/>
                  <a:gd name="connsiteX54" fmla="*/ 5945756 w 8698387"/>
                  <a:gd name="connsiteY54" fmla="*/ 3728167 h 4805204"/>
                  <a:gd name="connsiteX55" fmla="*/ 6055853 w 8698387"/>
                  <a:gd name="connsiteY55" fmla="*/ 3691097 h 4805204"/>
                  <a:gd name="connsiteX56" fmla="*/ 6165950 w 8698387"/>
                  <a:gd name="connsiteY56" fmla="*/ 3649578 h 4805204"/>
                  <a:gd name="connsiteX57" fmla="*/ 6276047 w 8698387"/>
                  <a:gd name="connsiteY57" fmla="*/ 3618970 h 4805204"/>
                  <a:gd name="connsiteX58" fmla="*/ 6386144 w 8698387"/>
                  <a:gd name="connsiteY58" fmla="*/ 3668008 h 4805204"/>
                  <a:gd name="connsiteX59" fmla="*/ 6496240 w 8698387"/>
                  <a:gd name="connsiteY59" fmla="*/ 3704865 h 4805204"/>
                  <a:gd name="connsiteX60" fmla="*/ 6606337 w 8698387"/>
                  <a:gd name="connsiteY60" fmla="*/ 3595668 h 4805204"/>
                  <a:gd name="connsiteX61" fmla="*/ 6716434 w 8698387"/>
                  <a:gd name="connsiteY61" fmla="*/ 3427265 h 4805204"/>
                  <a:gd name="connsiteX62" fmla="*/ 6826531 w 8698387"/>
                  <a:gd name="connsiteY62" fmla="*/ 3233973 h 4805204"/>
                  <a:gd name="connsiteX63" fmla="*/ 6936627 w 8698387"/>
                  <a:gd name="connsiteY63" fmla="*/ 3026488 h 4805204"/>
                  <a:gd name="connsiteX64" fmla="*/ 7046724 w 8698387"/>
                  <a:gd name="connsiteY64" fmla="*/ 2816037 h 4805204"/>
                  <a:gd name="connsiteX65" fmla="*/ 7156927 w 8698387"/>
                  <a:gd name="connsiteY65" fmla="*/ 2615330 h 4805204"/>
                  <a:gd name="connsiteX66" fmla="*/ 7267023 w 8698387"/>
                  <a:gd name="connsiteY66" fmla="*/ 2436971 h 4805204"/>
                  <a:gd name="connsiteX67" fmla="*/ 7377120 w 8698387"/>
                  <a:gd name="connsiteY67" fmla="*/ 2290916 h 4805204"/>
                  <a:gd name="connsiteX68" fmla="*/ 7487217 w 8698387"/>
                  <a:gd name="connsiteY68" fmla="*/ 2152699 h 4805204"/>
                  <a:gd name="connsiteX69" fmla="*/ 7597314 w 8698387"/>
                  <a:gd name="connsiteY69" fmla="*/ 2011727 h 4805204"/>
                  <a:gd name="connsiteX70" fmla="*/ 7707410 w 8698387"/>
                  <a:gd name="connsiteY70" fmla="*/ 1865248 h 4805204"/>
                  <a:gd name="connsiteX71" fmla="*/ 7817507 w 8698387"/>
                  <a:gd name="connsiteY71" fmla="*/ 1710402 h 4805204"/>
                  <a:gd name="connsiteX72" fmla="*/ 7927604 w 8698387"/>
                  <a:gd name="connsiteY72" fmla="*/ 1544647 h 4805204"/>
                  <a:gd name="connsiteX73" fmla="*/ 8037701 w 8698387"/>
                  <a:gd name="connsiteY73" fmla="*/ 1366183 h 4805204"/>
                  <a:gd name="connsiteX74" fmla="*/ 8147798 w 8698387"/>
                  <a:gd name="connsiteY74" fmla="*/ 1173737 h 4805204"/>
                  <a:gd name="connsiteX75" fmla="*/ 8257894 w 8698387"/>
                  <a:gd name="connsiteY75" fmla="*/ 966887 h 4805204"/>
                  <a:gd name="connsiteX76" fmla="*/ 8367991 w 8698387"/>
                  <a:gd name="connsiteY76" fmla="*/ 745527 h 4805204"/>
                  <a:gd name="connsiteX77" fmla="*/ 8478194 w 8698387"/>
                  <a:gd name="connsiteY77" fmla="*/ 510187 h 4805204"/>
                  <a:gd name="connsiteX78" fmla="*/ 8588290 w 8698387"/>
                  <a:gd name="connsiteY78" fmla="*/ 261501 h 4805204"/>
                  <a:gd name="connsiteX79" fmla="*/ 8698387 w 8698387"/>
                  <a:gd name="connsiteY79" fmla="*/ 0 h 4805204"/>
                  <a:gd name="connsiteX80" fmla="*/ 8698387 w 8698387"/>
                  <a:gd name="connsiteY80" fmla="*/ 2991536 h 4805204"/>
                  <a:gd name="connsiteX81" fmla="*/ 8588290 w 8698387"/>
                  <a:gd name="connsiteY81" fmla="*/ 2953619 h 4805204"/>
                  <a:gd name="connsiteX82" fmla="*/ 8478194 w 8698387"/>
                  <a:gd name="connsiteY82" fmla="*/ 2933495 h 4805204"/>
                  <a:gd name="connsiteX83" fmla="*/ 8367991 w 8698387"/>
                  <a:gd name="connsiteY83" fmla="*/ 2931589 h 4805204"/>
                  <a:gd name="connsiteX84" fmla="*/ 8257894 w 8698387"/>
                  <a:gd name="connsiteY84" fmla="*/ 2948429 h 4805204"/>
                  <a:gd name="connsiteX85" fmla="*/ 8147798 w 8698387"/>
                  <a:gd name="connsiteY85" fmla="*/ 2984334 h 4805204"/>
                  <a:gd name="connsiteX86" fmla="*/ 8037701 w 8698387"/>
                  <a:gd name="connsiteY86" fmla="*/ 3039409 h 4805204"/>
                  <a:gd name="connsiteX87" fmla="*/ 7927604 w 8698387"/>
                  <a:gd name="connsiteY87" fmla="*/ 3113125 h 4805204"/>
                  <a:gd name="connsiteX88" fmla="*/ 7817507 w 8698387"/>
                  <a:gd name="connsiteY88" fmla="*/ 3204211 h 4805204"/>
                  <a:gd name="connsiteX89" fmla="*/ 7707410 w 8698387"/>
                  <a:gd name="connsiteY89" fmla="*/ 3310549 h 4805204"/>
                  <a:gd name="connsiteX90" fmla="*/ 7597314 w 8698387"/>
                  <a:gd name="connsiteY90" fmla="*/ 3429807 h 4805204"/>
                  <a:gd name="connsiteX91" fmla="*/ 7487217 w 8698387"/>
                  <a:gd name="connsiteY91" fmla="*/ 3558916 h 4805204"/>
                  <a:gd name="connsiteX92" fmla="*/ 7377120 w 8698387"/>
                  <a:gd name="connsiteY92" fmla="*/ 3695227 h 4805204"/>
                  <a:gd name="connsiteX93" fmla="*/ 7267023 w 8698387"/>
                  <a:gd name="connsiteY93" fmla="*/ 3843613 h 4805204"/>
                  <a:gd name="connsiteX94" fmla="*/ 7156927 w 8698387"/>
                  <a:gd name="connsiteY94" fmla="*/ 4022395 h 4805204"/>
                  <a:gd name="connsiteX95" fmla="*/ 7046724 w 8698387"/>
                  <a:gd name="connsiteY95" fmla="*/ 4222467 h 4805204"/>
                  <a:gd name="connsiteX96" fmla="*/ 6936627 w 8698387"/>
                  <a:gd name="connsiteY96" fmla="*/ 4432070 h 4805204"/>
                  <a:gd name="connsiteX97" fmla="*/ 6826531 w 8698387"/>
                  <a:gd name="connsiteY97" fmla="*/ 4639449 h 4805204"/>
                  <a:gd name="connsiteX98" fmla="*/ 6716434 w 8698387"/>
                  <a:gd name="connsiteY98" fmla="*/ 4805204 h 4805204"/>
                  <a:gd name="connsiteX99" fmla="*/ 6606337 w 8698387"/>
                  <a:gd name="connsiteY99" fmla="*/ 4805204 h 4805204"/>
                  <a:gd name="connsiteX100" fmla="*/ 6496240 w 8698387"/>
                  <a:gd name="connsiteY100" fmla="*/ 4805204 h 4805204"/>
                  <a:gd name="connsiteX101" fmla="*/ 6386144 w 8698387"/>
                  <a:gd name="connsiteY101" fmla="*/ 4805204 h 4805204"/>
                  <a:gd name="connsiteX102" fmla="*/ 6276047 w 8698387"/>
                  <a:gd name="connsiteY102" fmla="*/ 4805204 h 4805204"/>
                  <a:gd name="connsiteX103" fmla="*/ 6165950 w 8698387"/>
                  <a:gd name="connsiteY103" fmla="*/ 4805204 h 4805204"/>
                  <a:gd name="connsiteX104" fmla="*/ 6055853 w 8698387"/>
                  <a:gd name="connsiteY104" fmla="*/ 4805204 h 4805204"/>
                  <a:gd name="connsiteX105" fmla="*/ 5945756 w 8698387"/>
                  <a:gd name="connsiteY105" fmla="*/ 4805204 h 4805204"/>
                  <a:gd name="connsiteX106" fmla="*/ 5835660 w 8698387"/>
                  <a:gd name="connsiteY106" fmla="*/ 4805204 h 4805204"/>
                  <a:gd name="connsiteX107" fmla="*/ 5725563 w 8698387"/>
                  <a:gd name="connsiteY107" fmla="*/ 4805204 h 4805204"/>
                  <a:gd name="connsiteX108" fmla="*/ 5615360 w 8698387"/>
                  <a:gd name="connsiteY108" fmla="*/ 4805204 h 4805204"/>
                  <a:gd name="connsiteX109" fmla="*/ 5505263 w 8698387"/>
                  <a:gd name="connsiteY109" fmla="*/ 4805204 h 4805204"/>
                  <a:gd name="connsiteX110" fmla="*/ 5395166 w 8698387"/>
                  <a:gd name="connsiteY110" fmla="*/ 4805204 h 4805204"/>
                  <a:gd name="connsiteX111" fmla="*/ 5285069 w 8698387"/>
                  <a:gd name="connsiteY111" fmla="*/ 4805204 h 4805204"/>
                  <a:gd name="connsiteX112" fmla="*/ 5174973 w 8698387"/>
                  <a:gd name="connsiteY112" fmla="*/ 4805204 h 4805204"/>
                  <a:gd name="connsiteX113" fmla="*/ 5064876 w 8698387"/>
                  <a:gd name="connsiteY113" fmla="*/ 4805204 h 4805204"/>
                  <a:gd name="connsiteX114" fmla="*/ 4954779 w 8698387"/>
                  <a:gd name="connsiteY114" fmla="*/ 4805204 h 4805204"/>
                  <a:gd name="connsiteX115" fmla="*/ 4844682 w 8698387"/>
                  <a:gd name="connsiteY115" fmla="*/ 4805204 h 4805204"/>
                  <a:gd name="connsiteX116" fmla="*/ 4734585 w 8698387"/>
                  <a:gd name="connsiteY116" fmla="*/ 4805204 h 4805204"/>
                  <a:gd name="connsiteX117" fmla="*/ 4624489 w 8698387"/>
                  <a:gd name="connsiteY117" fmla="*/ 4805204 h 4805204"/>
                  <a:gd name="connsiteX118" fmla="*/ 4514392 w 8698387"/>
                  <a:gd name="connsiteY118" fmla="*/ 4805204 h 4805204"/>
                  <a:gd name="connsiteX119" fmla="*/ 4404295 w 8698387"/>
                  <a:gd name="connsiteY119" fmla="*/ 4805204 h 4805204"/>
                  <a:gd name="connsiteX120" fmla="*/ 4294093 w 8698387"/>
                  <a:gd name="connsiteY120" fmla="*/ 4805204 h 4805204"/>
                  <a:gd name="connsiteX121" fmla="*/ 4183996 w 8698387"/>
                  <a:gd name="connsiteY121" fmla="*/ 4805204 h 4805204"/>
                  <a:gd name="connsiteX122" fmla="*/ 4073899 w 8698387"/>
                  <a:gd name="connsiteY122" fmla="*/ 4805204 h 4805204"/>
                  <a:gd name="connsiteX123" fmla="*/ 3963802 w 8698387"/>
                  <a:gd name="connsiteY123" fmla="*/ 4805204 h 4805204"/>
                  <a:gd name="connsiteX124" fmla="*/ 3853705 w 8698387"/>
                  <a:gd name="connsiteY124" fmla="*/ 4805204 h 4805204"/>
                  <a:gd name="connsiteX125" fmla="*/ 3743608 w 8698387"/>
                  <a:gd name="connsiteY125" fmla="*/ 4805204 h 4805204"/>
                  <a:gd name="connsiteX126" fmla="*/ 3633512 w 8698387"/>
                  <a:gd name="connsiteY126" fmla="*/ 4805204 h 4805204"/>
                  <a:gd name="connsiteX127" fmla="*/ 3523415 w 8698387"/>
                  <a:gd name="connsiteY127" fmla="*/ 4805204 h 4805204"/>
                  <a:gd name="connsiteX128" fmla="*/ 3413318 w 8698387"/>
                  <a:gd name="connsiteY128" fmla="*/ 4805204 h 4805204"/>
                  <a:gd name="connsiteX129" fmla="*/ 3303221 w 8698387"/>
                  <a:gd name="connsiteY129" fmla="*/ 4805204 h 4805204"/>
                  <a:gd name="connsiteX130" fmla="*/ 3193125 w 8698387"/>
                  <a:gd name="connsiteY130" fmla="*/ 4805204 h 4805204"/>
                  <a:gd name="connsiteX131" fmla="*/ 3083028 w 8698387"/>
                  <a:gd name="connsiteY131" fmla="*/ 4805204 h 4805204"/>
                  <a:gd name="connsiteX132" fmla="*/ 2972825 w 8698387"/>
                  <a:gd name="connsiteY132" fmla="*/ 4805204 h 4805204"/>
                  <a:gd name="connsiteX133" fmla="*/ 2862728 w 8698387"/>
                  <a:gd name="connsiteY133" fmla="*/ 4805204 h 4805204"/>
                  <a:gd name="connsiteX134" fmla="*/ 2752632 w 8698387"/>
                  <a:gd name="connsiteY134" fmla="*/ 4805204 h 4805204"/>
                  <a:gd name="connsiteX135" fmla="*/ 2642535 w 8698387"/>
                  <a:gd name="connsiteY135" fmla="*/ 4805204 h 4805204"/>
                  <a:gd name="connsiteX136" fmla="*/ 2532438 w 8698387"/>
                  <a:gd name="connsiteY136" fmla="*/ 4805204 h 4805204"/>
                  <a:gd name="connsiteX137" fmla="*/ 2422341 w 8698387"/>
                  <a:gd name="connsiteY137" fmla="*/ 4805204 h 4805204"/>
                  <a:gd name="connsiteX138" fmla="*/ 2312245 w 8698387"/>
                  <a:gd name="connsiteY138" fmla="*/ 4805204 h 4805204"/>
                  <a:gd name="connsiteX139" fmla="*/ 2202148 w 8698387"/>
                  <a:gd name="connsiteY139" fmla="*/ 4805204 h 4805204"/>
                  <a:gd name="connsiteX140" fmla="*/ 2092051 w 8698387"/>
                  <a:gd name="connsiteY140" fmla="*/ 4805204 h 4805204"/>
                  <a:gd name="connsiteX141" fmla="*/ 1981954 w 8698387"/>
                  <a:gd name="connsiteY141" fmla="*/ 4805204 h 4805204"/>
                  <a:gd name="connsiteX142" fmla="*/ 1871857 w 8698387"/>
                  <a:gd name="connsiteY142" fmla="*/ 4805204 h 4805204"/>
                  <a:gd name="connsiteX143" fmla="*/ 1761760 w 8698387"/>
                  <a:gd name="connsiteY143" fmla="*/ 4805204 h 4805204"/>
                  <a:gd name="connsiteX144" fmla="*/ 1651664 w 8698387"/>
                  <a:gd name="connsiteY144" fmla="*/ 4805204 h 4805204"/>
                  <a:gd name="connsiteX145" fmla="*/ 1541461 w 8698387"/>
                  <a:gd name="connsiteY145" fmla="*/ 4805204 h 4805204"/>
                  <a:gd name="connsiteX146" fmla="*/ 1431364 w 8698387"/>
                  <a:gd name="connsiteY146" fmla="*/ 4805204 h 4805204"/>
                  <a:gd name="connsiteX147" fmla="*/ 1321267 w 8698387"/>
                  <a:gd name="connsiteY147" fmla="*/ 4805204 h 4805204"/>
                  <a:gd name="connsiteX148" fmla="*/ 1211171 w 8698387"/>
                  <a:gd name="connsiteY148" fmla="*/ 4805204 h 4805204"/>
                  <a:gd name="connsiteX149" fmla="*/ 1101074 w 8698387"/>
                  <a:gd name="connsiteY149" fmla="*/ 4805204 h 4805204"/>
                  <a:gd name="connsiteX150" fmla="*/ 990977 w 8698387"/>
                  <a:gd name="connsiteY150" fmla="*/ 4805204 h 4805204"/>
                  <a:gd name="connsiteX151" fmla="*/ 880880 w 8698387"/>
                  <a:gd name="connsiteY151" fmla="*/ 4805204 h 4805204"/>
                  <a:gd name="connsiteX152" fmla="*/ 770784 w 8698387"/>
                  <a:gd name="connsiteY152" fmla="*/ 4805204 h 4805204"/>
                  <a:gd name="connsiteX153" fmla="*/ 660687 w 8698387"/>
                  <a:gd name="connsiteY153" fmla="*/ 4805204 h 4805204"/>
                  <a:gd name="connsiteX154" fmla="*/ 550590 w 8698387"/>
                  <a:gd name="connsiteY154" fmla="*/ 4805204 h 4805204"/>
                  <a:gd name="connsiteX155" fmla="*/ 440493 w 8698387"/>
                  <a:gd name="connsiteY155" fmla="*/ 4805204 h 4805204"/>
                  <a:gd name="connsiteX156" fmla="*/ 330396 w 8698387"/>
                  <a:gd name="connsiteY156" fmla="*/ 4805204 h 4805204"/>
                  <a:gd name="connsiteX157" fmla="*/ 220194 w 8698387"/>
                  <a:gd name="connsiteY157" fmla="*/ 4805204 h 4805204"/>
                  <a:gd name="connsiteX158" fmla="*/ 110097 w 8698387"/>
                  <a:gd name="connsiteY158" fmla="*/ 4805204 h 4805204"/>
                  <a:gd name="connsiteX159" fmla="*/ 0 w 8698387"/>
                  <a:gd name="connsiteY159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698387" h="4805204">
                    <a:moveTo>
                      <a:pt x="0" y="3731344"/>
                    </a:moveTo>
                    <a:lnTo>
                      <a:pt x="110097" y="3900383"/>
                    </a:lnTo>
                    <a:lnTo>
                      <a:pt x="220194" y="4043684"/>
                    </a:lnTo>
                    <a:lnTo>
                      <a:pt x="330396" y="4154364"/>
                    </a:lnTo>
                    <a:lnTo>
                      <a:pt x="440493" y="4223526"/>
                    </a:lnTo>
                    <a:lnTo>
                      <a:pt x="550590" y="4245979"/>
                    </a:lnTo>
                    <a:lnTo>
                      <a:pt x="660687" y="4226279"/>
                    </a:lnTo>
                    <a:lnTo>
                      <a:pt x="770784" y="4177241"/>
                    </a:lnTo>
                    <a:lnTo>
                      <a:pt x="880880" y="4111363"/>
                    </a:lnTo>
                    <a:lnTo>
                      <a:pt x="990977" y="4037541"/>
                    </a:lnTo>
                    <a:lnTo>
                      <a:pt x="1101074" y="3961389"/>
                    </a:lnTo>
                    <a:lnTo>
                      <a:pt x="1211171" y="3886402"/>
                    </a:lnTo>
                    <a:lnTo>
                      <a:pt x="1321267" y="3814804"/>
                    </a:lnTo>
                    <a:lnTo>
                      <a:pt x="1431364" y="3748396"/>
                    </a:lnTo>
                    <a:lnTo>
                      <a:pt x="1541461" y="3690038"/>
                    </a:lnTo>
                    <a:lnTo>
                      <a:pt x="1651664" y="3638246"/>
                    </a:lnTo>
                    <a:lnTo>
                      <a:pt x="1761760" y="3588572"/>
                    </a:lnTo>
                    <a:lnTo>
                      <a:pt x="1871857" y="3535298"/>
                    </a:lnTo>
                    <a:lnTo>
                      <a:pt x="1981954" y="3473338"/>
                    </a:lnTo>
                    <a:lnTo>
                      <a:pt x="2092051" y="3398351"/>
                    </a:lnTo>
                    <a:lnTo>
                      <a:pt x="2202148" y="3308324"/>
                    </a:lnTo>
                    <a:lnTo>
                      <a:pt x="2312245" y="3203682"/>
                    </a:lnTo>
                    <a:lnTo>
                      <a:pt x="2422341" y="3087070"/>
                    </a:lnTo>
                    <a:lnTo>
                      <a:pt x="2532438" y="2963363"/>
                    </a:lnTo>
                    <a:lnTo>
                      <a:pt x="2642535" y="2838491"/>
                    </a:lnTo>
                    <a:lnTo>
                      <a:pt x="2752632" y="2719231"/>
                    </a:lnTo>
                    <a:lnTo>
                      <a:pt x="2862728" y="2612364"/>
                    </a:lnTo>
                    <a:lnTo>
                      <a:pt x="2972825" y="2524880"/>
                    </a:lnTo>
                    <a:lnTo>
                      <a:pt x="3083028" y="2463344"/>
                    </a:lnTo>
                    <a:lnTo>
                      <a:pt x="3193125" y="2434535"/>
                    </a:lnTo>
                    <a:lnTo>
                      <a:pt x="3303221" y="2444491"/>
                    </a:lnTo>
                    <a:lnTo>
                      <a:pt x="3413318" y="2499143"/>
                    </a:lnTo>
                    <a:lnTo>
                      <a:pt x="3523415" y="2603997"/>
                    </a:lnTo>
                    <a:lnTo>
                      <a:pt x="3633512" y="2763398"/>
                    </a:lnTo>
                    <a:lnTo>
                      <a:pt x="3743608" y="2979991"/>
                    </a:lnTo>
                    <a:lnTo>
                      <a:pt x="3853705" y="3250707"/>
                    </a:lnTo>
                    <a:lnTo>
                      <a:pt x="3963802" y="3537733"/>
                    </a:lnTo>
                    <a:lnTo>
                      <a:pt x="4073899" y="3735263"/>
                    </a:lnTo>
                    <a:lnTo>
                      <a:pt x="4183996" y="3824442"/>
                    </a:lnTo>
                    <a:lnTo>
                      <a:pt x="4294093" y="3835669"/>
                    </a:lnTo>
                    <a:lnTo>
                      <a:pt x="4404295" y="3809720"/>
                    </a:lnTo>
                    <a:lnTo>
                      <a:pt x="4514392" y="3784195"/>
                    </a:lnTo>
                    <a:lnTo>
                      <a:pt x="4624489" y="3766613"/>
                    </a:lnTo>
                    <a:lnTo>
                      <a:pt x="4734585" y="3784725"/>
                    </a:lnTo>
                    <a:lnTo>
                      <a:pt x="4844682" y="3806013"/>
                    </a:lnTo>
                    <a:lnTo>
                      <a:pt x="4954779" y="3798705"/>
                    </a:lnTo>
                    <a:lnTo>
                      <a:pt x="5064876" y="3764177"/>
                    </a:lnTo>
                    <a:lnTo>
                      <a:pt x="5174973" y="3736746"/>
                    </a:lnTo>
                    <a:lnTo>
                      <a:pt x="5285069" y="3715139"/>
                    </a:lnTo>
                    <a:lnTo>
                      <a:pt x="5395166" y="3703171"/>
                    </a:lnTo>
                    <a:lnTo>
                      <a:pt x="5505263" y="3694062"/>
                    </a:lnTo>
                    <a:lnTo>
                      <a:pt x="5615360" y="3711962"/>
                    </a:lnTo>
                    <a:lnTo>
                      <a:pt x="5725563" y="3736746"/>
                    </a:lnTo>
                    <a:lnTo>
                      <a:pt x="5835660" y="3745431"/>
                    </a:lnTo>
                    <a:lnTo>
                      <a:pt x="5945756" y="3728167"/>
                    </a:lnTo>
                    <a:lnTo>
                      <a:pt x="6055853" y="3691097"/>
                    </a:lnTo>
                    <a:lnTo>
                      <a:pt x="6165950" y="3649578"/>
                    </a:lnTo>
                    <a:lnTo>
                      <a:pt x="6276047" y="3618970"/>
                    </a:lnTo>
                    <a:lnTo>
                      <a:pt x="6386144" y="3668008"/>
                    </a:lnTo>
                    <a:lnTo>
                      <a:pt x="6496240" y="3704865"/>
                    </a:lnTo>
                    <a:lnTo>
                      <a:pt x="6606337" y="3595668"/>
                    </a:lnTo>
                    <a:lnTo>
                      <a:pt x="6716434" y="3427265"/>
                    </a:lnTo>
                    <a:lnTo>
                      <a:pt x="6826531" y="3233973"/>
                    </a:lnTo>
                    <a:lnTo>
                      <a:pt x="6936627" y="3026488"/>
                    </a:lnTo>
                    <a:lnTo>
                      <a:pt x="7046724" y="2816037"/>
                    </a:lnTo>
                    <a:lnTo>
                      <a:pt x="7156927" y="2615330"/>
                    </a:lnTo>
                    <a:lnTo>
                      <a:pt x="7267023" y="2436971"/>
                    </a:lnTo>
                    <a:lnTo>
                      <a:pt x="7377120" y="2290916"/>
                    </a:lnTo>
                    <a:lnTo>
                      <a:pt x="7487217" y="2152699"/>
                    </a:lnTo>
                    <a:lnTo>
                      <a:pt x="7597314" y="2011727"/>
                    </a:lnTo>
                    <a:lnTo>
                      <a:pt x="7707410" y="1865248"/>
                    </a:lnTo>
                    <a:lnTo>
                      <a:pt x="7817507" y="1710402"/>
                    </a:lnTo>
                    <a:lnTo>
                      <a:pt x="7927604" y="1544647"/>
                    </a:lnTo>
                    <a:lnTo>
                      <a:pt x="8037701" y="1366183"/>
                    </a:lnTo>
                    <a:lnTo>
                      <a:pt x="8147798" y="1173737"/>
                    </a:lnTo>
                    <a:lnTo>
                      <a:pt x="8257894" y="966887"/>
                    </a:lnTo>
                    <a:lnTo>
                      <a:pt x="8367991" y="745527"/>
                    </a:lnTo>
                    <a:lnTo>
                      <a:pt x="8478194" y="510187"/>
                    </a:lnTo>
                    <a:lnTo>
                      <a:pt x="8588290" y="261501"/>
                    </a:lnTo>
                    <a:lnTo>
                      <a:pt x="8698387" y="0"/>
                    </a:lnTo>
                    <a:lnTo>
                      <a:pt x="8698387" y="2991536"/>
                    </a:lnTo>
                    <a:lnTo>
                      <a:pt x="8588290" y="2953619"/>
                    </a:lnTo>
                    <a:lnTo>
                      <a:pt x="8478194" y="2933495"/>
                    </a:lnTo>
                    <a:lnTo>
                      <a:pt x="8367991" y="2931589"/>
                    </a:lnTo>
                    <a:lnTo>
                      <a:pt x="8257894" y="2948429"/>
                    </a:lnTo>
                    <a:lnTo>
                      <a:pt x="8147798" y="2984334"/>
                    </a:lnTo>
                    <a:lnTo>
                      <a:pt x="8037701" y="3039409"/>
                    </a:lnTo>
                    <a:lnTo>
                      <a:pt x="7927604" y="3113125"/>
                    </a:lnTo>
                    <a:lnTo>
                      <a:pt x="7817507" y="3204211"/>
                    </a:lnTo>
                    <a:lnTo>
                      <a:pt x="7707410" y="3310549"/>
                    </a:lnTo>
                    <a:lnTo>
                      <a:pt x="7597314" y="3429807"/>
                    </a:lnTo>
                    <a:lnTo>
                      <a:pt x="7487217" y="3558916"/>
                    </a:lnTo>
                    <a:lnTo>
                      <a:pt x="7377120" y="3695227"/>
                    </a:lnTo>
                    <a:lnTo>
                      <a:pt x="7267023" y="3843613"/>
                    </a:lnTo>
                    <a:lnTo>
                      <a:pt x="7156927" y="4022395"/>
                    </a:lnTo>
                    <a:lnTo>
                      <a:pt x="7046724" y="4222467"/>
                    </a:lnTo>
                    <a:lnTo>
                      <a:pt x="6936627" y="4432070"/>
                    </a:lnTo>
                    <a:lnTo>
                      <a:pt x="6826531" y="4639449"/>
                    </a:lnTo>
                    <a:lnTo>
                      <a:pt x="6716434" y="4805204"/>
                    </a:lnTo>
                    <a:lnTo>
                      <a:pt x="6606337" y="4805204"/>
                    </a:lnTo>
                    <a:lnTo>
                      <a:pt x="6496240" y="4805204"/>
                    </a:lnTo>
                    <a:lnTo>
                      <a:pt x="6386144" y="4805204"/>
                    </a:lnTo>
                    <a:lnTo>
                      <a:pt x="6276047" y="4805204"/>
                    </a:lnTo>
                    <a:lnTo>
                      <a:pt x="6165950" y="4805204"/>
                    </a:lnTo>
                    <a:lnTo>
                      <a:pt x="6055853" y="4805204"/>
                    </a:lnTo>
                    <a:lnTo>
                      <a:pt x="5945756" y="4805204"/>
                    </a:lnTo>
                    <a:lnTo>
                      <a:pt x="5835660" y="4805204"/>
                    </a:lnTo>
                    <a:lnTo>
                      <a:pt x="5725563" y="4805204"/>
                    </a:lnTo>
                    <a:lnTo>
                      <a:pt x="5615360" y="4805204"/>
                    </a:lnTo>
                    <a:lnTo>
                      <a:pt x="5505263" y="4805204"/>
                    </a:lnTo>
                    <a:lnTo>
                      <a:pt x="5395166" y="4805204"/>
                    </a:lnTo>
                    <a:lnTo>
                      <a:pt x="5285069" y="4805204"/>
                    </a:lnTo>
                    <a:lnTo>
                      <a:pt x="5174973" y="4805204"/>
                    </a:lnTo>
                    <a:lnTo>
                      <a:pt x="5064876" y="4805204"/>
                    </a:lnTo>
                    <a:lnTo>
                      <a:pt x="4954779" y="4805204"/>
                    </a:lnTo>
                    <a:lnTo>
                      <a:pt x="4844682" y="4805204"/>
                    </a:lnTo>
                    <a:lnTo>
                      <a:pt x="4734585" y="4805204"/>
                    </a:lnTo>
                    <a:lnTo>
                      <a:pt x="4624489" y="4805204"/>
                    </a:lnTo>
                    <a:lnTo>
                      <a:pt x="4514392" y="4805204"/>
                    </a:lnTo>
                    <a:lnTo>
                      <a:pt x="4404295" y="4805204"/>
                    </a:lnTo>
                    <a:lnTo>
                      <a:pt x="4294093" y="4805204"/>
                    </a:lnTo>
                    <a:lnTo>
                      <a:pt x="4183996" y="4805204"/>
                    </a:lnTo>
                    <a:lnTo>
                      <a:pt x="4073899" y="4805204"/>
                    </a:lnTo>
                    <a:lnTo>
                      <a:pt x="3963802" y="4805204"/>
                    </a:lnTo>
                    <a:lnTo>
                      <a:pt x="3853705" y="4805204"/>
                    </a:lnTo>
                    <a:lnTo>
                      <a:pt x="3743608" y="4805204"/>
                    </a:lnTo>
                    <a:lnTo>
                      <a:pt x="3633512" y="4805204"/>
                    </a:lnTo>
                    <a:lnTo>
                      <a:pt x="3523415" y="4805204"/>
                    </a:lnTo>
                    <a:lnTo>
                      <a:pt x="3413318" y="4805204"/>
                    </a:lnTo>
                    <a:lnTo>
                      <a:pt x="3303221" y="4805204"/>
                    </a:lnTo>
                    <a:lnTo>
                      <a:pt x="3193125" y="4805204"/>
                    </a:lnTo>
                    <a:lnTo>
                      <a:pt x="3083028" y="4805204"/>
                    </a:lnTo>
                    <a:lnTo>
                      <a:pt x="2972825" y="4805204"/>
                    </a:lnTo>
                    <a:lnTo>
                      <a:pt x="2862728" y="4805204"/>
                    </a:lnTo>
                    <a:lnTo>
                      <a:pt x="2752632" y="4805204"/>
                    </a:lnTo>
                    <a:lnTo>
                      <a:pt x="2642535" y="4805204"/>
                    </a:lnTo>
                    <a:lnTo>
                      <a:pt x="2532438" y="4805204"/>
                    </a:lnTo>
                    <a:lnTo>
                      <a:pt x="2422341" y="4805204"/>
                    </a:lnTo>
                    <a:lnTo>
                      <a:pt x="2312245" y="4805204"/>
                    </a:lnTo>
                    <a:lnTo>
                      <a:pt x="2202148" y="4805204"/>
                    </a:lnTo>
                    <a:lnTo>
                      <a:pt x="2092051" y="4805204"/>
                    </a:lnTo>
                    <a:lnTo>
                      <a:pt x="1981954" y="4805204"/>
                    </a:lnTo>
                    <a:lnTo>
                      <a:pt x="1871857" y="4805204"/>
                    </a:lnTo>
                    <a:lnTo>
                      <a:pt x="1761760" y="4805204"/>
                    </a:lnTo>
                    <a:lnTo>
                      <a:pt x="1651664" y="4805204"/>
                    </a:lnTo>
                    <a:lnTo>
                      <a:pt x="1541461" y="4805204"/>
                    </a:lnTo>
                    <a:lnTo>
                      <a:pt x="1431364" y="4805204"/>
                    </a:lnTo>
                    <a:lnTo>
                      <a:pt x="1321267" y="4805204"/>
                    </a:lnTo>
                    <a:lnTo>
                      <a:pt x="1211171" y="4805204"/>
                    </a:lnTo>
                    <a:lnTo>
                      <a:pt x="1101074" y="4805204"/>
                    </a:lnTo>
                    <a:lnTo>
                      <a:pt x="990977" y="4805204"/>
                    </a:lnTo>
                    <a:lnTo>
                      <a:pt x="880880" y="4805204"/>
                    </a:lnTo>
                    <a:lnTo>
                      <a:pt x="770784" y="4805204"/>
                    </a:lnTo>
                    <a:lnTo>
                      <a:pt x="660687" y="4805204"/>
                    </a:lnTo>
                    <a:lnTo>
                      <a:pt x="550590" y="4805204"/>
                    </a:lnTo>
                    <a:lnTo>
                      <a:pt x="440493" y="4805204"/>
                    </a:lnTo>
                    <a:lnTo>
                      <a:pt x="330396" y="4805204"/>
                    </a:lnTo>
                    <a:lnTo>
                      <a:pt x="220194" y="4805204"/>
                    </a:lnTo>
                    <a:lnTo>
                      <a:pt x="110097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solidFill>
                <a:srgbClr val="00833E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FBFEB80C-4893-1E73-40C4-A01AFFE7556D}"/>
                  </a:ext>
                </a:extLst>
              </p:cNvPr>
              <p:cNvSpPr/>
              <p:nvPr/>
            </p:nvSpPr>
            <p:spPr>
              <a:xfrm>
                <a:off x="1988404" y="971481"/>
                <a:ext cx="8698387" cy="4245979"/>
              </a:xfrm>
              <a:custGeom>
                <a:avLst/>
                <a:gdLst>
                  <a:gd name="connsiteX0" fmla="*/ 0 w 8698387"/>
                  <a:gd name="connsiteY0" fmla="*/ 3731344 h 4245979"/>
                  <a:gd name="connsiteX1" fmla="*/ 110097 w 8698387"/>
                  <a:gd name="connsiteY1" fmla="*/ 3900383 h 4245979"/>
                  <a:gd name="connsiteX2" fmla="*/ 220194 w 8698387"/>
                  <a:gd name="connsiteY2" fmla="*/ 4043684 h 4245979"/>
                  <a:gd name="connsiteX3" fmla="*/ 330396 w 8698387"/>
                  <a:gd name="connsiteY3" fmla="*/ 4154364 h 4245979"/>
                  <a:gd name="connsiteX4" fmla="*/ 440493 w 8698387"/>
                  <a:gd name="connsiteY4" fmla="*/ 4223526 h 4245979"/>
                  <a:gd name="connsiteX5" fmla="*/ 550590 w 8698387"/>
                  <a:gd name="connsiteY5" fmla="*/ 4245979 h 4245979"/>
                  <a:gd name="connsiteX6" fmla="*/ 660687 w 8698387"/>
                  <a:gd name="connsiteY6" fmla="*/ 4226279 h 4245979"/>
                  <a:gd name="connsiteX7" fmla="*/ 770784 w 8698387"/>
                  <a:gd name="connsiteY7" fmla="*/ 4177241 h 4245979"/>
                  <a:gd name="connsiteX8" fmla="*/ 880880 w 8698387"/>
                  <a:gd name="connsiteY8" fmla="*/ 4111363 h 4245979"/>
                  <a:gd name="connsiteX9" fmla="*/ 990977 w 8698387"/>
                  <a:gd name="connsiteY9" fmla="*/ 4037541 h 4245979"/>
                  <a:gd name="connsiteX10" fmla="*/ 1101074 w 8698387"/>
                  <a:gd name="connsiteY10" fmla="*/ 3961389 h 4245979"/>
                  <a:gd name="connsiteX11" fmla="*/ 1211171 w 8698387"/>
                  <a:gd name="connsiteY11" fmla="*/ 3886402 h 4245979"/>
                  <a:gd name="connsiteX12" fmla="*/ 1321267 w 8698387"/>
                  <a:gd name="connsiteY12" fmla="*/ 3814804 h 4245979"/>
                  <a:gd name="connsiteX13" fmla="*/ 1431364 w 8698387"/>
                  <a:gd name="connsiteY13" fmla="*/ 3748396 h 4245979"/>
                  <a:gd name="connsiteX14" fmla="*/ 1541461 w 8698387"/>
                  <a:gd name="connsiteY14" fmla="*/ 3690038 h 4245979"/>
                  <a:gd name="connsiteX15" fmla="*/ 1651664 w 8698387"/>
                  <a:gd name="connsiteY15" fmla="*/ 3638246 h 4245979"/>
                  <a:gd name="connsiteX16" fmla="*/ 1761760 w 8698387"/>
                  <a:gd name="connsiteY16" fmla="*/ 3588572 h 4245979"/>
                  <a:gd name="connsiteX17" fmla="*/ 1871857 w 8698387"/>
                  <a:gd name="connsiteY17" fmla="*/ 3535298 h 4245979"/>
                  <a:gd name="connsiteX18" fmla="*/ 1981954 w 8698387"/>
                  <a:gd name="connsiteY18" fmla="*/ 3473338 h 4245979"/>
                  <a:gd name="connsiteX19" fmla="*/ 2092051 w 8698387"/>
                  <a:gd name="connsiteY19" fmla="*/ 3398351 h 4245979"/>
                  <a:gd name="connsiteX20" fmla="*/ 2202148 w 8698387"/>
                  <a:gd name="connsiteY20" fmla="*/ 3308324 h 4245979"/>
                  <a:gd name="connsiteX21" fmla="*/ 2312245 w 8698387"/>
                  <a:gd name="connsiteY21" fmla="*/ 3203682 h 4245979"/>
                  <a:gd name="connsiteX22" fmla="*/ 2422341 w 8698387"/>
                  <a:gd name="connsiteY22" fmla="*/ 3087070 h 4245979"/>
                  <a:gd name="connsiteX23" fmla="*/ 2532438 w 8698387"/>
                  <a:gd name="connsiteY23" fmla="*/ 2963363 h 4245979"/>
                  <a:gd name="connsiteX24" fmla="*/ 2642535 w 8698387"/>
                  <a:gd name="connsiteY24" fmla="*/ 2838491 h 4245979"/>
                  <a:gd name="connsiteX25" fmla="*/ 2752632 w 8698387"/>
                  <a:gd name="connsiteY25" fmla="*/ 2719231 h 4245979"/>
                  <a:gd name="connsiteX26" fmla="*/ 2862728 w 8698387"/>
                  <a:gd name="connsiteY26" fmla="*/ 2612364 h 4245979"/>
                  <a:gd name="connsiteX27" fmla="*/ 2972825 w 8698387"/>
                  <a:gd name="connsiteY27" fmla="*/ 2524880 h 4245979"/>
                  <a:gd name="connsiteX28" fmla="*/ 3083028 w 8698387"/>
                  <a:gd name="connsiteY28" fmla="*/ 2463344 h 4245979"/>
                  <a:gd name="connsiteX29" fmla="*/ 3193125 w 8698387"/>
                  <a:gd name="connsiteY29" fmla="*/ 2434535 h 4245979"/>
                  <a:gd name="connsiteX30" fmla="*/ 3303221 w 8698387"/>
                  <a:gd name="connsiteY30" fmla="*/ 2444491 h 4245979"/>
                  <a:gd name="connsiteX31" fmla="*/ 3413318 w 8698387"/>
                  <a:gd name="connsiteY31" fmla="*/ 2499143 h 4245979"/>
                  <a:gd name="connsiteX32" fmla="*/ 3523415 w 8698387"/>
                  <a:gd name="connsiteY32" fmla="*/ 2603997 h 4245979"/>
                  <a:gd name="connsiteX33" fmla="*/ 3633512 w 8698387"/>
                  <a:gd name="connsiteY33" fmla="*/ 2763398 h 4245979"/>
                  <a:gd name="connsiteX34" fmla="*/ 3743608 w 8698387"/>
                  <a:gd name="connsiteY34" fmla="*/ 2979991 h 4245979"/>
                  <a:gd name="connsiteX35" fmla="*/ 3853705 w 8698387"/>
                  <a:gd name="connsiteY35" fmla="*/ 3250707 h 4245979"/>
                  <a:gd name="connsiteX36" fmla="*/ 3963802 w 8698387"/>
                  <a:gd name="connsiteY36" fmla="*/ 3537733 h 4245979"/>
                  <a:gd name="connsiteX37" fmla="*/ 4073899 w 8698387"/>
                  <a:gd name="connsiteY37" fmla="*/ 3735263 h 4245979"/>
                  <a:gd name="connsiteX38" fmla="*/ 4183996 w 8698387"/>
                  <a:gd name="connsiteY38" fmla="*/ 3824442 h 4245979"/>
                  <a:gd name="connsiteX39" fmla="*/ 4294093 w 8698387"/>
                  <a:gd name="connsiteY39" fmla="*/ 3835669 h 4245979"/>
                  <a:gd name="connsiteX40" fmla="*/ 4404295 w 8698387"/>
                  <a:gd name="connsiteY40" fmla="*/ 3809720 h 4245979"/>
                  <a:gd name="connsiteX41" fmla="*/ 4514392 w 8698387"/>
                  <a:gd name="connsiteY41" fmla="*/ 3784195 h 4245979"/>
                  <a:gd name="connsiteX42" fmla="*/ 4624489 w 8698387"/>
                  <a:gd name="connsiteY42" fmla="*/ 3766613 h 4245979"/>
                  <a:gd name="connsiteX43" fmla="*/ 4734585 w 8698387"/>
                  <a:gd name="connsiteY43" fmla="*/ 3784725 h 4245979"/>
                  <a:gd name="connsiteX44" fmla="*/ 4844682 w 8698387"/>
                  <a:gd name="connsiteY44" fmla="*/ 3806013 h 4245979"/>
                  <a:gd name="connsiteX45" fmla="*/ 4954779 w 8698387"/>
                  <a:gd name="connsiteY45" fmla="*/ 3798705 h 4245979"/>
                  <a:gd name="connsiteX46" fmla="*/ 5064876 w 8698387"/>
                  <a:gd name="connsiteY46" fmla="*/ 3764177 h 4245979"/>
                  <a:gd name="connsiteX47" fmla="*/ 5174973 w 8698387"/>
                  <a:gd name="connsiteY47" fmla="*/ 3736746 h 4245979"/>
                  <a:gd name="connsiteX48" fmla="*/ 5285069 w 8698387"/>
                  <a:gd name="connsiteY48" fmla="*/ 3715139 h 4245979"/>
                  <a:gd name="connsiteX49" fmla="*/ 5395166 w 8698387"/>
                  <a:gd name="connsiteY49" fmla="*/ 3703171 h 4245979"/>
                  <a:gd name="connsiteX50" fmla="*/ 5505263 w 8698387"/>
                  <a:gd name="connsiteY50" fmla="*/ 3694062 h 4245979"/>
                  <a:gd name="connsiteX51" fmla="*/ 5615360 w 8698387"/>
                  <a:gd name="connsiteY51" fmla="*/ 3711962 h 4245979"/>
                  <a:gd name="connsiteX52" fmla="*/ 5725563 w 8698387"/>
                  <a:gd name="connsiteY52" fmla="*/ 3736746 h 4245979"/>
                  <a:gd name="connsiteX53" fmla="*/ 5835660 w 8698387"/>
                  <a:gd name="connsiteY53" fmla="*/ 3745431 h 4245979"/>
                  <a:gd name="connsiteX54" fmla="*/ 5945756 w 8698387"/>
                  <a:gd name="connsiteY54" fmla="*/ 3728167 h 4245979"/>
                  <a:gd name="connsiteX55" fmla="*/ 6055853 w 8698387"/>
                  <a:gd name="connsiteY55" fmla="*/ 3691097 h 4245979"/>
                  <a:gd name="connsiteX56" fmla="*/ 6165950 w 8698387"/>
                  <a:gd name="connsiteY56" fmla="*/ 3649578 h 4245979"/>
                  <a:gd name="connsiteX57" fmla="*/ 6276047 w 8698387"/>
                  <a:gd name="connsiteY57" fmla="*/ 3618970 h 4245979"/>
                  <a:gd name="connsiteX58" fmla="*/ 6386144 w 8698387"/>
                  <a:gd name="connsiteY58" fmla="*/ 3668008 h 4245979"/>
                  <a:gd name="connsiteX59" fmla="*/ 6496240 w 8698387"/>
                  <a:gd name="connsiteY59" fmla="*/ 3704865 h 4245979"/>
                  <a:gd name="connsiteX60" fmla="*/ 6606337 w 8698387"/>
                  <a:gd name="connsiteY60" fmla="*/ 3595668 h 4245979"/>
                  <a:gd name="connsiteX61" fmla="*/ 6716434 w 8698387"/>
                  <a:gd name="connsiteY61" fmla="*/ 3427265 h 4245979"/>
                  <a:gd name="connsiteX62" fmla="*/ 6826531 w 8698387"/>
                  <a:gd name="connsiteY62" fmla="*/ 3233973 h 4245979"/>
                  <a:gd name="connsiteX63" fmla="*/ 6936627 w 8698387"/>
                  <a:gd name="connsiteY63" fmla="*/ 3026488 h 4245979"/>
                  <a:gd name="connsiteX64" fmla="*/ 7046724 w 8698387"/>
                  <a:gd name="connsiteY64" fmla="*/ 2816037 h 4245979"/>
                  <a:gd name="connsiteX65" fmla="*/ 7156927 w 8698387"/>
                  <a:gd name="connsiteY65" fmla="*/ 2615330 h 4245979"/>
                  <a:gd name="connsiteX66" fmla="*/ 7267023 w 8698387"/>
                  <a:gd name="connsiteY66" fmla="*/ 2436971 h 4245979"/>
                  <a:gd name="connsiteX67" fmla="*/ 7377120 w 8698387"/>
                  <a:gd name="connsiteY67" fmla="*/ 2290916 h 4245979"/>
                  <a:gd name="connsiteX68" fmla="*/ 7487217 w 8698387"/>
                  <a:gd name="connsiteY68" fmla="*/ 2152699 h 4245979"/>
                  <a:gd name="connsiteX69" fmla="*/ 7597314 w 8698387"/>
                  <a:gd name="connsiteY69" fmla="*/ 2011727 h 4245979"/>
                  <a:gd name="connsiteX70" fmla="*/ 7707410 w 8698387"/>
                  <a:gd name="connsiteY70" fmla="*/ 1865248 h 4245979"/>
                  <a:gd name="connsiteX71" fmla="*/ 7817507 w 8698387"/>
                  <a:gd name="connsiteY71" fmla="*/ 1710402 h 4245979"/>
                  <a:gd name="connsiteX72" fmla="*/ 7927604 w 8698387"/>
                  <a:gd name="connsiteY72" fmla="*/ 1544647 h 4245979"/>
                  <a:gd name="connsiteX73" fmla="*/ 8037701 w 8698387"/>
                  <a:gd name="connsiteY73" fmla="*/ 1366183 h 4245979"/>
                  <a:gd name="connsiteX74" fmla="*/ 8147798 w 8698387"/>
                  <a:gd name="connsiteY74" fmla="*/ 1173737 h 4245979"/>
                  <a:gd name="connsiteX75" fmla="*/ 8257894 w 8698387"/>
                  <a:gd name="connsiteY75" fmla="*/ 966887 h 4245979"/>
                  <a:gd name="connsiteX76" fmla="*/ 8367991 w 8698387"/>
                  <a:gd name="connsiteY76" fmla="*/ 745527 h 4245979"/>
                  <a:gd name="connsiteX77" fmla="*/ 8478194 w 8698387"/>
                  <a:gd name="connsiteY77" fmla="*/ 510187 h 4245979"/>
                  <a:gd name="connsiteX78" fmla="*/ 8588290 w 8698387"/>
                  <a:gd name="connsiteY78" fmla="*/ 261501 h 4245979"/>
                  <a:gd name="connsiteX79" fmla="*/ 8698387 w 8698387"/>
                  <a:gd name="connsiteY79" fmla="*/ 0 h 4245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698387" h="4245979">
                    <a:moveTo>
                      <a:pt x="0" y="3731344"/>
                    </a:moveTo>
                    <a:lnTo>
                      <a:pt x="110097" y="3900383"/>
                    </a:lnTo>
                    <a:lnTo>
                      <a:pt x="220194" y="4043684"/>
                    </a:lnTo>
                    <a:lnTo>
                      <a:pt x="330396" y="4154364"/>
                    </a:lnTo>
                    <a:lnTo>
                      <a:pt x="440493" y="4223526"/>
                    </a:lnTo>
                    <a:lnTo>
                      <a:pt x="550590" y="4245979"/>
                    </a:lnTo>
                    <a:lnTo>
                      <a:pt x="660687" y="4226279"/>
                    </a:lnTo>
                    <a:lnTo>
                      <a:pt x="770784" y="4177241"/>
                    </a:lnTo>
                    <a:lnTo>
                      <a:pt x="880880" y="4111363"/>
                    </a:lnTo>
                    <a:lnTo>
                      <a:pt x="990977" y="4037541"/>
                    </a:lnTo>
                    <a:lnTo>
                      <a:pt x="1101074" y="3961389"/>
                    </a:lnTo>
                    <a:lnTo>
                      <a:pt x="1211171" y="3886402"/>
                    </a:lnTo>
                    <a:lnTo>
                      <a:pt x="1321267" y="3814804"/>
                    </a:lnTo>
                    <a:lnTo>
                      <a:pt x="1431364" y="3748396"/>
                    </a:lnTo>
                    <a:lnTo>
                      <a:pt x="1541461" y="3690038"/>
                    </a:lnTo>
                    <a:lnTo>
                      <a:pt x="1651664" y="3638246"/>
                    </a:lnTo>
                    <a:lnTo>
                      <a:pt x="1761760" y="3588572"/>
                    </a:lnTo>
                    <a:lnTo>
                      <a:pt x="1871857" y="3535298"/>
                    </a:lnTo>
                    <a:lnTo>
                      <a:pt x="1981954" y="3473338"/>
                    </a:lnTo>
                    <a:lnTo>
                      <a:pt x="2092051" y="3398351"/>
                    </a:lnTo>
                    <a:lnTo>
                      <a:pt x="2202148" y="3308324"/>
                    </a:lnTo>
                    <a:lnTo>
                      <a:pt x="2312245" y="3203682"/>
                    </a:lnTo>
                    <a:lnTo>
                      <a:pt x="2422341" y="3087070"/>
                    </a:lnTo>
                    <a:lnTo>
                      <a:pt x="2532438" y="2963363"/>
                    </a:lnTo>
                    <a:lnTo>
                      <a:pt x="2642535" y="2838491"/>
                    </a:lnTo>
                    <a:lnTo>
                      <a:pt x="2752632" y="2719231"/>
                    </a:lnTo>
                    <a:lnTo>
                      <a:pt x="2862728" y="2612364"/>
                    </a:lnTo>
                    <a:lnTo>
                      <a:pt x="2972825" y="2524880"/>
                    </a:lnTo>
                    <a:lnTo>
                      <a:pt x="3083028" y="2463344"/>
                    </a:lnTo>
                    <a:lnTo>
                      <a:pt x="3193125" y="2434535"/>
                    </a:lnTo>
                    <a:lnTo>
                      <a:pt x="3303221" y="2444491"/>
                    </a:lnTo>
                    <a:lnTo>
                      <a:pt x="3413318" y="2499143"/>
                    </a:lnTo>
                    <a:lnTo>
                      <a:pt x="3523415" y="2603997"/>
                    </a:lnTo>
                    <a:lnTo>
                      <a:pt x="3633512" y="2763398"/>
                    </a:lnTo>
                    <a:lnTo>
                      <a:pt x="3743608" y="2979991"/>
                    </a:lnTo>
                    <a:lnTo>
                      <a:pt x="3853705" y="3250707"/>
                    </a:lnTo>
                    <a:lnTo>
                      <a:pt x="3963802" y="3537733"/>
                    </a:lnTo>
                    <a:lnTo>
                      <a:pt x="4073899" y="3735263"/>
                    </a:lnTo>
                    <a:lnTo>
                      <a:pt x="4183996" y="3824442"/>
                    </a:lnTo>
                    <a:lnTo>
                      <a:pt x="4294093" y="3835669"/>
                    </a:lnTo>
                    <a:lnTo>
                      <a:pt x="4404295" y="3809720"/>
                    </a:lnTo>
                    <a:lnTo>
                      <a:pt x="4514392" y="3784195"/>
                    </a:lnTo>
                    <a:lnTo>
                      <a:pt x="4624489" y="3766613"/>
                    </a:lnTo>
                    <a:lnTo>
                      <a:pt x="4734585" y="3784725"/>
                    </a:lnTo>
                    <a:lnTo>
                      <a:pt x="4844682" y="3806013"/>
                    </a:lnTo>
                    <a:lnTo>
                      <a:pt x="4954779" y="3798705"/>
                    </a:lnTo>
                    <a:lnTo>
                      <a:pt x="5064876" y="3764177"/>
                    </a:lnTo>
                    <a:lnTo>
                      <a:pt x="5174973" y="3736746"/>
                    </a:lnTo>
                    <a:lnTo>
                      <a:pt x="5285069" y="3715139"/>
                    </a:lnTo>
                    <a:lnTo>
                      <a:pt x="5395166" y="3703171"/>
                    </a:lnTo>
                    <a:lnTo>
                      <a:pt x="5505263" y="3694062"/>
                    </a:lnTo>
                    <a:lnTo>
                      <a:pt x="5615360" y="3711962"/>
                    </a:lnTo>
                    <a:lnTo>
                      <a:pt x="5725563" y="3736746"/>
                    </a:lnTo>
                    <a:lnTo>
                      <a:pt x="5835660" y="3745431"/>
                    </a:lnTo>
                    <a:lnTo>
                      <a:pt x="5945756" y="3728167"/>
                    </a:lnTo>
                    <a:lnTo>
                      <a:pt x="6055853" y="3691097"/>
                    </a:lnTo>
                    <a:lnTo>
                      <a:pt x="6165950" y="3649578"/>
                    </a:lnTo>
                    <a:lnTo>
                      <a:pt x="6276047" y="3618970"/>
                    </a:lnTo>
                    <a:lnTo>
                      <a:pt x="6386144" y="3668008"/>
                    </a:lnTo>
                    <a:lnTo>
                      <a:pt x="6496240" y="3704865"/>
                    </a:lnTo>
                    <a:lnTo>
                      <a:pt x="6606337" y="3595668"/>
                    </a:lnTo>
                    <a:lnTo>
                      <a:pt x="6716434" y="3427265"/>
                    </a:lnTo>
                    <a:lnTo>
                      <a:pt x="6826531" y="3233973"/>
                    </a:lnTo>
                    <a:lnTo>
                      <a:pt x="6936627" y="3026488"/>
                    </a:lnTo>
                    <a:lnTo>
                      <a:pt x="7046724" y="2816037"/>
                    </a:lnTo>
                    <a:lnTo>
                      <a:pt x="7156927" y="2615330"/>
                    </a:lnTo>
                    <a:lnTo>
                      <a:pt x="7267023" y="2436971"/>
                    </a:lnTo>
                    <a:lnTo>
                      <a:pt x="7377120" y="2290916"/>
                    </a:lnTo>
                    <a:lnTo>
                      <a:pt x="7487217" y="2152699"/>
                    </a:lnTo>
                    <a:lnTo>
                      <a:pt x="7597314" y="2011727"/>
                    </a:lnTo>
                    <a:lnTo>
                      <a:pt x="7707410" y="1865248"/>
                    </a:lnTo>
                    <a:lnTo>
                      <a:pt x="7817507" y="1710402"/>
                    </a:lnTo>
                    <a:lnTo>
                      <a:pt x="7927604" y="1544647"/>
                    </a:lnTo>
                    <a:lnTo>
                      <a:pt x="8037701" y="1366183"/>
                    </a:lnTo>
                    <a:lnTo>
                      <a:pt x="8147798" y="1173737"/>
                    </a:lnTo>
                    <a:lnTo>
                      <a:pt x="8257894" y="966887"/>
                    </a:lnTo>
                    <a:lnTo>
                      <a:pt x="8367991" y="745527"/>
                    </a:lnTo>
                    <a:lnTo>
                      <a:pt x="8478194" y="510187"/>
                    </a:lnTo>
                    <a:lnTo>
                      <a:pt x="8588290" y="261501"/>
                    </a:lnTo>
                    <a:lnTo>
                      <a:pt x="8698387" y="0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FE8EC801-A5D3-B285-040D-9D7D534C4889}"/>
                  </a:ext>
                </a:extLst>
              </p:cNvPr>
              <p:cNvSpPr/>
              <p:nvPr/>
            </p:nvSpPr>
            <p:spPr>
              <a:xfrm>
                <a:off x="1988404" y="3903069"/>
                <a:ext cx="8698387" cy="1873615"/>
              </a:xfrm>
              <a:custGeom>
                <a:avLst/>
                <a:gdLst>
                  <a:gd name="connsiteX0" fmla="*/ 8698387 w 8698387"/>
                  <a:gd name="connsiteY0" fmla="*/ 59947 h 1873615"/>
                  <a:gd name="connsiteX1" fmla="*/ 8588290 w 8698387"/>
                  <a:gd name="connsiteY1" fmla="*/ 22030 h 1873615"/>
                  <a:gd name="connsiteX2" fmla="*/ 8478194 w 8698387"/>
                  <a:gd name="connsiteY2" fmla="*/ 1906 h 1873615"/>
                  <a:gd name="connsiteX3" fmla="*/ 8367991 w 8698387"/>
                  <a:gd name="connsiteY3" fmla="*/ 0 h 1873615"/>
                  <a:gd name="connsiteX4" fmla="*/ 8257894 w 8698387"/>
                  <a:gd name="connsiteY4" fmla="*/ 16840 h 1873615"/>
                  <a:gd name="connsiteX5" fmla="*/ 8147798 w 8698387"/>
                  <a:gd name="connsiteY5" fmla="*/ 52745 h 1873615"/>
                  <a:gd name="connsiteX6" fmla="*/ 8037701 w 8698387"/>
                  <a:gd name="connsiteY6" fmla="*/ 107820 h 1873615"/>
                  <a:gd name="connsiteX7" fmla="*/ 7927604 w 8698387"/>
                  <a:gd name="connsiteY7" fmla="*/ 181536 h 1873615"/>
                  <a:gd name="connsiteX8" fmla="*/ 7817507 w 8698387"/>
                  <a:gd name="connsiteY8" fmla="*/ 272622 h 1873615"/>
                  <a:gd name="connsiteX9" fmla="*/ 7707410 w 8698387"/>
                  <a:gd name="connsiteY9" fmla="*/ 378960 h 1873615"/>
                  <a:gd name="connsiteX10" fmla="*/ 7597314 w 8698387"/>
                  <a:gd name="connsiteY10" fmla="*/ 498218 h 1873615"/>
                  <a:gd name="connsiteX11" fmla="*/ 7487217 w 8698387"/>
                  <a:gd name="connsiteY11" fmla="*/ 627327 h 1873615"/>
                  <a:gd name="connsiteX12" fmla="*/ 7377120 w 8698387"/>
                  <a:gd name="connsiteY12" fmla="*/ 763638 h 1873615"/>
                  <a:gd name="connsiteX13" fmla="*/ 7267023 w 8698387"/>
                  <a:gd name="connsiteY13" fmla="*/ 912024 h 1873615"/>
                  <a:gd name="connsiteX14" fmla="*/ 7156927 w 8698387"/>
                  <a:gd name="connsiteY14" fmla="*/ 1090806 h 1873615"/>
                  <a:gd name="connsiteX15" fmla="*/ 7046724 w 8698387"/>
                  <a:gd name="connsiteY15" fmla="*/ 1290878 h 1873615"/>
                  <a:gd name="connsiteX16" fmla="*/ 6936627 w 8698387"/>
                  <a:gd name="connsiteY16" fmla="*/ 1500481 h 1873615"/>
                  <a:gd name="connsiteX17" fmla="*/ 6826531 w 8698387"/>
                  <a:gd name="connsiteY17" fmla="*/ 1707860 h 1873615"/>
                  <a:gd name="connsiteX18" fmla="*/ 6716434 w 8698387"/>
                  <a:gd name="connsiteY18" fmla="*/ 1873615 h 1873615"/>
                  <a:gd name="connsiteX19" fmla="*/ 6606337 w 8698387"/>
                  <a:gd name="connsiteY19" fmla="*/ 1873615 h 1873615"/>
                  <a:gd name="connsiteX20" fmla="*/ 6496240 w 8698387"/>
                  <a:gd name="connsiteY20" fmla="*/ 1873615 h 1873615"/>
                  <a:gd name="connsiteX21" fmla="*/ 6386144 w 8698387"/>
                  <a:gd name="connsiteY21" fmla="*/ 1873615 h 1873615"/>
                  <a:gd name="connsiteX22" fmla="*/ 6276047 w 8698387"/>
                  <a:gd name="connsiteY22" fmla="*/ 1873615 h 1873615"/>
                  <a:gd name="connsiteX23" fmla="*/ 6165950 w 8698387"/>
                  <a:gd name="connsiteY23" fmla="*/ 1873615 h 1873615"/>
                  <a:gd name="connsiteX24" fmla="*/ 6055853 w 8698387"/>
                  <a:gd name="connsiteY24" fmla="*/ 1873615 h 1873615"/>
                  <a:gd name="connsiteX25" fmla="*/ 5945756 w 8698387"/>
                  <a:gd name="connsiteY25" fmla="*/ 1873615 h 1873615"/>
                  <a:gd name="connsiteX26" fmla="*/ 5835660 w 8698387"/>
                  <a:gd name="connsiteY26" fmla="*/ 1873615 h 1873615"/>
                  <a:gd name="connsiteX27" fmla="*/ 5725563 w 8698387"/>
                  <a:gd name="connsiteY27" fmla="*/ 1873615 h 1873615"/>
                  <a:gd name="connsiteX28" fmla="*/ 5615360 w 8698387"/>
                  <a:gd name="connsiteY28" fmla="*/ 1873615 h 1873615"/>
                  <a:gd name="connsiteX29" fmla="*/ 5505263 w 8698387"/>
                  <a:gd name="connsiteY29" fmla="*/ 1873615 h 1873615"/>
                  <a:gd name="connsiteX30" fmla="*/ 5395166 w 8698387"/>
                  <a:gd name="connsiteY30" fmla="*/ 1873615 h 1873615"/>
                  <a:gd name="connsiteX31" fmla="*/ 5285069 w 8698387"/>
                  <a:gd name="connsiteY31" fmla="*/ 1873615 h 1873615"/>
                  <a:gd name="connsiteX32" fmla="*/ 5174973 w 8698387"/>
                  <a:gd name="connsiteY32" fmla="*/ 1873615 h 1873615"/>
                  <a:gd name="connsiteX33" fmla="*/ 5064876 w 8698387"/>
                  <a:gd name="connsiteY33" fmla="*/ 1873615 h 1873615"/>
                  <a:gd name="connsiteX34" fmla="*/ 4954779 w 8698387"/>
                  <a:gd name="connsiteY34" fmla="*/ 1873615 h 1873615"/>
                  <a:gd name="connsiteX35" fmla="*/ 4844682 w 8698387"/>
                  <a:gd name="connsiteY35" fmla="*/ 1873615 h 1873615"/>
                  <a:gd name="connsiteX36" fmla="*/ 4734585 w 8698387"/>
                  <a:gd name="connsiteY36" fmla="*/ 1873615 h 1873615"/>
                  <a:gd name="connsiteX37" fmla="*/ 4624489 w 8698387"/>
                  <a:gd name="connsiteY37" fmla="*/ 1873615 h 1873615"/>
                  <a:gd name="connsiteX38" fmla="*/ 4514392 w 8698387"/>
                  <a:gd name="connsiteY38" fmla="*/ 1873615 h 1873615"/>
                  <a:gd name="connsiteX39" fmla="*/ 4404295 w 8698387"/>
                  <a:gd name="connsiteY39" fmla="*/ 1873615 h 1873615"/>
                  <a:gd name="connsiteX40" fmla="*/ 4294093 w 8698387"/>
                  <a:gd name="connsiteY40" fmla="*/ 1873615 h 1873615"/>
                  <a:gd name="connsiteX41" fmla="*/ 4183996 w 8698387"/>
                  <a:gd name="connsiteY41" fmla="*/ 1873615 h 1873615"/>
                  <a:gd name="connsiteX42" fmla="*/ 4073899 w 8698387"/>
                  <a:gd name="connsiteY42" fmla="*/ 1873615 h 1873615"/>
                  <a:gd name="connsiteX43" fmla="*/ 3963802 w 8698387"/>
                  <a:gd name="connsiteY43" fmla="*/ 1873615 h 1873615"/>
                  <a:gd name="connsiteX44" fmla="*/ 3853705 w 8698387"/>
                  <a:gd name="connsiteY44" fmla="*/ 1873615 h 1873615"/>
                  <a:gd name="connsiteX45" fmla="*/ 3743608 w 8698387"/>
                  <a:gd name="connsiteY45" fmla="*/ 1873615 h 1873615"/>
                  <a:gd name="connsiteX46" fmla="*/ 3633512 w 8698387"/>
                  <a:gd name="connsiteY46" fmla="*/ 1873615 h 1873615"/>
                  <a:gd name="connsiteX47" fmla="*/ 3523415 w 8698387"/>
                  <a:gd name="connsiteY47" fmla="*/ 1873615 h 1873615"/>
                  <a:gd name="connsiteX48" fmla="*/ 3413318 w 8698387"/>
                  <a:gd name="connsiteY48" fmla="*/ 1873615 h 1873615"/>
                  <a:gd name="connsiteX49" fmla="*/ 3303221 w 8698387"/>
                  <a:gd name="connsiteY49" fmla="*/ 1873615 h 1873615"/>
                  <a:gd name="connsiteX50" fmla="*/ 3193125 w 8698387"/>
                  <a:gd name="connsiteY50" fmla="*/ 1873615 h 1873615"/>
                  <a:gd name="connsiteX51" fmla="*/ 3083028 w 8698387"/>
                  <a:gd name="connsiteY51" fmla="*/ 1873615 h 1873615"/>
                  <a:gd name="connsiteX52" fmla="*/ 2972825 w 8698387"/>
                  <a:gd name="connsiteY52" fmla="*/ 1873615 h 1873615"/>
                  <a:gd name="connsiteX53" fmla="*/ 2862728 w 8698387"/>
                  <a:gd name="connsiteY53" fmla="*/ 1873615 h 1873615"/>
                  <a:gd name="connsiteX54" fmla="*/ 2752632 w 8698387"/>
                  <a:gd name="connsiteY54" fmla="*/ 1873615 h 1873615"/>
                  <a:gd name="connsiteX55" fmla="*/ 2642535 w 8698387"/>
                  <a:gd name="connsiteY55" fmla="*/ 1873615 h 1873615"/>
                  <a:gd name="connsiteX56" fmla="*/ 2532438 w 8698387"/>
                  <a:gd name="connsiteY56" fmla="*/ 1873615 h 1873615"/>
                  <a:gd name="connsiteX57" fmla="*/ 2422341 w 8698387"/>
                  <a:gd name="connsiteY57" fmla="*/ 1873615 h 1873615"/>
                  <a:gd name="connsiteX58" fmla="*/ 2312245 w 8698387"/>
                  <a:gd name="connsiteY58" fmla="*/ 1873615 h 1873615"/>
                  <a:gd name="connsiteX59" fmla="*/ 2202148 w 8698387"/>
                  <a:gd name="connsiteY59" fmla="*/ 1873615 h 1873615"/>
                  <a:gd name="connsiteX60" fmla="*/ 2092051 w 8698387"/>
                  <a:gd name="connsiteY60" fmla="*/ 1873615 h 1873615"/>
                  <a:gd name="connsiteX61" fmla="*/ 1981954 w 8698387"/>
                  <a:gd name="connsiteY61" fmla="*/ 1873615 h 1873615"/>
                  <a:gd name="connsiteX62" fmla="*/ 1871857 w 8698387"/>
                  <a:gd name="connsiteY62" fmla="*/ 1873615 h 1873615"/>
                  <a:gd name="connsiteX63" fmla="*/ 1761760 w 8698387"/>
                  <a:gd name="connsiteY63" fmla="*/ 1873615 h 1873615"/>
                  <a:gd name="connsiteX64" fmla="*/ 1651664 w 8698387"/>
                  <a:gd name="connsiteY64" fmla="*/ 1873615 h 1873615"/>
                  <a:gd name="connsiteX65" fmla="*/ 1541461 w 8698387"/>
                  <a:gd name="connsiteY65" fmla="*/ 1873615 h 1873615"/>
                  <a:gd name="connsiteX66" fmla="*/ 1431364 w 8698387"/>
                  <a:gd name="connsiteY66" fmla="*/ 1873615 h 1873615"/>
                  <a:gd name="connsiteX67" fmla="*/ 1321267 w 8698387"/>
                  <a:gd name="connsiteY67" fmla="*/ 1873615 h 1873615"/>
                  <a:gd name="connsiteX68" fmla="*/ 1211171 w 8698387"/>
                  <a:gd name="connsiteY68" fmla="*/ 1873615 h 1873615"/>
                  <a:gd name="connsiteX69" fmla="*/ 1101074 w 8698387"/>
                  <a:gd name="connsiteY69" fmla="*/ 1873615 h 1873615"/>
                  <a:gd name="connsiteX70" fmla="*/ 990977 w 8698387"/>
                  <a:gd name="connsiteY70" fmla="*/ 1873615 h 1873615"/>
                  <a:gd name="connsiteX71" fmla="*/ 880880 w 8698387"/>
                  <a:gd name="connsiteY71" fmla="*/ 1873615 h 1873615"/>
                  <a:gd name="connsiteX72" fmla="*/ 770784 w 8698387"/>
                  <a:gd name="connsiteY72" fmla="*/ 1873615 h 1873615"/>
                  <a:gd name="connsiteX73" fmla="*/ 660687 w 8698387"/>
                  <a:gd name="connsiteY73" fmla="*/ 1873615 h 1873615"/>
                  <a:gd name="connsiteX74" fmla="*/ 550590 w 8698387"/>
                  <a:gd name="connsiteY74" fmla="*/ 1873615 h 1873615"/>
                  <a:gd name="connsiteX75" fmla="*/ 440493 w 8698387"/>
                  <a:gd name="connsiteY75" fmla="*/ 1873615 h 1873615"/>
                  <a:gd name="connsiteX76" fmla="*/ 330396 w 8698387"/>
                  <a:gd name="connsiteY76" fmla="*/ 1873615 h 1873615"/>
                  <a:gd name="connsiteX77" fmla="*/ 220194 w 8698387"/>
                  <a:gd name="connsiteY77" fmla="*/ 1873615 h 1873615"/>
                  <a:gd name="connsiteX78" fmla="*/ 110097 w 8698387"/>
                  <a:gd name="connsiteY78" fmla="*/ 1873615 h 1873615"/>
                  <a:gd name="connsiteX79" fmla="*/ 0 w 8698387"/>
                  <a:gd name="connsiteY79" fmla="*/ 1873615 h 1873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698387" h="1873615">
                    <a:moveTo>
                      <a:pt x="8698387" y="59947"/>
                    </a:moveTo>
                    <a:lnTo>
                      <a:pt x="8588290" y="22030"/>
                    </a:lnTo>
                    <a:lnTo>
                      <a:pt x="8478194" y="1906"/>
                    </a:lnTo>
                    <a:lnTo>
                      <a:pt x="8367991" y="0"/>
                    </a:lnTo>
                    <a:lnTo>
                      <a:pt x="8257894" y="16840"/>
                    </a:lnTo>
                    <a:lnTo>
                      <a:pt x="8147798" y="52745"/>
                    </a:lnTo>
                    <a:lnTo>
                      <a:pt x="8037701" y="107820"/>
                    </a:lnTo>
                    <a:lnTo>
                      <a:pt x="7927604" y="181536"/>
                    </a:lnTo>
                    <a:lnTo>
                      <a:pt x="7817507" y="272622"/>
                    </a:lnTo>
                    <a:lnTo>
                      <a:pt x="7707410" y="378960"/>
                    </a:lnTo>
                    <a:lnTo>
                      <a:pt x="7597314" y="498218"/>
                    </a:lnTo>
                    <a:lnTo>
                      <a:pt x="7487217" y="627327"/>
                    </a:lnTo>
                    <a:lnTo>
                      <a:pt x="7377120" y="763638"/>
                    </a:lnTo>
                    <a:lnTo>
                      <a:pt x="7267023" y="912024"/>
                    </a:lnTo>
                    <a:lnTo>
                      <a:pt x="7156927" y="1090806"/>
                    </a:lnTo>
                    <a:lnTo>
                      <a:pt x="7046724" y="1290878"/>
                    </a:lnTo>
                    <a:lnTo>
                      <a:pt x="6936627" y="1500481"/>
                    </a:lnTo>
                    <a:lnTo>
                      <a:pt x="6826531" y="1707860"/>
                    </a:lnTo>
                    <a:lnTo>
                      <a:pt x="6716434" y="1873615"/>
                    </a:lnTo>
                    <a:lnTo>
                      <a:pt x="6606337" y="1873615"/>
                    </a:lnTo>
                    <a:lnTo>
                      <a:pt x="6496240" y="1873615"/>
                    </a:lnTo>
                    <a:lnTo>
                      <a:pt x="6386144" y="1873615"/>
                    </a:lnTo>
                    <a:lnTo>
                      <a:pt x="6276047" y="1873615"/>
                    </a:lnTo>
                    <a:lnTo>
                      <a:pt x="6165950" y="1873615"/>
                    </a:lnTo>
                    <a:lnTo>
                      <a:pt x="6055853" y="1873615"/>
                    </a:lnTo>
                    <a:lnTo>
                      <a:pt x="5945756" y="1873615"/>
                    </a:lnTo>
                    <a:lnTo>
                      <a:pt x="5835660" y="1873615"/>
                    </a:lnTo>
                    <a:lnTo>
                      <a:pt x="5725563" y="1873615"/>
                    </a:lnTo>
                    <a:lnTo>
                      <a:pt x="5615360" y="1873615"/>
                    </a:lnTo>
                    <a:lnTo>
                      <a:pt x="5505263" y="1873615"/>
                    </a:lnTo>
                    <a:lnTo>
                      <a:pt x="5395166" y="1873615"/>
                    </a:lnTo>
                    <a:lnTo>
                      <a:pt x="5285069" y="1873615"/>
                    </a:lnTo>
                    <a:lnTo>
                      <a:pt x="5174973" y="1873615"/>
                    </a:lnTo>
                    <a:lnTo>
                      <a:pt x="5064876" y="1873615"/>
                    </a:lnTo>
                    <a:lnTo>
                      <a:pt x="4954779" y="1873615"/>
                    </a:lnTo>
                    <a:lnTo>
                      <a:pt x="4844682" y="1873615"/>
                    </a:lnTo>
                    <a:lnTo>
                      <a:pt x="4734585" y="1873615"/>
                    </a:lnTo>
                    <a:lnTo>
                      <a:pt x="4624489" y="1873615"/>
                    </a:lnTo>
                    <a:lnTo>
                      <a:pt x="4514392" y="1873615"/>
                    </a:lnTo>
                    <a:lnTo>
                      <a:pt x="4404295" y="1873615"/>
                    </a:lnTo>
                    <a:lnTo>
                      <a:pt x="4294093" y="1873615"/>
                    </a:lnTo>
                    <a:lnTo>
                      <a:pt x="4183996" y="1873615"/>
                    </a:lnTo>
                    <a:lnTo>
                      <a:pt x="4073899" y="1873615"/>
                    </a:lnTo>
                    <a:lnTo>
                      <a:pt x="3963802" y="1873615"/>
                    </a:lnTo>
                    <a:lnTo>
                      <a:pt x="3853705" y="1873615"/>
                    </a:lnTo>
                    <a:lnTo>
                      <a:pt x="3743608" y="1873615"/>
                    </a:lnTo>
                    <a:lnTo>
                      <a:pt x="3633512" y="1873615"/>
                    </a:lnTo>
                    <a:lnTo>
                      <a:pt x="3523415" y="1873615"/>
                    </a:lnTo>
                    <a:lnTo>
                      <a:pt x="3413318" y="1873615"/>
                    </a:lnTo>
                    <a:lnTo>
                      <a:pt x="3303221" y="1873615"/>
                    </a:lnTo>
                    <a:lnTo>
                      <a:pt x="3193125" y="1873615"/>
                    </a:lnTo>
                    <a:lnTo>
                      <a:pt x="3083028" y="1873615"/>
                    </a:lnTo>
                    <a:lnTo>
                      <a:pt x="2972825" y="1873615"/>
                    </a:lnTo>
                    <a:lnTo>
                      <a:pt x="2862728" y="1873615"/>
                    </a:lnTo>
                    <a:lnTo>
                      <a:pt x="2752632" y="1873615"/>
                    </a:lnTo>
                    <a:lnTo>
                      <a:pt x="2642535" y="1873615"/>
                    </a:lnTo>
                    <a:lnTo>
                      <a:pt x="2532438" y="1873615"/>
                    </a:lnTo>
                    <a:lnTo>
                      <a:pt x="2422341" y="1873615"/>
                    </a:lnTo>
                    <a:lnTo>
                      <a:pt x="2312245" y="1873615"/>
                    </a:lnTo>
                    <a:lnTo>
                      <a:pt x="2202148" y="1873615"/>
                    </a:lnTo>
                    <a:lnTo>
                      <a:pt x="2092051" y="1873615"/>
                    </a:lnTo>
                    <a:lnTo>
                      <a:pt x="1981954" y="1873615"/>
                    </a:lnTo>
                    <a:lnTo>
                      <a:pt x="1871857" y="1873615"/>
                    </a:lnTo>
                    <a:lnTo>
                      <a:pt x="1761760" y="1873615"/>
                    </a:lnTo>
                    <a:lnTo>
                      <a:pt x="1651664" y="1873615"/>
                    </a:lnTo>
                    <a:lnTo>
                      <a:pt x="1541461" y="1873615"/>
                    </a:lnTo>
                    <a:lnTo>
                      <a:pt x="1431364" y="1873615"/>
                    </a:lnTo>
                    <a:lnTo>
                      <a:pt x="1321267" y="1873615"/>
                    </a:lnTo>
                    <a:lnTo>
                      <a:pt x="1211171" y="1873615"/>
                    </a:lnTo>
                    <a:lnTo>
                      <a:pt x="1101074" y="1873615"/>
                    </a:lnTo>
                    <a:lnTo>
                      <a:pt x="990977" y="1873615"/>
                    </a:lnTo>
                    <a:lnTo>
                      <a:pt x="880880" y="1873615"/>
                    </a:lnTo>
                    <a:lnTo>
                      <a:pt x="770784" y="1873615"/>
                    </a:lnTo>
                    <a:lnTo>
                      <a:pt x="660687" y="1873615"/>
                    </a:lnTo>
                    <a:lnTo>
                      <a:pt x="550590" y="1873615"/>
                    </a:lnTo>
                    <a:lnTo>
                      <a:pt x="440493" y="1873615"/>
                    </a:lnTo>
                    <a:lnTo>
                      <a:pt x="330396" y="1873615"/>
                    </a:lnTo>
                    <a:lnTo>
                      <a:pt x="220194" y="1873615"/>
                    </a:lnTo>
                    <a:lnTo>
                      <a:pt x="110097" y="1873615"/>
                    </a:lnTo>
                    <a:lnTo>
                      <a:pt x="0" y="1873615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60D24316-C4D0-19F1-07E0-7ED8AC01008F}"/>
                  </a:ext>
                </a:extLst>
              </p:cNvPr>
              <p:cNvSpPr/>
              <p:nvPr/>
            </p:nvSpPr>
            <p:spPr>
              <a:xfrm>
                <a:off x="1988404" y="2467196"/>
                <a:ext cx="8698387" cy="3242975"/>
              </a:xfrm>
              <a:custGeom>
                <a:avLst/>
                <a:gdLst>
                  <a:gd name="connsiteX0" fmla="*/ 0 w 8698387"/>
                  <a:gd name="connsiteY0" fmla="*/ 3162163 h 3242975"/>
                  <a:gd name="connsiteX1" fmla="*/ 110097 w 8698387"/>
                  <a:gd name="connsiteY1" fmla="*/ 3178050 h 3242975"/>
                  <a:gd name="connsiteX2" fmla="*/ 220194 w 8698387"/>
                  <a:gd name="connsiteY2" fmla="*/ 3192137 h 3242975"/>
                  <a:gd name="connsiteX3" fmla="*/ 330396 w 8698387"/>
                  <a:gd name="connsiteY3" fmla="*/ 3204529 h 3242975"/>
                  <a:gd name="connsiteX4" fmla="*/ 440493 w 8698387"/>
                  <a:gd name="connsiteY4" fmla="*/ 3215226 h 3242975"/>
                  <a:gd name="connsiteX5" fmla="*/ 550590 w 8698387"/>
                  <a:gd name="connsiteY5" fmla="*/ 3224228 h 3242975"/>
                  <a:gd name="connsiteX6" fmla="*/ 660687 w 8698387"/>
                  <a:gd name="connsiteY6" fmla="*/ 3231537 h 3242975"/>
                  <a:gd name="connsiteX7" fmla="*/ 770784 w 8698387"/>
                  <a:gd name="connsiteY7" fmla="*/ 3237044 h 3242975"/>
                  <a:gd name="connsiteX8" fmla="*/ 880880 w 8698387"/>
                  <a:gd name="connsiteY8" fmla="*/ 3240751 h 3242975"/>
                  <a:gd name="connsiteX9" fmla="*/ 990977 w 8698387"/>
                  <a:gd name="connsiteY9" fmla="*/ 3242658 h 3242975"/>
                  <a:gd name="connsiteX10" fmla="*/ 1101074 w 8698387"/>
                  <a:gd name="connsiteY10" fmla="*/ 3242975 h 3242975"/>
                  <a:gd name="connsiteX11" fmla="*/ 1211171 w 8698387"/>
                  <a:gd name="connsiteY11" fmla="*/ 3241599 h 3242975"/>
                  <a:gd name="connsiteX12" fmla="*/ 1321267 w 8698387"/>
                  <a:gd name="connsiteY12" fmla="*/ 3238845 h 3242975"/>
                  <a:gd name="connsiteX13" fmla="*/ 1431364 w 8698387"/>
                  <a:gd name="connsiteY13" fmla="*/ 3234608 h 3242975"/>
                  <a:gd name="connsiteX14" fmla="*/ 1541461 w 8698387"/>
                  <a:gd name="connsiteY14" fmla="*/ 3223805 h 3242975"/>
                  <a:gd name="connsiteX15" fmla="*/ 1651664 w 8698387"/>
                  <a:gd name="connsiteY15" fmla="*/ 3205270 h 3242975"/>
                  <a:gd name="connsiteX16" fmla="*/ 1761760 w 8698387"/>
                  <a:gd name="connsiteY16" fmla="*/ 3179745 h 3242975"/>
                  <a:gd name="connsiteX17" fmla="*/ 1871857 w 8698387"/>
                  <a:gd name="connsiteY17" fmla="*/ 3148500 h 3242975"/>
                  <a:gd name="connsiteX18" fmla="*/ 1981954 w 8698387"/>
                  <a:gd name="connsiteY18" fmla="*/ 3112384 h 3242975"/>
                  <a:gd name="connsiteX19" fmla="*/ 2092051 w 8698387"/>
                  <a:gd name="connsiteY19" fmla="*/ 3072348 h 3242975"/>
                  <a:gd name="connsiteX20" fmla="*/ 2202148 w 8698387"/>
                  <a:gd name="connsiteY20" fmla="*/ 3029665 h 3242975"/>
                  <a:gd name="connsiteX21" fmla="*/ 2312245 w 8698387"/>
                  <a:gd name="connsiteY21" fmla="*/ 2985075 h 3242975"/>
                  <a:gd name="connsiteX22" fmla="*/ 2422341 w 8698387"/>
                  <a:gd name="connsiteY22" fmla="*/ 2939850 h 3242975"/>
                  <a:gd name="connsiteX23" fmla="*/ 2532438 w 8698387"/>
                  <a:gd name="connsiteY23" fmla="*/ 2894731 h 3242975"/>
                  <a:gd name="connsiteX24" fmla="*/ 2642535 w 8698387"/>
                  <a:gd name="connsiteY24" fmla="*/ 2850988 h 3242975"/>
                  <a:gd name="connsiteX25" fmla="*/ 2752632 w 8698387"/>
                  <a:gd name="connsiteY25" fmla="*/ 2809470 h 3242975"/>
                  <a:gd name="connsiteX26" fmla="*/ 2862728 w 8698387"/>
                  <a:gd name="connsiteY26" fmla="*/ 2771235 h 3242975"/>
                  <a:gd name="connsiteX27" fmla="*/ 2972825 w 8698387"/>
                  <a:gd name="connsiteY27" fmla="*/ 2737343 h 3242975"/>
                  <a:gd name="connsiteX28" fmla="*/ 3083028 w 8698387"/>
                  <a:gd name="connsiteY28" fmla="*/ 2708746 h 3242975"/>
                  <a:gd name="connsiteX29" fmla="*/ 3193125 w 8698387"/>
                  <a:gd name="connsiteY29" fmla="*/ 2686398 h 3242975"/>
                  <a:gd name="connsiteX30" fmla="*/ 3303221 w 8698387"/>
                  <a:gd name="connsiteY30" fmla="*/ 2671570 h 3242975"/>
                  <a:gd name="connsiteX31" fmla="*/ 3413318 w 8698387"/>
                  <a:gd name="connsiteY31" fmla="*/ 2665004 h 3242975"/>
                  <a:gd name="connsiteX32" fmla="*/ 3523415 w 8698387"/>
                  <a:gd name="connsiteY32" fmla="*/ 2667863 h 3242975"/>
                  <a:gd name="connsiteX33" fmla="*/ 3633512 w 8698387"/>
                  <a:gd name="connsiteY33" fmla="*/ 2681102 h 3242975"/>
                  <a:gd name="connsiteX34" fmla="*/ 3743608 w 8698387"/>
                  <a:gd name="connsiteY34" fmla="*/ 2705781 h 3242975"/>
                  <a:gd name="connsiteX35" fmla="*/ 3853705 w 8698387"/>
                  <a:gd name="connsiteY35" fmla="*/ 2742850 h 3242975"/>
                  <a:gd name="connsiteX36" fmla="*/ 3963802 w 8698387"/>
                  <a:gd name="connsiteY36" fmla="*/ 2789558 h 3242975"/>
                  <a:gd name="connsiteX37" fmla="*/ 4073899 w 8698387"/>
                  <a:gd name="connsiteY37" fmla="*/ 2831182 h 3242975"/>
                  <a:gd name="connsiteX38" fmla="*/ 4183996 w 8698387"/>
                  <a:gd name="connsiteY38" fmla="*/ 2866028 h 3242975"/>
                  <a:gd name="connsiteX39" fmla="*/ 4294093 w 8698387"/>
                  <a:gd name="connsiteY39" fmla="*/ 2894731 h 3242975"/>
                  <a:gd name="connsiteX40" fmla="*/ 4404295 w 8698387"/>
                  <a:gd name="connsiteY40" fmla="*/ 2916020 h 3242975"/>
                  <a:gd name="connsiteX41" fmla="*/ 4514392 w 8698387"/>
                  <a:gd name="connsiteY41" fmla="*/ 2929788 h 3242975"/>
                  <a:gd name="connsiteX42" fmla="*/ 4624489 w 8698387"/>
                  <a:gd name="connsiteY42" fmla="*/ 2935825 h 3242975"/>
                  <a:gd name="connsiteX43" fmla="*/ 4734585 w 8698387"/>
                  <a:gd name="connsiteY43" fmla="*/ 2931059 h 3242975"/>
                  <a:gd name="connsiteX44" fmla="*/ 4844682 w 8698387"/>
                  <a:gd name="connsiteY44" fmla="*/ 2917926 h 3242975"/>
                  <a:gd name="connsiteX45" fmla="*/ 4954779 w 8698387"/>
                  <a:gd name="connsiteY45" fmla="*/ 2899391 h 3242975"/>
                  <a:gd name="connsiteX46" fmla="*/ 5064876 w 8698387"/>
                  <a:gd name="connsiteY46" fmla="*/ 2878314 h 3242975"/>
                  <a:gd name="connsiteX47" fmla="*/ 5174973 w 8698387"/>
                  <a:gd name="connsiteY47" fmla="*/ 2857661 h 3242975"/>
                  <a:gd name="connsiteX48" fmla="*/ 5285069 w 8698387"/>
                  <a:gd name="connsiteY48" fmla="*/ 2830229 h 3242975"/>
                  <a:gd name="connsiteX49" fmla="*/ 5395166 w 8698387"/>
                  <a:gd name="connsiteY49" fmla="*/ 2810106 h 3242975"/>
                  <a:gd name="connsiteX50" fmla="*/ 5505263 w 8698387"/>
                  <a:gd name="connsiteY50" fmla="*/ 2799197 h 3242975"/>
                  <a:gd name="connsiteX51" fmla="*/ 5615360 w 8698387"/>
                  <a:gd name="connsiteY51" fmla="*/ 2801632 h 3242975"/>
                  <a:gd name="connsiteX52" fmla="*/ 5725563 w 8698387"/>
                  <a:gd name="connsiteY52" fmla="*/ 2812118 h 3242975"/>
                  <a:gd name="connsiteX53" fmla="*/ 5835660 w 8698387"/>
                  <a:gd name="connsiteY53" fmla="*/ 2826311 h 3242975"/>
                  <a:gd name="connsiteX54" fmla="*/ 5945756 w 8698387"/>
                  <a:gd name="connsiteY54" fmla="*/ 2839973 h 3242975"/>
                  <a:gd name="connsiteX55" fmla="*/ 6055853 w 8698387"/>
                  <a:gd name="connsiteY55" fmla="*/ 2848976 h 3242975"/>
                  <a:gd name="connsiteX56" fmla="*/ 6165950 w 8698387"/>
                  <a:gd name="connsiteY56" fmla="*/ 2849082 h 3242975"/>
                  <a:gd name="connsiteX57" fmla="*/ 6276047 w 8698387"/>
                  <a:gd name="connsiteY57" fmla="*/ 2836054 h 3242975"/>
                  <a:gd name="connsiteX58" fmla="*/ 6386144 w 8698387"/>
                  <a:gd name="connsiteY58" fmla="*/ 2871006 h 3242975"/>
                  <a:gd name="connsiteX59" fmla="*/ 6496240 w 8698387"/>
                  <a:gd name="connsiteY59" fmla="*/ 2902463 h 3242975"/>
                  <a:gd name="connsiteX60" fmla="*/ 6606337 w 8698387"/>
                  <a:gd name="connsiteY60" fmla="*/ 2799408 h 3242975"/>
                  <a:gd name="connsiteX61" fmla="*/ 6716434 w 8698387"/>
                  <a:gd name="connsiteY61" fmla="*/ 2633653 h 3242975"/>
                  <a:gd name="connsiteX62" fmla="*/ 6826531 w 8698387"/>
                  <a:gd name="connsiteY62" fmla="*/ 2440996 h 3242975"/>
                  <a:gd name="connsiteX63" fmla="*/ 6936627 w 8698387"/>
                  <a:gd name="connsiteY63" fmla="*/ 2233511 h 3242975"/>
                  <a:gd name="connsiteX64" fmla="*/ 7046724 w 8698387"/>
                  <a:gd name="connsiteY64" fmla="*/ 2023590 h 3242975"/>
                  <a:gd name="connsiteX65" fmla="*/ 7156927 w 8698387"/>
                  <a:gd name="connsiteY65" fmla="*/ 1823095 h 3242975"/>
                  <a:gd name="connsiteX66" fmla="*/ 7267023 w 8698387"/>
                  <a:gd name="connsiteY66" fmla="*/ 1644524 h 3242975"/>
                  <a:gd name="connsiteX67" fmla="*/ 7377120 w 8698387"/>
                  <a:gd name="connsiteY67" fmla="*/ 1497410 h 3242975"/>
                  <a:gd name="connsiteX68" fmla="*/ 7487217 w 8698387"/>
                  <a:gd name="connsiteY68" fmla="*/ 1360145 h 3242975"/>
                  <a:gd name="connsiteX69" fmla="*/ 7597314 w 8698387"/>
                  <a:gd name="connsiteY69" fmla="*/ 1224999 h 3242975"/>
                  <a:gd name="connsiteX70" fmla="*/ 7707410 w 8698387"/>
                  <a:gd name="connsiteY70" fmla="*/ 1092183 h 3242975"/>
                  <a:gd name="connsiteX71" fmla="*/ 7817507 w 8698387"/>
                  <a:gd name="connsiteY71" fmla="*/ 961592 h 3242975"/>
                  <a:gd name="connsiteX72" fmla="*/ 7927604 w 8698387"/>
                  <a:gd name="connsiteY72" fmla="*/ 833224 h 3242975"/>
                  <a:gd name="connsiteX73" fmla="*/ 8037701 w 8698387"/>
                  <a:gd name="connsiteY73" fmla="*/ 707081 h 3242975"/>
                  <a:gd name="connsiteX74" fmla="*/ 8147798 w 8698387"/>
                  <a:gd name="connsiteY74" fmla="*/ 583373 h 3242975"/>
                  <a:gd name="connsiteX75" fmla="*/ 8257894 w 8698387"/>
                  <a:gd name="connsiteY75" fmla="*/ 461890 h 3242975"/>
                  <a:gd name="connsiteX76" fmla="*/ 8367991 w 8698387"/>
                  <a:gd name="connsiteY76" fmla="*/ 342843 h 3242975"/>
                  <a:gd name="connsiteX77" fmla="*/ 8478194 w 8698387"/>
                  <a:gd name="connsiteY77" fmla="*/ 226126 h 3242975"/>
                  <a:gd name="connsiteX78" fmla="*/ 8588290 w 8698387"/>
                  <a:gd name="connsiteY78" fmla="*/ 111845 h 3242975"/>
                  <a:gd name="connsiteX79" fmla="*/ 8698387 w 8698387"/>
                  <a:gd name="connsiteY79" fmla="*/ 0 h 32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698387" h="3242975">
                    <a:moveTo>
                      <a:pt x="0" y="3162163"/>
                    </a:moveTo>
                    <a:lnTo>
                      <a:pt x="110097" y="3178050"/>
                    </a:lnTo>
                    <a:lnTo>
                      <a:pt x="220194" y="3192137"/>
                    </a:lnTo>
                    <a:lnTo>
                      <a:pt x="330396" y="3204529"/>
                    </a:lnTo>
                    <a:lnTo>
                      <a:pt x="440493" y="3215226"/>
                    </a:lnTo>
                    <a:lnTo>
                      <a:pt x="550590" y="3224228"/>
                    </a:lnTo>
                    <a:lnTo>
                      <a:pt x="660687" y="3231537"/>
                    </a:lnTo>
                    <a:lnTo>
                      <a:pt x="770784" y="3237044"/>
                    </a:lnTo>
                    <a:lnTo>
                      <a:pt x="880880" y="3240751"/>
                    </a:lnTo>
                    <a:lnTo>
                      <a:pt x="990977" y="3242658"/>
                    </a:lnTo>
                    <a:lnTo>
                      <a:pt x="1101074" y="3242975"/>
                    </a:lnTo>
                    <a:lnTo>
                      <a:pt x="1211171" y="3241599"/>
                    </a:lnTo>
                    <a:lnTo>
                      <a:pt x="1321267" y="3238845"/>
                    </a:lnTo>
                    <a:lnTo>
                      <a:pt x="1431364" y="3234608"/>
                    </a:lnTo>
                    <a:lnTo>
                      <a:pt x="1541461" y="3223805"/>
                    </a:lnTo>
                    <a:lnTo>
                      <a:pt x="1651664" y="3205270"/>
                    </a:lnTo>
                    <a:lnTo>
                      <a:pt x="1761760" y="3179745"/>
                    </a:lnTo>
                    <a:lnTo>
                      <a:pt x="1871857" y="3148500"/>
                    </a:lnTo>
                    <a:lnTo>
                      <a:pt x="1981954" y="3112384"/>
                    </a:lnTo>
                    <a:lnTo>
                      <a:pt x="2092051" y="3072348"/>
                    </a:lnTo>
                    <a:lnTo>
                      <a:pt x="2202148" y="3029665"/>
                    </a:lnTo>
                    <a:lnTo>
                      <a:pt x="2312245" y="2985075"/>
                    </a:lnTo>
                    <a:lnTo>
                      <a:pt x="2422341" y="2939850"/>
                    </a:lnTo>
                    <a:lnTo>
                      <a:pt x="2532438" y="2894731"/>
                    </a:lnTo>
                    <a:lnTo>
                      <a:pt x="2642535" y="2850988"/>
                    </a:lnTo>
                    <a:lnTo>
                      <a:pt x="2752632" y="2809470"/>
                    </a:lnTo>
                    <a:lnTo>
                      <a:pt x="2862728" y="2771235"/>
                    </a:lnTo>
                    <a:lnTo>
                      <a:pt x="2972825" y="2737343"/>
                    </a:lnTo>
                    <a:lnTo>
                      <a:pt x="3083028" y="2708746"/>
                    </a:lnTo>
                    <a:lnTo>
                      <a:pt x="3193125" y="2686398"/>
                    </a:lnTo>
                    <a:lnTo>
                      <a:pt x="3303221" y="2671570"/>
                    </a:lnTo>
                    <a:lnTo>
                      <a:pt x="3413318" y="2665004"/>
                    </a:lnTo>
                    <a:lnTo>
                      <a:pt x="3523415" y="2667863"/>
                    </a:lnTo>
                    <a:lnTo>
                      <a:pt x="3633512" y="2681102"/>
                    </a:lnTo>
                    <a:lnTo>
                      <a:pt x="3743608" y="2705781"/>
                    </a:lnTo>
                    <a:lnTo>
                      <a:pt x="3853705" y="2742850"/>
                    </a:lnTo>
                    <a:lnTo>
                      <a:pt x="3963802" y="2789558"/>
                    </a:lnTo>
                    <a:lnTo>
                      <a:pt x="4073899" y="2831182"/>
                    </a:lnTo>
                    <a:lnTo>
                      <a:pt x="4183996" y="2866028"/>
                    </a:lnTo>
                    <a:lnTo>
                      <a:pt x="4294093" y="2894731"/>
                    </a:lnTo>
                    <a:lnTo>
                      <a:pt x="4404295" y="2916020"/>
                    </a:lnTo>
                    <a:lnTo>
                      <a:pt x="4514392" y="2929788"/>
                    </a:lnTo>
                    <a:lnTo>
                      <a:pt x="4624489" y="2935825"/>
                    </a:lnTo>
                    <a:lnTo>
                      <a:pt x="4734585" y="2931059"/>
                    </a:lnTo>
                    <a:lnTo>
                      <a:pt x="4844682" y="2917926"/>
                    </a:lnTo>
                    <a:lnTo>
                      <a:pt x="4954779" y="2899391"/>
                    </a:lnTo>
                    <a:lnTo>
                      <a:pt x="5064876" y="2878314"/>
                    </a:lnTo>
                    <a:lnTo>
                      <a:pt x="5174973" y="2857661"/>
                    </a:lnTo>
                    <a:lnTo>
                      <a:pt x="5285069" y="2830229"/>
                    </a:lnTo>
                    <a:lnTo>
                      <a:pt x="5395166" y="2810106"/>
                    </a:lnTo>
                    <a:lnTo>
                      <a:pt x="5505263" y="2799197"/>
                    </a:lnTo>
                    <a:lnTo>
                      <a:pt x="5615360" y="2801632"/>
                    </a:lnTo>
                    <a:lnTo>
                      <a:pt x="5725563" y="2812118"/>
                    </a:lnTo>
                    <a:lnTo>
                      <a:pt x="5835660" y="2826311"/>
                    </a:lnTo>
                    <a:lnTo>
                      <a:pt x="5945756" y="2839973"/>
                    </a:lnTo>
                    <a:lnTo>
                      <a:pt x="6055853" y="2848976"/>
                    </a:lnTo>
                    <a:lnTo>
                      <a:pt x="6165950" y="2849082"/>
                    </a:lnTo>
                    <a:lnTo>
                      <a:pt x="6276047" y="2836054"/>
                    </a:lnTo>
                    <a:lnTo>
                      <a:pt x="6386144" y="2871006"/>
                    </a:lnTo>
                    <a:lnTo>
                      <a:pt x="6496240" y="2902463"/>
                    </a:lnTo>
                    <a:lnTo>
                      <a:pt x="6606337" y="2799408"/>
                    </a:lnTo>
                    <a:lnTo>
                      <a:pt x="6716434" y="2633653"/>
                    </a:lnTo>
                    <a:lnTo>
                      <a:pt x="6826531" y="2440996"/>
                    </a:lnTo>
                    <a:lnTo>
                      <a:pt x="6936627" y="2233511"/>
                    </a:lnTo>
                    <a:lnTo>
                      <a:pt x="7046724" y="2023590"/>
                    </a:lnTo>
                    <a:lnTo>
                      <a:pt x="7156927" y="1823095"/>
                    </a:lnTo>
                    <a:lnTo>
                      <a:pt x="7267023" y="1644524"/>
                    </a:lnTo>
                    <a:lnTo>
                      <a:pt x="7377120" y="1497410"/>
                    </a:lnTo>
                    <a:lnTo>
                      <a:pt x="7487217" y="1360145"/>
                    </a:lnTo>
                    <a:lnTo>
                      <a:pt x="7597314" y="1224999"/>
                    </a:lnTo>
                    <a:lnTo>
                      <a:pt x="7707410" y="1092183"/>
                    </a:lnTo>
                    <a:lnTo>
                      <a:pt x="7817507" y="961592"/>
                    </a:lnTo>
                    <a:lnTo>
                      <a:pt x="7927604" y="833224"/>
                    </a:lnTo>
                    <a:lnTo>
                      <a:pt x="8037701" y="707081"/>
                    </a:lnTo>
                    <a:lnTo>
                      <a:pt x="8147798" y="583373"/>
                    </a:lnTo>
                    <a:lnTo>
                      <a:pt x="8257894" y="461890"/>
                    </a:lnTo>
                    <a:lnTo>
                      <a:pt x="8367991" y="342843"/>
                    </a:lnTo>
                    <a:lnTo>
                      <a:pt x="8478194" y="226126"/>
                    </a:lnTo>
                    <a:lnTo>
                      <a:pt x="8588290" y="111845"/>
                    </a:lnTo>
                    <a:lnTo>
                      <a:pt x="8698387" y="0"/>
                    </a:lnTo>
                  </a:path>
                </a:pathLst>
              </a:custGeom>
              <a:noFill/>
              <a:ln w="22550" cap="flat">
                <a:solidFill>
                  <a:srgbClr val="00833E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FAEF7DA-EE99-CBB4-40FC-3F4292CE39C6}"/>
                  </a:ext>
                </a:extLst>
              </p:cNvPr>
              <p:cNvSpPr txBox="1"/>
              <p:nvPr/>
            </p:nvSpPr>
            <p:spPr>
              <a:xfrm>
                <a:off x="5711356" y="2740350"/>
                <a:ext cx="108555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00833E"/>
                    </a:solidFill>
                    <a:latin typeface="Arial"/>
                    <a:cs typeface="Arial"/>
                    <a:sym typeface="Arial"/>
                    <a:rtl val="0"/>
                  </a:rPr>
                  <a:t>Increased</a:t>
                </a:r>
              </a:p>
            </p:txBody>
          </p:sp>
        </p:grpSp>
        <p:grpSp>
          <p:nvGrpSpPr>
            <p:cNvPr id="67" name="Graphic 2">
              <a:extLst>
                <a:ext uri="{FF2B5EF4-FFF2-40B4-BE49-F238E27FC236}">
                  <a16:creationId xmlns:a16="http://schemas.microsoft.com/office/drawing/2014/main" id="{DCE2EBFE-77B6-9750-38D7-5BB0EC3FEE66}"/>
                </a:ext>
              </a:extLst>
            </p:cNvPr>
            <p:cNvGrpSpPr/>
            <p:nvPr/>
          </p:nvGrpSpPr>
          <p:grpSpPr>
            <a:xfrm>
              <a:off x="961062" y="612426"/>
              <a:ext cx="10439454" cy="5419645"/>
              <a:chOff x="961062" y="612426"/>
              <a:chExt cx="10439454" cy="5419645"/>
            </a:xfrm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EDABE6-1AEB-5AFD-2635-0912C3A7F9B7}"/>
                  </a:ext>
                </a:extLst>
              </p:cNvPr>
              <p:cNvSpPr/>
              <p:nvPr/>
            </p:nvSpPr>
            <p:spPr>
              <a:xfrm>
                <a:off x="155352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43A7AAA-9410-2BC7-9342-974F14380305}"/>
                  </a:ext>
                </a:extLst>
              </p:cNvPr>
              <p:cNvSpPr txBox="1"/>
              <p:nvPr/>
            </p:nvSpPr>
            <p:spPr>
              <a:xfrm>
                <a:off x="132734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4051AA8-1C0F-40B2-447B-C791F83F59ED}"/>
                  </a:ext>
                </a:extLst>
              </p:cNvPr>
              <p:cNvSpPr txBox="1"/>
              <p:nvPr/>
            </p:nvSpPr>
            <p:spPr>
              <a:xfrm>
                <a:off x="1244836" y="4685873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25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81E724E-70E4-67A3-14C1-5C727AEBF3C4}"/>
                  </a:ext>
                </a:extLst>
              </p:cNvPr>
              <p:cNvSpPr txBox="1"/>
              <p:nvPr/>
            </p:nvSpPr>
            <p:spPr>
              <a:xfrm>
                <a:off x="1244836" y="3722057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50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8308110-7C87-2357-A4D6-80E925672D06}"/>
                  </a:ext>
                </a:extLst>
              </p:cNvPr>
              <p:cNvSpPr txBox="1"/>
              <p:nvPr/>
            </p:nvSpPr>
            <p:spPr>
              <a:xfrm>
                <a:off x="1244836" y="2758241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75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923E838-86C2-FAE4-8F52-147C63C7FB9F}"/>
                  </a:ext>
                </a:extLst>
              </p:cNvPr>
              <p:cNvSpPr txBox="1"/>
              <p:nvPr/>
            </p:nvSpPr>
            <p:spPr>
              <a:xfrm>
                <a:off x="1162331" y="1794319"/>
                <a:ext cx="43954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100</a:t>
                </a:r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18A4E213-619D-0C83-E91D-459010441D81}"/>
                  </a:ext>
                </a:extLst>
              </p:cNvPr>
              <p:cNvSpPr/>
              <p:nvPr/>
            </p:nvSpPr>
            <p:spPr>
              <a:xfrm>
                <a:off x="152449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99A10FFE-7177-BAB3-A1E2-98FEB7545D96}"/>
                  </a:ext>
                </a:extLst>
              </p:cNvPr>
              <p:cNvSpPr/>
              <p:nvPr/>
            </p:nvSpPr>
            <p:spPr>
              <a:xfrm>
                <a:off x="1524492" y="4812763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56B51D9-055C-4421-08C7-8238B7A9C5D3}"/>
                  </a:ext>
                </a:extLst>
              </p:cNvPr>
              <p:cNvSpPr/>
              <p:nvPr/>
            </p:nvSpPr>
            <p:spPr>
              <a:xfrm>
                <a:off x="1524492" y="3848947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A11DE49-086A-1EF9-2F28-9087B608B541}"/>
                  </a:ext>
                </a:extLst>
              </p:cNvPr>
              <p:cNvSpPr/>
              <p:nvPr/>
            </p:nvSpPr>
            <p:spPr>
              <a:xfrm>
                <a:off x="1524492" y="2885026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84A468CA-07BC-EC4D-73A3-7DD378F59741}"/>
                  </a:ext>
                </a:extLst>
              </p:cNvPr>
              <p:cNvSpPr/>
              <p:nvPr/>
            </p:nvSpPr>
            <p:spPr>
              <a:xfrm>
                <a:off x="1524492" y="1921210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59FA845A-DE16-900B-CB6B-1B3EC5D7120B}"/>
                  </a:ext>
                </a:extLst>
              </p:cNvPr>
              <p:cNvSpPr/>
              <p:nvPr/>
            </p:nvSpPr>
            <p:spPr>
              <a:xfrm>
                <a:off x="1553527" y="5776685"/>
                <a:ext cx="9568141" cy="10591"/>
              </a:xfrm>
              <a:custGeom>
                <a:avLst/>
                <a:gdLst>
                  <a:gd name="connsiteX0" fmla="*/ 0 w 9568141"/>
                  <a:gd name="connsiteY0" fmla="*/ 0 h 10591"/>
                  <a:gd name="connsiteX1" fmla="*/ 9568142 w 956814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68141" h="10591">
                    <a:moveTo>
                      <a:pt x="0" y="0"/>
                    </a:moveTo>
                    <a:lnTo>
                      <a:pt x="956814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B3C0481C-A478-1AB7-046C-E55C43A4EB62}"/>
                  </a:ext>
                </a:extLst>
              </p:cNvPr>
              <p:cNvSpPr/>
              <p:nvPr/>
            </p:nvSpPr>
            <p:spPr>
              <a:xfrm>
                <a:off x="225098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6CEAFFCE-9ACC-65A6-A16C-A03B95F0895E}"/>
                  </a:ext>
                </a:extLst>
              </p:cNvPr>
              <p:cNvSpPr/>
              <p:nvPr/>
            </p:nvSpPr>
            <p:spPr>
              <a:xfrm>
                <a:off x="297874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080A753-FC0A-6864-A4B8-A50F6ACA5AAF}"/>
                  </a:ext>
                </a:extLst>
              </p:cNvPr>
              <p:cNvSpPr/>
              <p:nvPr/>
            </p:nvSpPr>
            <p:spPr>
              <a:xfrm>
                <a:off x="370661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E18569F3-886D-76B9-A2A8-109D855EDD00}"/>
                  </a:ext>
                </a:extLst>
              </p:cNvPr>
              <p:cNvSpPr/>
              <p:nvPr/>
            </p:nvSpPr>
            <p:spPr>
              <a:xfrm>
                <a:off x="443045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4AF04D0F-C511-DEF6-C387-63BB91F09D53}"/>
                  </a:ext>
                </a:extLst>
              </p:cNvPr>
              <p:cNvSpPr/>
              <p:nvPr/>
            </p:nvSpPr>
            <p:spPr>
              <a:xfrm>
                <a:off x="515832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763BBE6A-01E4-C0F9-8E2B-08B19E48EDB2}"/>
                  </a:ext>
                </a:extLst>
              </p:cNvPr>
              <p:cNvSpPr/>
              <p:nvPr/>
            </p:nvSpPr>
            <p:spPr>
              <a:xfrm>
                <a:off x="588216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263552A3-191B-81E2-0BDC-83E72A878633}"/>
                  </a:ext>
                </a:extLst>
              </p:cNvPr>
              <p:cNvSpPr/>
              <p:nvPr/>
            </p:nvSpPr>
            <p:spPr>
              <a:xfrm>
                <a:off x="661003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ACA41A98-4D88-D731-C017-855C16133319}"/>
                  </a:ext>
                </a:extLst>
              </p:cNvPr>
              <p:cNvSpPr/>
              <p:nvPr/>
            </p:nvSpPr>
            <p:spPr>
              <a:xfrm>
                <a:off x="733387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868D3D60-BAF9-AA3E-2F87-4B6719359152}"/>
                  </a:ext>
                </a:extLst>
              </p:cNvPr>
              <p:cNvSpPr/>
              <p:nvPr/>
            </p:nvSpPr>
            <p:spPr>
              <a:xfrm>
                <a:off x="806174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1BFC734C-A5A1-360E-5E6E-A58E231E952D}"/>
                  </a:ext>
                </a:extLst>
              </p:cNvPr>
              <p:cNvSpPr/>
              <p:nvPr/>
            </p:nvSpPr>
            <p:spPr>
              <a:xfrm>
                <a:off x="878960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EF103E7F-2E18-688A-87C8-9EF2969484A6}"/>
                  </a:ext>
                </a:extLst>
              </p:cNvPr>
              <p:cNvSpPr/>
              <p:nvPr/>
            </p:nvSpPr>
            <p:spPr>
              <a:xfrm>
                <a:off x="951747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C1220060-DDCE-DDF1-BE47-035790DB78D8}"/>
                  </a:ext>
                </a:extLst>
              </p:cNvPr>
              <p:cNvSpPr/>
              <p:nvPr/>
            </p:nvSpPr>
            <p:spPr>
              <a:xfrm>
                <a:off x="1024131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A9C90586-F81D-C81C-6F82-23E578665CE5}"/>
                  </a:ext>
                </a:extLst>
              </p:cNvPr>
              <p:cNvSpPr/>
              <p:nvPr/>
            </p:nvSpPr>
            <p:spPr>
              <a:xfrm>
                <a:off x="1096918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EDF9A82-2E21-9172-8EE3-8C89AF32BD32}"/>
                  </a:ext>
                </a:extLst>
              </p:cNvPr>
              <p:cNvSpPr txBox="1"/>
              <p:nvPr/>
            </p:nvSpPr>
            <p:spPr>
              <a:xfrm>
                <a:off x="1842018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Dec 2019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D887254-B573-8BBF-A242-5C0890D7A131}"/>
                  </a:ext>
                </a:extLst>
              </p:cNvPr>
              <p:cNvSpPr txBox="1"/>
              <p:nvPr/>
            </p:nvSpPr>
            <p:spPr>
              <a:xfrm>
                <a:off x="2582094" y="5755072"/>
                <a:ext cx="814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Jun 2020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2773525-5455-C299-49C7-FFC5F2A2CBEA}"/>
                  </a:ext>
                </a:extLst>
              </p:cNvPr>
              <p:cNvSpPr txBox="1"/>
              <p:nvPr/>
            </p:nvSpPr>
            <p:spPr>
              <a:xfrm>
                <a:off x="3297648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Dec 2020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2F982A6-15F5-8804-5E29-BF67344657EF}"/>
                  </a:ext>
                </a:extLst>
              </p:cNvPr>
              <p:cNvSpPr txBox="1"/>
              <p:nvPr/>
            </p:nvSpPr>
            <p:spPr>
              <a:xfrm>
                <a:off x="4033803" y="5755072"/>
                <a:ext cx="814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Jun 2021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12338136-29E6-51C4-A92C-C0BD7DB7BA27}"/>
                  </a:ext>
                </a:extLst>
              </p:cNvPr>
              <p:cNvSpPr txBox="1"/>
              <p:nvPr/>
            </p:nvSpPr>
            <p:spPr>
              <a:xfrm>
                <a:off x="4749357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Dec 2021</a:t>
                </a: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E51532C-3339-1197-06A6-35FDB6BF356F}"/>
                  </a:ext>
                </a:extLst>
              </p:cNvPr>
              <p:cNvSpPr txBox="1"/>
              <p:nvPr/>
            </p:nvSpPr>
            <p:spPr>
              <a:xfrm>
                <a:off x="5485512" y="5755072"/>
                <a:ext cx="814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Jun 2022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17914DF-EAEC-445E-29D8-FEBA147F3F9E}"/>
                  </a:ext>
                </a:extLst>
              </p:cNvPr>
              <p:cNvSpPr txBox="1"/>
              <p:nvPr/>
            </p:nvSpPr>
            <p:spPr>
              <a:xfrm>
                <a:off x="6201066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Dec 2022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8D72B807-737A-F2E7-3D44-9255614DAA70}"/>
                  </a:ext>
                </a:extLst>
              </p:cNvPr>
              <p:cNvSpPr txBox="1"/>
              <p:nvPr/>
            </p:nvSpPr>
            <p:spPr>
              <a:xfrm>
                <a:off x="6937222" y="5755072"/>
                <a:ext cx="814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Jun 2023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3A7986DC-A982-F6DB-2554-C1887F7B1361}"/>
                  </a:ext>
                </a:extLst>
              </p:cNvPr>
              <p:cNvSpPr txBox="1"/>
              <p:nvPr/>
            </p:nvSpPr>
            <p:spPr>
              <a:xfrm>
                <a:off x="765277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Dec 2023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074A678F-35BC-41C1-A175-83EE46922CF1}"/>
                  </a:ext>
                </a:extLst>
              </p:cNvPr>
              <p:cNvSpPr txBox="1"/>
              <p:nvPr/>
            </p:nvSpPr>
            <p:spPr>
              <a:xfrm>
                <a:off x="8392958" y="5755072"/>
                <a:ext cx="814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Jun 2024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A908EEB8-4795-0DCC-36C6-A82547B3D0CA}"/>
                  </a:ext>
                </a:extLst>
              </p:cNvPr>
              <p:cNvSpPr txBox="1"/>
              <p:nvPr/>
            </p:nvSpPr>
            <p:spPr>
              <a:xfrm>
                <a:off x="9108511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Dec 2024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76A438DC-F450-9A31-FD79-8D24F6B998A8}"/>
                  </a:ext>
                </a:extLst>
              </p:cNvPr>
              <p:cNvSpPr txBox="1"/>
              <p:nvPr/>
            </p:nvSpPr>
            <p:spPr>
              <a:xfrm>
                <a:off x="9844667" y="5755072"/>
                <a:ext cx="814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Jun 2025</a:t>
                </a: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062BA875-86C4-9B0C-5D9F-708D8E637CD2}"/>
                  </a:ext>
                </a:extLst>
              </p:cNvPr>
              <p:cNvSpPr txBox="1"/>
              <p:nvPr/>
            </p:nvSpPr>
            <p:spPr>
              <a:xfrm>
                <a:off x="10560221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Dec 2025</a:t>
                </a: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E42A09C4-09F3-488D-2BF8-F0F8917DE322}"/>
                  </a:ext>
                </a:extLst>
              </p:cNvPr>
              <p:cNvSpPr txBox="1"/>
              <p:nvPr/>
            </p:nvSpPr>
            <p:spPr>
              <a:xfrm rot="16200000">
                <a:off x="33724" y="3204753"/>
                <a:ext cx="21932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CPUE (kg/fisher/trip)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12258092-68B7-8D61-5CA8-A97312C3E8F1}"/>
                  </a:ext>
                </a:extLst>
              </p:cNvPr>
              <p:cNvSpPr txBox="1"/>
              <p:nvPr/>
            </p:nvSpPr>
            <p:spPr>
              <a:xfrm>
                <a:off x="1462087" y="612426"/>
                <a:ext cx="68884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Catch Per Unit Effort 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L.lentjan</a:t>
                </a:r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 in MAR </a:t>
                </a:r>
                <a:r>
                  <a:rPr lang="en-US" sz="2000" b="1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iotapina</a:t>
                </a:r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 - Lasel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77286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CA1B90-5495-AB46-EF49-71CD23B64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240" y="120192"/>
            <a:ext cx="12083520" cy="6617616"/>
          </a:xfrm>
        </p:spPr>
      </p:pic>
    </p:spTree>
    <p:extLst>
      <p:ext uri="{BB962C8B-B14F-4D97-AF65-F5344CB8AC3E}">
        <p14:creationId xmlns:p14="http://schemas.microsoft.com/office/powerpoint/2010/main" val="3135141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90D06-0C4D-46E0-07EF-F3585CC47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39A9-B5EE-F9A1-8A80-AC43568169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Baronang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825526-CD3F-02D4-BF3A-44B5910737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Siganus guttatus</a:t>
            </a:r>
          </a:p>
        </p:txBody>
      </p:sp>
    </p:spTree>
    <p:extLst>
      <p:ext uri="{BB962C8B-B14F-4D97-AF65-F5344CB8AC3E}">
        <p14:creationId xmlns:p14="http://schemas.microsoft.com/office/powerpoint/2010/main" val="790302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D862A9-83FE-4EB8-8F41-EE579073A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aphic 2">
            <a:extLst>
              <a:ext uri="{FF2B5EF4-FFF2-40B4-BE49-F238E27FC236}">
                <a16:creationId xmlns:a16="http://schemas.microsoft.com/office/drawing/2014/main" id="{1396C632-E201-98C0-CAD1-CA2F0BAD8904}"/>
              </a:ext>
            </a:extLst>
          </p:cNvPr>
          <p:cNvGrpSpPr/>
          <p:nvPr/>
        </p:nvGrpSpPr>
        <p:grpSpPr>
          <a:xfrm>
            <a:off x="961062" y="612426"/>
            <a:ext cx="10221218" cy="5602107"/>
            <a:chOff x="961062" y="612426"/>
            <a:chExt cx="10221218" cy="5602107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2BE73FD-96A7-07A5-7267-A5EDC3D57447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496290F-38A8-082A-127F-01F238E113BA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58" name="Graphic 2">
              <a:extLst>
                <a:ext uri="{FF2B5EF4-FFF2-40B4-BE49-F238E27FC236}">
                  <a16:creationId xmlns:a16="http://schemas.microsoft.com/office/drawing/2014/main" id="{1108D7A4-6FD8-2820-A3B6-BC7034CA08B8}"/>
                </a:ext>
              </a:extLst>
            </p:cNvPr>
            <p:cNvGrpSpPr/>
            <p:nvPr/>
          </p:nvGrpSpPr>
          <p:grpSpPr>
            <a:xfrm>
              <a:off x="1471087" y="971481"/>
              <a:ext cx="9650581" cy="4805204"/>
              <a:chOff x="1471087" y="971481"/>
              <a:chExt cx="9650581" cy="4805204"/>
            </a:xfrm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B15D1B44-5B75-0624-8C47-32E7076A969E}"/>
                  </a:ext>
                </a:extLst>
              </p:cNvPr>
              <p:cNvSpPr/>
              <p:nvPr/>
            </p:nvSpPr>
            <p:spPr>
              <a:xfrm>
                <a:off x="1471087" y="971481"/>
                <a:ext cx="9650581" cy="4805204"/>
              </a:xfrm>
              <a:custGeom>
                <a:avLst/>
                <a:gdLst>
                  <a:gd name="connsiteX0" fmla="*/ 0 w 9650581"/>
                  <a:gd name="connsiteY0" fmla="*/ 0 h 4805204"/>
                  <a:gd name="connsiteX1" fmla="*/ 9650582 w 9650581"/>
                  <a:gd name="connsiteY1" fmla="*/ 0 h 4805204"/>
                  <a:gd name="connsiteX2" fmla="*/ 9650582 w 9650581"/>
                  <a:gd name="connsiteY2" fmla="*/ 4805204 h 4805204"/>
                  <a:gd name="connsiteX3" fmla="*/ 0 w 965058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50581" h="4805204">
                    <a:moveTo>
                      <a:pt x="0" y="0"/>
                    </a:moveTo>
                    <a:lnTo>
                      <a:pt x="9650582" y="0"/>
                    </a:lnTo>
                    <a:lnTo>
                      <a:pt x="965058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F8B65B6B-B281-6067-917C-157D29011843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4805204"/>
              </a:xfrm>
              <a:custGeom>
                <a:avLst/>
                <a:gdLst>
                  <a:gd name="connsiteX0" fmla="*/ 0 w 8773198"/>
                  <a:gd name="connsiteY0" fmla="*/ 0 h 4805204"/>
                  <a:gd name="connsiteX1" fmla="*/ 111050 w 8773198"/>
                  <a:gd name="connsiteY1" fmla="*/ 246144 h 4805204"/>
                  <a:gd name="connsiteX2" fmla="*/ 222101 w 8773198"/>
                  <a:gd name="connsiteY2" fmla="*/ 473223 h 4805204"/>
                  <a:gd name="connsiteX3" fmla="*/ 333151 w 8773198"/>
                  <a:gd name="connsiteY3" fmla="*/ 680284 h 4805204"/>
                  <a:gd name="connsiteX4" fmla="*/ 444202 w 8773198"/>
                  <a:gd name="connsiteY4" fmla="*/ 866799 h 4805204"/>
                  <a:gd name="connsiteX5" fmla="*/ 555252 w 8773198"/>
                  <a:gd name="connsiteY5" fmla="*/ 1031918 h 4805204"/>
                  <a:gd name="connsiteX6" fmla="*/ 666303 w 8773198"/>
                  <a:gd name="connsiteY6" fmla="*/ 1175538 h 4805204"/>
                  <a:gd name="connsiteX7" fmla="*/ 777353 w 8773198"/>
                  <a:gd name="connsiteY7" fmla="*/ 1297974 h 4805204"/>
                  <a:gd name="connsiteX8" fmla="*/ 888404 w 8773198"/>
                  <a:gd name="connsiteY8" fmla="*/ 1400605 h 4805204"/>
                  <a:gd name="connsiteX9" fmla="*/ 999454 w 8773198"/>
                  <a:gd name="connsiteY9" fmla="*/ 1485336 h 4805204"/>
                  <a:gd name="connsiteX10" fmla="*/ 1110505 w 8773198"/>
                  <a:gd name="connsiteY10" fmla="*/ 1554815 h 4805204"/>
                  <a:gd name="connsiteX11" fmla="*/ 1221555 w 8773198"/>
                  <a:gd name="connsiteY11" fmla="*/ 1612538 h 4805204"/>
                  <a:gd name="connsiteX12" fmla="*/ 1332605 w 8773198"/>
                  <a:gd name="connsiteY12" fmla="*/ 1664224 h 4805204"/>
                  <a:gd name="connsiteX13" fmla="*/ 1443656 w 8773198"/>
                  <a:gd name="connsiteY13" fmla="*/ 1714215 h 4805204"/>
                  <a:gd name="connsiteX14" fmla="*/ 1554706 w 8773198"/>
                  <a:gd name="connsiteY14" fmla="*/ 1764207 h 4805204"/>
                  <a:gd name="connsiteX15" fmla="*/ 1665757 w 8773198"/>
                  <a:gd name="connsiteY15" fmla="*/ 1815257 h 4805204"/>
                  <a:gd name="connsiteX16" fmla="*/ 1776807 w 8773198"/>
                  <a:gd name="connsiteY16" fmla="*/ 1867790 h 4805204"/>
                  <a:gd name="connsiteX17" fmla="*/ 1887858 w 8773198"/>
                  <a:gd name="connsiteY17" fmla="*/ 1921489 h 4805204"/>
                  <a:gd name="connsiteX18" fmla="*/ 1998908 w 8773198"/>
                  <a:gd name="connsiteY18" fmla="*/ 1975822 h 4805204"/>
                  <a:gd name="connsiteX19" fmla="*/ 2109959 w 8773198"/>
                  <a:gd name="connsiteY19" fmla="*/ 2030050 h 4805204"/>
                  <a:gd name="connsiteX20" fmla="*/ 2221009 w 8773198"/>
                  <a:gd name="connsiteY20" fmla="*/ 2083431 h 4805204"/>
                  <a:gd name="connsiteX21" fmla="*/ 2332060 w 8773198"/>
                  <a:gd name="connsiteY21" fmla="*/ 2134905 h 4805204"/>
                  <a:gd name="connsiteX22" fmla="*/ 2443110 w 8773198"/>
                  <a:gd name="connsiteY22" fmla="*/ 2183837 h 4805204"/>
                  <a:gd name="connsiteX23" fmla="*/ 2554161 w 8773198"/>
                  <a:gd name="connsiteY23" fmla="*/ 2229592 h 4805204"/>
                  <a:gd name="connsiteX24" fmla="*/ 2665211 w 8773198"/>
                  <a:gd name="connsiteY24" fmla="*/ 2271852 h 4805204"/>
                  <a:gd name="connsiteX25" fmla="*/ 2776262 w 8773198"/>
                  <a:gd name="connsiteY25" fmla="*/ 2310510 h 4805204"/>
                  <a:gd name="connsiteX26" fmla="*/ 2887312 w 8773198"/>
                  <a:gd name="connsiteY26" fmla="*/ 2345674 h 4805204"/>
                  <a:gd name="connsiteX27" fmla="*/ 2998362 w 8773198"/>
                  <a:gd name="connsiteY27" fmla="*/ 2377554 h 4805204"/>
                  <a:gd name="connsiteX28" fmla="*/ 3109519 w 8773198"/>
                  <a:gd name="connsiteY28" fmla="*/ 2406574 h 4805204"/>
                  <a:gd name="connsiteX29" fmla="*/ 3220569 w 8773198"/>
                  <a:gd name="connsiteY29" fmla="*/ 2433264 h 4805204"/>
                  <a:gd name="connsiteX30" fmla="*/ 3331620 w 8773198"/>
                  <a:gd name="connsiteY30" fmla="*/ 2458472 h 4805204"/>
                  <a:gd name="connsiteX31" fmla="*/ 3442670 w 8773198"/>
                  <a:gd name="connsiteY31" fmla="*/ 2492576 h 4805204"/>
                  <a:gd name="connsiteX32" fmla="*/ 3553721 w 8773198"/>
                  <a:gd name="connsiteY32" fmla="*/ 2530811 h 4805204"/>
                  <a:gd name="connsiteX33" fmla="*/ 3664771 w 8773198"/>
                  <a:gd name="connsiteY33" fmla="*/ 2564280 h 4805204"/>
                  <a:gd name="connsiteX34" fmla="*/ 3775822 w 8773198"/>
                  <a:gd name="connsiteY34" fmla="*/ 2590758 h 4805204"/>
                  <a:gd name="connsiteX35" fmla="*/ 3886872 w 8773198"/>
                  <a:gd name="connsiteY35" fmla="*/ 2620732 h 4805204"/>
                  <a:gd name="connsiteX36" fmla="*/ 3997923 w 8773198"/>
                  <a:gd name="connsiteY36" fmla="*/ 2675066 h 4805204"/>
                  <a:gd name="connsiteX37" fmla="*/ 4108973 w 8773198"/>
                  <a:gd name="connsiteY37" fmla="*/ 2748040 h 4805204"/>
                  <a:gd name="connsiteX38" fmla="*/ 4220024 w 8773198"/>
                  <a:gd name="connsiteY38" fmla="*/ 2828535 h 4805204"/>
                  <a:gd name="connsiteX39" fmla="*/ 4331074 w 8773198"/>
                  <a:gd name="connsiteY39" fmla="*/ 2905852 h 4805204"/>
                  <a:gd name="connsiteX40" fmla="*/ 4442124 w 8773198"/>
                  <a:gd name="connsiteY40" fmla="*/ 2972154 h 4805204"/>
                  <a:gd name="connsiteX41" fmla="*/ 4553175 w 8773198"/>
                  <a:gd name="connsiteY41" fmla="*/ 3025111 h 4805204"/>
                  <a:gd name="connsiteX42" fmla="*/ 4664225 w 8773198"/>
                  <a:gd name="connsiteY42" fmla="*/ 3068641 h 4805204"/>
                  <a:gd name="connsiteX43" fmla="*/ 4775276 w 8773198"/>
                  <a:gd name="connsiteY43" fmla="*/ 3114926 h 4805204"/>
                  <a:gd name="connsiteX44" fmla="*/ 4886326 w 8773198"/>
                  <a:gd name="connsiteY44" fmla="*/ 3174661 h 4805204"/>
                  <a:gd name="connsiteX45" fmla="*/ 4997377 w 8773198"/>
                  <a:gd name="connsiteY45" fmla="*/ 3239692 h 4805204"/>
                  <a:gd name="connsiteX46" fmla="*/ 5108428 w 8773198"/>
                  <a:gd name="connsiteY46" fmla="*/ 3278562 h 4805204"/>
                  <a:gd name="connsiteX47" fmla="*/ 5219478 w 8773198"/>
                  <a:gd name="connsiteY47" fmla="*/ 3226982 h 4805204"/>
                  <a:gd name="connsiteX48" fmla="*/ 5330528 w 8773198"/>
                  <a:gd name="connsiteY48" fmla="*/ 3196373 h 4805204"/>
                  <a:gd name="connsiteX49" fmla="*/ 5441578 w 8773198"/>
                  <a:gd name="connsiteY49" fmla="*/ 3179851 h 4805204"/>
                  <a:gd name="connsiteX50" fmla="*/ 5552629 w 8773198"/>
                  <a:gd name="connsiteY50" fmla="*/ 3144581 h 4805204"/>
                  <a:gd name="connsiteX51" fmla="*/ 5663679 w 8773198"/>
                  <a:gd name="connsiteY51" fmla="*/ 3047247 h 4805204"/>
                  <a:gd name="connsiteX52" fmla="*/ 5774730 w 8773198"/>
                  <a:gd name="connsiteY52" fmla="*/ 2946205 h 4805204"/>
                  <a:gd name="connsiteX53" fmla="*/ 5885781 w 8773198"/>
                  <a:gd name="connsiteY53" fmla="*/ 2971624 h 4805204"/>
                  <a:gd name="connsiteX54" fmla="*/ 5996831 w 8773198"/>
                  <a:gd name="connsiteY54" fmla="*/ 3071925 h 4805204"/>
                  <a:gd name="connsiteX55" fmla="*/ 6107881 w 8773198"/>
                  <a:gd name="connsiteY55" fmla="*/ 3111007 h 4805204"/>
                  <a:gd name="connsiteX56" fmla="*/ 6219038 w 8773198"/>
                  <a:gd name="connsiteY56" fmla="*/ 3173390 h 4805204"/>
                  <a:gd name="connsiteX57" fmla="*/ 6330088 w 8773198"/>
                  <a:gd name="connsiteY57" fmla="*/ 3209613 h 4805204"/>
                  <a:gd name="connsiteX58" fmla="*/ 6441139 w 8773198"/>
                  <a:gd name="connsiteY58" fmla="*/ 3248589 h 4805204"/>
                  <a:gd name="connsiteX59" fmla="*/ 6552189 w 8773198"/>
                  <a:gd name="connsiteY59" fmla="*/ 3270089 h 4805204"/>
                  <a:gd name="connsiteX60" fmla="*/ 6663240 w 8773198"/>
                  <a:gd name="connsiteY60" fmla="*/ 3284494 h 4805204"/>
                  <a:gd name="connsiteX61" fmla="*/ 6774290 w 8773198"/>
                  <a:gd name="connsiteY61" fmla="*/ 3306630 h 4805204"/>
                  <a:gd name="connsiteX62" fmla="*/ 6885340 w 8773198"/>
                  <a:gd name="connsiteY62" fmla="*/ 3262781 h 4805204"/>
                  <a:gd name="connsiteX63" fmla="*/ 6996391 w 8773198"/>
                  <a:gd name="connsiteY63" fmla="*/ 3121704 h 4805204"/>
                  <a:gd name="connsiteX64" fmla="*/ 7107441 w 8773198"/>
                  <a:gd name="connsiteY64" fmla="*/ 2873654 h 4805204"/>
                  <a:gd name="connsiteX65" fmla="*/ 7218492 w 8773198"/>
                  <a:gd name="connsiteY65" fmla="*/ 2511429 h 4805204"/>
                  <a:gd name="connsiteX66" fmla="*/ 7329543 w 8773198"/>
                  <a:gd name="connsiteY66" fmla="*/ 2224402 h 4805204"/>
                  <a:gd name="connsiteX67" fmla="*/ 7440593 w 8773198"/>
                  <a:gd name="connsiteY67" fmla="*/ 2013634 h 4805204"/>
                  <a:gd name="connsiteX68" fmla="*/ 7551643 w 8773198"/>
                  <a:gd name="connsiteY68" fmla="*/ 1858364 h 4805204"/>
                  <a:gd name="connsiteX69" fmla="*/ 7662694 w 8773198"/>
                  <a:gd name="connsiteY69" fmla="*/ 1763041 h 4805204"/>
                  <a:gd name="connsiteX70" fmla="*/ 7773744 w 8773198"/>
                  <a:gd name="connsiteY70" fmla="*/ 1729891 h 4805204"/>
                  <a:gd name="connsiteX71" fmla="*/ 7884794 w 8773198"/>
                  <a:gd name="connsiteY71" fmla="*/ 1749908 h 4805204"/>
                  <a:gd name="connsiteX72" fmla="*/ 7995845 w 8773198"/>
                  <a:gd name="connsiteY72" fmla="*/ 1795239 h 4805204"/>
                  <a:gd name="connsiteX73" fmla="*/ 8106896 w 8773198"/>
                  <a:gd name="connsiteY73" fmla="*/ 1860059 h 4805204"/>
                  <a:gd name="connsiteX74" fmla="*/ 8217946 w 8773198"/>
                  <a:gd name="connsiteY74" fmla="*/ 1939494 h 4805204"/>
                  <a:gd name="connsiteX75" fmla="*/ 8328997 w 8773198"/>
                  <a:gd name="connsiteY75" fmla="*/ 2029415 h 4805204"/>
                  <a:gd name="connsiteX76" fmla="*/ 8440047 w 8773198"/>
                  <a:gd name="connsiteY76" fmla="*/ 2127809 h 4805204"/>
                  <a:gd name="connsiteX77" fmla="*/ 8551097 w 8773198"/>
                  <a:gd name="connsiteY77" fmla="*/ 2235205 h 4805204"/>
                  <a:gd name="connsiteX78" fmla="*/ 8662148 w 8773198"/>
                  <a:gd name="connsiteY78" fmla="*/ 2353829 h 4805204"/>
                  <a:gd name="connsiteX79" fmla="*/ 8773198 w 8773198"/>
                  <a:gd name="connsiteY79" fmla="*/ 2487174 h 4805204"/>
                  <a:gd name="connsiteX80" fmla="*/ 8773198 w 8773198"/>
                  <a:gd name="connsiteY80" fmla="*/ 4805204 h 4805204"/>
                  <a:gd name="connsiteX81" fmla="*/ 8662148 w 8773198"/>
                  <a:gd name="connsiteY81" fmla="*/ 4805204 h 4805204"/>
                  <a:gd name="connsiteX82" fmla="*/ 8551097 w 8773198"/>
                  <a:gd name="connsiteY82" fmla="*/ 4805204 h 4805204"/>
                  <a:gd name="connsiteX83" fmla="*/ 8440047 w 8773198"/>
                  <a:gd name="connsiteY83" fmla="*/ 4523474 h 4805204"/>
                  <a:gd name="connsiteX84" fmla="*/ 8328997 w 8773198"/>
                  <a:gd name="connsiteY84" fmla="*/ 4190163 h 4805204"/>
                  <a:gd name="connsiteX85" fmla="*/ 8217946 w 8773198"/>
                  <a:gd name="connsiteY85" fmla="*/ 3936181 h 4805204"/>
                  <a:gd name="connsiteX86" fmla="*/ 8106896 w 8773198"/>
                  <a:gd name="connsiteY86" fmla="*/ 3753374 h 4805204"/>
                  <a:gd name="connsiteX87" fmla="*/ 7995845 w 8773198"/>
                  <a:gd name="connsiteY87" fmla="*/ 3631573 h 4805204"/>
                  <a:gd name="connsiteX88" fmla="*/ 7884794 w 8773198"/>
                  <a:gd name="connsiteY88" fmla="*/ 3559552 h 4805204"/>
                  <a:gd name="connsiteX89" fmla="*/ 7773744 w 8773198"/>
                  <a:gd name="connsiteY89" fmla="*/ 3528095 h 4805204"/>
                  <a:gd name="connsiteX90" fmla="*/ 7662694 w 8773198"/>
                  <a:gd name="connsiteY90" fmla="*/ 3544724 h 4805204"/>
                  <a:gd name="connsiteX91" fmla="*/ 7551643 w 8773198"/>
                  <a:gd name="connsiteY91" fmla="*/ 3612509 h 4805204"/>
                  <a:gd name="connsiteX92" fmla="*/ 7440593 w 8773198"/>
                  <a:gd name="connsiteY92" fmla="*/ 3732085 h 4805204"/>
                  <a:gd name="connsiteX93" fmla="*/ 7329543 w 8773198"/>
                  <a:gd name="connsiteY93" fmla="*/ 3905996 h 4805204"/>
                  <a:gd name="connsiteX94" fmla="*/ 7218492 w 8773198"/>
                  <a:gd name="connsiteY94" fmla="*/ 4140277 h 4805204"/>
                  <a:gd name="connsiteX95" fmla="*/ 7107441 w 8773198"/>
                  <a:gd name="connsiteY95" fmla="*/ 4435248 h 4805204"/>
                  <a:gd name="connsiteX96" fmla="*/ 6996391 w 8773198"/>
                  <a:gd name="connsiteY96" fmla="*/ 4683404 h 4805204"/>
                  <a:gd name="connsiteX97" fmla="*/ 6885340 w 8773198"/>
                  <a:gd name="connsiteY97" fmla="*/ 4805204 h 4805204"/>
                  <a:gd name="connsiteX98" fmla="*/ 6774290 w 8773198"/>
                  <a:gd name="connsiteY98" fmla="*/ 4805204 h 4805204"/>
                  <a:gd name="connsiteX99" fmla="*/ 6663240 w 8773198"/>
                  <a:gd name="connsiteY99" fmla="*/ 4805204 h 4805204"/>
                  <a:gd name="connsiteX100" fmla="*/ 6552189 w 8773198"/>
                  <a:gd name="connsiteY100" fmla="*/ 4805204 h 4805204"/>
                  <a:gd name="connsiteX101" fmla="*/ 6441139 w 8773198"/>
                  <a:gd name="connsiteY101" fmla="*/ 4805204 h 4805204"/>
                  <a:gd name="connsiteX102" fmla="*/ 6330088 w 8773198"/>
                  <a:gd name="connsiteY102" fmla="*/ 4755107 h 4805204"/>
                  <a:gd name="connsiteX103" fmla="*/ 6219038 w 8773198"/>
                  <a:gd name="connsiteY103" fmla="*/ 4696431 h 4805204"/>
                  <a:gd name="connsiteX104" fmla="*/ 6107881 w 8773198"/>
                  <a:gd name="connsiteY104" fmla="*/ 4673871 h 4805204"/>
                  <a:gd name="connsiteX105" fmla="*/ 5996831 w 8773198"/>
                  <a:gd name="connsiteY105" fmla="*/ 4659785 h 4805204"/>
                  <a:gd name="connsiteX106" fmla="*/ 5885781 w 8773198"/>
                  <a:gd name="connsiteY106" fmla="*/ 4712212 h 4805204"/>
                  <a:gd name="connsiteX107" fmla="*/ 5774730 w 8773198"/>
                  <a:gd name="connsiteY107" fmla="*/ 4763686 h 4805204"/>
                  <a:gd name="connsiteX108" fmla="*/ 5663679 w 8773198"/>
                  <a:gd name="connsiteY108" fmla="*/ 4805204 h 4805204"/>
                  <a:gd name="connsiteX109" fmla="*/ 5552629 w 8773198"/>
                  <a:gd name="connsiteY109" fmla="*/ 4805204 h 4805204"/>
                  <a:gd name="connsiteX110" fmla="*/ 5441578 w 8773198"/>
                  <a:gd name="connsiteY110" fmla="*/ 4805204 h 4805204"/>
                  <a:gd name="connsiteX111" fmla="*/ 5330528 w 8773198"/>
                  <a:gd name="connsiteY111" fmla="*/ 4805204 h 4805204"/>
                  <a:gd name="connsiteX112" fmla="*/ 5219478 w 8773198"/>
                  <a:gd name="connsiteY112" fmla="*/ 4805204 h 4805204"/>
                  <a:gd name="connsiteX113" fmla="*/ 5108428 w 8773198"/>
                  <a:gd name="connsiteY113" fmla="*/ 4805204 h 4805204"/>
                  <a:gd name="connsiteX114" fmla="*/ 4997377 w 8773198"/>
                  <a:gd name="connsiteY114" fmla="*/ 4621550 h 4805204"/>
                  <a:gd name="connsiteX115" fmla="*/ 4886326 w 8773198"/>
                  <a:gd name="connsiteY115" fmla="*/ 4580138 h 4805204"/>
                  <a:gd name="connsiteX116" fmla="*/ 4775276 w 8773198"/>
                  <a:gd name="connsiteY116" fmla="*/ 4572936 h 4805204"/>
                  <a:gd name="connsiteX117" fmla="*/ 4664225 w 8773198"/>
                  <a:gd name="connsiteY117" fmla="*/ 4574100 h 4805204"/>
                  <a:gd name="connsiteX118" fmla="*/ 4553175 w 8773198"/>
                  <a:gd name="connsiteY118" fmla="*/ 4564992 h 4805204"/>
                  <a:gd name="connsiteX119" fmla="*/ 4442124 w 8773198"/>
                  <a:gd name="connsiteY119" fmla="*/ 4553659 h 4805204"/>
                  <a:gd name="connsiteX120" fmla="*/ 4331074 w 8773198"/>
                  <a:gd name="connsiteY120" fmla="*/ 4547198 h 4805204"/>
                  <a:gd name="connsiteX121" fmla="*/ 4220024 w 8773198"/>
                  <a:gd name="connsiteY121" fmla="*/ 4546457 h 4805204"/>
                  <a:gd name="connsiteX122" fmla="*/ 4108973 w 8773198"/>
                  <a:gd name="connsiteY122" fmla="*/ 4547304 h 4805204"/>
                  <a:gd name="connsiteX123" fmla="*/ 3997923 w 8773198"/>
                  <a:gd name="connsiteY123" fmla="*/ 4542009 h 4805204"/>
                  <a:gd name="connsiteX124" fmla="*/ 3886872 w 8773198"/>
                  <a:gd name="connsiteY124" fmla="*/ 4522944 h 4805204"/>
                  <a:gd name="connsiteX125" fmla="*/ 3775822 w 8773198"/>
                  <a:gd name="connsiteY125" fmla="*/ 4487251 h 4805204"/>
                  <a:gd name="connsiteX126" fmla="*/ 3664771 w 8773198"/>
                  <a:gd name="connsiteY126" fmla="*/ 4454312 h 4805204"/>
                  <a:gd name="connsiteX127" fmla="*/ 3553721 w 8773198"/>
                  <a:gd name="connsiteY127" fmla="*/ 4433871 h 4805204"/>
                  <a:gd name="connsiteX128" fmla="*/ 3442670 w 8773198"/>
                  <a:gd name="connsiteY128" fmla="*/ 4423491 h 4805204"/>
                  <a:gd name="connsiteX129" fmla="*/ 3331620 w 8773198"/>
                  <a:gd name="connsiteY129" fmla="*/ 4414065 h 4805204"/>
                  <a:gd name="connsiteX130" fmla="*/ 3220569 w 8773198"/>
                  <a:gd name="connsiteY130" fmla="*/ 4397860 h 4805204"/>
                  <a:gd name="connsiteX131" fmla="*/ 3109519 w 8773198"/>
                  <a:gd name="connsiteY131" fmla="*/ 4377630 h 4805204"/>
                  <a:gd name="connsiteX132" fmla="*/ 2998362 w 8773198"/>
                  <a:gd name="connsiteY132" fmla="*/ 4354118 h 4805204"/>
                  <a:gd name="connsiteX133" fmla="*/ 2887312 w 8773198"/>
                  <a:gd name="connsiteY133" fmla="*/ 4328169 h 4805204"/>
                  <a:gd name="connsiteX134" fmla="*/ 2776262 w 8773198"/>
                  <a:gd name="connsiteY134" fmla="*/ 4300525 h 4805204"/>
                  <a:gd name="connsiteX135" fmla="*/ 2665211 w 8773198"/>
                  <a:gd name="connsiteY135" fmla="*/ 4271822 h 4805204"/>
                  <a:gd name="connsiteX136" fmla="*/ 2554161 w 8773198"/>
                  <a:gd name="connsiteY136" fmla="*/ 4242484 h 4805204"/>
                  <a:gd name="connsiteX137" fmla="*/ 2443110 w 8773198"/>
                  <a:gd name="connsiteY137" fmla="*/ 4212723 h 4805204"/>
                  <a:gd name="connsiteX138" fmla="*/ 2332060 w 8773198"/>
                  <a:gd name="connsiteY138" fmla="*/ 4182431 h 4805204"/>
                  <a:gd name="connsiteX139" fmla="*/ 2221009 w 8773198"/>
                  <a:gd name="connsiteY139" fmla="*/ 4151398 h 4805204"/>
                  <a:gd name="connsiteX140" fmla="*/ 2109959 w 8773198"/>
                  <a:gd name="connsiteY140" fmla="*/ 4119201 h 4805204"/>
                  <a:gd name="connsiteX141" fmla="*/ 1998908 w 8773198"/>
                  <a:gd name="connsiteY141" fmla="*/ 4085308 h 4805204"/>
                  <a:gd name="connsiteX142" fmla="*/ 1887858 w 8773198"/>
                  <a:gd name="connsiteY142" fmla="*/ 4049297 h 4805204"/>
                  <a:gd name="connsiteX143" fmla="*/ 1776807 w 8773198"/>
                  <a:gd name="connsiteY143" fmla="*/ 4010639 h 4805204"/>
                  <a:gd name="connsiteX144" fmla="*/ 1665757 w 8773198"/>
                  <a:gd name="connsiteY144" fmla="*/ 3969121 h 4805204"/>
                  <a:gd name="connsiteX145" fmla="*/ 1554706 w 8773198"/>
                  <a:gd name="connsiteY145" fmla="*/ 3924954 h 4805204"/>
                  <a:gd name="connsiteX146" fmla="*/ 1443656 w 8773198"/>
                  <a:gd name="connsiteY146" fmla="*/ 3878670 h 4805204"/>
                  <a:gd name="connsiteX147" fmla="*/ 1332605 w 8773198"/>
                  <a:gd name="connsiteY147" fmla="*/ 3831644 h 4805204"/>
                  <a:gd name="connsiteX148" fmla="*/ 1221555 w 8773198"/>
                  <a:gd name="connsiteY148" fmla="*/ 3786102 h 4805204"/>
                  <a:gd name="connsiteX149" fmla="*/ 1110505 w 8773198"/>
                  <a:gd name="connsiteY149" fmla="*/ 3746278 h 4805204"/>
                  <a:gd name="connsiteX150" fmla="*/ 999454 w 8773198"/>
                  <a:gd name="connsiteY150" fmla="*/ 3717469 h 4805204"/>
                  <a:gd name="connsiteX151" fmla="*/ 888404 w 8773198"/>
                  <a:gd name="connsiteY151" fmla="*/ 3703065 h 4805204"/>
                  <a:gd name="connsiteX152" fmla="*/ 777353 w 8773198"/>
                  <a:gd name="connsiteY152" fmla="*/ 3705713 h 4805204"/>
                  <a:gd name="connsiteX153" fmla="*/ 666303 w 8773198"/>
                  <a:gd name="connsiteY153" fmla="*/ 3727319 h 4805204"/>
                  <a:gd name="connsiteX154" fmla="*/ 555252 w 8773198"/>
                  <a:gd name="connsiteY154" fmla="*/ 3769049 h 4805204"/>
                  <a:gd name="connsiteX155" fmla="*/ 444202 w 8773198"/>
                  <a:gd name="connsiteY155" fmla="*/ 3831433 h 4805204"/>
                  <a:gd name="connsiteX156" fmla="*/ 333151 w 8773198"/>
                  <a:gd name="connsiteY156" fmla="*/ 3914151 h 4805204"/>
                  <a:gd name="connsiteX157" fmla="*/ 222101 w 8773198"/>
                  <a:gd name="connsiteY157" fmla="*/ 4016570 h 4805204"/>
                  <a:gd name="connsiteX158" fmla="*/ 111050 w 8773198"/>
                  <a:gd name="connsiteY158" fmla="*/ 4137841 h 4805204"/>
                  <a:gd name="connsiteX159" fmla="*/ 0 w 8773198"/>
                  <a:gd name="connsiteY159" fmla="*/ 4277118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773198" h="4805204">
                    <a:moveTo>
                      <a:pt x="0" y="0"/>
                    </a:moveTo>
                    <a:lnTo>
                      <a:pt x="111050" y="246144"/>
                    </a:lnTo>
                    <a:lnTo>
                      <a:pt x="222101" y="473223"/>
                    </a:lnTo>
                    <a:lnTo>
                      <a:pt x="333151" y="680284"/>
                    </a:lnTo>
                    <a:lnTo>
                      <a:pt x="444202" y="866799"/>
                    </a:lnTo>
                    <a:lnTo>
                      <a:pt x="555252" y="1031918"/>
                    </a:lnTo>
                    <a:lnTo>
                      <a:pt x="666303" y="1175538"/>
                    </a:lnTo>
                    <a:lnTo>
                      <a:pt x="777353" y="1297974"/>
                    </a:lnTo>
                    <a:lnTo>
                      <a:pt x="888404" y="1400605"/>
                    </a:lnTo>
                    <a:lnTo>
                      <a:pt x="999454" y="1485336"/>
                    </a:lnTo>
                    <a:lnTo>
                      <a:pt x="1110505" y="1554815"/>
                    </a:lnTo>
                    <a:lnTo>
                      <a:pt x="1221555" y="1612538"/>
                    </a:lnTo>
                    <a:lnTo>
                      <a:pt x="1332605" y="1664224"/>
                    </a:lnTo>
                    <a:lnTo>
                      <a:pt x="1443656" y="1714215"/>
                    </a:lnTo>
                    <a:lnTo>
                      <a:pt x="1554706" y="1764207"/>
                    </a:lnTo>
                    <a:lnTo>
                      <a:pt x="1665757" y="1815257"/>
                    </a:lnTo>
                    <a:lnTo>
                      <a:pt x="1776807" y="1867790"/>
                    </a:lnTo>
                    <a:lnTo>
                      <a:pt x="1887858" y="1921489"/>
                    </a:lnTo>
                    <a:lnTo>
                      <a:pt x="1998908" y="1975822"/>
                    </a:lnTo>
                    <a:lnTo>
                      <a:pt x="2109959" y="2030050"/>
                    </a:lnTo>
                    <a:lnTo>
                      <a:pt x="2221009" y="2083431"/>
                    </a:lnTo>
                    <a:lnTo>
                      <a:pt x="2332060" y="2134905"/>
                    </a:lnTo>
                    <a:lnTo>
                      <a:pt x="2443110" y="2183837"/>
                    </a:lnTo>
                    <a:lnTo>
                      <a:pt x="2554161" y="2229592"/>
                    </a:lnTo>
                    <a:lnTo>
                      <a:pt x="2665211" y="2271852"/>
                    </a:lnTo>
                    <a:lnTo>
                      <a:pt x="2776262" y="2310510"/>
                    </a:lnTo>
                    <a:lnTo>
                      <a:pt x="2887312" y="2345674"/>
                    </a:lnTo>
                    <a:lnTo>
                      <a:pt x="2998362" y="2377554"/>
                    </a:lnTo>
                    <a:lnTo>
                      <a:pt x="3109519" y="2406574"/>
                    </a:lnTo>
                    <a:lnTo>
                      <a:pt x="3220569" y="2433264"/>
                    </a:lnTo>
                    <a:lnTo>
                      <a:pt x="3331620" y="2458472"/>
                    </a:lnTo>
                    <a:lnTo>
                      <a:pt x="3442670" y="2492576"/>
                    </a:lnTo>
                    <a:lnTo>
                      <a:pt x="3553721" y="2530811"/>
                    </a:lnTo>
                    <a:lnTo>
                      <a:pt x="3664771" y="2564280"/>
                    </a:lnTo>
                    <a:lnTo>
                      <a:pt x="3775822" y="2590758"/>
                    </a:lnTo>
                    <a:lnTo>
                      <a:pt x="3886872" y="2620732"/>
                    </a:lnTo>
                    <a:lnTo>
                      <a:pt x="3997923" y="2675066"/>
                    </a:lnTo>
                    <a:lnTo>
                      <a:pt x="4108973" y="2748040"/>
                    </a:lnTo>
                    <a:lnTo>
                      <a:pt x="4220024" y="2828535"/>
                    </a:lnTo>
                    <a:lnTo>
                      <a:pt x="4331074" y="2905852"/>
                    </a:lnTo>
                    <a:lnTo>
                      <a:pt x="4442124" y="2972154"/>
                    </a:lnTo>
                    <a:lnTo>
                      <a:pt x="4553175" y="3025111"/>
                    </a:lnTo>
                    <a:lnTo>
                      <a:pt x="4664225" y="3068641"/>
                    </a:lnTo>
                    <a:lnTo>
                      <a:pt x="4775276" y="3114926"/>
                    </a:lnTo>
                    <a:lnTo>
                      <a:pt x="4886326" y="3174661"/>
                    </a:lnTo>
                    <a:lnTo>
                      <a:pt x="4997377" y="3239692"/>
                    </a:lnTo>
                    <a:lnTo>
                      <a:pt x="5108428" y="3278562"/>
                    </a:lnTo>
                    <a:lnTo>
                      <a:pt x="5219478" y="3226982"/>
                    </a:lnTo>
                    <a:lnTo>
                      <a:pt x="5330528" y="3196373"/>
                    </a:lnTo>
                    <a:lnTo>
                      <a:pt x="5441578" y="3179851"/>
                    </a:lnTo>
                    <a:lnTo>
                      <a:pt x="5552629" y="3144581"/>
                    </a:lnTo>
                    <a:lnTo>
                      <a:pt x="5663679" y="3047247"/>
                    </a:lnTo>
                    <a:lnTo>
                      <a:pt x="5774730" y="2946205"/>
                    </a:lnTo>
                    <a:lnTo>
                      <a:pt x="5885781" y="2971624"/>
                    </a:lnTo>
                    <a:lnTo>
                      <a:pt x="5996831" y="3071925"/>
                    </a:lnTo>
                    <a:lnTo>
                      <a:pt x="6107881" y="3111007"/>
                    </a:lnTo>
                    <a:lnTo>
                      <a:pt x="6219038" y="3173390"/>
                    </a:lnTo>
                    <a:lnTo>
                      <a:pt x="6330088" y="3209613"/>
                    </a:lnTo>
                    <a:lnTo>
                      <a:pt x="6441139" y="3248589"/>
                    </a:lnTo>
                    <a:lnTo>
                      <a:pt x="6552189" y="3270089"/>
                    </a:lnTo>
                    <a:lnTo>
                      <a:pt x="6663240" y="3284494"/>
                    </a:lnTo>
                    <a:lnTo>
                      <a:pt x="6774290" y="3306630"/>
                    </a:lnTo>
                    <a:lnTo>
                      <a:pt x="6885340" y="3262781"/>
                    </a:lnTo>
                    <a:lnTo>
                      <a:pt x="6996391" y="3121704"/>
                    </a:lnTo>
                    <a:lnTo>
                      <a:pt x="7107441" y="2873654"/>
                    </a:lnTo>
                    <a:lnTo>
                      <a:pt x="7218492" y="2511429"/>
                    </a:lnTo>
                    <a:lnTo>
                      <a:pt x="7329543" y="2224402"/>
                    </a:lnTo>
                    <a:lnTo>
                      <a:pt x="7440593" y="2013634"/>
                    </a:lnTo>
                    <a:lnTo>
                      <a:pt x="7551643" y="1858364"/>
                    </a:lnTo>
                    <a:lnTo>
                      <a:pt x="7662694" y="1763041"/>
                    </a:lnTo>
                    <a:lnTo>
                      <a:pt x="7773744" y="1729891"/>
                    </a:lnTo>
                    <a:lnTo>
                      <a:pt x="7884794" y="1749908"/>
                    </a:lnTo>
                    <a:lnTo>
                      <a:pt x="7995845" y="1795239"/>
                    </a:lnTo>
                    <a:lnTo>
                      <a:pt x="8106896" y="1860059"/>
                    </a:lnTo>
                    <a:lnTo>
                      <a:pt x="8217946" y="1939494"/>
                    </a:lnTo>
                    <a:lnTo>
                      <a:pt x="8328997" y="2029415"/>
                    </a:lnTo>
                    <a:lnTo>
                      <a:pt x="8440047" y="2127809"/>
                    </a:lnTo>
                    <a:lnTo>
                      <a:pt x="8551097" y="2235205"/>
                    </a:lnTo>
                    <a:lnTo>
                      <a:pt x="8662148" y="2353829"/>
                    </a:lnTo>
                    <a:lnTo>
                      <a:pt x="8773198" y="2487174"/>
                    </a:lnTo>
                    <a:lnTo>
                      <a:pt x="8773198" y="4805204"/>
                    </a:lnTo>
                    <a:lnTo>
                      <a:pt x="8662148" y="4805204"/>
                    </a:lnTo>
                    <a:lnTo>
                      <a:pt x="8551097" y="4805204"/>
                    </a:lnTo>
                    <a:lnTo>
                      <a:pt x="8440047" y="4523474"/>
                    </a:lnTo>
                    <a:lnTo>
                      <a:pt x="8328997" y="4190163"/>
                    </a:lnTo>
                    <a:lnTo>
                      <a:pt x="8217946" y="3936181"/>
                    </a:lnTo>
                    <a:lnTo>
                      <a:pt x="8106896" y="3753374"/>
                    </a:lnTo>
                    <a:lnTo>
                      <a:pt x="7995845" y="3631573"/>
                    </a:lnTo>
                    <a:lnTo>
                      <a:pt x="7884794" y="3559552"/>
                    </a:lnTo>
                    <a:lnTo>
                      <a:pt x="7773744" y="3528095"/>
                    </a:lnTo>
                    <a:lnTo>
                      <a:pt x="7662694" y="3544724"/>
                    </a:lnTo>
                    <a:lnTo>
                      <a:pt x="7551643" y="3612509"/>
                    </a:lnTo>
                    <a:lnTo>
                      <a:pt x="7440593" y="3732085"/>
                    </a:lnTo>
                    <a:lnTo>
                      <a:pt x="7329543" y="3905996"/>
                    </a:lnTo>
                    <a:lnTo>
                      <a:pt x="7218492" y="4140277"/>
                    </a:lnTo>
                    <a:lnTo>
                      <a:pt x="7107441" y="4435248"/>
                    </a:lnTo>
                    <a:lnTo>
                      <a:pt x="6996391" y="4683404"/>
                    </a:lnTo>
                    <a:lnTo>
                      <a:pt x="6885340" y="4805204"/>
                    </a:lnTo>
                    <a:lnTo>
                      <a:pt x="6774290" y="4805204"/>
                    </a:lnTo>
                    <a:lnTo>
                      <a:pt x="6663240" y="4805204"/>
                    </a:lnTo>
                    <a:lnTo>
                      <a:pt x="6552189" y="4805204"/>
                    </a:lnTo>
                    <a:lnTo>
                      <a:pt x="6441139" y="4805204"/>
                    </a:lnTo>
                    <a:lnTo>
                      <a:pt x="6330088" y="4755107"/>
                    </a:lnTo>
                    <a:lnTo>
                      <a:pt x="6219038" y="4696431"/>
                    </a:lnTo>
                    <a:lnTo>
                      <a:pt x="6107881" y="4673871"/>
                    </a:lnTo>
                    <a:lnTo>
                      <a:pt x="5996831" y="4659785"/>
                    </a:lnTo>
                    <a:lnTo>
                      <a:pt x="5885781" y="4712212"/>
                    </a:lnTo>
                    <a:lnTo>
                      <a:pt x="5774730" y="4763686"/>
                    </a:lnTo>
                    <a:lnTo>
                      <a:pt x="5663679" y="4805204"/>
                    </a:lnTo>
                    <a:lnTo>
                      <a:pt x="5552629" y="4805204"/>
                    </a:lnTo>
                    <a:lnTo>
                      <a:pt x="5441578" y="4805204"/>
                    </a:lnTo>
                    <a:lnTo>
                      <a:pt x="5330528" y="4805204"/>
                    </a:lnTo>
                    <a:lnTo>
                      <a:pt x="5219478" y="4805204"/>
                    </a:lnTo>
                    <a:lnTo>
                      <a:pt x="5108428" y="4805204"/>
                    </a:lnTo>
                    <a:lnTo>
                      <a:pt x="4997377" y="4621550"/>
                    </a:lnTo>
                    <a:lnTo>
                      <a:pt x="4886326" y="4580138"/>
                    </a:lnTo>
                    <a:lnTo>
                      <a:pt x="4775276" y="4572936"/>
                    </a:lnTo>
                    <a:lnTo>
                      <a:pt x="4664225" y="4574100"/>
                    </a:lnTo>
                    <a:lnTo>
                      <a:pt x="4553175" y="4564992"/>
                    </a:lnTo>
                    <a:lnTo>
                      <a:pt x="4442124" y="4553659"/>
                    </a:lnTo>
                    <a:lnTo>
                      <a:pt x="4331074" y="4547198"/>
                    </a:lnTo>
                    <a:lnTo>
                      <a:pt x="4220024" y="4546457"/>
                    </a:lnTo>
                    <a:lnTo>
                      <a:pt x="4108973" y="4547304"/>
                    </a:lnTo>
                    <a:lnTo>
                      <a:pt x="3997923" y="4542009"/>
                    </a:lnTo>
                    <a:lnTo>
                      <a:pt x="3886872" y="4522944"/>
                    </a:lnTo>
                    <a:lnTo>
                      <a:pt x="3775822" y="4487251"/>
                    </a:lnTo>
                    <a:lnTo>
                      <a:pt x="3664771" y="4454312"/>
                    </a:lnTo>
                    <a:lnTo>
                      <a:pt x="3553721" y="4433871"/>
                    </a:lnTo>
                    <a:lnTo>
                      <a:pt x="3442670" y="4423491"/>
                    </a:lnTo>
                    <a:lnTo>
                      <a:pt x="3331620" y="4414065"/>
                    </a:lnTo>
                    <a:lnTo>
                      <a:pt x="3220569" y="4397860"/>
                    </a:lnTo>
                    <a:lnTo>
                      <a:pt x="3109519" y="4377630"/>
                    </a:lnTo>
                    <a:lnTo>
                      <a:pt x="2998362" y="4354118"/>
                    </a:lnTo>
                    <a:lnTo>
                      <a:pt x="2887312" y="4328169"/>
                    </a:lnTo>
                    <a:lnTo>
                      <a:pt x="2776262" y="4300525"/>
                    </a:lnTo>
                    <a:lnTo>
                      <a:pt x="2665211" y="4271822"/>
                    </a:lnTo>
                    <a:lnTo>
                      <a:pt x="2554161" y="4242484"/>
                    </a:lnTo>
                    <a:lnTo>
                      <a:pt x="2443110" y="4212723"/>
                    </a:lnTo>
                    <a:lnTo>
                      <a:pt x="2332060" y="4182431"/>
                    </a:lnTo>
                    <a:lnTo>
                      <a:pt x="2221009" y="4151398"/>
                    </a:lnTo>
                    <a:lnTo>
                      <a:pt x="2109959" y="4119201"/>
                    </a:lnTo>
                    <a:lnTo>
                      <a:pt x="1998908" y="4085308"/>
                    </a:lnTo>
                    <a:lnTo>
                      <a:pt x="1887858" y="4049297"/>
                    </a:lnTo>
                    <a:lnTo>
                      <a:pt x="1776807" y="4010639"/>
                    </a:lnTo>
                    <a:lnTo>
                      <a:pt x="1665757" y="3969121"/>
                    </a:lnTo>
                    <a:lnTo>
                      <a:pt x="1554706" y="3924954"/>
                    </a:lnTo>
                    <a:lnTo>
                      <a:pt x="1443656" y="3878670"/>
                    </a:lnTo>
                    <a:lnTo>
                      <a:pt x="1332605" y="3831644"/>
                    </a:lnTo>
                    <a:lnTo>
                      <a:pt x="1221555" y="3786102"/>
                    </a:lnTo>
                    <a:lnTo>
                      <a:pt x="1110505" y="3746278"/>
                    </a:lnTo>
                    <a:lnTo>
                      <a:pt x="999454" y="3717469"/>
                    </a:lnTo>
                    <a:lnTo>
                      <a:pt x="888404" y="3703065"/>
                    </a:lnTo>
                    <a:lnTo>
                      <a:pt x="777353" y="3705713"/>
                    </a:lnTo>
                    <a:lnTo>
                      <a:pt x="666303" y="3727319"/>
                    </a:lnTo>
                    <a:lnTo>
                      <a:pt x="555252" y="3769049"/>
                    </a:lnTo>
                    <a:lnTo>
                      <a:pt x="444202" y="3831433"/>
                    </a:lnTo>
                    <a:lnTo>
                      <a:pt x="333151" y="3914151"/>
                    </a:lnTo>
                    <a:lnTo>
                      <a:pt x="222101" y="4016570"/>
                    </a:lnTo>
                    <a:lnTo>
                      <a:pt x="111050" y="4137841"/>
                    </a:lnTo>
                    <a:lnTo>
                      <a:pt x="0" y="4277118"/>
                    </a:lnTo>
                    <a:close/>
                  </a:path>
                </a:pathLst>
              </a:custGeom>
              <a:solidFill>
                <a:srgbClr val="E78828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1922F411-EE44-7008-2338-FB308FCA2048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3306629"/>
              </a:xfrm>
              <a:custGeom>
                <a:avLst/>
                <a:gdLst>
                  <a:gd name="connsiteX0" fmla="*/ 0 w 8773198"/>
                  <a:gd name="connsiteY0" fmla="*/ 0 h 3306629"/>
                  <a:gd name="connsiteX1" fmla="*/ 111050 w 8773198"/>
                  <a:gd name="connsiteY1" fmla="*/ 246144 h 3306629"/>
                  <a:gd name="connsiteX2" fmla="*/ 222101 w 8773198"/>
                  <a:gd name="connsiteY2" fmla="*/ 473223 h 3306629"/>
                  <a:gd name="connsiteX3" fmla="*/ 333151 w 8773198"/>
                  <a:gd name="connsiteY3" fmla="*/ 680284 h 3306629"/>
                  <a:gd name="connsiteX4" fmla="*/ 444202 w 8773198"/>
                  <a:gd name="connsiteY4" fmla="*/ 866799 h 3306629"/>
                  <a:gd name="connsiteX5" fmla="*/ 555252 w 8773198"/>
                  <a:gd name="connsiteY5" fmla="*/ 1031918 h 3306629"/>
                  <a:gd name="connsiteX6" fmla="*/ 666303 w 8773198"/>
                  <a:gd name="connsiteY6" fmla="*/ 1175538 h 3306629"/>
                  <a:gd name="connsiteX7" fmla="*/ 777353 w 8773198"/>
                  <a:gd name="connsiteY7" fmla="*/ 1297974 h 3306629"/>
                  <a:gd name="connsiteX8" fmla="*/ 888404 w 8773198"/>
                  <a:gd name="connsiteY8" fmla="*/ 1400605 h 3306629"/>
                  <a:gd name="connsiteX9" fmla="*/ 999454 w 8773198"/>
                  <a:gd name="connsiteY9" fmla="*/ 1485336 h 3306629"/>
                  <a:gd name="connsiteX10" fmla="*/ 1110505 w 8773198"/>
                  <a:gd name="connsiteY10" fmla="*/ 1554815 h 3306629"/>
                  <a:gd name="connsiteX11" fmla="*/ 1221555 w 8773198"/>
                  <a:gd name="connsiteY11" fmla="*/ 1612538 h 3306629"/>
                  <a:gd name="connsiteX12" fmla="*/ 1332605 w 8773198"/>
                  <a:gd name="connsiteY12" fmla="*/ 1664224 h 3306629"/>
                  <a:gd name="connsiteX13" fmla="*/ 1443656 w 8773198"/>
                  <a:gd name="connsiteY13" fmla="*/ 1714215 h 3306629"/>
                  <a:gd name="connsiteX14" fmla="*/ 1554706 w 8773198"/>
                  <a:gd name="connsiteY14" fmla="*/ 1764207 h 3306629"/>
                  <a:gd name="connsiteX15" fmla="*/ 1665757 w 8773198"/>
                  <a:gd name="connsiteY15" fmla="*/ 1815257 h 3306629"/>
                  <a:gd name="connsiteX16" fmla="*/ 1776807 w 8773198"/>
                  <a:gd name="connsiteY16" fmla="*/ 1867790 h 3306629"/>
                  <a:gd name="connsiteX17" fmla="*/ 1887858 w 8773198"/>
                  <a:gd name="connsiteY17" fmla="*/ 1921489 h 3306629"/>
                  <a:gd name="connsiteX18" fmla="*/ 1998908 w 8773198"/>
                  <a:gd name="connsiteY18" fmla="*/ 1975822 h 3306629"/>
                  <a:gd name="connsiteX19" fmla="*/ 2109959 w 8773198"/>
                  <a:gd name="connsiteY19" fmla="*/ 2030050 h 3306629"/>
                  <a:gd name="connsiteX20" fmla="*/ 2221009 w 8773198"/>
                  <a:gd name="connsiteY20" fmla="*/ 2083431 h 3306629"/>
                  <a:gd name="connsiteX21" fmla="*/ 2332060 w 8773198"/>
                  <a:gd name="connsiteY21" fmla="*/ 2134905 h 3306629"/>
                  <a:gd name="connsiteX22" fmla="*/ 2443110 w 8773198"/>
                  <a:gd name="connsiteY22" fmla="*/ 2183837 h 3306629"/>
                  <a:gd name="connsiteX23" fmla="*/ 2554161 w 8773198"/>
                  <a:gd name="connsiteY23" fmla="*/ 2229592 h 3306629"/>
                  <a:gd name="connsiteX24" fmla="*/ 2665211 w 8773198"/>
                  <a:gd name="connsiteY24" fmla="*/ 2271852 h 3306629"/>
                  <a:gd name="connsiteX25" fmla="*/ 2776262 w 8773198"/>
                  <a:gd name="connsiteY25" fmla="*/ 2310510 h 3306629"/>
                  <a:gd name="connsiteX26" fmla="*/ 2887312 w 8773198"/>
                  <a:gd name="connsiteY26" fmla="*/ 2345674 h 3306629"/>
                  <a:gd name="connsiteX27" fmla="*/ 2998362 w 8773198"/>
                  <a:gd name="connsiteY27" fmla="*/ 2377554 h 3306629"/>
                  <a:gd name="connsiteX28" fmla="*/ 3109519 w 8773198"/>
                  <a:gd name="connsiteY28" fmla="*/ 2406574 h 3306629"/>
                  <a:gd name="connsiteX29" fmla="*/ 3220569 w 8773198"/>
                  <a:gd name="connsiteY29" fmla="*/ 2433264 h 3306629"/>
                  <a:gd name="connsiteX30" fmla="*/ 3331620 w 8773198"/>
                  <a:gd name="connsiteY30" fmla="*/ 2458472 h 3306629"/>
                  <a:gd name="connsiteX31" fmla="*/ 3442670 w 8773198"/>
                  <a:gd name="connsiteY31" fmla="*/ 2492576 h 3306629"/>
                  <a:gd name="connsiteX32" fmla="*/ 3553721 w 8773198"/>
                  <a:gd name="connsiteY32" fmla="*/ 2530811 h 3306629"/>
                  <a:gd name="connsiteX33" fmla="*/ 3664771 w 8773198"/>
                  <a:gd name="connsiteY33" fmla="*/ 2564280 h 3306629"/>
                  <a:gd name="connsiteX34" fmla="*/ 3775822 w 8773198"/>
                  <a:gd name="connsiteY34" fmla="*/ 2590758 h 3306629"/>
                  <a:gd name="connsiteX35" fmla="*/ 3886872 w 8773198"/>
                  <a:gd name="connsiteY35" fmla="*/ 2620732 h 3306629"/>
                  <a:gd name="connsiteX36" fmla="*/ 3997923 w 8773198"/>
                  <a:gd name="connsiteY36" fmla="*/ 2675066 h 3306629"/>
                  <a:gd name="connsiteX37" fmla="*/ 4108973 w 8773198"/>
                  <a:gd name="connsiteY37" fmla="*/ 2748040 h 3306629"/>
                  <a:gd name="connsiteX38" fmla="*/ 4220024 w 8773198"/>
                  <a:gd name="connsiteY38" fmla="*/ 2828535 h 3306629"/>
                  <a:gd name="connsiteX39" fmla="*/ 4331074 w 8773198"/>
                  <a:gd name="connsiteY39" fmla="*/ 2905852 h 3306629"/>
                  <a:gd name="connsiteX40" fmla="*/ 4442124 w 8773198"/>
                  <a:gd name="connsiteY40" fmla="*/ 2972154 h 3306629"/>
                  <a:gd name="connsiteX41" fmla="*/ 4553175 w 8773198"/>
                  <a:gd name="connsiteY41" fmla="*/ 3025111 h 3306629"/>
                  <a:gd name="connsiteX42" fmla="*/ 4664225 w 8773198"/>
                  <a:gd name="connsiteY42" fmla="*/ 3068641 h 3306629"/>
                  <a:gd name="connsiteX43" fmla="*/ 4775276 w 8773198"/>
                  <a:gd name="connsiteY43" fmla="*/ 3114926 h 3306629"/>
                  <a:gd name="connsiteX44" fmla="*/ 4886326 w 8773198"/>
                  <a:gd name="connsiteY44" fmla="*/ 3174661 h 3306629"/>
                  <a:gd name="connsiteX45" fmla="*/ 4997377 w 8773198"/>
                  <a:gd name="connsiteY45" fmla="*/ 3239692 h 3306629"/>
                  <a:gd name="connsiteX46" fmla="*/ 5108428 w 8773198"/>
                  <a:gd name="connsiteY46" fmla="*/ 3278562 h 3306629"/>
                  <a:gd name="connsiteX47" fmla="*/ 5219478 w 8773198"/>
                  <a:gd name="connsiteY47" fmla="*/ 3226982 h 3306629"/>
                  <a:gd name="connsiteX48" fmla="*/ 5330528 w 8773198"/>
                  <a:gd name="connsiteY48" fmla="*/ 3196373 h 3306629"/>
                  <a:gd name="connsiteX49" fmla="*/ 5441578 w 8773198"/>
                  <a:gd name="connsiteY49" fmla="*/ 3179851 h 3306629"/>
                  <a:gd name="connsiteX50" fmla="*/ 5552629 w 8773198"/>
                  <a:gd name="connsiteY50" fmla="*/ 3144581 h 3306629"/>
                  <a:gd name="connsiteX51" fmla="*/ 5663679 w 8773198"/>
                  <a:gd name="connsiteY51" fmla="*/ 3047247 h 3306629"/>
                  <a:gd name="connsiteX52" fmla="*/ 5774730 w 8773198"/>
                  <a:gd name="connsiteY52" fmla="*/ 2946205 h 3306629"/>
                  <a:gd name="connsiteX53" fmla="*/ 5885781 w 8773198"/>
                  <a:gd name="connsiteY53" fmla="*/ 2971624 h 3306629"/>
                  <a:gd name="connsiteX54" fmla="*/ 5996831 w 8773198"/>
                  <a:gd name="connsiteY54" fmla="*/ 3071925 h 3306629"/>
                  <a:gd name="connsiteX55" fmla="*/ 6107881 w 8773198"/>
                  <a:gd name="connsiteY55" fmla="*/ 3111007 h 3306629"/>
                  <a:gd name="connsiteX56" fmla="*/ 6219038 w 8773198"/>
                  <a:gd name="connsiteY56" fmla="*/ 3173390 h 3306629"/>
                  <a:gd name="connsiteX57" fmla="*/ 6330088 w 8773198"/>
                  <a:gd name="connsiteY57" fmla="*/ 3209613 h 3306629"/>
                  <a:gd name="connsiteX58" fmla="*/ 6441139 w 8773198"/>
                  <a:gd name="connsiteY58" fmla="*/ 3248589 h 3306629"/>
                  <a:gd name="connsiteX59" fmla="*/ 6552189 w 8773198"/>
                  <a:gd name="connsiteY59" fmla="*/ 3270089 h 3306629"/>
                  <a:gd name="connsiteX60" fmla="*/ 6663240 w 8773198"/>
                  <a:gd name="connsiteY60" fmla="*/ 3284494 h 3306629"/>
                  <a:gd name="connsiteX61" fmla="*/ 6774290 w 8773198"/>
                  <a:gd name="connsiteY61" fmla="*/ 3306630 h 3306629"/>
                  <a:gd name="connsiteX62" fmla="*/ 6885340 w 8773198"/>
                  <a:gd name="connsiteY62" fmla="*/ 3262781 h 3306629"/>
                  <a:gd name="connsiteX63" fmla="*/ 6996391 w 8773198"/>
                  <a:gd name="connsiteY63" fmla="*/ 3121704 h 3306629"/>
                  <a:gd name="connsiteX64" fmla="*/ 7107441 w 8773198"/>
                  <a:gd name="connsiteY64" fmla="*/ 2873654 h 3306629"/>
                  <a:gd name="connsiteX65" fmla="*/ 7218492 w 8773198"/>
                  <a:gd name="connsiteY65" fmla="*/ 2511429 h 3306629"/>
                  <a:gd name="connsiteX66" fmla="*/ 7329543 w 8773198"/>
                  <a:gd name="connsiteY66" fmla="*/ 2224402 h 3306629"/>
                  <a:gd name="connsiteX67" fmla="*/ 7440593 w 8773198"/>
                  <a:gd name="connsiteY67" fmla="*/ 2013634 h 3306629"/>
                  <a:gd name="connsiteX68" fmla="*/ 7551643 w 8773198"/>
                  <a:gd name="connsiteY68" fmla="*/ 1858364 h 3306629"/>
                  <a:gd name="connsiteX69" fmla="*/ 7662694 w 8773198"/>
                  <a:gd name="connsiteY69" fmla="*/ 1763041 h 3306629"/>
                  <a:gd name="connsiteX70" fmla="*/ 7773744 w 8773198"/>
                  <a:gd name="connsiteY70" fmla="*/ 1729891 h 3306629"/>
                  <a:gd name="connsiteX71" fmla="*/ 7884794 w 8773198"/>
                  <a:gd name="connsiteY71" fmla="*/ 1749908 h 3306629"/>
                  <a:gd name="connsiteX72" fmla="*/ 7995845 w 8773198"/>
                  <a:gd name="connsiteY72" fmla="*/ 1795239 h 3306629"/>
                  <a:gd name="connsiteX73" fmla="*/ 8106896 w 8773198"/>
                  <a:gd name="connsiteY73" fmla="*/ 1860059 h 3306629"/>
                  <a:gd name="connsiteX74" fmla="*/ 8217946 w 8773198"/>
                  <a:gd name="connsiteY74" fmla="*/ 1939494 h 3306629"/>
                  <a:gd name="connsiteX75" fmla="*/ 8328997 w 8773198"/>
                  <a:gd name="connsiteY75" fmla="*/ 2029415 h 3306629"/>
                  <a:gd name="connsiteX76" fmla="*/ 8440047 w 8773198"/>
                  <a:gd name="connsiteY76" fmla="*/ 2127809 h 3306629"/>
                  <a:gd name="connsiteX77" fmla="*/ 8551097 w 8773198"/>
                  <a:gd name="connsiteY77" fmla="*/ 2235205 h 3306629"/>
                  <a:gd name="connsiteX78" fmla="*/ 8662148 w 8773198"/>
                  <a:gd name="connsiteY78" fmla="*/ 2353829 h 3306629"/>
                  <a:gd name="connsiteX79" fmla="*/ 8773198 w 8773198"/>
                  <a:gd name="connsiteY79" fmla="*/ 2487174 h 3306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3306629">
                    <a:moveTo>
                      <a:pt x="0" y="0"/>
                    </a:moveTo>
                    <a:lnTo>
                      <a:pt x="111050" y="246144"/>
                    </a:lnTo>
                    <a:lnTo>
                      <a:pt x="222101" y="473223"/>
                    </a:lnTo>
                    <a:lnTo>
                      <a:pt x="333151" y="680284"/>
                    </a:lnTo>
                    <a:lnTo>
                      <a:pt x="444202" y="866799"/>
                    </a:lnTo>
                    <a:lnTo>
                      <a:pt x="555252" y="1031918"/>
                    </a:lnTo>
                    <a:lnTo>
                      <a:pt x="666303" y="1175538"/>
                    </a:lnTo>
                    <a:lnTo>
                      <a:pt x="777353" y="1297974"/>
                    </a:lnTo>
                    <a:lnTo>
                      <a:pt x="888404" y="1400605"/>
                    </a:lnTo>
                    <a:lnTo>
                      <a:pt x="999454" y="1485336"/>
                    </a:lnTo>
                    <a:lnTo>
                      <a:pt x="1110505" y="1554815"/>
                    </a:lnTo>
                    <a:lnTo>
                      <a:pt x="1221555" y="1612538"/>
                    </a:lnTo>
                    <a:lnTo>
                      <a:pt x="1332605" y="1664224"/>
                    </a:lnTo>
                    <a:lnTo>
                      <a:pt x="1443656" y="1714215"/>
                    </a:lnTo>
                    <a:lnTo>
                      <a:pt x="1554706" y="1764207"/>
                    </a:lnTo>
                    <a:lnTo>
                      <a:pt x="1665757" y="1815257"/>
                    </a:lnTo>
                    <a:lnTo>
                      <a:pt x="1776807" y="1867790"/>
                    </a:lnTo>
                    <a:lnTo>
                      <a:pt x="1887858" y="1921489"/>
                    </a:lnTo>
                    <a:lnTo>
                      <a:pt x="1998908" y="1975822"/>
                    </a:lnTo>
                    <a:lnTo>
                      <a:pt x="2109959" y="2030050"/>
                    </a:lnTo>
                    <a:lnTo>
                      <a:pt x="2221009" y="2083431"/>
                    </a:lnTo>
                    <a:lnTo>
                      <a:pt x="2332060" y="2134905"/>
                    </a:lnTo>
                    <a:lnTo>
                      <a:pt x="2443110" y="2183837"/>
                    </a:lnTo>
                    <a:lnTo>
                      <a:pt x="2554161" y="2229592"/>
                    </a:lnTo>
                    <a:lnTo>
                      <a:pt x="2665211" y="2271852"/>
                    </a:lnTo>
                    <a:lnTo>
                      <a:pt x="2776262" y="2310510"/>
                    </a:lnTo>
                    <a:lnTo>
                      <a:pt x="2887312" y="2345674"/>
                    </a:lnTo>
                    <a:lnTo>
                      <a:pt x="2998362" y="2377554"/>
                    </a:lnTo>
                    <a:lnTo>
                      <a:pt x="3109519" y="2406574"/>
                    </a:lnTo>
                    <a:lnTo>
                      <a:pt x="3220569" y="2433264"/>
                    </a:lnTo>
                    <a:lnTo>
                      <a:pt x="3331620" y="2458472"/>
                    </a:lnTo>
                    <a:lnTo>
                      <a:pt x="3442670" y="2492576"/>
                    </a:lnTo>
                    <a:lnTo>
                      <a:pt x="3553721" y="2530811"/>
                    </a:lnTo>
                    <a:lnTo>
                      <a:pt x="3664771" y="2564280"/>
                    </a:lnTo>
                    <a:lnTo>
                      <a:pt x="3775822" y="2590758"/>
                    </a:lnTo>
                    <a:lnTo>
                      <a:pt x="3886872" y="2620732"/>
                    </a:lnTo>
                    <a:lnTo>
                      <a:pt x="3997923" y="2675066"/>
                    </a:lnTo>
                    <a:lnTo>
                      <a:pt x="4108973" y="2748040"/>
                    </a:lnTo>
                    <a:lnTo>
                      <a:pt x="4220024" y="2828535"/>
                    </a:lnTo>
                    <a:lnTo>
                      <a:pt x="4331074" y="2905852"/>
                    </a:lnTo>
                    <a:lnTo>
                      <a:pt x="4442124" y="2972154"/>
                    </a:lnTo>
                    <a:lnTo>
                      <a:pt x="4553175" y="3025111"/>
                    </a:lnTo>
                    <a:lnTo>
                      <a:pt x="4664225" y="3068641"/>
                    </a:lnTo>
                    <a:lnTo>
                      <a:pt x="4775276" y="3114926"/>
                    </a:lnTo>
                    <a:lnTo>
                      <a:pt x="4886326" y="3174661"/>
                    </a:lnTo>
                    <a:lnTo>
                      <a:pt x="4997377" y="3239692"/>
                    </a:lnTo>
                    <a:lnTo>
                      <a:pt x="5108428" y="3278562"/>
                    </a:lnTo>
                    <a:lnTo>
                      <a:pt x="5219478" y="3226982"/>
                    </a:lnTo>
                    <a:lnTo>
                      <a:pt x="5330528" y="3196373"/>
                    </a:lnTo>
                    <a:lnTo>
                      <a:pt x="5441578" y="3179851"/>
                    </a:lnTo>
                    <a:lnTo>
                      <a:pt x="5552629" y="3144581"/>
                    </a:lnTo>
                    <a:lnTo>
                      <a:pt x="5663679" y="3047247"/>
                    </a:lnTo>
                    <a:lnTo>
                      <a:pt x="5774730" y="2946205"/>
                    </a:lnTo>
                    <a:lnTo>
                      <a:pt x="5885781" y="2971624"/>
                    </a:lnTo>
                    <a:lnTo>
                      <a:pt x="5996831" y="3071925"/>
                    </a:lnTo>
                    <a:lnTo>
                      <a:pt x="6107881" y="3111007"/>
                    </a:lnTo>
                    <a:lnTo>
                      <a:pt x="6219038" y="3173390"/>
                    </a:lnTo>
                    <a:lnTo>
                      <a:pt x="6330088" y="3209613"/>
                    </a:lnTo>
                    <a:lnTo>
                      <a:pt x="6441139" y="3248589"/>
                    </a:lnTo>
                    <a:lnTo>
                      <a:pt x="6552189" y="3270089"/>
                    </a:lnTo>
                    <a:lnTo>
                      <a:pt x="6663240" y="3284494"/>
                    </a:lnTo>
                    <a:lnTo>
                      <a:pt x="6774290" y="3306630"/>
                    </a:lnTo>
                    <a:lnTo>
                      <a:pt x="6885340" y="3262781"/>
                    </a:lnTo>
                    <a:lnTo>
                      <a:pt x="6996391" y="3121704"/>
                    </a:lnTo>
                    <a:lnTo>
                      <a:pt x="7107441" y="2873654"/>
                    </a:lnTo>
                    <a:lnTo>
                      <a:pt x="7218492" y="2511429"/>
                    </a:lnTo>
                    <a:lnTo>
                      <a:pt x="7329543" y="2224402"/>
                    </a:lnTo>
                    <a:lnTo>
                      <a:pt x="7440593" y="2013634"/>
                    </a:lnTo>
                    <a:lnTo>
                      <a:pt x="7551643" y="1858364"/>
                    </a:lnTo>
                    <a:lnTo>
                      <a:pt x="7662694" y="1763041"/>
                    </a:lnTo>
                    <a:lnTo>
                      <a:pt x="7773744" y="1729891"/>
                    </a:lnTo>
                    <a:lnTo>
                      <a:pt x="7884794" y="1749908"/>
                    </a:lnTo>
                    <a:lnTo>
                      <a:pt x="7995845" y="1795239"/>
                    </a:lnTo>
                    <a:lnTo>
                      <a:pt x="8106896" y="1860059"/>
                    </a:lnTo>
                    <a:lnTo>
                      <a:pt x="8217946" y="1939494"/>
                    </a:lnTo>
                    <a:lnTo>
                      <a:pt x="8328997" y="2029415"/>
                    </a:lnTo>
                    <a:lnTo>
                      <a:pt x="8440047" y="2127809"/>
                    </a:lnTo>
                    <a:lnTo>
                      <a:pt x="8551097" y="2235205"/>
                    </a:lnTo>
                    <a:lnTo>
                      <a:pt x="8662148" y="2353829"/>
                    </a:lnTo>
                    <a:lnTo>
                      <a:pt x="8773198" y="2487174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199E2DEB-3A2B-C4BF-B780-2A88EF1503FA}"/>
                  </a:ext>
                </a:extLst>
              </p:cNvPr>
              <p:cNvSpPr/>
              <p:nvPr/>
            </p:nvSpPr>
            <p:spPr>
              <a:xfrm>
                <a:off x="1909778" y="4499576"/>
                <a:ext cx="8773198" cy="1277109"/>
              </a:xfrm>
              <a:custGeom>
                <a:avLst/>
                <a:gdLst>
                  <a:gd name="connsiteX0" fmla="*/ 8773198 w 8773198"/>
                  <a:gd name="connsiteY0" fmla="*/ 1277109 h 1277109"/>
                  <a:gd name="connsiteX1" fmla="*/ 8662148 w 8773198"/>
                  <a:gd name="connsiteY1" fmla="*/ 1277109 h 1277109"/>
                  <a:gd name="connsiteX2" fmla="*/ 8551097 w 8773198"/>
                  <a:gd name="connsiteY2" fmla="*/ 1277109 h 1277109"/>
                  <a:gd name="connsiteX3" fmla="*/ 8440047 w 8773198"/>
                  <a:gd name="connsiteY3" fmla="*/ 995378 h 1277109"/>
                  <a:gd name="connsiteX4" fmla="*/ 8328997 w 8773198"/>
                  <a:gd name="connsiteY4" fmla="*/ 662067 h 1277109"/>
                  <a:gd name="connsiteX5" fmla="*/ 8217946 w 8773198"/>
                  <a:gd name="connsiteY5" fmla="*/ 408086 h 1277109"/>
                  <a:gd name="connsiteX6" fmla="*/ 8106896 w 8773198"/>
                  <a:gd name="connsiteY6" fmla="*/ 225279 h 1277109"/>
                  <a:gd name="connsiteX7" fmla="*/ 7995845 w 8773198"/>
                  <a:gd name="connsiteY7" fmla="*/ 103478 h 1277109"/>
                  <a:gd name="connsiteX8" fmla="*/ 7884794 w 8773198"/>
                  <a:gd name="connsiteY8" fmla="*/ 31456 h 1277109"/>
                  <a:gd name="connsiteX9" fmla="*/ 7773744 w 8773198"/>
                  <a:gd name="connsiteY9" fmla="*/ 0 h 1277109"/>
                  <a:gd name="connsiteX10" fmla="*/ 7662694 w 8773198"/>
                  <a:gd name="connsiteY10" fmla="*/ 16629 h 1277109"/>
                  <a:gd name="connsiteX11" fmla="*/ 7551643 w 8773198"/>
                  <a:gd name="connsiteY11" fmla="*/ 84413 h 1277109"/>
                  <a:gd name="connsiteX12" fmla="*/ 7440593 w 8773198"/>
                  <a:gd name="connsiteY12" fmla="*/ 203990 h 1277109"/>
                  <a:gd name="connsiteX13" fmla="*/ 7329543 w 8773198"/>
                  <a:gd name="connsiteY13" fmla="*/ 377901 h 1277109"/>
                  <a:gd name="connsiteX14" fmla="*/ 7218492 w 8773198"/>
                  <a:gd name="connsiteY14" fmla="*/ 612182 h 1277109"/>
                  <a:gd name="connsiteX15" fmla="*/ 7107441 w 8773198"/>
                  <a:gd name="connsiteY15" fmla="*/ 907152 h 1277109"/>
                  <a:gd name="connsiteX16" fmla="*/ 6996391 w 8773198"/>
                  <a:gd name="connsiteY16" fmla="*/ 1155308 h 1277109"/>
                  <a:gd name="connsiteX17" fmla="*/ 6885340 w 8773198"/>
                  <a:gd name="connsiteY17" fmla="*/ 1277109 h 1277109"/>
                  <a:gd name="connsiteX18" fmla="*/ 6774290 w 8773198"/>
                  <a:gd name="connsiteY18" fmla="*/ 1277109 h 1277109"/>
                  <a:gd name="connsiteX19" fmla="*/ 6663240 w 8773198"/>
                  <a:gd name="connsiteY19" fmla="*/ 1277109 h 1277109"/>
                  <a:gd name="connsiteX20" fmla="*/ 6552189 w 8773198"/>
                  <a:gd name="connsiteY20" fmla="*/ 1277109 h 1277109"/>
                  <a:gd name="connsiteX21" fmla="*/ 6441139 w 8773198"/>
                  <a:gd name="connsiteY21" fmla="*/ 1277109 h 1277109"/>
                  <a:gd name="connsiteX22" fmla="*/ 6330088 w 8773198"/>
                  <a:gd name="connsiteY22" fmla="*/ 1227012 h 1277109"/>
                  <a:gd name="connsiteX23" fmla="*/ 6219038 w 8773198"/>
                  <a:gd name="connsiteY23" fmla="*/ 1168336 h 1277109"/>
                  <a:gd name="connsiteX24" fmla="*/ 6107881 w 8773198"/>
                  <a:gd name="connsiteY24" fmla="*/ 1145776 h 1277109"/>
                  <a:gd name="connsiteX25" fmla="*/ 5996831 w 8773198"/>
                  <a:gd name="connsiteY25" fmla="*/ 1131689 h 1277109"/>
                  <a:gd name="connsiteX26" fmla="*/ 5885781 w 8773198"/>
                  <a:gd name="connsiteY26" fmla="*/ 1184117 h 1277109"/>
                  <a:gd name="connsiteX27" fmla="*/ 5774730 w 8773198"/>
                  <a:gd name="connsiteY27" fmla="*/ 1235591 h 1277109"/>
                  <a:gd name="connsiteX28" fmla="*/ 5663679 w 8773198"/>
                  <a:gd name="connsiteY28" fmla="*/ 1277109 h 1277109"/>
                  <a:gd name="connsiteX29" fmla="*/ 5552629 w 8773198"/>
                  <a:gd name="connsiteY29" fmla="*/ 1277109 h 1277109"/>
                  <a:gd name="connsiteX30" fmla="*/ 5441578 w 8773198"/>
                  <a:gd name="connsiteY30" fmla="*/ 1277109 h 1277109"/>
                  <a:gd name="connsiteX31" fmla="*/ 5330528 w 8773198"/>
                  <a:gd name="connsiteY31" fmla="*/ 1277109 h 1277109"/>
                  <a:gd name="connsiteX32" fmla="*/ 5219478 w 8773198"/>
                  <a:gd name="connsiteY32" fmla="*/ 1277109 h 1277109"/>
                  <a:gd name="connsiteX33" fmla="*/ 5108428 w 8773198"/>
                  <a:gd name="connsiteY33" fmla="*/ 1277109 h 1277109"/>
                  <a:gd name="connsiteX34" fmla="*/ 4997377 w 8773198"/>
                  <a:gd name="connsiteY34" fmla="*/ 1093455 h 1277109"/>
                  <a:gd name="connsiteX35" fmla="*/ 4886326 w 8773198"/>
                  <a:gd name="connsiteY35" fmla="*/ 1052042 h 1277109"/>
                  <a:gd name="connsiteX36" fmla="*/ 4775276 w 8773198"/>
                  <a:gd name="connsiteY36" fmla="*/ 1044840 h 1277109"/>
                  <a:gd name="connsiteX37" fmla="*/ 4664225 w 8773198"/>
                  <a:gd name="connsiteY37" fmla="*/ 1046005 h 1277109"/>
                  <a:gd name="connsiteX38" fmla="*/ 4553175 w 8773198"/>
                  <a:gd name="connsiteY38" fmla="*/ 1036897 h 1277109"/>
                  <a:gd name="connsiteX39" fmla="*/ 4442124 w 8773198"/>
                  <a:gd name="connsiteY39" fmla="*/ 1025564 h 1277109"/>
                  <a:gd name="connsiteX40" fmla="*/ 4331074 w 8773198"/>
                  <a:gd name="connsiteY40" fmla="*/ 1019103 h 1277109"/>
                  <a:gd name="connsiteX41" fmla="*/ 4220024 w 8773198"/>
                  <a:gd name="connsiteY41" fmla="*/ 1018362 h 1277109"/>
                  <a:gd name="connsiteX42" fmla="*/ 4108973 w 8773198"/>
                  <a:gd name="connsiteY42" fmla="*/ 1019209 h 1277109"/>
                  <a:gd name="connsiteX43" fmla="*/ 3997923 w 8773198"/>
                  <a:gd name="connsiteY43" fmla="*/ 1013913 h 1277109"/>
                  <a:gd name="connsiteX44" fmla="*/ 3886872 w 8773198"/>
                  <a:gd name="connsiteY44" fmla="*/ 994849 h 1277109"/>
                  <a:gd name="connsiteX45" fmla="*/ 3775822 w 8773198"/>
                  <a:gd name="connsiteY45" fmla="*/ 959156 h 1277109"/>
                  <a:gd name="connsiteX46" fmla="*/ 3664771 w 8773198"/>
                  <a:gd name="connsiteY46" fmla="*/ 926217 h 1277109"/>
                  <a:gd name="connsiteX47" fmla="*/ 3553721 w 8773198"/>
                  <a:gd name="connsiteY47" fmla="*/ 905775 h 1277109"/>
                  <a:gd name="connsiteX48" fmla="*/ 3442670 w 8773198"/>
                  <a:gd name="connsiteY48" fmla="*/ 895396 h 1277109"/>
                  <a:gd name="connsiteX49" fmla="*/ 3331620 w 8773198"/>
                  <a:gd name="connsiteY49" fmla="*/ 885969 h 1277109"/>
                  <a:gd name="connsiteX50" fmla="*/ 3220569 w 8773198"/>
                  <a:gd name="connsiteY50" fmla="*/ 869765 h 1277109"/>
                  <a:gd name="connsiteX51" fmla="*/ 3109519 w 8773198"/>
                  <a:gd name="connsiteY51" fmla="*/ 849535 h 1277109"/>
                  <a:gd name="connsiteX52" fmla="*/ 2998362 w 8773198"/>
                  <a:gd name="connsiteY52" fmla="*/ 826022 h 1277109"/>
                  <a:gd name="connsiteX53" fmla="*/ 2887312 w 8773198"/>
                  <a:gd name="connsiteY53" fmla="*/ 800073 h 1277109"/>
                  <a:gd name="connsiteX54" fmla="*/ 2776262 w 8773198"/>
                  <a:gd name="connsiteY54" fmla="*/ 772430 h 1277109"/>
                  <a:gd name="connsiteX55" fmla="*/ 2665211 w 8773198"/>
                  <a:gd name="connsiteY55" fmla="*/ 743727 h 1277109"/>
                  <a:gd name="connsiteX56" fmla="*/ 2554161 w 8773198"/>
                  <a:gd name="connsiteY56" fmla="*/ 714389 h 1277109"/>
                  <a:gd name="connsiteX57" fmla="*/ 2443110 w 8773198"/>
                  <a:gd name="connsiteY57" fmla="*/ 684627 h 1277109"/>
                  <a:gd name="connsiteX58" fmla="*/ 2332060 w 8773198"/>
                  <a:gd name="connsiteY58" fmla="*/ 654336 h 1277109"/>
                  <a:gd name="connsiteX59" fmla="*/ 2221009 w 8773198"/>
                  <a:gd name="connsiteY59" fmla="*/ 623303 h 1277109"/>
                  <a:gd name="connsiteX60" fmla="*/ 2109959 w 8773198"/>
                  <a:gd name="connsiteY60" fmla="*/ 591105 h 1277109"/>
                  <a:gd name="connsiteX61" fmla="*/ 1998908 w 8773198"/>
                  <a:gd name="connsiteY61" fmla="*/ 557213 h 1277109"/>
                  <a:gd name="connsiteX62" fmla="*/ 1887858 w 8773198"/>
                  <a:gd name="connsiteY62" fmla="*/ 521202 h 1277109"/>
                  <a:gd name="connsiteX63" fmla="*/ 1776807 w 8773198"/>
                  <a:gd name="connsiteY63" fmla="*/ 482544 h 1277109"/>
                  <a:gd name="connsiteX64" fmla="*/ 1665757 w 8773198"/>
                  <a:gd name="connsiteY64" fmla="*/ 441025 h 1277109"/>
                  <a:gd name="connsiteX65" fmla="*/ 1554706 w 8773198"/>
                  <a:gd name="connsiteY65" fmla="*/ 396859 h 1277109"/>
                  <a:gd name="connsiteX66" fmla="*/ 1443656 w 8773198"/>
                  <a:gd name="connsiteY66" fmla="*/ 350575 h 1277109"/>
                  <a:gd name="connsiteX67" fmla="*/ 1332605 w 8773198"/>
                  <a:gd name="connsiteY67" fmla="*/ 303549 h 1277109"/>
                  <a:gd name="connsiteX68" fmla="*/ 1221555 w 8773198"/>
                  <a:gd name="connsiteY68" fmla="*/ 258006 h 1277109"/>
                  <a:gd name="connsiteX69" fmla="*/ 1110505 w 8773198"/>
                  <a:gd name="connsiteY69" fmla="*/ 218183 h 1277109"/>
                  <a:gd name="connsiteX70" fmla="*/ 999454 w 8773198"/>
                  <a:gd name="connsiteY70" fmla="*/ 189374 h 1277109"/>
                  <a:gd name="connsiteX71" fmla="*/ 888404 w 8773198"/>
                  <a:gd name="connsiteY71" fmla="*/ 174970 h 1277109"/>
                  <a:gd name="connsiteX72" fmla="*/ 777353 w 8773198"/>
                  <a:gd name="connsiteY72" fmla="*/ 177618 h 1277109"/>
                  <a:gd name="connsiteX73" fmla="*/ 666303 w 8773198"/>
                  <a:gd name="connsiteY73" fmla="*/ 199224 h 1277109"/>
                  <a:gd name="connsiteX74" fmla="*/ 555252 w 8773198"/>
                  <a:gd name="connsiteY74" fmla="*/ 240954 h 1277109"/>
                  <a:gd name="connsiteX75" fmla="*/ 444202 w 8773198"/>
                  <a:gd name="connsiteY75" fmla="*/ 303337 h 1277109"/>
                  <a:gd name="connsiteX76" fmla="*/ 333151 w 8773198"/>
                  <a:gd name="connsiteY76" fmla="*/ 386056 h 1277109"/>
                  <a:gd name="connsiteX77" fmla="*/ 222101 w 8773198"/>
                  <a:gd name="connsiteY77" fmla="*/ 488475 h 1277109"/>
                  <a:gd name="connsiteX78" fmla="*/ 111050 w 8773198"/>
                  <a:gd name="connsiteY78" fmla="*/ 609746 h 1277109"/>
                  <a:gd name="connsiteX79" fmla="*/ 0 w 8773198"/>
                  <a:gd name="connsiteY79" fmla="*/ 749023 h 1277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1277109">
                    <a:moveTo>
                      <a:pt x="8773198" y="1277109"/>
                    </a:moveTo>
                    <a:lnTo>
                      <a:pt x="8662148" y="1277109"/>
                    </a:lnTo>
                    <a:lnTo>
                      <a:pt x="8551097" y="1277109"/>
                    </a:lnTo>
                    <a:lnTo>
                      <a:pt x="8440047" y="995378"/>
                    </a:lnTo>
                    <a:lnTo>
                      <a:pt x="8328997" y="662067"/>
                    </a:lnTo>
                    <a:lnTo>
                      <a:pt x="8217946" y="408086"/>
                    </a:lnTo>
                    <a:lnTo>
                      <a:pt x="8106896" y="225279"/>
                    </a:lnTo>
                    <a:lnTo>
                      <a:pt x="7995845" y="103478"/>
                    </a:lnTo>
                    <a:lnTo>
                      <a:pt x="7884794" y="31456"/>
                    </a:lnTo>
                    <a:lnTo>
                      <a:pt x="7773744" y="0"/>
                    </a:lnTo>
                    <a:lnTo>
                      <a:pt x="7662694" y="16629"/>
                    </a:lnTo>
                    <a:lnTo>
                      <a:pt x="7551643" y="84413"/>
                    </a:lnTo>
                    <a:lnTo>
                      <a:pt x="7440593" y="203990"/>
                    </a:lnTo>
                    <a:lnTo>
                      <a:pt x="7329543" y="377901"/>
                    </a:lnTo>
                    <a:lnTo>
                      <a:pt x="7218492" y="612182"/>
                    </a:lnTo>
                    <a:lnTo>
                      <a:pt x="7107441" y="907152"/>
                    </a:lnTo>
                    <a:lnTo>
                      <a:pt x="6996391" y="1155308"/>
                    </a:lnTo>
                    <a:lnTo>
                      <a:pt x="6885340" y="1277109"/>
                    </a:lnTo>
                    <a:lnTo>
                      <a:pt x="6774290" y="1277109"/>
                    </a:lnTo>
                    <a:lnTo>
                      <a:pt x="6663240" y="1277109"/>
                    </a:lnTo>
                    <a:lnTo>
                      <a:pt x="6552189" y="1277109"/>
                    </a:lnTo>
                    <a:lnTo>
                      <a:pt x="6441139" y="1277109"/>
                    </a:lnTo>
                    <a:lnTo>
                      <a:pt x="6330088" y="1227012"/>
                    </a:lnTo>
                    <a:lnTo>
                      <a:pt x="6219038" y="1168336"/>
                    </a:lnTo>
                    <a:lnTo>
                      <a:pt x="6107881" y="1145776"/>
                    </a:lnTo>
                    <a:lnTo>
                      <a:pt x="5996831" y="1131689"/>
                    </a:lnTo>
                    <a:lnTo>
                      <a:pt x="5885781" y="1184117"/>
                    </a:lnTo>
                    <a:lnTo>
                      <a:pt x="5774730" y="1235591"/>
                    </a:lnTo>
                    <a:lnTo>
                      <a:pt x="5663679" y="1277109"/>
                    </a:lnTo>
                    <a:lnTo>
                      <a:pt x="5552629" y="1277109"/>
                    </a:lnTo>
                    <a:lnTo>
                      <a:pt x="5441578" y="1277109"/>
                    </a:lnTo>
                    <a:lnTo>
                      <a:pt x="5330528" y="1277109"/>
                    </a:lnTo>
                    <a:lnTo>
                      <a:pt x="5219478" y="1277109"/>
                    </a:lnTo>
                    <a:lnTo>
                      <a:pt x="5108428" y="1277109"/>
                    </a:lnTo>
                    <a:lnTo>
                      <a:pt x="4997377" y="1093455"/>
                    </a:lnTo>
                    <a:lnTo>
                      <a:pt x="4886326" y="1052042"/>
                    </a:lnTo>
                    <a:lnTo>
                      <a:pt x="4775276" y="1044840"/>
                    </a:lnTo>
                    <a:lnTo>
                      <a:pt x="4664225" y="1046005"/>
                    </a:lnTo>
                    <a:lnTo>
                      <a:pt x="4553175" y="1036897"/>
                    </a:lnTo>
                    <a:lnTo>
                      <a:pt x="4442124" y="1025564"/>
                    </a:lnTo>
                    <a:lnTo>
                      <a:pt x="4331074" y="1019103"/>
                    </a:lnTo>
                    <a:lnTo>
                      <a:pt x="4220024" y="1018362"/>
                    </a:lnTo>
                    <a:lnTo>
                      <a:pt x="4108973" y="1019209"/>
                    </a:lnTo>
                    <a:lnTo>
                      <a:pt x="3997923" y="1013913"/>
                    </a:lnTo>
                    <a:lnTo>
                      <a:pt x="3886872" y="994849"/>
                    </a:lnTo>
                    <a:lnTo>
                      <a:pt x="3775822" y="959156"/>
                    </a:lnTo>
                    <a:lnTo>
                      <a:pt x="3664771" y="926217"/>
                    </a:lnTo>
                    <a:lnTo>
                      <a:pt x="3553721" y="905775"/>
                    </a:lnTo>
                    <a:lnTo>
                      <a:pt x="3442670" y="895396"/>
                    </a:lnTo>
                    <a:lnTo>
                      <a:pt x="3331620" y="885969"/>
                    </a:lnTo>
                    <a:lnTo>
                      <a:pt x="3220569" y="869765"/>
                    </a:lnTo>
                    <a:lnTo>
                      <a:pt x="3109519" y="849535"/>
                    </a:lnTo>
                    <a:lnTo>
                      <a:pt x="2998362" y="826022"/>
                    </a:lnTo>
                    <a:lnTo>
                      <a:pt x="2887312" y="800073"/>
                    </a:lnTo>
                    <a:lnTo>
                      <a:pt x="2776262" y="772430"/>
                    </a:lnTo>
                    <a:lnTo>
                      <a:pt x="2665211" y="743727"/>
                    </a:lnTo>
                    <a:lnTo>
                      <a:pt x="2554161" y="714389"/>
                    </a:lnTo>
                    <a:lnTo>
                      <a:pt x="2443110" y="684627"/>
                    </a:lnTo>
                    <a:lnTo>
                      <a:pt x="2332060" y="654336"/>
                    </a:lnTo>
                    <a:lnTo>
                      <a:pt x="2221009" y="623303"/>
                    </a:lnTo>
                    <a:lnTo>
                      <a:pt x="2109959" y="591105"/>
                    </a:lnTo>
                    <a:lnTo>
                      <a:pt x="1998908" y="557213"/>
                    </a:lnTo>
                    <a:lnTo>
                      <a:pt x="1887858" y="521202"/>
                    </a:lnTo>
                    <a:lnTo>
                      <a:pt x="1776807" y="482544"/>
                    </a:lnTo>
                    <a:lnTo>
                      <a:pt x="1665757" y="441025"/>
                    </a:lnTo>
                    <a:lnTo>
                      <a:pt x="1554706" y="396859"/>
                    </a:lnTo>
                    <a:lnTo>
                      <a:pt x="1443656" y="350575"/>
                    </a:lnTo>
                    <a:lnTo>
                      <a:pt x="1332605" y="303549"/>
                    </a:lnTo>
                    <a:lnTo>
                      <a:pt x="1221555" y="258006"/>
                    </a:lnTo>
                    <a:lnTo>
                      <a:pt x="1110505" y="218183"/>
                    </a:lnTo>
                    <a:lnTo>
                      <a:pt x="999454" y="189374"/>
                    </a:lnTo>
                    <a:lnTo>
                      <a:pt x="888404" y="174970"/>
                    </a:lnTo>
                    <a:lnTo>
                      <a:pt x="777353" y="177618"/>
                    </a:lnTo>
                    <a:lnTo>
                      <a:pt x="666303" y="199224"/>
                    </a:lnTo>
                    <a:lnTo>
                      <a:pt x="555252" y="240954"/>
                    </a:lnTo>
                    <a:lnTo>
                      <a:pt x="444202" y="303337"/>
                    </a:lnTo>
                    <a:lnTo>
                      <a:pt x="333151" y="386056"/>
                    </a:lnTo>
                    <a:lnTo>
                      <a:pt x="222101" y="488475"/>
                    </a:lnTo>
                    <a:lnTo>
                      <a:pt x="111050" y="609746"/>
                    </a:lnTo>
                    <a:lnTo>
                      <a:pt x="0" y="749023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7E6C8514-4206-5F79-D837-366BD6B98708}"/>
                  </a:ext>
                </a:extLst>
              </p:cNvPr>
              <p:cNvSpPr/>
              <p:nvPr/>
            </p:nvSpPr>
            <p:spPr>
              <a:xfrm>
                <a:off x="1909778" y="3109987"/>
                <a:ext cx="8773198" cy="2128655"/>
              </a:xfrm>
              <a:custGeom>
                <a:avLst/>
                <a:gdLst>
                  <a:gd name="connsiteX0" fmla="*/ 0 w 8773198"/>
                  <a:gd name="connsiteY0" fmla="*/ 0 h 2128655"/>
                  <a:gd name="connsiteX1" fmla="*/ 111050 w 8773198"/>
                  <a:gd name="connsiteY1" fmla="*/ 53486 h 2128655"/>
                  <a:gd name="connsiteX2" fmla="*/ 222101 w 8773198"/>
                  <a:gd name="connsiteY2" fmla="*/ 106337 h 2128655"/>
                  <a:gd name="connsiteX3" fmla="*/ 333151 w 8773198"/>
                  <a:gd name="connsiteY3" fmla="*/ 158765 h 2128655"/>
                  <a:gd name="connsiteX4" fmla="*/ 444202 w 8773198"/>
                  <a:gd name="connsiteY4" fmla="*/ 210557 h 2128655"/>
                  <a:gd name="connsiteX5" fmla="*/ 555252 w 8773198"/>
                  <a:gd name="connsiteY5" fmla="*/ 262031 h 2128655"/>
                  <a:gd name="connsiteX6" fmla="*/ 666303 w 8773198"/>
                  <a:gd name="connsiteY6" fmla="*/ 312870 h 2128655"/>
                  <a:gd name="connsiteX7" fmla="*/ 777353 w 8773198"/>
                  <a:gd name="connsiteY7" fmla="*/ 363390 h 2128655"/>
                  <a:gd name="connsiteX8" fmla="*/ 888404 w 8773198"/>
                  <a:gd name="connsiteY8" fmla="*/ 413382 h 2128655"/>
                  <a:gd name="connsiteX9" fmla="*/ 999454 w 8773198"/>
                  <a:gd name="connsiteY9" fmla="*/ 462949 h 2128655"/>
                  <a:gd name="connsiteX10" fmla="*/ 1110505 w 8773198"/>
                  <a:gd name="connsiteY10" fmla="*/ 512093 h 2128655"/>
                  <a:gd name="connsiteX11" fmla="*/ 1221555 w 8773198"/>
                  <a:gd name="connsiteY11" fmla="*/ 560814 h 2128655"/>
                  <a:gd name="connsiteX12" fmla="*/ 1332605 w 8773198"/>
                  <a:gd name="connsiteY12" fmla="*/ 609428 h 2128655"/>
                  <a:gd name="connsiteX13" fmla="*/ 1443656 w 8773198"/>
                  <a:gd name="connsiteY13" fmla="*/ 657937 h 2128655"/>
                  <a:gd name="connsiteX14" fmla="*/ 1554706 w 8773198"/>
                  <a:gd name="connsiteY14" fmla="*/ 706022 h 2128655"/>
                  <a:gd name="connsiteX15" fmla="*/ 1665757 w 8773198"/>
                  <a:gd name="connsiteY15" fmla="*/ 753683 h 2128655"/>
                  <a:gd name="connsiteX16" fmla="*/ 1776807 w 8773198"/>
                  <a:gd name="connsiteY16" fmla="*/ 800709 h 2128655"/>
                  <a:gd name="connsiteX17" fmla="*/ 1887858 w 8773198"/>
                  <a:gd name="connsiteY17" fmla="*/ 846887 h 2128655"/>
                  <a:gd name="connsiteX18" fmla="*/ 1998908 w 8773198"/>
                  <a:gd name="connsiteY18" fmla="*/ 892112 h 2128655"/>
                  <a:gd name="connsiteX19" fmla="*/ 2109959 w 8773198"/>
                  <a:gd name="connsiteY19" fmla="*/ 936172 h 2128655"/>
                  <a:gd name="connsiteX20" fmla="*/ 2221009 w 8773198"/>
                  <a:gd name="connsiteY20" fmla="*/ 978855 h 2128655"/>
                  <a:gd name="connsiteX21" fmla="*/ 2332060 w 8773198"/>
                  <a:gd name="connsiteY21" fmla="*/ 1020162 h 2128655"/>
                  <a:gd name="connsiteX22" fmla="*/ 2443110 w 8773198"/>
                  <a:gd name="connsiteY22" fmla="*/ 1059774 h 2128655"/>
                  <a:gd name="connsiteX23" fmla="*/ 2554161 w 8773198"/>
                  <a:gd name="connsiteY23" fmla="*/ 1097585 h 2128655"/>
                  <a:gd name="connsiteX24" fmla="*/ 2665211 w 8773198"/>
                  <a:gd name="connsiteY24" fmla="*/ 1133384 h 2128655"/>
                  <a:gd name="connsiteX25" fmla="*/ 2776262 w 8773198"/>
                  <a:gd name="connsiteY25" fmla="*/ 1167064 h 2128655"/>
                  <a:gd name="connsiteX26" fmla="*/ 2887312 w 8773198"/>
                  <a:gd name="connsiteY26" fmla="*/ 1198415 h 2128655"/>
                  <a:gd name="connsiteX27" fmla="*/ 2998362 w 8773198"/>
                  <a:gd name="connsiteY27" fmla="*/ 1227329 h 2128655"/>
                  <a:gd name="connsiteX28" fmla="*/ 3109519 w 8773198"/>
                  <a:gd name="connsiteY28" fmla="*/ 1253596 h 2128655"/>
                  <a:gd name="connsiteX29" fmla="*/ 3220569 w 8773198"/>
                  <a:gd name="connsiteY29" fmla="*/ 1277109 h 2128655"/>
                  <a:gd name="connsiteX30" fmla="*/ 3331620 w 8773198"/>
                  <a:gd name="connsiteY30" fmla="*/ 1297762 h 2128655"/>
                  <a:gd name="connsiteX31" fmla="*/ 3442670 w 8773198"/>
                  <a:gd name="connsiteY31" fmla="*/ 1319580 h 2128655"/>
                  <a:gd name="connsiteX32" fmla="*/ 3553721 w 8773198"/>
                  <a:gd name="connsiteY32" fmla="*/ 1343835 h 2128655"/>
                  <a:gd name="connsiteX33" fmla="*/ 3664771 w 8773198"/>
                  <a:gd name="connsiteY33" fmla="*/ 1370737 h 2128655"/>
                  <a:gd name="connsiteX34" fmla="*/ 3775822 w 8773198"/>
                  <a:gd name="connsiteY34" fmla="*/ 1400498 h 2128655"/>
                  <a:gd name="connsiteX35" fmla="*/ 3886872 w 8773198"/>
                  <a:gd name="connsiteY35" fmla="*/ 1433332 h 2128655"/>
                  <a:gd name="connsiteX36" fmla="*/ 3997923 w 8773198"/>
                  <a:gd name="connsiteY36" fmla="*/ 1470084 h 2128655"/>
                  <a:gd name="connsiteX37" fmla="*/ 4108973 w 8773198"/>
                  <a:gd name="connsiteY37" fmla="*/ 1509166 h 2128655"/>
                  <a:gd name="connsiteX38" fmla="*/ 4220024 w 8773198"/>
                  <a:gd name="connsiteY38" fmla="*/ 1548990 h 2128655"/>
                  <a:gd name="connsiteX39" fmla="*/ 4331074 w 8773198"/>
                  <a:gd name="connsiteY39" fmla="*/ 1587966 h 2128655"/>
                  <a:gd name="connsiteX40" fmla="*/ 4442124 w 8773198"/>
                  <a:gd name="connsiteY40" fmla="*/ 1624400 h 2128655"/>
                  <a:gd name="connsiteX41" fmla="*/ 4553175 w 8773198"/>
                  <a:gd name="connsiteY41" fmla="*/ 1656598 h 2128655"/>
                  <a:gd name="connsiteX42" fmla="*/ 4664225 w 8773198"/>
                  <a:gd name="connsiteY42" fmla="*/ 1682865 h 2128655"/>
                  <a:gd name="connsiteX43" fmla="*/ 4775276 w 8773198"/>
                  <a:gd name="connsiteY43" fmla="*/ 1705424 h 2128655"/>
                  <a:gd name="connsiteX44" fmla="*/ 4886326 w 8773198"/>
                  <a:gd name="connsiteY44" fmla="*/ 1738893 h 2128655"/>
                  <a:gd name="connsiteX45" fmla="*/ 4997377 w 8773198"/>
                  <a:gd name="connsiteY45" fmla="*/ 1792062 h 2128655"/>
                  <a:gd name="connsiteX46" fmla="*/ 5108428 w 8773198"/>
                  <a:gd name="connsiteY46" fmla="*/ 1907402 h 2128655"/>
                  <a:gd name="connsiteX47" fmla="*/ 5219478 w 8773198"/>
                  <a:gd name="connsiteY47" fmla="*/ 2004101 h 2128655"/>
                  <a:gd name="connsiteX48" fmla="*/ 5330528 w 8773198"/>
                  <a:gd name="connsiteY48" fmla="*/ 1986202 h 2128655"/>
                  <a:gd name="connsiteX49" fmla="*/ 5441578 w 8773198"/>
                  <a:gd name="connsiteY49" fmla="*/ 1964913 h 2128655"/>
                  <a:gd name="connsiteX50" fmla="*/ 5552629 w 8773198"/>
                  <a:gd name="connsiteY50" fmla="*/ 1885054 h 2128655"/>
                  <a:gd name="connsiteX51" fmla="*/ 5663679 w 8773198"/>
                  <a:gd name="connsiteY51" fmla="*/ 1788461 h 2128655"/>
                  <a:gd name="connsiteX52" fmla="*/ 5774730 w 8773198"/>
                  <a:gd name="connsiteY52" fmla="*/ 1716439 h 2128655"/>
                  <a:gd name="connsiteX53" fmla="*/ 5885781 w 8773198"/>
                  <a:gd name="connsiteY53" fmla="*/ 1703412 h 2128655"/>
                  <a:gd name="connsiteX54" fmla="*/ 5996831 w 8773198"/>
                  <a:gd name="connsiteY54" fmla="*/ 1727349 h 2128655"/>
                  <a:gd name="connsiteX55" fmla="*/ 6107881 w 8773198"/>
                  <a:gd name="connsiteY55" fmla="*/ 1753933 h 2128655"/>
                  <a:gd name="connsiteX56" fmla="*/ 6219038 w 8773198"/>
                  <a:gd name="connsiteY56" fmla="*/ 1796404 h 2128655"/>
                  <a:gd name="connsiteX57" fmla="*/ 6330088 w 8773198"/>
                  <a:gd name="connsiteY57" fmla="*/ 1843854 h 2128655"/>
                  <a:gd name="connsiteX58" fmla="*/ 6441139 w 8773198"/>
                  <a:gd name="connsiteY58" fmla="*/ 1903801 h 2128655"/>
                  <a:gd name="connsiteX59" fmla="*/ 6552189 w 8773198"/>
                  <a:gd name="connsiteY59" fmla="*/ 1981965 h 2128655"/>
                  <a:gd name="connsiteX60" fmla="*/ 6663240 w 8773198"/>
                  <a:gd name="connsiteY60" fmla="*/ 1983766 h 2128655"/>
                  <a:gd name="connsiteX61" fmla="*/ 6774290 w 8773198"/>
                  <a:gd name="connsiteY61" fmla="*/ 1965231 h 2128655"/>
                  <a:gd name="connsiteX62" fmla="*/ 6885340 w 8773198"/>
                  <a:gd name="connsiteY62" fmla="*/ 1902106 h 2128655"/>
                  <a:gd name="connsiteX63" fmla="*/ 6996391 w 8773198"/>
                  <a:gd name="connsiteY63" fmla="*/ 1764101 h 2128655"/>
                  <a:gd name="connsiteX64" fmla="*/ 7107441 w 8773198"/>
                  <a:gd name="connsiteY64" fmla="*/ 1515945 h 2128655"/>
                  <a:gd name="connsiteX65" fmla="*/ 7218492 w 8773198"/>
                  <a:gd name="connsiteY65" fmla="*/ 1187400 h 2128655"/>
                  <a:gd name="connsiteX66" fmla="*/ 7329543 w 8773198"/>
                  <a:gd name="connsiteY66" fmla="*/ 926640 h 2128655"/>
                  <a:gd name="connsiteX67" fmla="*/ 7440593 w 8773198"/>
                  <a:gd name="connsiteY67" fmla="*/ 734406 h 2128655"/>
                  <a:gd name="connsiteX68" fmla="*/ 7551643 w 8773198"/>
                  <a:gd name="connsiteY68" fmla="*/ 596930 h 2128655"/>
                  <a:gd name="connsiteX69" fmla="*/ 7662694 w 8773198"/>
                  <a:gd name="connsiteY69" fmla="*/ 515377 h 2128655"/>
                  <a:gd name="connsiteX70" fmla="*/ 7773744 w 8773198"/>
                  <a:gd name="connsiteY70" fmla="*/ 490487 h 2128655"/>
                  <a:gd name="connsiteX71" fmla="*/ 7884794 w 8773198"/>
                  <a:gd name="connsiteY71" fmla="*/ 516224 h 2128655"/>
                  <a:gd name="connsiteX72" fmla="*/ 7995845 w 8773198"/>
                  <a:gd name="connsiteY72" fmla="*/ 574900 h 2128655"/>
                  <a:gd name="connsiteX73" fmla="*/ 8106896 w 8773198"/>
                  <a:gd name="connsiteY73" fmla="*/ 668210 h 2128655"/>
                  <a:gd name="connsiteX74" fmla="*/ 8217946 w 8773198"/>
                  <a:gd name="connsiteY74" fmla="*/ 799332 h 2128655"/>
                  <a:gd name="connsiteX75" fmla="*/ 8328997 w 8773198"/>
                  <a:gd name="connsiteY75" fmla="*/ 971336 h 2128655"/>
                  <a:gd name="connsiteX76" fmla="*/ 8440047 w 8773198"/>
                  <a:gd name="connsiteY76" fmla="*/ 1187188 h 2128655"/>
                  <a:gd name="connsiteX77" fmla="*/ 8551097 w 8773198"/>
                  <a:gd name="connsiteY77" fmla="*/ 1449960 h 2128655"/>
                  <a:gd name="connsiteX78" fmla="*/ 8662148 w 8773198"/>
                  <a:gd name="connsiteY78" fmla="*/ 1762724 h 2128655"/>
                  <a:gd name="connsiteX79" fmla="*/ 8773198 w 8773198"/>
                  <a:gd name="connsiteY79" fmla="*/ 2128656 h 212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128655">
                    <a:moveTo>
                      <a:pt x="0" y="0"/>
                    </a:moveTo>
                    <a:lnTo>
                      <a:pt x="111050" y="53486"/>
                    </a:lnTo>
                    <a:lnTo>
                      <a:pt x="222101" y="106337"/>
                    </a:lnTo>
                    <a:lnTo>
                      <a:pt x="333151" y="158765"/>
                    </a:lnTo>
                    <a:lnTo>
                      <a:pt x="444202" y="210557"/>
                    </a:lnTo>
                    <a:lnTo>
                      <a:pt x="555252" y="262031"/>
                    </a:lnTo>
                    <a:lnTo>
                      <a:pt x="666303" y="312870"/>
                    </a:lnTo>
                    <a:lnTo>
                      <a:pt x="777353" y="363390"/>
                    </a:lnTo>
                    <a:lnTo>
                      <a:pt x="888404" y="413382"/>
                    </a:lnTo>
                    <a:lnTo>
                      <a:pt x="999454" y="462949"/>
                    </a:lnTo>
                    <a:lnTo>
                      <a:pt x="1110505" y="512093"/>
                    </a:lnTo>
                    <a:lnTo>
                      <a:pt x="1221555" y="560814"/>
                    </a:lnTo>
                    <a:lnTo>
                      <a:pt x="1332605" y="609428"/>
                    </a:lnTo>
                    <a:lnTo>
                      <a:pt x="1443656" y="657937"/>
                    </a:lnTo>
                    <a:lnTo>
                      <a:pt x="1554706" y="706022"/>
                    </a:lnTo>
                    <a:lnTo>
                      <a:pt x="1665757" y="753683"/>
                    </a:lnTo>
                    <a:lnTo>
                      <a:pt x="1776807" y="800709"/>
                    </a:lnTo>
                    <a:lnTo>
                      <a:pt x="1887858" y="846887"/>
                    </a:lnTo>
                    <a:lnTo>
                      <a:pt x="1998908" y="892112"/>
                    </a:lnTo>
                    <a:lnTo>
                      <a:pt x="2109959" y="936172"/>
                    </a:lnTo>
                    <a:lnTo>
                      <a:pt x="2221009" y="978855"/>
                    </a:lnTo>
                    <a:lnTo>
                      <a:pt x="2332060" y="1020162"/>
                    </a:lnTo>
                    <a:lnTo>
                      <a:pt x="2443110" y="1059774"/>
                    </a:lnTo>
                    <a:lnTo>
                      <a:pt x="2554161" y="1097585"/>
                    </a:lnTo>
                    <a:lnTo>
                      <a:pt x="2665211" y="1133384"/>
                    </a:lnTo>
                    <a:lnTo>
                      <a:pt x="2776262" y="1167064"/>
                    </a:lnTo>
                    <a:lnTo>
                      <a:pt x="2887312" y="1198415"/>
                    </a:lnTo>
                    <a:lnTo>
                      <a:pt x="2998362" y="1227329"/>
                    </a:lnTo>
                    <a:lnTo>
                      <a:pt x="3109519" y="1253596"/>
                    </a:lnTo>
                    <a:lnTo>
                      <a:pt x="3220569" y="1277109"/>
                    </a:lnTo>
                    <a:lnTo>
                      <a:pt x="3331620" y="1297762"/>
                    </a:lnTo>
                    <a:lnTo>
                      <a:pt x="3442670" y="1319580"/>
                    </a:lnTo>
                    <a:lnTo>
                      <a:pt x="3553721" y="1343835"/>
                    </a:lnTo>
                    <a:lnTo>
                      <a:pt x="3664771" y="1370737"/>
                    </a:lnTo>
                    <a:lnTo>
                      <a:pt x="3775822" y="1400498"/>
                    </a:lnTo>
                    <a:lnTo>
                      <a:pt x="3886872" y="1433332"/>
                    </a:lnTo>
                    <a:lnTo>
                      <a:pt x="3997923" y="1470084"/>
                    </a:lnTo>
                    <a:lnTo>
                      <a:pt x="4108973" y="1509166"/>
                    </a:lnTo>
                    <a:lnTo>
                      <a:pt x="4220024" y="1548990"/>
                    </a:lnTo>
                    <a:lnTo>
                      <a:pt x="4331074" y="1587966"/>
                    </a:lnTo>
                    <a:lnTo>
                      <a:pt x="4442124" y="1624400"/>
                    </a:lnTo>
                    <a:lnTo>
                      <a:pt x="4553175" y="1656598"/>
                    </a:lnTo>
                    <a:lnTo>
                      <a:pt x="4664225" y="1682865"/>
                    </a:lnTo>
                    <a:lnTo>
                      <a:pt x="4775276" y="1705424"/>
                    </a:lnTo>
                    <a:lnTo>
                      <a:pt x="4886326" y="1738893"/>
                    </a:lnTo>
                    <a:lnTo>
                      <a:pt x="4997377" y="1792062"/>
                    </a:lnTo>
                    <a:lnTo>
                      <a:pt x="5108428" y="1907402"/>
                    </a:lnTo>
                    <a:lnTo>
                      <a:pt x="5219478" y="2004101"/>
                    </a:lnTo>
                    <a:lnTo>
                      <a:pt x="5330528" y="1986202"/>
                    </a:lnTo>
                    <a:lnTo>
                      <a:pt x="5441578" y="1964913"/>
                    </a:lnTo>
                    <a:lnTo>
                      <a:pt x="5552629" y="1885054"/>
                    </a:lnTo>
                    <a:lnTo>
                      <a:pt x="5663679" y="1788461"/>
                    </a:lnTo>
                    <a:lnTo>
                      <a:pt x="5774730" y="1716439"/>
                    </a:lnTo>
                    <a:lnTo>
                      <a:pt x="5885781" y="1703412"/>
                    </a:lnTo>
                    <a:lnTo>
                      <a:pt x="5996831" y="1727349"/>
                    </a:lnTo>
                    <a:lnTo>
                      <a:pt x="6107881" y="1753933"/>
                    </a:lnTo>
                    <a:lnTo>
                      <a:pt x="6219038" y="1796404"/>
                    </a:lnTo>
                    <a:lnTo>
                      <a:pt x="6330088" y="1843854"/>
                    </a:lnTo>
                    <a:lnTo>
                      <a:pt x="6441139" y="1903801"/>
                    </a:lnTo>
                    <a:lnTo>
                      <a:pt x="6552189" y="1981965"/>
                    </a:lnTo>
                    <a:lnTo>
                      <a:pt x="6663240" y="1983766"/>
                    </a:lnTo>
                    <a:lnTo>
                      <a:pt x="6774290" y="1965231"/>
                    </a:lnTo>
                    <a:lnTo>
                      <a:pt x="6885340" y="1902106"/>
                    </a:lnTo>
                    <a:lnTo>
                      <a:pt x="6996391" y="1764101"/>
                    </a:lnTo>
                    <a:lnTo>
                      <a:pt x="7107441" y="1515945"/>
                    </a:lnTo>
                    <a:lnTo>
                      <a:pt x="7218492" y="1187400"/>
                    </a:lnTo>
                    <a:lnTo>
                      <a:pt x="7329543" y="926640"/>
                    </a:lnTo>
                    <a:lnTo>
                      <a:pt x="7440593" y="734406"/>
                    </a:lnTo>
                    <a:lnTo>
                      <a:pt x="7551643" y="596930"/>
                    </a:lnTo>
                    <a:lnTo>
                      <a:pt x="7662694" y="515377"/>
                    </a:lnTo>
                    <a:lnTo>
                      <a:pt x="7773744" y="490487"/>
                    </a:lnTo>
                    <a:lnTo>
                      <a:pt x="7884794" y="516224"/>
                    </a:lnTo>
                    <a:lnTo>
                      <a:pt x="7995845" y="574900"/>
                    </a:lnTo>
                    <a:lnTo>
                      <a:pt x="8106896" y="668210"/>
                    </a:lnTo>
                    <a:lnTo>
                      <a:pt x="8217946" y="799332"/>
                    </a:lnTo>
                    <a:lnTo>
                      <a:pt x="8328997" y="971336"/>
                    </a:lnTo>
                    <a:lnTo>
                      <a:pt x="8440047" y="1187188"/>
                    </a:lnTo>
                    <a:lnTo>
                      <a:pt x="8551097" y="1449960"/>
                    </a:lnTo>
                    <a:lnTo>
                      <a:pt x="8662148" y="1762724"/>
                    </a:lnTo>
                    <a:lnTo>
                      <a:pt x="8773198" y="2128656"/>
                    </a:lnTo>
                  </a:path>
                </a:pathLst>
              </a:custGeom>
              <a:noFill/>
              <a:ln w="22550" cap="flat">
                <a:solidFill>
                  <a:srgbClr val="E7882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41419C1-FF14-332D-F1A3-994085AF26CD}"/>
                  </a:ext>
                </a:extLst>
              </p:cNvPr>
              <p:cNvSpPr txBox="1"/>
              <p:nvPr/>
            </p:nvSpPr>
            <p:spPr>
              <a:xfrm>
                <a:off x="5062114" y="2639944"/>
                <a:ext cx="7649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E78828"/>
                    </a:solidFill>
                    <a:latin typeface="Arial"/>
                    <a:cs typeface="Arial"/>
                    <a:sym typeface="Arial"/>
                    <a:rtl val="0"/>
                  </a:rPr>
                  <a:t>Stable</a:t>
                </a:r>
              </a:p>
            </p:txBody>
          </p:sp>
        </p:grpSp>
        <p:grpSp>
          <p:nvGrpSpPr>
            <p:cNvPr id="65" name="Graphic 2">
              <a:extLst>
                <a:ext uri="{FF2B5EF4-FFF2-40B4-BE49-F238E27FC236}">
                  <a16:creationId xmlns:a16="http://schemas.microsoft.com/office/drawing/2014/main" id="{75DAD718-FE74-25EE-F1A1-37963332390B}"/>
                </a:ext>
              </a:extLst>
            </p:cNvPr>
            <p:cNvGrpSpPr/>
            <p:nvPr/>
          </p:nvGrpSpPr>
          <p:grpSpPr>
            <a:xfrm>
              <a:off x="961062" y="612426"/>
              <a:ext cx="10160606" cy="5419645"/>
              <a:chOff x="961062" y="612426"/>
              <a:chExt cx="10160606" cy="5419645"/>
            </a:xfrm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38755E04-1131-6D50-1140-3A953A633B96}"/>
                  </a:ext>
                </a:extLst>
              </p:cNvPr>
              <p:cNvSpPr/>
              <p:nvPr/>
            </p:nvSpPr>
            <p:spPr>
              <a:xfrm>
                <a:off x="147108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07381CD-1C9A-CBD9-D829-1F9D9E010581}"/>
                  </a:ext>
                </a:extLst>
              </p:cNvPr>
              <p:cNvSpPr txBox="1"/>
              <p:nvPr/>
            </p:nvSpPr>
            <p:spPr>
              <a:xfrm>
                <a:off x="124490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39FC9F2-A1BC-BF9E-C136-AA8D5967137A}"/>
                  </a:ext>
                </a:extLst>
              </p:cNvPr>
              <p:cNvSpPr txBox="1"/>
              <p:nvPr/>
            </p:nvSpPr>
            <p:spPr>
              <a:xfrm>
                <a:off x="1162396" y="4153762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BE987D0-1687-762B-0D63-7840BFB2C60E}"/>
                  </a:ext>
                </a:extLst>
              </p:cNvPr>
              <p:cNvSpPr txBox="1"/>
              <p:nvPr/>
            </p:nvSpPr>
            <p:spPr>
              <a:xfrm>
                <a:off x="1162396" y="2657729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45613EE-A986-5A6D-514B-7E3719C9753B}"/>
                  </a:ext>
                </a:extLst>
              </p:cNvPr>
              <p:cNvSpPr txBox="1"/>
              <p:nvPr/>
            </p:nvSpPr>
            <p:spPr>
              <a:xfrm>
                <a:off x="1162396" y="1161696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30</a:t>
                </a:r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11299DBE-F4FD-5535-523B-4CD8BD2E5EE3}"/>
                  </a:ext>
                </a:extLst>
              </p:cNvPr>
              <p:cNvSpPr/>
              <p:nvPr/>
            </p:nvSpPr>
            <p:spPr>
              <a:xfrm>
                <a:off x="144205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5CB8F033-4276-A2CD-70E3-412758283067}"/>
                  </a:ext>
                </a:extLst>
              </p:cNvPr>
              <p:cNvSpPr/>
              <p:nvPr/>
            </p:nvSpPr>
            <p:spPr>
              <a:xfrm>
                <a:off x="1442052" y="4280652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C8DDD725-C5DA-5E82-9A33-59050F89745D}"/>
                  </a:ext>
                </a:extLst>
              </p:cNvPr>
              <p:cNvSpPr/>
              <p:nvPr/>
            </p:nvSpPr>
            <p:spPr>
              <a:xfrm>
                <a:off x="1442052" y="2784619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293B56D9-C91E-F504-F7F2-05AF20B00545}"/>
                  </a:ext>
                </a:extLst>
              </p:cNvPr>
              <p:cNvSpPr/>
              <p:nvPr/>
            </p:nvSpPr>
            <p:spPr>
              <a:xfrm>
                <a:off x="1442052" y="1288587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4F8FFE00-88E2-1E45-D6CB-631421585CAA}"/>
                  </a:ext>
                </a:extLst>
              </p:cNvPr>
              <p:cNvSpPr/>
              <p:nvPr/>
            </p:nvSpPr>
            <p:spPr>
              <a:xfrm>
                <a:off x="1471087" y="5776685"/>
                <a:ext cx="9650581" cy="10591"/>
              </a:xfrm>
              <a:custGeom>
                <a:avLst/>
                <a:gdLst>
                  <a:gd name="connsiteX0" fmla="*/ 0 w 9650581"/>
                  <a:gd name="connsiteY0" fmla="*/ 0 h 10591"/>
                  <a:gd name="connsiteX1" fmla="*/ 9650582 w 965058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50581" h="10591">
                    <a:moveTo>
                      <a:pt x="0" y="0"/>
                    </a:moveTo>
                    <a:lnTo>
                      <a:pt x="965058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017005DF-810A-725B-34CD-DDC4E92BB013}"/>
                  </a:ext>
                </a:extLst>
              </p:cNvPr>
              <p:cNvSpPr/>
              <p:nvPr/>
            </p:nvSpPr>
            <p:spPr>
              <a:xfrm>
                <a:off x="216843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8A380974-886A-BBC1-2045-18C7A725CFB9}"/>
                  </a:ext>
                </a:extLst>
              </p:cNvPr>
              <p:cNvSpPr/>
              <p:nvPr/>
            </p:nvSpPr>
            <p:spPr>
              <a:xfrm>
                <a:off x="300354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FFA1DB25-7674-A975-4377-1EE24F3EC611}"/>
                  </a:ext>
                </a:extLst>
              </p:cNvPr>
              <p:cNvSpPr/>
              <p:nvPr/>
            </p:nvSpPr>
            <p:spPr>
              <a:xfrm>
                <a:off x="382508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1CF14B31-B554-7960-6F42-80AAF07F7E5D}"/>
                  </a:ext>
                </a:extLst>
              </p:cNvPr>
              <p:cNvSpPr/>
              <p:nvPr/>
            </p:nvSpPr>
            <p:spPr>
              <a:xfrm>
                <a:off x="466018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4E6B5381-1894-7E03-51A1-8B589F5C295B}"/>
                  </a:ext>
                </a:extLst>
              </p:cNvPr>
              <p:cNvSpPr/>
              <p:nvPr/>
            </p:nvSpPr>
            <p:spPr>
              <a:xfrm>
                <a:off x="548172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07D3CDA1-E014-6B0C-075E-76A7394FDB05}"/>
                  </a:ext>
                </a:extLst>
              </p:cNvPr>
              <p:cNvSpPr/>
              <p:nvPr/>
            </p:nvSpPr>
            <p:spPr>
              <a:xfrm>
                <a:off x="631682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86EC91A4-DF74-E2DB-3FB4-A7AF3C8F986B}"/>
                  </a:ext>
                </a:extLst>
              </p:cNvPr>
              <p:cNvSpPr/>
              <p:nvPr/>
            </p:nvSpPr>
            <p:spPr>
              <a:xfrm>
                <a:off x="713826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7DF0A2DE-4CA0-F760-1244-11A4DB3CD042}"/>
                  </a:ext>
                </a:extLst>
              </p:cNvPr>
              <p:cNvSpPr/>
              <p:nvPr/>
            </p:nvSpPr>
            <p:spPr>
              <a:xfrm>
                <a:off x="797336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E06C65AE-36FC-ECF7-AAE6-A580D893B761}"/>
                  </a:ext>
                </a:extLst>
              </p:cNvPr>
              <p:cNvSpPr/>
              <p:nvPr/>
            </p:nvSpPr>
            <p:spPr>
              <a:xfrm>
                <a:off x="879946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ECECB1C5-6F57-1EA1-51C3-CBAB7D36B7A0}"/>
                  </a:ext>
                </a:extLst>
              </p:cNvPr>
              <p:cNvSpPr/>
              <p:nvPr/>
            </p:nvSpPr>
            <p:spPr>
              <a:xfrm>
                <a:off x="963456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730B6DD2-5DC1-641C-83D9-3BED0A3D1019}"/>
                  </a:ext>
                </a:extLst>
              </p:cNvPr>
              <p:cNvSpPr/>
              <p:nvPr/>
            </p:nvSpPr>
            <p:spPr>
              <a:xfrm>
                <a:off x="1045610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7219B0A-3F37-E666-0921-BE68551D08C6}"/>
                  </a:ext>
                </a:extLst>
              </p:cNvPr>
              <p:cNvSpPr txBox="1"/>
              <p:nvPr/>
            </p:nvSpPr>
            <p:spPr>
              <a:xfrm>
                <a:off x="1759399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2020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5219A65-C0C7-6B1A-0171-C40CC8D14F0D}"/>
                  </a:ext>
                </a:extLst>
              </p:cNvPr>
              <p:cNvSpPr txBox="1"/>
              <p:nvPr/>
            </p:nvSpPr>
            <p:spPr>
              <a:xfrm>
                <a:off x="2598668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2021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648D4AF-40B5-5A81-BD08-ECAAB7568B70}"/>
                  </a:ext>
                </a:extLst>
              </p:cNvPr>
              <p:cNvSpPr txBox="1"/>
              <p:nvPr/>
            </p:nvSpPr>
            <p:spPr>
              <a:xfrm>
                <a:off x="3416043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2021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BE1CBA3-040F-214F-F8D0-0E8CC089B32C}"/>
                  </a:ext>
                </a:extLst>
              </p:cNvPr>
              <p:cNvSpPr txBox="1"/>
              <p:nvPr/>
            </p:nvSpPr>
            <p:spPr>
              <a:xfrm>
                <a:off x="4255312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2022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80AF3B3E-28AF-DC16-0410-467F547CDCEC}"/>
                  </a:ext>
                </a:extLst>
              </p:cNvPr>
              <p:cNvSpPr txBox="1"/>
              <p:nvPr/>
            </p:nvSpPr>
            <p:spPr>
              <a:xfrm>
                <a:off x="5072687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2022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9F1EFC4F-CEB9-1239-06B1-47B2A8565B16}"/>
                  </a:ext>
                </a:extLst>
              </p:cNvPr>
              <p:cNvSpPr txBox="1"/>
              <p:nvPr/>
            </p:nvSpPr>
            <p:spPr>
              <a:xfrm>
                <a:off x="5911956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2023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7E1A0DF-0872-3108-9EC9-FB1FD33B4DBA}"/>
                  </a:ext>
                </a:extLst>
              </p:cNvPr>
              <p:cNvSpPr txBox="1"/>
              <p:nvPr/>
            </p:nvSpPr>
            <p:spPr>
              <a:xfrm>
                <a:off x="672922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2023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A1F2C4D-57B6-8A81-7275-E187F31340DC}"/>
                  </a:ext>
                </a:extLst>
              </p:cNvPr>
              <p:cNvSpPr txBox="1"/>
              <p:nvPr/>
            </p:nvSpPr>
            <p:spPr>
              <a:xfrm>
                <a:off x="7568494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2024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47DB154-ECA3-6207-B494-3E8DA9B9ABB9}"/>
                  </a:ext>
                </a:extLst>
              </p:cNvPr>
              <p:cNvSpPr txBox="1"/>
              <p:nvPr/>
            </p:nvSpPr>
            <p:spPr>
              <a:xfrm>
                <a:off x="839042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2024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D1BB71C-6A1E-1DC9-D6CE-7CB88C3099D3}"/>
                  </a:ext>
                </a:extLst>
              </p:cNvPr>
              <p:cNvSpPr txBox="1"/>
              <p:nvPr/>
            </p:nvSpPr>
            <p:spPr>
              <a:xfrm>
                <a:off x="9229694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2025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AB6C041F-B121-BFDD-DB3B-FD684E579A4D}"/>
                  </a:ext>
                </a:extLst>
              </p:cNvPr>
              <p:cNvSpPr txBox="1"/>
              <p:nvPr/>
            </p:nvSpPr>
            <p:spPr>
              <a:xfrm>
                <a:off x="10047069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2025</a:t>
                </a: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59350A8-4104-62FC-D283-FAAF496F9A0E}"/>
                  </a:ext>
                </a:extLst>
              </p:cNvPr>
              <p:cNvSpPr txBox="1"/>
              <p:nvPr/>
            </p:nvSpPr>
            <p:spPr>
              <a:xfrm rot="16200000">
                <a:off x="161580" y="3204753"/>
                <a:ext cx="19375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landings(kg)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514B9112-7E61-2AE5-79ED-84D1294A6F79}"/>
                  </a:ext>
                </a:extLst>
              </p:cNvPr>
              <p:cNvSpPr txBox="1"/>
              <p:nvPr/>
            </p:nvSpPr>
            <p:spPr>
              <a:xfrm>
                <a:off x="1379647" y="612426"/>
                <a:ext cx="634519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 </a:t>
                </a:r>
                <a:r>
                  <a:rPr lang="en-US" sz="2000" b="1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.guttatus</a:t>
                </a:r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 in MAR </a:t>
                </a:r>
                <a:r>
                  <a:rPr lang="en-US" sz="2000" b="1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iotapina</a:t>
                </a:r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 - Lasel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14944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F980E0-8512-E49A-CAD0-C403F1107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aphic 2">
            <a:extLst>
              <a:ext uri="{FF2B5EF4-FFF2-40B4-BE49-F238E27FC236}">
                <a16:creationId xmlns:a16="http://schemas.microsoft.com/office/drawing/2014/main" id="{3610EE5F-A4F5-7186-7E61-CDD48D1524F1}"/>
              </a:ext>
            </a:extLst>
          </p:cNvPr>
          <p:cNvGrpSpPr/>
          <p:nvPr/>
        </p:nvGrpSpPr>
        <p:grpSpPr>
          <a:xfrm>
            <a:off x="961062" y="612426"/>
            <a:ext cx="10221218" cy="5602107"/>
            <a:chOff x="961062" y="612426"/>
            <a:chExt cx="10221218" cy="5602107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72922E0-C51F-75D1-4F0C-9A24D1AB5445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2A59F28-5567-916C-4ED7-EFBC4088EBB2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9" name="Graphic 2">
              <a:extLst>
                <a:ext uri="{FF2B5EF4-FFF2-40B4-BE49-F238E27FC236}">
                  <a16:creationId xmlns:a16="http://schemas.microsoft.com/office/drawing/2014/main" id="{75BEA488-A0E6-F90A-13FB-E4B9F14F0DEA}"/>
                </a:ext>
              </a:extLst>
            </p:cNvPr>
            <p:cNvGrpSpPr/>
            <p:nvPr/>
          </p:nvGrpSpPr>
          <p:grpSpPr>
            <a:xfrm>
              <a:off x="1471087" y="971481"/>
              <a:ext cx="9650581" cy="4805204"/>
              <a:chOff x="1471087" y="971481"/>
              <a:chExt cx="9650581" cy="4805204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59CDA0A-5A1A-E0BD-10EC-06EA94C04B27}"/>
                  </a:ext>
                </a:extLst>
              </p:cNvPr>
              <p:cNvSpPr/>
              <p:nvPr/>
            </p:nvSpPr>
            <p:spPr>
              <a:xfrm>
                <a:off x="1471087" y="971481"/>
                <a:ext cx="9650581" cy="4805204"/>
              </a:xfrm>
              <a:custGeom>
                <a:avLst/>
                <a:gdLst>
                  <a:gd name="connsiteX0" fmla="*/ 0 w 9650581"/>
                  <a:gd name="connsiteY0" fmla="*/ 0 h 4805204"/>
                  <a:gd name="connsiteX1" fmla="*/ 9650582 w 9650581"/>
                  <a:gd name="connsiteY1" fmla="*/ 0 h 4805204"/>
                  <a:gd name="connsiteX2" fmla="*/ 9650582 w 9650581"/>
                  <a:gd name="connsiteY2" fmla="*/ 4805204 h 4805204"/>
                  <a:gd name="connsiteX3" fmla="*/ 0 w 965058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50581" h="4805204">
                    <a:moveTo>
                      <a:pt x="0" y="0"/>
                    </a:moveTo>
                    <a:lnTo>
                      <a:pt x="9650582" y="0"/>
                    </a:lnTo>
                    <a:lnTo>
                      <a:pt x="965058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F983E17D-FA1E-59D0-8A0D-31D60C0E19F8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4805204"/>
              </a:xfrm>
              <a:custGeom>
                <a:avLst/>
                <a:gdLst>
                  <a:gd name="connsiteX0" fmla="*/ 0 w 8773198"/>
                  <a:gd name="connsiteY0" fmla="*/ 0 h 4805204"/>
                  <a:gd name="connsiteX1" fmla="*/ 111050 w 8773198"/>
                  <a:gd name="connsiteY1" fmla="*/ 131227 h 4805204"/>
                  <a:gd name="connsiteX2" fmla="*/ 222101 w 8773198"/>
                  <a:gd name="connsiteY2" fmla="*/ 244131 h 4805204"/>
                  <a:gd name="connsiteX3" fmla="*/ 333151 w 8773198"/>
                  <a:gd name="connsiteY3" fmla="*/ 337653 h 4805204"/>
                  <a:gd name="connsiteX4" fmla="*/ 444202 w 8773198"/>
                  <a:gd name="connsiteY4" fmla="*/ 411263 h 4805204"/>
                  <a:gd name="connsiteX5" fmla="*/ 555252 w 8773198"/>
                  <a:gd name="connsiteY5" fmla="*/ 464962 h 4805204"/>
                  <a:gd name="connsiteX6" fmla="*/ 666303 w 8773198"/>
                  <a:gd name="connsiteY6" fmla="*/ 499701 h 4805204"/>
                  <a:gd name="connsiteX7" fmla="*/ 777353 w 8773198"/>
                  <a:gd name="connsiteY7" fmla="*/ 517389 h 4805204"/>
                  <a:gd name="connsiteX8" fmla="*/ 888404 w 8773198"/>
                  <a:gd name="connsiteY8" fmla="*/ 521096 h 4805204"/>
                  <a:gd name="connsiteX9" fmla="*/ 999454 w 8773198"/>
                  <a:gd name="connsiteY9" fmla="*/ 514000 h 4805204"/>
                  <a:gd name="connsiteX10" fmla="*/ 1110505 w 8773198"/>
                  <a:gd name="connsiteY10" fmla="*/ 500125 h 4805204"/>
                  <a:gd name="connsiteX11" fmla="*/ 1221555 w 8773198"/>
                  <a:gd name="connsiteY11" fmla="*/ 483497 h 4805204"/>
                  <a:gd name="connsiteX12" fmla="*/ 1332605 w 8773198"/>
                  <a:gd name="connsiteY12" fmla="*/ 477671 h 4805204"/>
                  <a:gd name="connsiteX13" fmla="*/ 1443656 w 8773198"/>
                  <a:gd name="connsiteY13" fmla="*/ 488898 h 4805204"/>
                  <a:gd name="connsiteX14" fmla="*/ 1554706 w 8773198"/>
                  <a:gd name="connsiteY14" fmla="*/ 517283 h 4805204"/>
                  <a:gd name="connsiteX15" fmla="*/ 1665757 w 8773198"/>
                  <a:gd name="connsiteY15" fmla="*/ 561767 h 4805204"/>
                  <a:gd name="connsiteX16" fmla="*/ 1776807 w 8773198"/>
                  <a:gd name="connsiteY16" fmla="*/ 620867 h 4805204"/>
                  <a:gd name="connsiteX17" fmla="*/ 1887858 w 8773198"/>
                  <a:gd name="connsiteY17" fmla="*/ 692359 h 4805204"/>
                  <a:gd name="connsiteX18" fmla="*/ 1998908 w 8773198"/>
                  <a:gd name="connsiteY18" fmla="*/ 773595 h 4805204"/>
                  <a:gd name="connsiteX19" fmla="*/ 2109959 w 8773198"/>
                  <a:gd name="connsiteY19" fmla="*/ 861927 h 4805204"/>
                  <a:gd name="connsiteX20" fmla="*/ 2221009 w 8773198"/>
                  <a:gd name="connsiteY20" fmla="*/ 954707 h 4805204"/>
                  <a:gd name="connsiteX21" fmla="*/ 2332060 w 8773198"/>
                  <a:gd name="connsiteY21" fmla="*/ 1049288 h 4805204"/>
                  <a:gd name="connsiteX22" fmla="*/ 2443110 w 8773198"/>
                  <a:gd name="connsiteY22" fmla="*/ 1143234 h 4805204"/>
                  <a:gd name="connsiteX23" fmla="*/ 2554161 w 8773198"/>
                  <a:gd name="connsiteY23" fmla="*/ 1234532 h 4805204"/>
                  <a:gd name="connsiteX24" fmla="*/ 2665211 w 8773198"/>
                  <a:gd name="connsiteY24" fmla="*/ 1321381 h 4805204"/>
                  <a:gd name="connsiteX25" fmla="*/ 2776262 w 8773198"/>
                  <a:gd name="connsiteY25" fmla="*/ 1402299 h 4805204"/>
                  <a:gd name="connsiteX26" fmla="*/ 2887312 w 8773198"/>
                  <a:gd name="connsiteY26" fmla="*/ 1476439 h 4805204"/>
                  <a:gd name="connsiteX27" fmla="*/ 2998362 w 8773198"/>
                  <a:gd name="connsiteY27" fmla="*/ 1543059 h 4805204"/>
                  <a:gd name="connsiteX28" fmla="*/ 3109519 w 8773198"/>
                  <a:gd name="connsiteY28" fmla="*/ 1601735 h 4805204"/>
                  <a:gd name="connsiteX29" fmla="*/ 3220569 w 8773198"/>
                  <a:gd name="connsiteY29" fmla="*/ 1652044 h 4805204"/>
                  <a:gd name="connsiteX30" fmla="*/ 3331620 w 8773198"/>
                  <a:gd name="connsiteY30" fmla="*/ 1693880 h 4805204"/>
                  <a:gd name="connsiteX31" fmla="*/ 3442670 w 8773198"/>
                  <a:gd name="connsiteY31" fmla="*/ 1734127 h 4805204"/>
                  <a:gd name="connsiteX32" fmla="*/ 3553721 w 8773198"/>
                  <a:gd name="connsiteY32" fmla="*/ 1780517 h 4805204"/>
                  <a:gd name="connsiteX33" fmla="*/ 3664771 w 8773198"/>
                  <a:gd name="connsiteY33" fmla="*/ 1846502 h 4805204"/>
                  <a:gd name="connsiteX34" fmla="*/ 3775822 w 8773198"/>
                  <a:gd name="connsiteY34" fmla="*/ 1924031 h 4805204"/>
                  <a:gd name="connsiteX35" fmla="*/ 3886872 w 8773198"/>
                  <a:gd name="connsiteY35" fmla="*/ 2001348 h 4805204"/>
                  <a:gd name="connsiteX36" fmla="*/ 3997923 w 8773198"/>
                  <a:gd name="connsiteY36" fmla="*/ 2067332 h 4805204"/>
                  <a:gd name="connsiteX37" fmla="*/ 4108973 w 8773198"/>
                  <a:gd name="connsiteY37" fmla="*/ 2114464 h 4805204"/>
                  <a:gd name="connsiteX38" fmla="*/ 4220024 w 8773198"/>
                  <a:gd name="connsiteY38" fmla="*/ 2142001 h 4805204"/>
                  <a:gd name="connsiteX39" fmla="*/ 4331074 w 8773198"/>
                  <a:gd name="connsiteY39" fmla="*/ 2156617 h 4805204"/>
                  <a:gd name="connsiteX40" fmla="*/ 4442124 w 8773198"/>
                  <a:gd name="connsiteY40" fmla="*/ 2170068 h 4805204"/>
                  <a:gd name="connsiteX41" fmla="*/ 4553175 w 8773198"/>
                  <a:gd name="connsiteY41" fmla="*/ 2195064 h 4805204"/>
                  <a:gd name="connsiteX42" fmla="*/ 4664225 w 8773198"/>
                  <a:gd name="connsiteY42" fmla="*/ 2241348 h 4805204"/>
                  <a:gd name="connsiteX43" fmla="*/ 4775276 w 8773198"/>
                  <a:gd name="connsiteY43" fmla="*/ 2349592 h 4805204"/>
                  <a:gd name="connsiteX44" fmla="*/ 4886326 w 8773198"/>
                  <a:gd name="connsiteY44" fmla="*/ 2448834 h 4805204"/>
                  <a:gd name="connsiteX45" fmla="*/ 4997377 w 8773198"/>
                  <a:gd name="connsiteY45" fmla="*/ 2526998 h 4805204"/>
                  <a:gd name="connsiteX46" fmla="*/ 5108428 w 8773198"/>
                  <a:gd name="connsiteY46" fmla="*/ 2576672 h 4805204"/>
                  <a:gd name="connsiteX47" fmla="*/ 5219478 w 8773198"/>
                  <a:gd name="connsiteY47" fmla="*/ 2555701 h 4805204"/>
                  <a:gd name="connsiteX48" fmla="*/ 5330528 w 8773198"/>
                  <a:gd name="connsiteY48" fmla="*/ 2482832 h 4805204"/>
                  <a:gd name="connsiteX49" fmla="*/ 5441578 w 8773198"/>
                  <a:gd name="connsiteY49" fmla="*/ 2464615 h 4805204"/>
                  <a:gd name="connsiteX50" fmla="*/ 5552629 w 8773198"/>
                  <a:gd name="connsiteY50" fmla="*/ 2447351 h 4805204"/>
                  <a:gd name="connsiteX51" fmla="*/ 5663679 w 8773198"/>
                  <a:gd name="connsiteY51" fmla="*/ 2370987 h 4805204"/>
                  <a:gd name="connsiteX52" fmla="*/ 5774730 w 8773198"/>
                  <a:gd name="connsiteY52" fmla="*/ 2245267 h 4805204"/>
                  <a:gd name="connsiteX53" fmla="*/ 5885781 w 8773198"/>
                  <a:gd name="connsiteY53" fmla="*/ 2180130 h 4805204"/>
                  <a:gd name="connsiteX54" fmla="*/ 5996831 w 8773198"/>
                  <a:gd name="connsiteY54" fmla="*/ 2280748 h 4805204"/>
                  <a:gd name="connsiteX55" fmla="*/ 6107881 w 8773198"/>
                  <a:gd name="connsiteY55" fmla="*/ 2367174 h 4805204"/>
                  <a:gd name="connsiteX56" fmla="*/ 6219038 w 8773198"/>
                  <a:gd name="connsiteY56" fmla="*/ 2422779 h 4805204"/>
                  <a:gd name="connsiteX57" fmla="*/ 6330088 w 8773198"/>
                  <a:gd name="connsiteY57" fmla="*/ 2495753 h 4805204"/>
                  <a:gd name="connsiteX58" fmla="*/ 6441139 w 8773198"/>
                  <a:gd name="connsiteY58" fmla="*/ 2587687 h 4805204"/>
                  <a:gd name="connsiteX59" fmla="*/ 6552189 w 8773198"/>
                  <a:gd name="connsiteY59" fmla="*/ 2786275 h 4805204"/>
                  <a:gd name="connsiteX60" fmla="*/ 6663240 w 8773198"/>
                  <a:gd name="connsiteY60" fmla="*/ 2934131 h 4805204"/>
                  <a:gd name="connsiteX61" fmla="*/ 6774290 w 8773198"/>
                  <a:gd name="connsiteY61" fmla="*/ 2947158 h 4805204"/>
                  <a:gd name="connsiteX62" fmla="*/ 6885340 w 8773198"/>
                  <a:gd name="connsiteY62" fmla="*/ 2813071 h 4805204"/>
                  <a:gd name="connsiteX63" fmla="*/ 6996391 w 8773198"/>
                  <a:gd name="connsiteY63" fmla="*/ 2586839 h 4805204"/>
                  <a:gd name="connsiteX64" fmla="*/ 7107441 w 8773198"/>
                  <a:gd name="connsiteY64" fmla="*/ 2312522 h 4805204"/>
                  <a:gd name="connsiteX65" fmla="*/ 7218492 w 8773198"/>
                  <a:gd name="connsiteY65" fmla="*/ 1895857 h 4805204"/>
                  <a:gd name="connsiteX66" fmla="*/ 7329543 w 8773198"/>
                  <a:gd name="connsiteY66" fmla="*/ 1544012 h 4805204"/>
                  <a:gd name="connsiteX67" fmla="*/ 7440593 w 8773198"/>
                  <a:gd name="connsiteY67" fmla="*/ 1278380 h 4805204"/>
                  <a:gd name="connsiteX68" fmla="*/ 7551643 w 8773198"/>
                  <a:gd name="connsiteY68" fmla="*/ 1067188 h 4805204"/>
                  <a:gd name="connsiteX69" fmla="*/ 7662694 w 8773198"/>
                  <a:gd name="connsiteY69" fmla="*/ 926958 h 4805204"/>
                  <a:gd name="connsiteX70" fmla="*/ 7773744 w 8773198"/>
                  <a:gd name="connsiteY70" fmla="*/ 872624 h 4805204"/>
                  <a:gd name="connsiteX71" fmla="*/ 7884794 w 8773198"/>
                  <a:gd name="connsiteY71" fmla="*/ 883851 h 4805204"/>
                  <a:gd name="connsiteX72" fmla="*/ 7995845 w 8773198"/>
                  <a:gd name="connsiteY72" fmla="*/ 921768 h 4805204"/>
                  <a:gd name="connsiteX73" fmla="*/ 8106896 w 8773198"/>
                  <a:gd name="connsiteY73" fmla="*/ 979597 h 4805204"/>
                  <a:gd name="connsiteX74" fmla="*/ 8217946 w 8773198"/>
                  <a:gd name="connsiteY74" fmla="*/ 1050136 h 4805204"/>
                  <a:gd name="connsiteX75" fmla="*/ 8328997 w 8773198"/>
                  <a:gd name="connsiteY75" fmla="*/ 1128194 h 4805204"/>
                  <a:gd name="connsiteX76" fmla="*/ 8440047 w 8773198"/>
                  <a:gd name="connsiteY76" fmla="*/ 1211231 h 4805204"/>
                  <a:gd name="connsiteX77" fmla="*/ 8551097 w 8773198"/>
                  <a:gd name="connsiteY77" fmla="*/ 1300198 h 4805204"/>
                  <a:gd name="connsiteX78" fmla="*/ 8662148 w 8773198"/>
                  <a:gd name="connsiteY78" fmla="*/ 1398063 h 4805204"/>
                  <a:gd name="connsiteX79" fmla="*/ 8773198 w 8773198"/>
                  <a:gd name="connsiteY79" fmla="*/ 1508742 h 4805204"/>
                  <a:gd name="connsiteX80" fmla="*/ 8773198 w 8773198"/>
                  <a:gd name="connsiteY80" fmla="*/ 4805204 h 4805204"/>
                  <a:gd name="connsiteX81" fmla="*/ 8662148 w 8773198"/>
                  <a:gd name="connsiteY81" fmla="*/ 4805204 h 4805204"/>
                  <a:gd name="connsiteX82" fmla="*/ 8551097 w 8773198"/>
                  <a:gd name="connsiteY82" fmla="*/ 4805204 h 4805204"/>
                  <a:gd name="connsiteX83" fmla="*/ 8440047 w 8773198"/>
                  <a:gd name="connsiteY83" fmla="*/ 4489793 h 4805204"/>
                  <a:gd name="connsiteX84" fmla="*/ 8328997 w 8773198"/>
                  <a:gd name="connsiteY84" fmla="*/ 4056817 h 4805204"/>
                  <a:gd name="connsiteX85" fmla="*/ 8217946 w 8773198"/>
                  <a:gd name="connsiteY85" fmla="*/ 3725095 h 4805204"/>
                  <a:gd name="connsiteX86" fmla="*/ 8106896 w 8773198"/>
                  <a:gd name="connsiteY86" fmla="*/ 3485836 h 4805204"/>
                  <a:gd name="connsiteX87" fmla="*/ 7995845 w 8773198"/>
                  <a:gd name="connsiteY87" fmla="*/ 3327071 h 4805204"/>
                  <a:gd name="connsiteX88" fmla="*/ 7884794 w 8773198"/>
                  <a:gd name="connsiteY88" fmla="*/ 3235138 h 4805204"/>
                  <a:gd name="connsiteX89" fmla="*/ 7773744 w 8773198"/>
                  <a:gd name="connsiteY89" fmla="*/ 3196797 h 4805204"/>
                  <a:gd name="connsiteX90" fmla="*/ 7662694 w 8773198"/>
                  <a:gd name="connsiteY90" fmla="*/ 3223381 h 4805204"/>
                  <a:gd name="connsiteX91" fmla="*/ 7551643 w 8773198"/>
                  <a:gd name="connsiteY91" fmla="*/ 3323999 h 4805204"/>
                  <a:gd name="connsiteX92" fmla="*/ 7440593 w 8773198"/>
                  <a:gd name="connsiteY92" fmla="*/ 3491661 h 4805204"/>
                  <a:gd name="connsiteX93" fmla="*/ 7329543 w 8773198"/>
                  <a:gd name="connsiteY93" fmla="*/ 3720965 h 4805204"/>
                  <a:gd name="connsiteX94" fmla="*/ 7218492 w 8773198"/>
                  <a:gd name="connsiteY94" fmla="*/ 4022607 h 4805204"/>
                  <a:gd name="connsiteX95" fmla="*/ 7107441 w 8773198"/>
                  <a:gd name="connsiteY95" fmla="*/ 4403261 h 4805204"/>
                  <a:gd name="connsiteX96" fmla="*/ 6996391 w 8773198"/>
                  <a:gd name="connsiteY96" fmla="*/ 4690712 h 4805204"/>
                  <a:gd name="connsiteX97" fmla="*/ 6885340 w 8773198"/>
                  <a:gd name="connsiteY97" fmla="*/ 4805204 h 4805204"/>
                  <a:gd name="connsiteX98" fmla="*/ 6774290 w 8773198"/>
                  <a:gd name="connsiteY98" fmla="*/ 4805204 h 4805204"/>
                  <a:gd name="connsiteX99" fmla="*/ 6663240 w 8773198"/>
                  <a:gd name="connsiteY99" fmla="*/ 4805204 h 4805204"/>
                  <a:gd name="connsiteX100" fmla="*/ 6552189 w 8773198"/>
                  <a:gd name="connsiteY100" fmla="*/ 4794719 h 4805204"/>
                  <a:gd name="connsiteX101" fmla="*/ 6441139 w 8773198"/>
                  <a:gd name="connsiteY101" fmla="*/ 4674401 h 4805204"/>
                  <a:gd name="connsiteX102" fmla="*/ 6330088 w 8773198"/>
                  <a:gd name="connsiteY102" fmla="*/ 4621232 h 4805204"/>
                  <a:gd name="connsiteX103" fmla="*/ 6219038 w 8773198"/>
                  <a:gd name="connsiteY103" fmla="*/ 4554506 h 4805204"/>
                  <a:gd name="connsiteX104" fmla="*/ 6107881 w 8773198"/>
                  <a:gd name="connsiteY104" fmla="*/ 4513730 h 4805204"/>
                  <a:gd name="connsiteX105" fmla="*/ 5996831 w 8773198"/>
                  <a:gd name="connsiteY105" fmla="*/ 4490005 h 4805204"/>
                  <a:gd name="connsiteX106" fmla="*/ 5885781 w 8773198"/>
                  <a:gd name="connsiteY106" fmla="*/ 4541797 h 4805204"/>
                  <a:gd name="connsiteX107" fmla="*/ 5774730 w 8773198"/>
                  <a:gd name="connsiteY107" fmla="*/ 4585751 h 4805204"/>
                  <a:gd name="connsiteX108" fmla="*/ 5663679 w 8773198"/>
                  <a:gd name="connsiteY108" fmla="*/ 4678532 h 4805204"/>
                  <a:gd name="connsiteX109" fmla="*/ 5552629 w 8773198"/>
                  <a:gd name="connsiteY109" fmla="*/ 4805204 h 4805204"/>
                  <a:gd name="connsiteX110" fmla="*/ 5441578 w 8773198"/>
                  <a:gd name="connsiteY110" fmla="*/ 4805204 h 4805204"/>
                  <a:gd name="connsiteX111" fmla="*/ 5330528 w 8773198"/>
                  <a:gd name="connsiteY111" fmla="*/ 4805204 h 4805204"/>
                  <a:gd name="connsiteX112" fmla="*/ 5219478 w 8773198"/>
                  <a:gd name="connsiteY112" fmla="*/ 4764745 h 4805204"/>
                  <a:gd name="connsiteX113" fmla="*/ 5108428 w 8773198"/>
                  <a:gd name="connsiteY113" fmla="*/ 4578443 h 4805204"/>
                  <a:gd name="connsiteX114" fmla="*/ 4997377 w 8773198"/>
                  <a:gd name="connsiteY114" fmla="*/ 4424550 h 4805204"/>
                  <a:gd name="connsiteX115" fmla="*/ 4886326 w 8773198"/>
                  <a:gd name="connsiteY115" fmla="*/ 4384515 h 4805204"/>
                  <a:gd name="connsiteX116" fmla="*/ 4775276 w 8773198"/>
                  <a:gd name="connsiteY116" fmla="*/ 4371382 h 4805204"/>
                  <a:gd name="connsiteX117" fmla="*/ 4664225 w 8773198"/>
                  <a:gd name="connsiteY117" fmla="*/ 4372229 h 4805204"/>
                  <a:gd name="connsiteX118" fmla="*/ 4553175 w 8773198"/>
                  <a:gd name="connsiteY118" fmla="*/ 4367992 h 4805204"/>
                  <a:gd name="connsiteX119" fmla="*/ 4442124 w 8773198"/>
                  <a:gd name="connsiteY119" fmla="*/ 4343950 h 4805204"/>
                  <a:gd name="connsiteX120" fmla="*/ 4331074 w 8773198"/>
                  <a:gd name="connsiteY120" fmla="*/ 4309210 h 4805204"/>
                  <a:gd name="connsiteX121" fmla="*/ 4220024 w 8773198"/>
                  <a:gd name="connsiteY121" fmla="*/ 4275847 h 4805204"/>
                  <a:gd name="connsiteX122" fmla="*/ 4108973 w 8773198"/>
                  <a:gd name="connsiteY122" fmla="*/ 4254770 h 4805204"/>
                  <a:gd name="connsiteX123" fmla="*/ 3997923 w 8773198"/>
                  <a:gd name="connsiteY123" fmla="*/ 4251911 h 4805204"/>
                  <a:gd name="connsiteX124" fmla="*/ 3886872 w 8773198"/>
                  <a:gd name="connsiteY124" fmla="*/ 4265573 h 4805204"/>
                  <a:gd name="connsiteX125" fmla="*/ 3775822 w 8773198"/>
                  <a:gd name="connsiteY125" fmla="*/ 4287815 h 4805204"/>
                  <a:gd name="connsiteX126" fmla="*/ 3664771 w 8773198"/>
                  <a:gd name="connsiteY126" fmla="*/ 4306350 h 4805204"/>
                  <a:gd name="connsiteX127" fmla="*/ 3553721 w 8773198"/>
                  <a:gd name="connsiteY127" fmla="*/ 4308892 h 4805204"/>
                  <a:gd name="connsiteX128" fmla="*/ 3442670 w 8773198"/>
                  <a:gd name="connsiteY128" fmla="*/ 4286650 h 4805204"/>
                  <a:gd name="connsiteX129" fmla="*/ 3331620 w 8773198"/>
                  <a:gd name="connsiteY129" fmla="*/ 4256465 h 4805204"/>
                  <a:gd name="connsiteX130" fmla="*/ 3220569 w 8773198"/>
                  <a:gd name="connsiteY130" fmla="*/ 4229563 h 4805204"/>
                  <a:gd name="connsiteX131" fmla="*/ 3109519 w 8773198"/>
                  <a:gd name="connsiteY131" fmla="*/ 4192811 h 4805204"/>
                  <a:gd name="connsiteX132" fmla="*/ 2998362 w 8773198"/>
                  <a:gd name="connsiteY132" fmla="*/ 4147479 h 4805204"/>
                  <a:gd name="connsiteX133" fmla="*/ 2887312 w 8773198"/>
                  <a:gd name="connsiteY133" fmla="*/ 4095688 h 4805204"/>
                  <a:gd name="connsiteX134" fmla="*/ 2776262 w 8773198"/>
                  <a:gd name="connsiteY134" fmla="*/ 4039553 h 4805204"/>
                  <a:gd name="connsiteX135" fmla="*/ 2665211 w 8773198"/>
                  <a:gd name="connsiteY135" fmla="*/ 3981195 h 4805204"/>
                  <a:gd name="connsiteX136" fmla="*/ 2554161 w 8773198"/>
                  <a:gd name="connsiteY136" fmla="*/ 3922201 h 4805204"/>
                  <a:gd name="connsiteX137" fmla="*/ 2443110 w 8773198"/>
                  <a:gd name="connsiteY137" fmla="*/ 3863842 h 4805204"/>
                  <a:gd name="connsiteX138" fmla="*/ 2332060 w 8773198"/>
                  <a:gd name="connsiteY138" fmla="*/ 3806967 h 4805204"/>
                  <a:gd name="connsiteX139" fmla="*/ 2221009 w 8773198"/>
                  <a:gd name="connsiteY139" fmla="*/ 3752209 h 4805204"/>
                  <a:gd name="connsiteX140" fmla="*/ 2109959 w 8773198"/>
                  <a:gd name="connsiteY140" fmla="*/ 3699782 h 4805204"/>
                  <a:gd name="connsiteX141" fmla="*/ 1998908 w 8773198"/>
                  <a:gd name="connsiteY141" fmla="*/ 3649578 h 4805204"/>
                  <a:gd name="connsiteX142" fmla="*/ 1887858 w 8773198"/>
                  <a:gd name="connsiteY142" fmla="*/ 3601812 h 4805204"/>
                  <a:gd name="connsiteX143" fmla="*/ 1776807 w 8773198"/>
                  <a:gd name="connsiteY143" fmla="*/ 3556163 h 4805204"/>
                  <a:gd name="connsiteX144" fmla="*/ 1665757 w 8773198"/>
                  <a:gd name="connsiteY144" fmla="*/ 3512950 h 4805204"/>
                  <a:gd name="connsiteX145" fmla="*/ 1554706 w 8773198"/>
                  <a:gd name="connsiteY145" fmla="*/ 3472597 h 4805204"/>
                  <a:gd name="connsiteX146" fmla="*/ 1443656 w 8773198"/>
                  <a:gd name="connsiteY146" fmla="*/ 3435950 h 4805204"/>
                  <a:gd name="connsiteX147" fmla="*/ 1332605 w 8773198"/>
                  <a:gd name="connsiteY147" fmla="*/ 3404812 h 4805204"/>
                  <a:gd name="connsiteX148" fmla="*/ 1221555 w 8773198"/>
                  <a:gd name="connsiteY148" fmla="*/ 3382040 h 4805204"/>
                  <a:gd name="connsiteX149" fmla="*/ 1110505 w 8773198"/>
                  <a:gd name="connsiteY149" fmla="*/ 3371343 h 4805204"/>
                  <a:gd name="connsiteX150" fmla="*/ 999454 w 8773198"/>
                  <a:gd name="connsiteY150" fmla="*/ 3376109 h 4805204"/>
                  <a:gd name="connsiteX151" fmla="*/ 888404 w 8773198"/>
                  <a:gd name="connsiteY151" fmla="*/ 3400469 h 4805204"/>
                  <a:gd name="connsiteX152" fmla="*/ 777353 w 8773198"/>
                  <a:gd name="connsiteY152" fmla="*/ 3448660 h 4805204"/>
                  <a:gd name="connsiteX153" fmla="*/ 666303 w 8773198"/>
                  <a:gd name="connsiteY153" fmla="*/ 3524812 h 4805204"/>
                  <a:gd name="connsiteX154" fmla="*/ 555252 w 8773198"/>
                  <a:gd name="connsiteY154" fmla="*/ 3632420 h 4805204"/>
                  <a:gd name="connsiteX155" fmla="*/ 444202 w 8773198"/>
                  <a:gd name="connsiteY155" fmla="*/ 3773922 h 4805204"/>
                  <a:gd name="connsiteX156" fmla="*/ 333151 w 8773198"/>
                  <a:gd name="connsiteY156" fmla="*/ 3951009 h 4805204"/>
                  <a:gd name="connsiteX157" fmla="*/ 222101 w 8773198"/>
                  <a:gd name="connsiteY157" fmla="*/ 4164214 h 4805204"/>
                  <a:gd name="connsiteX158" fmla="*/ 111050 w 8773198"/>
                  <a:gd name="connsiteY158" fmla="*/ 4413535 h 4805204"/>
                  <a:gd name="connsiteX159" fmla="*/ 0 w 8773198"/>
                  <a:gd name="connsiteY159" fmla="*/ 4698549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773198" h="4805204">
                    <a:moveTo>
                      <a:pt x="0" y="0"/>
                    </a:moveTo>
                    <a:lnTo>
                      <a:pt x="111050" y="131227"/>
                    </a:lnTo>
                    <a:lnTo>
                      <a:pt x="222101" y="244131"/>
                    </a:lnTo>
                    <a:lnTo>
                      <a:pt x="333151" y="337653"/>
                    </a:lnTo>
                    <a:lnTo>
                      <a:pt x="444202" y="411263"/>
                    </a:lnTo>
                    <a:lnTo>
                      <a:pt x="555252" y="464962"/>
                    </a:lnTo>
                    <a:lnTo>
                      <a:pt x="666303" y="499701"/>
                    </a:lnTo>
                    <a:lnTo>
                      <a:pt x="777353" y="517389"/>
                    </a:lnTo>
                    <a:lnTo>
                      <a:pt x="888404" y="521096"/>
                    </a:lnTo>
                    <a:lnTo>
                      <a:pt x="999454" y="514000"/>
                    </a:lnTo>
                    <a:lnTo>
                      <a:pt x="1110505" y="500125"/>
                    </a:lnTo>
                    <a:lnTo>
                      <a:pt x="1221555" y="483497"/>
                    </a:lnTo>
                    <a:lnTo>
                      <a:pt x="1332605" y="477671"/>
                    </a:lnTo>
                    <a:lnTo>
                      <a:pt x="1443656" y="488898"/>
                    </a:lnTo>
                    <a:lnTo>
                      <a:pt x="1554706" y="517283"/>
                    </a:lnTo>
                    <a:lnTo>
                      <a:pt x="1665757" y="561767"/>
                    </a:lnTo>
                    <a:lnTo>
                      <a:pt x="1776807" y="620867"/>
                    </a:lnTo>
                    <a:lnTo>
                      <a:pt x="1887858" y="692359"/>
                    </a:lnTo>
                    <a:lnTo>
                      <a:pt x="1998908" y="773595"/>
                    </a:lnTo>
                    <a:lnTo>
                      <a:pt x="2109959" y="861927"/>
                    </a:lnTo>
                    <a:lnTo>
                      <a:pt x="2221009" y="954707"/>
                    </a:lnTo>
                    <a:lnTo>
                      <a:pt x="2332060" y="1049288"/>
                    </a:lnTo>
                    <a:lnTo>
                      <a:pt x="2443110" y="1143234"/>
                    </a:lnTo>
                    <a:lnTo>
                      <a:pt x="2554161" y="1234532"/>
                    </a:lnTo>
                    <a:lnTo>
                      <a:pt x="2665211" y="1321381"/>
                    </a:lnTo>
                    <a:lnTo>
                      <a:pt x="2776262" y="1402299"/>
                    </a:lnTo>
                    <a:lnTo>
                      <a:pt x="2887312" y="1476439"/>
                    </a:lnTo>
                    <a:lnTo>
                      <a:pt x="2998362" y="1543059"/>
                    </a:lnTo>
                    <a:lnTo>
                      <a:pt x="3109519" y="1601735"/>
                    </a:lnTo>
                    <a:lnTo>
                      <a:pt x="3220569" y="1652044"/>
                    </a:lnTo>
                    <a:lnTo>
                      <a:pt x="3331620" y="1693880"/>
                    </a:lnTo>
                    <a:lnTo>
                      <a:pt x="3442670" y="1734127"/>
                    </a:lnTo>
                    <a:lnTo>
                      <a:pt x="3553721" y="1780517"/>
                    </a:lnTo>
                    <a:lnTo>
                      <a:pt x="3664771" y="1846502"/>
                    </a:lnTo>
                    <a:lnTo>
                      <a:pt x="3775822" y="1924031"/>
                    </a:lnTo>
                    <a:lnTo>
                      <a:pt x="3886872" y="2001348"/>
                    </a:lnTo>
                    <a:lnTo>
                      <a:pt x="3997923" y="2067332"/>
                    </a:lnTo>
                    <a:lnTo>
                      <a:pt x="4108973" y="2114464"/>
                    </a:lnTo>
                    <a:lnTo>
                      <a:pt x="4220024" y="2142001"/>
                    </a:lnTo>
                    <a:lnTo>
                      <a:pt x="4331074" y="2156617"/>
                    </a:lnTo>
                    <a:lnTo>
                      <a:pt x="4442124" y="2170068"/>
                    </a:lnTo>
                    <a:lnTo>
                      <a:pt x="4553175" y="2195064"/>
                    </a:lnTo>
                    <a:lnTo>
                      <a:pt x="4664225" y="2241348"/>
                    </a:lnTo>
                    <a:lnTo>
                      <a:pt x="4775276" y="2349592"/>
                    </a:lnTo>
                    <a:lnTo>
                      <a:pt x="4886326" y="2448834"/>
                    </a:lnTo>
                    <a:lnTo>
                      <a:pt x="4997377" y="2526998"/>
                    </a:lnTo>
                    <a:lnTo>
                      <a:pt x="5108428" y="2576672"/>
                    </a:lnTo>
                    <a:lnTo>
                      <a:pt x="5219478" y="2555701"/>
                    </a:lnTo>
                    <a:lnTo>
                      <a:pt x="5330528" y="2482832"/>
                    </a:lnTo>
                    <a:lnTo>
                      <a:pt x="5441578" y="2464615"/>
                    </a:lnTo>
                    <a:lnTo>
                      <a:pt x="5552629" y="2447351"/>
                    </a:lnTo>
                    <a:lnTo>
                      <a:pt x="5663679" y="2370987"/>
                    </a:lnTo>
                    <a:lnTo>
                      <a:pt x="5774730" y="2245267"/>
                    </a:lnTo>
                    <a:lnTo>
                      <a:pt x="5885781" y="2180130"/>
                    </a:lnTo>
                    <a:lnTo>
                      <a:pt x="5996831" y="2280748"/>
                    </a:lnTo>
                    <a:lnTo>
                      <a:pt x="6107881" y="2367174"/>
                    </a:lnTo>
                    <a:lnTo>
                      <a:pt x="6219038" y="2422779"/>
                    </a:lnTo>
                    <a:lnTo>
                      <a:pt x="6330088" y="2495753"/>
                    </a:lnTo>
                    <a:lnTo>
                      <a:pt x="6441139" y="2587687"/>
                    </a:lnTo>
                    <a:lnTo>
                      <a:pt x="6552189" y="2786275"/>
                    </a:lnTo>
                    <a:lnTo>
                      <a:pt x="6663240" y="2934131"/>
                    </a:lnTo>
                    <a:lnTo>
                      <a:pt x="6774290" y="2947158"/>
                    </a:lnTo>
                    <a:lnTo>
                      <a:pt x="6885340" y="2813071"/>
                    </a:lnTo>
                    <a:lnTo>
                      <a:pt x="6996391" y="2586839"/>
                    </a:lnTo>
                    <a:lnTo>
                      <a:pt x="7107441" y="2312522"/>
                    </a:lnTo>
                    <a:lnTo>
                      <a:pt x="7218492" y="1895857"/>
                    </a:lnTo>
                    <a:lnTo>
                      <a:pt x="7329543" y="1544012"/>
                    </a:lnTo>
                    <a:lnTo>
                      <a:pt x="7440593" y="1278380"/>
                    </a:lnTo>
                    <a:lnTo>
                      <a:pt x="7551643" y="1067188"/>
                    </a:lnTo>
                    <a:lnTo>
                      <a:pt x="7662694" y="926958"/>
                    </a:lnTo>
                    <a:lnTo>
                      <a:pt x="7773744" y="872624"/>
                    </a:lnTo>
                    <a:lnTo>
                      <a:pt x="7884794" y="883851"/>
                    </a:lnTo>
                    <a:lnTo>
                      <a:pt x="7995845" y="921768"/>
                    </a:lnTo>
                    <a:lnTo>
                      <a:pt x="8106896" y="979597"/>
                    </a:lnTo>
                    <a:lnTo>
                      <a:pt x="8217946" y="1050136"/>
                    </a:lnTo>
                    <a:lnTo>
                      <a:pt x="8328997" y="1128194"/>
                    </a:lnTo>
                    <a:lnTo>
                      <a:pt x="8440047" y="1211231"/>
                    </a:lnTo>
                    <a:lnTo>
                      <a:pt x="8551097" y="1300198"/>
                    </a:lnTo>
                    <a:lnTo>
                      <a:pt x="8662148" y="1398063"/>
                    </a:lnTo>
                    <a:lnTo>
                      <a:pt x="8773198" y="1508742"/>
                    </a:lnTo>
                    <a:lnTo>
                      <a:pt x="8773198" y="4805204"/>
                    </a:lnTo>
                    <a:lnTo>
                      <a:pt x="8662148" y="4805204"/>
                    </a:lnTo>
                    <a:lnTo>
                      <a:pt x="8551097" y="4805204"/>
                    </a:lnTo>
                    <a:lnTo>
                      <a:pt x="8440047" y="4489793"/>
                    </a:lnTo>
                    <a:lnTo>
                      <a:pt x="8328997" y="4056817"/>
                    </a:lnTo>
                    <a:lnTo>
                      <a:pt x="8217946" y="3725095"/>
                    </a:lnTo>
                    <a:lnTo>
                      <a:pt x="8106896" y="3485836"/>
                    </a:lnTo>
                    <a:lnTo>
                      <a:pt x="7995845" y="3327071"/>
                    </a:lnTo>
                    <a:lnTo>
                      <a:pt x="7884794" y="3235138"/>
                    </a:lnTo>
                    <a:lnTo>
                      <a:pt x="7773744" y="3196797"/>
                    </a:lnTo>
                    <a:lnTo>
                      <a:pt x="7662694" y="3223381"/>
                    </a:lnTo>
                    <a:lnTo>
                      <a:pt x="7551643" y="3323999"/>
                    </a:lnTo>
                    <a:lnTo>
                      <a:pt x="7440593" y="3491661"/>
                    </a:lnTo>
                    <a:lnTo>
                      <a:pt x="7329543" y="3720965"/>
                    </a:lnTo>
                    <a:lnTo>
                      <a:pt x="7218492" y="4022607"/>
                    </a:lnTo>
                    <a:lnTo>
                      <a:pt x="7107441" y="4403261"/>
                    </a:lnTo>
                    <a:lnTo>
                      <a:pt x="6996391" y="4690712"/>
                    </a:lnTo>
                    <a:lnTo>
                      <a:pt x="6885340" y="4805204"/>
                    </a:lnTo>
                    <a:lnTo>
                      <a:pt x="6774290" y="4805204"/>
                    </a:lnTo>
                    <a:lnTo>
                      <a:pt x="6663240" y="4805204"/>
                    </a:lnTo>
                    <a:lnTo>
                      <a:pt x="6552189" y="4794719"/>
                    </a:lnTo>
                    <a:lnTo>
                      <a:pt x="6441139" y="4674401"/>
                    </a:lnTo>
                    <a:lnTo>
                      <a:pt x="6330088" y="4621232"/>
                    </a:lnTo>
                    <a:lnTo>
                      <a:pt x="6219038" y="4554506"/>
                    </a:lnTo>
                    <a:lnTo>
                      <a:pt x="6107881" y="4513730"/>
                    </a:lnTo>
                    <a:lnTo>
                      <a:pt x="5996831" y="4490005"/>
                    </a:lnTo>
                    <a:lnTo>
                      <a:pt x="5885781" y="4541797"/>
                    </a:lnTo>
                    <a:lnTo>
                      <a:pt x="5774730" y="4585751"/>
                    </a:lnTo>
                    <a:lnTo>
                      <a:pt x="5663679" y="4678532"/>
                    </a:lnTo>
                    <a:lnTo>
                      <a:pt x="5552629" y="4805204"/>
                    </a:lnTo>
                    <a:lnTo>
                      <a:pt x="5441578" y="4805204"/>
                    </a:lnTo>
                    <a:lnTo>
                      <a:pt x="5330528" y="4805204"/>
                    </a:lnTo>
                    <a:lnTo>
                      <a:pt x="5219478" y="4764745"/>
                    </a:lnTo>
                    <a:lnTo>
                      <a:pt x="5108428" y="4578443"/>
                    </a:lnTo>
                    <a:lnTo>
                      <a:pt x="4997377" y="4424550"/>
                    </a:lnTo>
                    <a:lnTo>
                      <a:pt x="4886326" y="4384515"/>
                    </a:lnTo>
                    <a:lnTo>
                      <a:pt x="4775276" y="4371382"/>
                    </a:lnTo>
                    <a:lnTo>
                      <a:pt x="4664225" y="4372229"/>
                    </a:lnTo>
                    <a:lnTo>
                      <a:pt x="4553175" y="4367992"/>
                    </a:lnTo>
                    <a:lnTo>
                      <a:pt x="4442124" y="4343950"/>
                    </a:lnTo>
                    <a:lnTo>
                      <a:pt x="4331074" y="4309210"/>
                    </a:lnTo>
                    <a:lnTo>
                      <a:pt x="4220024" y="4275847"/>
                    </a:lnTo>
                    <a:lnTo>
                      <a:pt x="4108973" y="4254770"/>
                    </a:lnTo>
                    <a:lnTo>
                      <a:pt x="3997923" y="4251911"/>
                    </a:lnTo>
                    <a:lnTo>
                      <a:pt x="3886872" y="4265573"/>
                    </a:lnTo>
                    <a:lnTo>
                      <a:pt x="3775822" y="4287815"/>
                    </a:lnTo>
                    <a:lnTo>
                      <a:pt x="3664771" y="4306350"/>
                    </a:lnTo>
                    <a:lnTo>
                      <a:pt x="3553721" y="4308892"/>
                    </a:lnTo>
                    <a:lnTo>
                      <a:pt x="3442670" y="4286650"/>
                    </a:lnTo>
                    <a:lnTo>
                      <a:pt x="3331620" y="4256465"/>
                    </a:lnTo>
                    <a:lnTo>
                      <a:pt x="3220569" y="4229563"/>
                    </a:lnTo>
                    <a:lnTo>
                      <a:pt x="3109519" y="4192811"/>
                    </a:lnTo>
                    <a:lnTo>
                      <a:pt x="2998362" y="4147479"/>
                    </a:lnTo>
                    <a:lnTo>
                      <a:pt x="2887312" y="4095688"/>
                    </a:lnTo>
                    <a:lnTo>
                      <a:pt x="2776262" y="4039553"/>
                    </a:lnTo>
                    <a:lnTo>
                      <a:pt x="2665211" y="3981195"/>
                    </a:lnTo>
                    <a:lnTo>
                      <a:pt x="2554161" y="3922201"/>
                    </a:lnTo>
                    <a:lnTo>
                      <a:pt x="2443110" y="3863842"/>
                    </a:lnTo>
                    <a:lnTo>
                      <a:pt x="2332060" y="3806967"/>
                    </a:lnTo>
                    <a:lnTo>
                      <a:pt x="2221009" y="3752209"/>
                    </a:lnTo>
                    <a:lnTo>
                      <a:pt x="2109959" y="3699782"/>
                    </a:lnTo>
                    <a:lnTo>
                      <a:pt x="1998908" y="3649578"/>
                    </a:lnTo>
                    <a:lnTo>
                      <a:pt x="1887858" y="3601812"/>
                    </a:lnTo>
                    <a:lnTo>
                      <a:pt x="1776807" y="3556163"/>
                    </a:lnTo>
                    <a:lnTo>
                      <a:pt x="1665757" y="3512950"/>
                    </a:lnTo>
                    <a:lnTo>
                      <a:pt x="1554706" y="3472597"/>
                    </a:lnTo>
                    <a:lnTo>
                      <a:pt x="1443656" y="3435950"/>
                    </a:lnTo>
                    <a:lnTo>
                      <a:pt x="1332605" y="3404812"/>
                    </a:lnTo>
                    <a:lnTo>
                      <a:pt x="1221555" y="3382040"/>
                    </a:lnTo>
                    <a:lnTo>
                      <a:pt x="1110505" y="3371343"/>
                    </a:lnTo>
                    <a:lnTo>
                      <a:pt x="999454" y="3376109"/>
                    </a:lnTo>
                    <a:lnTo>
                      <a:pt x="888404" y="3400469"/>
                    </a:lnTo>
                    <a:lnTo>
                      <a:pt x="777353" y="3448660"/>
                    </a:lnTo>
                    <a:lnTo>
                      <a:pt x="666303" y="3524812"/>
                    </a:lnTo>
                    <a:lnTo>
                      <a:pt x="555252" y="3632420"/>
                    </a:lnTo>
                    <a:lnTo>
                      <a:pt x="444202" y="3773922"/>
                    </a:lnTo>
                    <a:lnTo>
                      <a:pt x="333151" y="3951009"/>
                    </a:lnTo>
                    <a:lnTo>
                      <a:pt x="222101" y="4164214"/>
                    </a:lnTo>
                    <a:lnTo>
                      <a:pt x="111050" y="4413535"/>
                    </a:lnTo>
                    <a:lnTo>
                      <a:pt x="0" y="4698549"/>
                    </a:lnTo>
                    <a:close/>
                  </a:path>
                </a:pathLst>
              </a:custGeom>
              <a:solidFill>
                <a:srgbClr val="E78828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C1ECE46-634C-07AB-8046-C7D5E241DA99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2947158"/>
              </a:xfrm>
              <a:custGeom>
                <a:avLst/>
                <a:gdLst>
                  <a:gd name="connsiteX0" fmla="*/ 0 w 8773198"/>
                  <a:gd name="connsiteY0" fmla="*/ 0 h 2947158"/>
                  <a:gd name="connsiteX1" fmla="*/ 111050 w 8773198"/>
                  <a:gd name="connsiteY1" fmla="*/ 131227 h 2947158"/>
                  <a:gd name="connsiteX2" fmla="*/ 222101 w 8773198"/>
                  <a:gd name="connsiteY2" fmla="*/ 244131 h 2947158"/>
                  <a:gd name="connsiteX3" fmla="*/ 333151 w 8773198"/>
                  <a:gd name="connsiteY3" fmla="*/ 337653 h 2947158"/>
                  <a:gd name="connsiteX4" fmla="*/ 444202 w 8773198"/>
                  <a:gd name="connsiteY4" fmla="*/ 411263 h 2947158"/>
                  <a:gd name="connsiteX5" fmla="*/ 555252 w 8773198"/>
                  <a:gd name="connsiteY5" fmla="*/ 464962 h 2947158"/>
                  <a:gd name="connsiteX6" fmla="*/ 666303 w 8773198"/>
                  <a:gd name="connsiteY6" fmla="*/ 499701 h 2947158"/>
                  <a:gd name="connsiteX7" fmla="*/ 777353 w 8773198"/>
                  <a:gd name="connsiteY7" fmla="*/ 517389 h 2947158"/>
                  <a:gd name="connsiteX8" fmla="*/ 888404 w 8773198"/>
                  <a:gd name="connsiteY8" fmla="*/ 521096 h 2947158"/>
                  <a:gd name="connsiteX9" fmla="*/ 999454 w 8773198"/>
                  <a:gd name="connsiteY9" fmla="*/ 514000 h 2947158"/>
                  <a:gd name="connsiteX10" fmla="*/ 1110505 w 8773198"/>
                  <a:gd name="connsiteY10" fmla="*/ 500125 h 2947158"/>
                  <a:gd name="connsiteX11" fmla="*/ 1221555 w 8773198"/>
                  <a:gd name="connsiteY11" fmla="*/ 483497 h 2947158"/>
                  <a:gd name="connsiteX12" fmla="*/ 1332605 w 8773198"/>
                  <a:gd name="connsiteY12" fmla="*/ 477671 h 2947158"/>
                  <a:gd name="connsiteX13" fmla="*/ 1443656 w 8773198"/>
                  <a:gd name="connsiteY13" fmla="*/ 488898 h 2947158"/>
                  <a:gd name="connsiteX14" fmla="*/ 1554706 w 8773198"/>
                  <a:gd name="connsiteY14" fmla="*/ 517283 h 2947158"/>
                  <a:gd name="connsiteX15" fmla="*/ 1665757 w 8773198"/>
                  <a:gd name="connsiteY15" fmla="*/ 561767 h 2947158"/>
                  <a:gd name="connsiteX16" fmla="*/ 1776807 w 8773198"/>
                  <a:gd name="connsiteY16" fmla="*/ 620867 h 2947158"/>
                  <a:gd name="connsiteX17" fmla="*/ 1887858 w 8773198"/>
                  <a:gd name="connsiteY17" fmla="*/ 692359 h 2947158"/>
                  <a:gd name="connsiteX18" fmla="*/ 1998908 w 8773198"/>
                  <a:gd name="connsiteY18" fmla="*/ 773595 h 2947158"/>
                  <a:gd name="connsiteX19" fmla="*/ 2109959 w 8773198"/>
                  <a:gd name="connsiteY19" fmla="*/ 861927 h 2947158"/>
                  <a:gd name="connsiteX20" fmla="*/ 2221009 w 8773198"/>
                  <a:gd name="connsiteY20" fmla="*/ 954707 h 2947158"/>
                  <a:gd name="connsiteX21" fmla="*/ 2332060 w 8773198"/>
                  <a:gd name="connsiteY21" fmla="*/ 1049288 h 2947158"/>
                  <a:gd name="connsiteX22" fmla="*/ 2443110 w 8773198"/>
                  <a:gd name="connsiteY22" fmla="*/ 1143234 h 2947158"/>
                  <a:gd name="connsiteX23" fmla="*/ 2554161 w 8773198"/>
                  <a:gd name="connsiteY23" fmla="*/ 1234532 h 2947158"/>
                  <a:gd name="connsiteX24" fmla="*/ 2665211 w 8773198"/>
                  <a:gd name="connsiteY24" fmla="*/ 1321381 h 2947158"/>
                  <a:gd name="connsiteX25" fmla="*/ 2776262 w 8773198"/>
                  <a:gd name="connsiteY25" fmla="*/ 1402299 h 2947158"/>
                  <a:gd name="connsiteX26" fmla="*/ 2887312 w 8773198"/>
                  <a:gd name="connsiteY26" fmla="*/ 1476439 h 2947158"/>
                  <a:gd name="connsiteX27" fmla="*/ 2998362 w 8773198"/>
                  <a:gd name="connsiteY27" fmla="*/ 1543059 h 2947158"/>
                  <a:gd name="connsiteX28" fmla="*/ 3109519 w 8773198"/>
                  <a:gd name="connsiteY28" fmla="*/ 1601735 h 2947158"/>
                  <a:gd name="connsiteX29" fmla="*/ 3220569 w 8773198"/>
                  <a:gd name="connsiteY29" fmla="*/ 1652044 h 2947158"/>
                  <a:gd name="connsiteX30" fmla="*/ 3331620 w 8773198"/>
                  <a:gd name="connsiteY30" fmla="*/ 1693880 h 2947158"/>
                  <a:gd name="connsiteX31" fmla="*/ 3442670 w 8773198"/>
                  <a:gd name="connsiteY31" fmla="*/ 1734127 h 2947158"/>
                  <a:gd name="connsiteX32" fmla="*/ 3553721 w 8773198"/>
                  <a:gd name="connsiteY32" fmla="*/ 1780517 h 2947158"/>
                  <a:gd name="connsiteX33" fmla="*/ 3664771 w 8773198"/>
                  <a:gd name="connsiteY33" fmla="*/ 1846502 h 2947158"/>
                  <a:gd name="connsiteX34" fmla="*/ 3775822 w 8773198"/>
                  <a:gd name="connsiteY34" fmla="*/ 1924031 h 2947158"/>
                  <a:gd name="connsiteX35" fmla="*/ 3886872 w 8773198"/>
                  <a:gd name="connsiteY35" fmla="*/ 2001348 h 2947158"/>
                  <a:gd name="connsiteX36" fmla="*/ 3997923 w 8773198"/>
                  <a:gd name="connsiteY36" fmla="*/ 2067332 h 2947158"/>
                  <a:gd name="connsiteX37" fmla="*/ 4108973 w 8773198"/>
                  <a:gd name="connsiteY37" fmla="*/ 2114464 h 2947158"/>
                  <a:gd name="connsiteX38" fmla="*/ 4220024 w 8773198"/>
                  <a:gd name="connsiteY38" fmla="*/ 2142001 h 2947158"/>
                  <a:gd name="connsiteX39" fmla="*/ 4331074 w 8773198"/>
                  <a:gd name="connsiteY39" fmla="*/ 2156617 h 2947158"/>
                  <a:gd name="connsiteX40" fmla="*/ 4442124 w 8773198"/>
                  <a:gd name="connsiteY40" fmla="*/ 2170068 h 2947158"/>
                  <a:gd name="connsiteX41" fmla="*/ 4553175 w 8773198"/>
                  <a:gd name="connsiteY41" fmla="*/ 2195064 h 2947158"/>
                  <a:gd name="connsiteX42" fmla="*/ 4664225 w 8773198"/>
                  <a:gd name="connsiteY42" fmla="*/ 2241348 h 2947158"/>
                  <a:gd name="connsiteX43" fmla="*/ 4775276 w 8773198"/>
                  <a:gd name="connsiteY43" fmla="*/ 2349592 h 2947158"/>
                  <a:gd name="connsiteX44" fmla="*/ 4886326 w 8773198"/>
                  <a:gd name="connsiteY44" fmla="*/ 2448834 h 2947158"/>
                  <a:gd name="connsiteX45" fmla="*/ 4997377 w 8773198"/>
                  <a:gd name="connsiteY45" fmla="*/ 2526998 h 2947158"/>
                  <a:gd name="connsiteX46" fmla="*/ 5108428 w 8773198"/>
                  <a:gd name="connsiteY46" fmla="*/ 2576672 h 2947158"/>
                  <a:gd name="connsiteX47" fmla="*/ 5219478 w 8773198"/>
                  <a:gd name="connsiteY47" fmla="*/ 2555701 h 2947158"/>
                  <a:gd name="connsiteX48" fmla="*/ 5330528 w 8773198"/>
                  <a:gd name="connsiteY48" fmla="*/ 2482832 h 2947158"/>
                  <a:gd name="connsiteX49" fmla="*/ 5441578 w 8773198"/>
                  <a:gd name="connsiteY49" fmla="*/ 2464615 h 2947158"/>
                  <a:gd name="connsiteX50" fmla="*/ 5552629 w 8773198"/>
                  <a:gd name="connsiteY50" fmla="*/ 2447351 h 2947158"/>
                  <a:gd name="connsiteX51" fmla="*/ 5663679 w 8773198"/>
                  <a:gd name="connsiteY51" fmla="*/ 2370987 h 2947158"/>
                  <a:gd name="connsiteX52" fmla="*/ 5774730 w 8773198"/>
                  <a:gd name="connsiteY52" fmla="*/ 2245267 h 2947158"/>
                  <a:gd name="connsiteX53" fmla="*/ 5885781 w 8773198"/>
                  <a:gd name="connsiteY53" fmla="*/ 2180130 h 2947158"/>
                  <a:gd name="connsiteX54" fmla="*/ 5996831 w 8773198"/>
                  <a:gd name="connsiteY54" fmla="*/ 2280748 h 2947158"/>
                  <a:gd name="connsiteX55" fmla="*/ 6107881 w 8773198"/>
                  <a:gd name="connsiteY55" fmla="*/ 2367174 h 2947158"/>
                  <a:gd name="connsiteX56" fmla="*/ 6219038 w 8773198"/>
                  <a:gd name="connsiteY56" fmla="*/ 2422779 h 2947158"/>
                  <a:gd name="connsiteX57" fmla="*/ 6330088 w 8773198"/>
                  <a:gd name="connsiteY57" fmla="*/ 2495753 h 2947158"/>
                  <a:gd name="connsiteX58" fmla="*/ 6441139 w 8773198"/>
                  <a:gd name="connsiteY58" fmla="*/ 2587687 h 2947158"/>
                  <a:gd name="connsiteX59" fmla="*/ 6552189 w 8773198"/>
                  <a:gd name="connsiteY59" fmla="*/ 2786275 h 2947158"/>
                  <a:gd name="connsiteX60" fmla="*/ 6663240 w 8773198"/>
                  <a:gd name="connsiteY60" fmla="*/ 2934131 h 2947158"/>
                  <a:gd name="connsiteX61" fmla="*/ 6774290 w 8773198"/>
                  <a:gd name="connsiteY61" fmla="*/ 2947158 h 2947158"/>
                  <a:gd name="connsiteX62" fmla="*/ 6885340 w 8773198"/>
                  <a:gd name="connsiteY62" fmla="*/ 2813071 h 2947158"/>
                  <a:gd name="connsiteX63" fmla="*/ 6996391 w 8773198"/>
                  <a:gd name="connsiteY63" fmla="*/ 2586839 h 2947158"/>
                  <a:gd name="connsiteX64" fmla="*/ 7107441 w 8773198"/>
                  <a:gd name="connsiteY64" fmla="*/ 2312522 h 2947158"/>
                  <a:gd name="connsiteX65" fmla="*/ 7218492 w 8773198"/>
                  <a:gd name="connsiteY65" fmla="*/ 1895857 h 2947158"/>
                  <a:gd name="connsiteX66" fmla="*/ 7329543 w 8773198"/>
                  <a:gd name="connsiteY66" fmla="*/ 1544012 h 2947158"/>
                  <a:gd name="connsiteX67" fmla="*/ 7440593 w 8773198"/>
                  <a:gd name="connsiteY67" fmla="*/ 1278380 h 2947158"/>
                  <a:gd name="connsiteX68" fmla="*/ 7551643 w 8773198"/>
                  <a:gd name="connsiteY68" fmla="*/ 1067188 h 2947158"/>
                  <a:gd name="connsiteX69" fmla="*/ 7662694 w 8773198"/>
                  <a:gd name="connsiteY69" fmla="*/ 926958 h 2947158"/>
                  <a:gd name="connsiteX70" fmla="*/ 7773744 w 8773198"/>
                  <a:gd name="connsiteY70" fmla="*/ 872624 h 2947158"/>
                  <a:gd name="connsiteX71" fmla="*/ 7884794 w 8773198"/>
                  <a:gd name="connsiteY71" fmla="*/ 883851 h 2947158"/>
                  <a:gd name="connsiteX72" fmla="*/ 7995845 w 8773198"/>
                  <a:gd name="connsiteY72" fmla="*/ 921768 h 2947158"/>
                  <a:gd name="connsiteX73" fmla="*/ 8106896 w 8773198"/>
                  <a:gd name="connsiteY73" fmla="*/ 979597 h 2947158"/>
                  <a:gd name="connsiteX74" fmla="*/ 8217946 w 8773198"/>
                  <a:gd name="connsiteY74" fmla="*/ 1050136 h 2947158"/>
                  <a:gd name="connsiteX75" fmla="*/ 8328997 w 8773198"/>
                  <a:gd name="connsiteY75" fmla="*/ 1128194 h 2947158"/>
                  <a:gd name="connsiteX76" fmla="*/ 8440047 w 8773198"/>
                  <a:gd name="connsiteY76" fmla="*/ 1211231 h 2947158"/>
                  <a:gd name="connsiteX77" fmla="*/ 8551097 w 8773198"/>
                  <a:gd name="connsiteY77" fmla="*/ 1300198 h 2947158"/>
                  <a:gd name="connsiteX78" fmla="*/ 8662148 w 8773198"/>
                  <a:gd name="connsiteY78" fmla="*/ 1398063 h 2947158"/>
                  <a:gd name="connsiteX79" fmla="*/ 8773198 w 8773198"/>
                  <a:gd name="connsiteY79" fmla="*/ 1508742 h 2947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947158">
                    <a:moveTo>
                      <a:pt x="0" y="0"/>
                    </a:moveTo>
                    <a:lnTo>
                      <a:pt x="111050" y="131227"/>
                    </a:lnTo>
                    <a:lnTo>
                      <a:pt x="222101" y="244131"/>
                    </a:lnTo>
                    <a:lnTo>
                      <a:pt x="333151" y="337653"/>
                    </a:lnTo>
                    <a:lnTo>
                      <a:pt x="444202" y="411263"/>
                    </a:lnTo>
                    <a:lnTo>
                      <a:pt x="555252" y="464962"/>
                    </a:lnTo>
                    <a:lnTo>
                      <a:pt x="666303" y="499701"/>
                    </a:lnTo>
                    <a:lnTo>
                      <a:pt x="777353" y="517389"/>
                    </a:lnTo>
                    <a:lnTo>
                      <a:pt x="888404" y="521096"/>
                    </a:lnTo>
                    <a:lnTo>
                      <a:pt x="999454" y="514000"/>
                    </a:lnTo>
                    <a:lnTo>
                      <a:pt x="1110505" y="500125"/>
                    </a:lnTo>
                    <a:lnTo>
                      <a:pt x="1221555" y="483497"/>
                    </a:lnTo>
                    <a:lnTo>
                      <a:pt x="1332605" y="477671"/>
                    </a:lnTo>
                    <a:lnTo>
                      <a:pt x="1443656" y="488898"/>
                    </a:lnTo>
                    <a:lnTo>
                      <a:pt x="1554706" y="517283"/>
                    </a:lnTo>
                    <a:lnTo>
                      <a:pt x="1665757" y="561767"/>
                    </a:lnTo>
                    <a:lnTo>
                      <a:pt x="1776807" y="620867"/>
                    </a:lnTo>
                    <a:lnTo>
                      <a:pt x="1887858" y="692359"/>
                    </a:lnTo>
                    <a:lnTo>
                      <a:pt x="1998908" y="773595"/>
                    </a:lnTo>
                    <a:lnTo>
                      <a:pt x="2109959" y="861927"/>
                    </a:lnTo>
                    <a:lnTo>
                      <a:pt x="2221009" y="954707"/>
                    </a:lnTo>
                    <a:lnTo>
                      <a:pt x="2332060" y="1049288"/>
                    </a:lnTo>
                    <a:lnTo>
                      <a:pt x="2443110" y="1143234"/>
                    </a:lnTo>
                    <a:lnTo>
                      <a:pt x="2554161" y="1234532"/>
                    </a:lnTo>
                    <a:lnTo>
                      <a:pt x="2665211" y="1321381"/>
                    </a:lnTo>
                    <a:lnTo>
                      <a:pt x="2776262" y="1402299"/>
                    </a:lnTo>
                    <a:lnTo>
                      <a:pt x="2887312" y="1476439"/>
                    </a:lnTo>
                    <a:lnTo>
                      <a:pt x="2998362" y="1543059"/>
                    </a:lnTo>
                    <a:lnTo>
                      <a:pt x="3109519" y="1601735"/>
                    </a:lnTo>
                    <a:lnTo>
                      <a:pt x="3220569" y="1652044"/>
                    </a:lnTo>
                    <a:lnTo>
                      <a:pt x="3331620" y="1693880"/>
                    </a:lnTo>
                    <a:lnTo>
                      <a:pt x="3442670" y="1734127"/>
                    </a:lnTo>
                    <a:lnTo>
                      <a:pt x="3553721" y="1780517"/>
                    </a:lnTo>
                    <a:lnTo>
                      <a:pt x="3664771" y="1846502"/>
                    </a:lnTo>
                    <a:lnTo>
                      <a:pt x="3775822" y="1924031"/>
                    </a:lnTo>
                    <a:lnTo>
                      <a:pt x="3886872" y="2001348"/>
                    </a:lnTo>
                    <a:lnTo>
                      <a:pt x="3997923" y="2067332"/>
                    </a:lnTo>
                    <a:lnTo>
                      <a:pt x="4108973" y="2114464"/>
                    </a:lnTo>
                    <a:lnTo>
                      <a:pt x="4220024" y="2142001"/>
                    </a:lnTo>
                    <a:lnTo>
                      <a:pt x="4331074" y="2156617"/>
                    </a:lnTo>
                    <a:lnTo>
                      <a:pt x="4442124" y="2170068"/>
                    </a:lnTo>
                    <a:lnTo>
                      <a:pt x="4553175" y="2195064"/>
                    </a:lnTo>
                    <a:lnTo>
                      <a:pt x="4664225" y="2241348"/>
                    </a:lnTo>
                    <a:lnTo>
                      <a:pt x="4775276" y="2349592"/>
                    </a:lnTo>
                    <a:lnTo>
                      <a:pt x="4886326" y="2448834"/>
                    </a:lnTo>
                    <a:lnTo>
                      <a:pt x="4997377" y="2526998"/>
                    </a:lnTo>
                    <a:lnTo>
                      <a:pt x="5108428" y="2576672"/>
                    </a:lnTo>
                    <a:lnTo>
                      <a:pt x="5219478" y="2555701"/>
                    </a:lnTo>
                    <a:lnTo>
                      <a:pt x="5330528" y="2482832"/>
                    </a:lnTo>
                    <a:lnTo>
                      <a:pt x="5441578" y="2464615"/>
                    </a:lnTo>
                    <a:lnTo>
                      <a:pt x="5552629" y="2447351"/>
                    </a:lnTo>
                    <a:lnTo>
                      <a:pt x="5663679" y="2370987"/>
                    </a:lnTo>
                    <a:lnTo>
                      <a:pt x="5774730" y="2245267"/>
                    </a:lnTo>
                    <a:lnTo>
                      <a:pt x="5885781" y="2180130"/>
                    </a:lnTo>
                    <a:lnTo>
                      <a:pt x="5996831" y="2280748"/>
                    </a:lnTo>
                    <a:lnTo>
                      <a:pt x="6107881" y="2367174"/>
                    </a:lnTo>
                    <a:lnTo>
                      <a:pt x="6219038" y="2422779"/>
                    </a:lnTo>
                    <a:lnTo>
                      <a:pt x="6330088" y="2495753"/>
                    </a:lnTo>
                    <a:lnTo>
                      <a:pt x="6441139" y="2587687"/>
                    </a:lnTo>
                    <a:lnTo>
                      <a:pt x="6552189" y="2786275"/>
                    </a:lnTo>
                    <a:lnTo>
                      <a:pt x="6663240" y="2934131"/>
                    </a:lnTo>
                    <a:lnTo>
                      <a:pt x="6774290" y="2947158"/>
                    </a:lnTo>
                    <a:lnTo>
                      <a:pt x="6885340" y="2813071"/>
                    </a:lnTo>
                    <a:lnTo>
                      <a:pt x="6996391" y="2586839"/>
                    </a:lnTo>
                    <a:lnTo>
                      <a:pt x="7107441" y="2312522"/>
                    </a:lnTo>
                    <a:lnTo>
                      <a:pt x="7218492" y="1895857"/>
                    </a:lnTo>
                    <a:lnTo>
                      <a:pt x="7329543" y="1544012"/>
                    </a:lnTo>
                    <a:lnTo>
                      <a:pt x="7440593" y="1278380"/>
                    </a:lnTo>
                    <a:lnTo>
                      <a:pt x="7551643" y="1067188"/>
                    </a:lnTo>
                    <a:lnTo>
                      <a:pt x="7662694" y="926958"/>
                    </a:lnTo>
                    <a:lnTo>
                      <a:pt x="7773744" y="872624"/>
                    </a:lnTo>
                    <a:lnTo>
                      <a:pt x="7884794" y="883851"/>
                    </a:lnTo>
                    <a:lnTo>
                      <a:pt x="7995845" y="921768"/>
                    </a:lnTo>
                    <a:lnTo>
                      <a:pt x="8106896" y="979597"/>
                    </a:lnTo>
                    <a:lnTo>
                      <a:pt x="8217946" y="1050136"/>
                    </a:lnTo>
                    <a:lnTo>
                      <a:pt x="8328997" y="1128194"/>
                    </a:lnTo>
                    <a:lnTo>
                      <a:pt x="8440047" y="1211231"/>
                    </a:lnTo>
                    <a:lnTo>
                      <a:pt x="8551097" y="1300198"/>
                    </a:lnTo>
                    <a:lnTo>
                      <a:pt x="8662148" y="1398063"/>
                    </a:lnTo>
                    <a:lnTo>
                      <a:pt x="8773198" y="1508742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BC932E1-5850-1E63-8961-192E312E79B2}"/>
                  </a:ext>
                </a:extLst>
              </p:cNvPr>
              <p:cNvSpPr/>
              <p:nvPr/>
            </p:nvSpPr>
            <p:spPr>
              <a:xfrm>
                <a:off x="1909778" y="4168277"/>
                <a:ext cx="8773198" cy="1608407"/>
              </a:xfrm>
              <a:custGeom>
                <a:avLst/>
                <a:gdLst>
                  <a:gd name="connsiteX0" fmla="*/ 8773198 w 8773198"/>
                  <a:gd name="connsiteY0" fmla="*/ 1608408 h 1608407"/>
                  <a:gd name="connsiteX1" fmla="*/ 8662148 w 8773198"/>
                  <a:gd name="connsiteY1" fmla="*/ 1608408 h 1608407"/>
                  <a:gd name="connsiteX2" fmla="*/ 8551097 w 8773198"/>
                  <a:gd name="connsiteY2" fmla="*/ 1608408 h 1608407"/>
                  <a:gd name="connsiteX3" fmla="*/ 8440047 w 8773198"/>
                  <a:gd name="connsiteY3" fmla="*/ 1292996 h 1608407"/>
                  <a:gd name="connsiteX4" fmla="*/ 8328997 w 8773198"/>
                  <a:gd name="connsiteY4" fmla="*/ 860020 h 1608407"/>
                  <a:gd name="connsiteX5" fmla="*/ 8217946 w 8773198"/>
                  <a:gd name="connsiteY5" fmla="*/ 528298 h 1608407"/>
                  <a:gd name="connsiteX6" fmla="*/ 8106896 w 8773198"/>
                  <a:gd name="connsiteY6" fmla="*/ 289039 h 1608407"/>
                  <a:gd name="connsiteX7" fmla="*/ 7995845 w 8773198"/>
                  <a:gd name="connsiteY7" fmla="*/ 130274 h 1608407"/>
                  <a:gd name="connsiteX8" fmla="*/ 7884794 w 8773198"/>
                  <a:gd name="connsiteY8" fmla="*/ 38341 h 1608407"/>
                  <a:gd name="connsiteX9" fmla="*/ 7773744 w 8773198"/>
                  <a:gd name="connsiteY9" fmla="*/ 0 h 1608407"/>
                  <a:gd name="connsiteX10" fmla="*/ 7662694 w 8773198"/>
                  <a:gd name="connsiteY10" fmla="*/ 26584 h 1608407"/>
                  <a:gd name="connsiteX11" fmla="*/ 7551643 w 8773198"/>
                  <a:gd name="connsiteY11" fmla="*/ 127203 h 1608407"/>
                  <a:gd name="connsiteX12" fmla="*/ 7440593 w 8773198"/>
                  <a:gd name="connsiteY12" fmla="*/ 294864 h 1608407"/>
                  <a:gd name="connsiteX13" fmla="*/ 7329543 w 8773198"/>
                  <a:gd name="connsiteY13" fmla="*/ 524168 h 1608407"/>
                  <a:gd name="connsiteX14" fmla="*/ 7218492 w 8773198"/>
                  <a:gd name="connsiteY14" fmla="*/ 825810 h 1608407"/>
                  <a:gd name="connsiteX15" fmla="*/ 7107441 w 8773198"/>
                  <a:gd name="connsiteY15" fmla="*/ 1206464 h 1608407"/>
                  <a:gd name="connsiteX16" fmla="*/ 6996391 w 8773198"/>
                  <a:gd name="connsiteY16" fmla="*/ 1493915 h 1608407"/>
                  <a:gd name="connsiteX17" fmla="*/ 6885340 w 8773198"/>
                  <a:gd name="connsiteY17" fmla="*/ 1608408 h 1608407"/>
                  <a:gd name="connsiteX18" fmla="*/ 6774290 w 8773198"/>
                  <a:gd name="connsiteY18" fmla="*/ 1608408 h 1608407"/>
                  <a:gd name="connsiteX19" fmla="*/ 6663240 w 8773198"/>
                  <a:gd name="connsiteY19" fmla="*/ 1608408 h 1608407"/>
                  <a:gd name="connsiteX20" fmla="*/ 6552189 w 8773198"/>
                  <a:gd name="connsiteY20" fmla="*/ 1597922 h 1608407"/>
                  <a:gd name="connsiteX21" fmla="*/ 6441139 w 8773198"/>
                  <a:gd name="connsiteY21" fmla="*/ 1477604 h 1608407"/>
                  <a:gd name="connsiteX22" fmla="*/ 6330088 w 8773198"/>
                  <a:gd name="connsiteY22" fmla="*/ 1424435 h 1608407"/>
                  <a:gd name="connsiteX23" fmla="*/ 6219038 w 8773198"/>
                  <a:gd name="connsiteY23" fmla="*/ 1357709 h 1608407"/>
                  <a:gd name="connsiteX24" fmla="*/ 6107881 w 8773198"/>
                  <a:gd name="connsiteY24" fmla="*/ 1316933 h 1608407"/>
                  <a:gd name="connsiteX25" fmla="*/ 5996831 w 8773198"/>
                  <a:gd name="connsiteY25" fmla="*/ 1293208 h 1608407"/>
                  <a:gd name="connsiteX26" fmla="*/ 5885781 w 8773198"/>
                  <a:gd name="connsiteY26" fmla="*/ 1345000 h 1608407"/>
                  <a:gd name="connsiteX27" fmla="*/ 5774730 w 8773198"/>
                  <a:gd name="connsiteY27" fmla="*/ 1388954 h 1608407"/>
                  <a:gd name="connsiteX28" fmla="*/ 5663679 w 8773198"/>
                  <a:gd name="connsiteY28" fmla="*/ 1481735 h 1608407"/>
                  <a:gd name="connsiteX29" fmla="*/ 5552629 w 8773198"/>
                  <a:gd name="connsiteY29" fmla="*/ 1608408 h 1608407"/>
                  <a:gd name="connsiteX30" fmla="*/ 5441578 w 8773198"/>
                  <a:gd name="connsiteY30" fmla="*/ 1608408 h 1608407"/>
                  <a:gd name="connsiteX31" fmla="*/ 5330528 w 8773198"/>
                  <a:gd name="connsiteY31" fmla="*/ 1608408 h 1608407"/>
                  <a:gd name="connsiteX32" fmla="*/ 5219478 w 8773198"/>
                  <a:gd name="connsiteY32" fmla="*/ 1567948 h 1608407"/>
                  <a:gd name="connsiteX33" fmla="*/ 5108428 w 8773198"/>
                  <a:gd name="connsiteY33" fmla="*/ 1381646 h 1608407"/>
                  <a:gd name="connsiteX34" fmla="*/ 4997377 w 8773198"/>
                  <a:gd name="connsiteY34" fmla="*/ 1227753 h 1608407"/>
                  <a:gd name="connsiteX35" fmla="*/ 4886326 w 8773198"/>
                  <a:gd name="connsiteY35" fmla="*/ 1187718 h 1608407"/>
                  <a:gd name="connsiteX36" fmla="*/ 4775276 w 8773198"/>
                  <a:gd name="connsiteY36" fmla="*/ 1174585 h 1608407"/>
                  <a:gd name="connsiteX37" fmla="*/ 4664225 w 8773198"/>
                  <a:gd name="connsiteY37" fmla="*/ 1175432 h 1608407"/>
                  <a:gd name="connsiteX38" fmla="*/ 4553175 w 8773198"/>
                  <a:gd name="connsiteY38" fmla="*/ 1171195 h 1608407"/>
                  <a:gd name="connsiteX39" fmla="*/ 4442124 w 8773198"/>
                  <a:gd name="connsiteY39" fmla="*/ 1147153 h 1608407"/>
                  <a:gd name="connsiteX40" fmla="*/ 4331074 w 8773198"/>
                  <a:gd name="connsiteY40" fmla="*/ 1112413 h 1608407"/>
                  <a:gd name="connsiteX41" fmla="*/ 4220024 w 8773198"/>
                  <a:gd name="connsiteY41" fmla="*/ 1079050 h 1608407"/>
                  <a:gd name="connsiteX42" fmla="*/ 4108973 w 8773198"/>
                  <a:gd name="connsiteY42" fmla="*/ 1057973 h 1608407"/>
                  <a:gd name="connsiteX43" fmla="*/ 3997923 w 8773198"/>
                  <a:gd name="connsiteY43" fmla="*/ 1055114 h 1608407"/>
                  <a:gd name="connsiteX44" fmla="*/ 3886872 w 8773198"/>
                  <a:gd name="connsiteY44" fmla="*/ 1068776 h 1608407"/>
                  <a:gd name="connsiteX45" fmla="*/ 3775822 w 8773198"/>
                  <a:gd name="connsiteY45" fmla="*/ 1091018 h 1608407"/>
                  <a:gd name="connsiteX46" fmla="*/ 3664771 w 8773198"/>
                  <a:gd name="connsiteY46" fmla="*/ 1109553 h 1608407"/>
                  <a:gd name="connsiteX47" fmla="*/ 3553721 w 8773198"/>
                  <a:gd name="connsiteY47" fmla="*/ 1112095 h 1608407"/>
                  <a:gd name="connsiteX48" fmla="*/ 3442670 w 8773198"/>
                  <a:gd name="connsiteY48" fmla="*/ 1089854 h 1608407"/>
                  <a:gd name="connsiteX49" fmla="*/ 3331620 w 8773198"/>
                  <a:gd name="connsiteY49" fmla="*/ 1059668 h 1608407"/>
                  <a:gd name="connsiteX50" fmla="*/ 3220569 w 8773198"/>
                  <a:gd name="connsiteY50" fmla="*/ 1032766 h 1608407"/>
                  <a:gd name="connsiteX51" fmla="*/ 3109519 w 8773198"/>
                  <a:gd name="connsiteY51" fmla="*/ 996014 h 1608407"/>
                  <a:gd name="connsiteX52" fmla="*/ 2998362 w 8773198"/>
                  <a:gd name="connsiteY52" fmla="*/ 950683 h 1608407"/>
                  <a:gd name="connsiteX53" fmla="*/ 2887312 w 8773198"/>
                  <a:gd name="connsiteY53" fmla="*/ 898891 h 1608407"/>
                  <a:gd name="connsiteX54" fmla="*/ 2776262 w 8773198"/>
                  <a:gd name="connsiteY54" fmla="*/ 842756 h 1608407"/>
                  <a:gd name="connsiteX55" fmla="*/ 2665211 w 8773198"/>
                  <a:gd name="connsiteY55" fmla="*/ 784398 h 1608407"/>
                  <a:gd name="connsiteX56" fmla="*/ 2554161 w 8773198"/>
                  <a:gd name="connsiteY56" fmla="*/ 725404 h 1608407"/>
                  <a:gd name="connsiteX57" fmla="*/ 2443110 w 8773198"/>
                  <a:gd name="connsiteY57" fmla="*/ 667045 h 1608407"/>
                  <a:gd name="connsiteX58" fmla="*/ 2332060 w 8773198"/>
                  <a:gd name="connsiteY58" fmla="*/ 610170 h 1608407"/>
                  <a:gd name="connsiteX59" fmla="*/ 2221009 w 8773198"/>
                  <a:gd name="connsiteY59" fmla="*/ 555412 h 1608407"/>
                  <a:gd name="connsiteX60" fmla="*/ 2109959 w 8773198"/>
                  <a:gd name="connsiteY60" fmla="*/ 502985 h 1608407"/>
                  <a:gd name="connsiteX61" fmla="*/ 1998908 w 8773198"/>
                  <a:gd name="connsiteY61" fmla="*/ 452782 h 1608407"/>
                  <a:gd name="connsiteX62" fmla="*/ 1887858 w 8773198"/>
                  <a:gd name="connsiteY62" fmla="*/ 405015 h 1608407"/>
                  <a:gd name="connsiteX63" fmla="*/ 1776807 w 8773198"/>
                  <a:gd name="connsiteY63" fmla="*/ 359366 h 1608407"/>
                  <a:gd name="connsiteX64" fmla="*/ 1665757 w 8773198"/>
                  <a:gd name="connsiteY64" fmla="*/ 316153 h 1608407"/>
                  <a:gd name="connsiteX65" fmla="*/ 1554706 w 8773198"/>
                  <a:gd name="connsiteY65" fmla="*/ 275800 h 1608407"/>
                  <a:gd name="connsiteX66" fmla="*/ 1443656 w 8773198"/>
                  <a:gd name="connsiteY66" fmla="*/ 239154 h 1608407"/>
                  <a:gd name="connsiteX67" fmla="*/ 1332605 w 8773198"/>
                  <a:gd name="connsiteY67" fmla="*/ 208015 h 1608407"/>
                  <a:gd name="connsiteX68" fmla="*/ 1221555 w 8773198"/>
                  <a:gd name="connsiteY68" fmla="*/ 185244 h 1608407"/>
                  <a:gd name="connsiteX69" fmla="*/ 1110505 w 8773198"/>
                  <a:gd name="connsiteY69" fmla="*/ 174546 h 1608407"/>
                  <a:gd name="connsiteX70" fmla="*/ 999454 w 8773198"/>
                  <a:gd name="connsiteY70" fmla="*/ 179312 h 1608407"/>
                  <a:gd name="connsiteX71" fmla="*/ 888404 w 8773198"/>
                  <a:gd name="connsiteY71" fmla="*/ 203672 h 1608407"/>
                  <a:gd name="connsiteX72" fmla="*/ 777353 w 8773198"/>
                  <a:gd name="connsiteY72" fmla="*/ 251863 h 1608407"/>
                  <a:gd name="connsiteX73" fmla="*/ 666303 w 8773198"/>
                  <a:gd name="connsiteY73" fmla="*/ 328015 h 1608407"/>
                  <a:gd name="connsiteX74" fmla="*/ 555252 w 8773198"/>
                  <a:gd name="connsiteY74" fmla="*/ 435624 h 1608407"/>
                  <a:gd name="connsiteX75" fmla="*/ 444202 w 8773198"/>
                  <a:gd name="connsiteY75" fmla="*/ 577125 h 1608407"/>
                  <a:gd name="connsiteX76" fmla="*/ 333151 w 8773198"/>
                  <a:gd name="connsiteY76" fmla="*/ 754213 h 1608407"/>
                  <a:gd name="connsiteX77" fmla="*/ 222101 w 8773198"/>
                  <a:gd name="connsiteY77" fmla="*/ 967417 h 1608407"/>
                  <a:gd name="connsiteX78" fmla="*/ 111050 w 8773198"/>
                  <a:gd name="connsiteY78" fmla="*/ 1216738 h 1608407"/>
                  <a:gd name="connsiteX79" fmla="*/ 0 w 8773198"/>
                  <a:gd name="connsiteY79" fmla="*/ 1501752 h 1608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1608407">
                    <a:moveTo>
                      <a:pt x="8773198" y="1608408"/>
                    </a:moveTo>
                    <a:lnTo>
                      <a:pt x="8662148" y="1608408"/>
                    </a:lnTo>
                    <a:lnTo>
                      <a:pt x="8551097" y="1608408"/>
                    </a:lnTo>
                    <a:lnTo>
                      <a:pt x="8440047" y="1292996"/>
                    </a:lnTo>
                    <a:lnTo>
                      <a:pt x="8328997" y="860020"/>
                    </a:lnTo>
                    <a:lnTo>
                      <a:pt x="8217946" y="528298"/>
                    </a:lnTo>
                    <a:lnTo>
                      <a:pt x="8106896" y="289039"/>
                    </a:lnTo>
                    <a:lnTo>
                      <a:pt x="7995845" y="130274"/>
                    </a:lnTo>
                    <a:lnTo>
                      <a:pt x="7884794" y="38341"/>
                    </a:lnTo>
                    <a:lnTo>
                      <a:pt x="7773744" y="0"/>
                    </a:lnTo>
                    <a:lnTo>
                      <a:pt x="7662694" y="26584"/>
                    </a:lnTo>
                    <a:lnTo>
                      <a:pt x="7551643" y="127203"/>
                    </a:lnTo>
                    <a:lnTo>
                      <a:pt x="7440593" y="294864"/>
                    </a:lnTo>
                    <a:lnTo>
                      <a:pt x="7329543" y="524168"/>
                    </a:lnTo>
                    <a:lnTo>
                      <a:pt x="7218492" y="825810"/>
                    </a:lnTo>
                    <a:lnTo>
                      <a:pt x="7107441" y="1206464"/>
                    </a:lnTo>
                    <a:lnTo>
                      <a:pt x="6996391" y="1493915"/>
                    </a:lnTo>
                    <a:lnTo>
                      <a:pt x="6885340" y="1608408"/>
                    </a:lnTo>
                    <a:lnTo>
                      <a:pt x="6774290" y="1608408"/>
                    </a:lnTo>
                    <a:lnTo>
                      <a:pt x="6663240" y="1608408"/>
                    </a:lnTo>
                    <a:lnTo>
                      <a:pt x="6552189" y="1597922"/>
                    </a:lnTo>
                    <a:lnTo>
                      <a:pt x="6441139" y="1477604"/>
                    </a:lnTo>
                    <a:lnTo>
                      <a:pt x="6330088" y="1424435"/>
                    </a:lnTo>
                    <a:lnTo>
                      <a:pt x="6219038" y="1357709"/>
                    </a:lnTo>
                    <a:lnTo>
                      <a:pt x="6107881" y="1316933"/>
                    </a:lnTo>
                    <a:lnTo>
                      <a:pt x="5996831" y="1293208"/>
                    </a:lnTo>
                    <a:lnTo>
                      <a:pt x="5885781" y="1345000"/>
                    </a:lnTo>
                    <a:lnTo>
                      <a:pt x="5774730" y="1388954"/>
                    </a:lnTo>
                    <a:lnTo>
                      <a:pt x="5663679" y="1481735"/>
                    </a:lnTo>
                    <a:lnTo>
                      <a:pt x="5552629" y="1608408"/>
                    </a:lnTo>
                    <a:lnTo>
                      <a:pt x="5441578" y="1608408"/>
                    </a:lnTo>
                    <a:lnTo>
                      <a:pt x="5330528" y="1608408"/>
                    </a:lnTo>
                    <a:lnTo>
                      <a:pt x="5219478" y="1567948"/>
                    </a:lnTo>
                    <a:lnTo>
                      <a:pt x="5108428" y="1381646"/>
                    </a:lnTo>
                    <a:lnTo>
                      <a:pt x="4997377" y="1227753"/>
                    </a:lnTo>
                    <a:lnTo>
                      <a:pt x="4886326" y="1187718"/>
                    </a:lnTo>
                    <a:lnTo>
                      <a:pt x="4775276" y="1174585"/>
                    </a:lnTo>
                    <a:lnTo>
                      <a:pt x="4664225" y="1175432"/>
                    </a:lnTo>
                    <a:lnTo>
                      <a:pt x="4553175" y="1171195"/>
                    </a:lnTo>
                    <a:lnTo>
                      <a:pt x="4442124" y="1147153"/>
                    </a:lnTo>
                    <a:lnTo>
                      <a:pt x="4331074" y="1112413"/>
                    </a:lnTo>
                    <a:lnTo>
                      <a:pt x="4220024" y="1079050"/>
                    </a:lnTo>
                    <a:lnTo>
                      <a:pt x="4108973" y="1057973"/>
                    </a:lnTo>
                    <a:lnTo>
                      <a:pt x="3997923" y="1055114"/>
                    </a:lnTo>
                    <a:lnTo>
                      <a:pt x="3886872" y="1068776"/>
                    </a:lnTo>
                    <a:lnTo>
                      <a:pt x="3775822" y="1091018"/>
                    </a:lnTo>
                    <a:lnTo>
                      <a:pt x="3664771" y="1109553"/>
                    </a:lnTo>
                    <a:lnTo>
                      <a:pt x="3553721" y="1112095"/>
                    </a:lnTo>
                    <a:lnTo>
                      <a:pt x="3442670" y="1089854"/>
                    </a:lnTo>
                    <a:lnTo>
                      <a:pt x="3331620" y="1059668"/>
                    </a:lnTo>
                    <a:lnTo>
                      <a:pt x="3220569" y="1032766"/>
                    </a:lnTo>
                    <a:lnTo>
                      <a:pt x="3109519" y="996014"/>
                    </a:lnTo>
                    <a:lnTo>
                      <a:pt x="2998362" y="950683"/>
                    </a:lnTo>
                    <a:lnTo>
                      <a:pt x="2887312" y="898891"/>
                    </a:lnTo>
                    <a:lnTo>
                      <a:pt x="2776262" y="842756"/>
                    </a:lnTo>
                    <a:lnTo>
                      <a:pt x="2665211" y="784398"/>
                    </a:lnTo>
                    <a:lnTo>
                      <a:pt x="2554161" y="725404"/>
                    </a:lnTo>
                    <a:lnTo>
                      <a:pt x="2443110" y="667045"/>
                    </a:lnTo>
                    <a:lnTo>
                      <a:pt x="2332060" y="610170"/>
                    </a:lnTo>
                    <a:lnTo>
                      <a:pt x="2221009" y="555412"/>
                    </a:lnTo>
                    <a:lnTo>
                      <a:pt x="2109959" y="502985"/>
                    </a:lnTo>
                    <a:lnTo>
                      <a:pt x="1998908" y="452782"/>
                    </a:lnTo>
                    <a:lnTo>
                      <a:pt x="1887858" y="405015"/>
                    </a:lnTo>
                    <a:lnTo>
                      <a:pt x="1776807" y="359366"/>
                    </a:lnTo>
                    <a:lnTo>
                      <a:pt x="1665757" y="316153"/>
                    </a:lnTo>
                    <a:lnTo>
                      <a:pt x="1554706" y="275800"/>
                    </a:lnTo>
                    <a:lnTo>
                      <a:pt x="1443656" y="239154"/>
                    </a:lnTo>
                    <a:lnTo>
                      <a:pt x="1332605" y="208015"/>
                    </a:lnTo>
                    <a:lnTo>
                      <a:pt x="1221555" y="185244"/>
                    </a:lnTo>
                    <a:lnTo>
                      <a:pt x="1110505" y="174546"/>
                    </a:lnTo>
                    <a:lnTo>
                      <a:pt x="999454" y="179312"/>
                    </a:lnTo>
                    <a:lnTo>
                      <a:pt x="888404" y="203672"/>
                    </a:lnTo>
                    <a:lnTo>
                      <a:pt x="777353" y="251863"/>
                    </a:lnTo>
                    <a:lnTo>
                      <a:pt x="666303" y="328015"/>
                    </a:lnTo>
                    <a:lnTo>
                      <a:pt x="555252" y="435624"/>
                    </a:lnTo>
                    <a:lnTo>
                      <a:pt x="444202" y="577125"/>
                    </a:lnTo>
                    <a:lnTo>
                      <a:pt x="333151" y="754213"/>
                    </a:lnTo>
                    <a:lnTo>
                      <a:pt x="222101" y="967417"/>
                    </a:lnTo>
                    <a:lnTo>
                      <a:pt x="111050" y="1216738"/>
                    </a:lnTo>
                    <a:lnTo>
                      <a:pt x="0" y="1501752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735AE84-2E8E-FAAF-C980-10ECC75AD81B}"/>
                  </a:ext>
                </a:extLst>
              </p:cNvPr>
              <p:cNvSpPr/>
              <p:nvPr/>
            </p:nvSpPr>
            <p:spPr>
              <a:xfrm>
                <a:off x="1909778" y="2904196"/>
                <a:ext cx="8773198" cy="2070085"/>
              </a:xfrm>
              <a:custGeom>
                <a:avLst/>
                <a:gdLst>
                  <a:gd name="connsiteX0" fmla="*/ 0 w 8773198"/>
                  <a:gd name="connsiteY0" fmla="*/ 416559 h 2070085"/>
                  <a:gd name="connsiteX1" fmla="*/ 111050 w 8773198"/>
                  <a:gd name="connsiteY1" fmla="*/ 339666 h 2070085"/>
                  <a:gd name="connsiteX2" fmla="*/ 222101 w 8773198"/>
                  <a:gd name="connsiteY2" fmla="*/ 271457 h 2070085"/>
                  <a:gd name="connsiteX3" fmla="*/ 333151 w 8773198"/>
                  <a:gd name="connsiteY3" fmla="*/ 211616 h 2070085"/>
                  <a:gd name="connsiteX4" fmla="*/ 444202 w 8773198"/>
                  <a:gd name="connsiteY4" fmla="*/ 159824 h 2070085"/>
                  <a:gd name="connsiteX5" fmla="*/ 555252 w 8773198"/>
                  <a:gd name="connsiteY5" fmla="*/ 115976 h 2070085"/>
                  <a:gd name="connsiteX6" fmla="*/ 666303 w 8773198"/>
                  <a:gd name="connsiteY6" fmla="*/ 79541 h 2070085"/>
                  <a:gd name="connsiteX7" fmla="*/ 777353 w 8773198"/>
                  <a:gd name="connsiteY7" fmla="*/ 50309 h 2070085"/>
                  <a:gd name="connsiteX8" fmla="*/ 888404 w 8773198"/>
                  <a:gd name="connsiteY8" fmla="*/ 28067 h 2070085"/>
                  <a:gd name="connsiteX9" fmla="*/ 999454 w 8773198"/>
                  <a:gd name="connsiteY9" fmla="*/ 12392 h 2070085"/>
                  <a:gd name="connsiteX10" fmla="*/ 1110505 w 8773198"/>
                  <a:gd name="connsiteY10" fmla="*/ 3072 h 2070085"/>
                  <a:gd name="connsiteX11" fmla="*/ 1221555 w 8773198"/>
                  <a:gd name="connsiteY11" fmla="*/ 0 h 2070085"/>
                  <a:gd name="connsiteX12" fmla="*/ 1332605 w 8773198"/>
                  <a:gd name="connsiteY12" fmla="*/ 8579 h 2070085"/>
                  <a:gd name="connsiteX13" fmla="*/ 1443656 w 8773198"/>
                  <a:gd name="connsiteY13" fmla="*/ 29762 h 2070085"/>
                  <a:gd name="connsiteX14" fmla="*/ 1554706 w 8773198"/>
                  <a:gd name="connsiteY14" fmla="*/ 62172 h 2070085"/>
                  <a:gd name="connsiteX15" fmla="*/ 1665757 w 8773198"/>
                  <a:gd name="connsiteY15" fmla="*/ 104643 h 2070085"/>
                  <a:gd name="connsiteX16" fmla="*/ 1776807 w 8773198"/>
                  <a:gd name="connsiteY16" fmla="*/ 155799 h 2070085"/>
                  <a:gd name="connsiteX17" fmla="*/ 1887858 w 8773198"/>
                  <a:gd name="connsiteY17" fmla="*/ 214370 h 2070085"/>
                  <a:gd name="connsiteX18" fmla="*/ 1998908 w 8773198"/>
                  <a:gd name="connsiteY18" fmla="*/ 278871 h 2070085"/>
                  <a:gd name="connsiteX19" fmla="*/ 2109959 w 8773198"/>
                  <a:gd name="connsiteY19" fmla="*/ 348139 h 2070085"/>
                  <a:gd name="connsiteX20" fmla="*/ 2221009 w 8773198"/>
                  <a:gd name="connsiteY20" fmla="*/ 420690 h 2070085"/>
                  <a:gd name="connsiteX21" fmla="*/ 2332060 w 8773198"/>
                  <a:gd name="connsiteY21" fmla="*/ 495465 h 2070085"/>
                  <a:gd name="connsiteX22" fmla="*/ 2443110 w 8773198"/>
                  <a:gd name="connsiteY22" fmla="*/ 570876 h 2070085"/>
                  <a:gd name="connsiteX23" fmla="*/ 2554161 w 8773198"/>
                  <a:gd name="connsiteY23" fmla="*/ 645651 h 2070085"/>
                  <a:gd name="connsiteX24" fmla="*/ 2665211 w 8773198"/>
                  <a:gd name="connsiteY24" fmla="*/ 718520 h 2070085"/>
                  <a:gd name="connsiteX25" fmla="*/ 2776262 w 8773198"/>
                  <a:gd name="connsiteY25" fmla="*/ 788211 h 2070085"/>
                  <a:gd name="connsiteX26" fmla="*/ 2887312 w 8773198"/>
                  <a:gd name="connsiteY26" fmla="*/ 853348 h 2070085"/>
                  <a:gd name="connsiteX27" fmla="*/ 2998362 w 8773198"/>
                  <a:gd name="connsiteY27" fmla="*/ 912553 h 2070085"/>
                  <a:gd name="connsiteX28" fmla="*/ 3109519 w 8773198"/>
                  <a:gd name="connsiteY28" fmla="*/ 964557 h 2070085"/>
                  <a:gd name="connsiteX29" fmla="*/ 3220569 w 8773198"/>
                  <a:gd name="connsiteY29" fmla="*/ 1008088 h 2070085"/>
                  <a:gd name="connsiteX30" fmla="*/ 3331620 w 8773198"/>
                  <a:gd name="connsiteY30" fmla="*/ 1042510 h 2070085"/>
                  <a:gd name="connsiteX31" fmla="*/ 3442670 w 8773198"/>
                  <a:gd name="connsiteY31" fmla="*/ 1077673 h 2070085"/>
                  <a:gd name="connsiteX32" fmla="*/ 3553721 w 8773198"/>
                  <a:gd name="connsiteY32" fmla="*/ 1111989 h 2070085"/>
                  <a:gd name="connsiteX33" fmla="*/ 3664771 w 8773198"/>
                  <a:gd name="connsiteY33" fmla="*/ 1143763 h 2070085"/>
                  <a:gd name="connsiteX34" fmla="*/ 3775822 w 8773198"/>
                  <a:gd name="connsiteY34" fmla="*/ 1173208 h 2070085"/>
                  <a:gd name="connsiteX35" fmla="*/ 3886872 w 8773198"/>
                  <a:gd name="connsiteY35" fmla="*/ 1200745 h 2070085"/>
                  <a:gd name="connsiteX36" fmla="*/ 3997923 w 8773198"/>
                  <a:gd name="connsiteY36" fmla="*/ 1226906 h 2070085"/>
                  <a:gd name="connsiteX37" fmla="*/ 4108973 w 8773198"/>
                  <a:gd name="connsiteY37" fmla="*/ 1251901 h 2070085"/>
                  <a:gd name="connsiteX38" fmla="*/ 4220024 w 8773198"/>
                  <a:gd name="connsiteY38" fmla="*/ 1276262 h 2070085"/>
                  <a:gd name="connsiteX39" fmla="*/ 4331074 w 8773198"/>
                  <a:gd name="connsiteY39" fmla="*/ 1300198 h 2070085"/>
                  <a:gd name="connsiteX40" fmla="*/ 4442124 w 8773198"/>
                  <a:gd name="connsiteY40" fmla="*/ 1324241 h 2070085"/>
                  <a:gd name="connsiteX41" fmla="*/ 4553175 w 8773198"/>
                  <a:gd name="connsiteY41" fmla="*/ 1348812 h 2070085"/>
                  <a:gd name="connsiteX42" fmla="*/ 4664225 w 8773198"/>
                  <a:gd name="connsiteY42" fmla="*/ 1374126 h 2070085"/>
                  <a:gd name="connsiteX43" fmla="*/ 4775276 w 8773198"/>
                  <a:gd name="connsiteY43" fmla="*/ 1427718 h 2070085"/>
                  <a:gd name="connsiteX44" fmla="*/ 4886326 w 8773198"/>
                  <a:gd name="connsiteY44" fmla="*/ 1483959 h 2070085"/>
                  <a:gd name="connsiteX45" fmla="*/ 4997377 w 8773198"/>
                  <a:gd name="connsiteY45" fmla="*/ 1543059 h 2070085"/>
                  <a:gd name="connsiteX46" fmla="*/ 5108428 w 8773198"/>
                  <a:gd name="connsiteY46" fmla="*/ 1644842 h 2070085"/>
                  <a:gd name="connsiteX47" fmla="*/ 5219478 w 8773198"/>
                  <a:gd name="connsiteY47" fmla="*/ 1727560 h 2070085"/>
                  <a:gd name="connsiteX48" fmla="*/ 5330528 w 8773198"/>
                  <a:gd name="connsiteY48" fmla="*/ 1819706 h 2070085"/>
                  <a:gd name="connsiteX49" fmla="*/ 5441578 w 8773198"/>
                  <a:gd name="connsiteY49" fmla="*/ 1803289 h 2070085"/>
                  <a:gd name="connsiteX50" fmla="*/ 5552629 w 8773198"/>
                  <a:gd name="connsiteY50" fmla="*/ 1713156 h 2070085"/>
                  <a:gd name="connsiteX51" fmla="*/ 5663679 w 8773198"/>
                  <a:gd name="connsiteY51" fmla="*/ 1592097 h 2070085"/>
                  <a:gd name="connsiteX52" fmla="*/ 5774730 w 8773198"/>
                  <a:gd name="connsiteY52" fmla="*/ 1482794 h 2070085"/>
                  <a:gd name="connsiteX53" fmla="*/ 5885781 w 8773198"/>
                  <a:gd name="connsiteY53" fmla="*/ 1428248 h 2070085"/>
                  <a:gd name="connsiteX54" fmla="*/ 5996831 w 8773198"/>
                  <a:gd name="connsiteY54" fmla="*/ 1452608 h 2070085"/>
                  <a:gd name="connsiteX55" fmla="*/ 6107881 w 8773198"/>
                  <a:gd name="connsiteY55" fmla="*/ 1507683 h 2070085"/>
                  <a:gd name="connsiteX56" fmla="*/ 6219038 w 8773198"/>
                  <a:gd name="connsiteY56" fmla="*/ 1555874 h 2070085"/>
                  <a:gd name="connsiteX57" fmla="*/ 6330088 w 8773198"/>
                  <a:gd name="connsiteY57" fmla="*/ 1625777 h 2070085"/>
                  <a:gd name="connsiteX58" fmla="*/ 6441139 w 8773198"/>
                  <a:gd name="connsiteY58" fmla="*/ 1698328 h 2070085"/>
                  <a:gd name="connsiteX59" fmla="*/ 6552189 w 8773198"/>
                  <a:gd name="connsiteY59" fmla="*/ 1857834 h 2070085"/>
                  <a:gd name="connsiteX60" fmla="*/ 6663240 w 8773198"/>
                  <a:gd name="connsiteY60" fmla="*/ 2013951 h 2070085"/>
                  <a:gd name="connsiteX61" fmla="*/ 6774290 w 8773198"/>
                  <a:gd name="connsiteY61" fmla="*/ 2070086 h 2070085"/>
                  <a:gd name="connsiteX62" fmla="*/ 6885340 w 8773198"/>
                  <a:gd name="connsiteY62" fmla="*/ 1942989 h 2070085"/>
                  <a:gd name="connsiteX63" fmla="*/ 6996391 w 8773198"/>
                  <a:gd name="connsiteY63" fmla="*/ 1706060 h 2070085"/>
                  <a:gd name="connsiteX64" fmla="*/ 7107441 w 8773198"/>
                  <a:gd name="connsiteY64" fmla="*/ 1425177 h 2070085"/>
                  <a:gd name="connsiteX65" fmla="*/ 7218492 w 8773198"/>
                  <a:gd name="connsiteY65" fmla="*/ 1026517 h 2070085"/>
                  <a:gd name="connsiteX66" fmla="*/ 7329543 w 8773198"/>
                  <a:gd name="connsiteY66" fmla="*/ 699773 h 2070085"/>
                  <a:gd name="connsiteX67" fmla="*/ 7440593 w 8773198"/>
                  <a:gd name="connsiteY67" fmla="*/ 452358 h 2070085"/>
                  <a:gd name="connsiteX68" fmla="*/ 7551643 w 8773198"/>
                  <a:gd name="connsiteY68" fmla="*/ 262878 h 2070085"/>
                  <a:gd name="connsiteX69" fmla="*/ 7662694 w 8773198"/>
                  <a:gd name="connsiteY69" fmla="*/ 142454 h 2070085"/>
                  <a:gd name="connsiteX70" fmla="*/ 7773744 w 8773198"/>
                  <a:gd name="connsiteY70" fmla="*/ 101995 h 2070085"/>
                  <a:gd name="connsiteX71" fmla="*/ 7884794 w 8773198"/>
                  <a:gd name="connsiteY71" fmla="*/ 126779 h 2070085"/>
                  <a:gd name="connsiteX72" fmla="*/ 7995845 w 8773198"/>
                  <a:gd name="connsiteY72" fmla="*/ 191704 h 2070085"/>
                  <a:gd name="connsiteX73" fmla="*/ 8106896 w 8773198"/>
                  <a:gd name="connsiteY73" fmla="*/ 299948 h 2070085"/>
                  <a:gd name="connsiteX74" fmla="*/ 8217946 w 8773198"/>
                  <a:gd name="connsiteY74" fmla="*/ 454900 h 2070085"/>
                  <a:gd name="connsiteX75" fmla="*/ 8328997 w 8773198"/>
                  <a:gd name="connsiteY75" fmla="*/ 659737 h 2070085"/>
                  <a:gd name="connsiteX76" fmla="*/ 8440047 w 8773198"/>
                  <a:gd name="connsiteY76" fmla="*/ 917849 h 2070085"/>
                  <a:gd name="connsiteX77" fmla="*/ 8551097 w 8773198"/>
                  <a:gd name="connsiteY77" fmla="*/ 1232307 h 2070085"/>
                  <a:gd name="connsiteX78" fmla="*/ 8662148 w 8773198"/>
                  <a:gd name="connsiteY78" fmla="*/ 1606607 h 2070085"/>
                  <a:gd name="connsiteX79" fmla="*/ 8773198 w 8773198"/>
                  <a:gd name="connsiteY79" fmla="*/ 2043925 h 2070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070085">
                    <a:moveTo>
                      <a:pt x="0" y="416559"/>
                    </a:moveTo>
                    <a:lnTo>
                      <a:pt x="111050" y="339666"/>
                    </a:lnTo>
                    <a:lnTo>
                      <a:pt x="222101" y="271457"/>
                    </a:lnTo>
                    <a:lnTo>
                      <a:pt x="333151" y="211616"/>
                    </a:lnTo>
                    <a:lnTo>
                      <a:pt x="444202" y="159824"/>
                    </a:lnTo>
                    <a:lnTo>
                      <a:pt x="555252" y="115976"/>
                    </a:lnTo>
                    <a:lnTo>
                      <a:pt x="666303" y="79541"/>
                    </a:lnTo>
                    <a:lnTo>
                      <a:pt x="777353" y="50309"/>
                    </a:lnTo>
                    <a:lnTo>
                      <a:pt x="888404" y="28067"/>
                    </a:lnTo>
                    <a:lnTo>
                      <a:pt x="999454" y="12392"/>
                    </a:lnTo>
                    <a:lnTo>
                      <a:pt x="1110505" y="3072"/>
                    </a:lnTo>
                    <a:lnTo>
                      <a:pt x="1221555" y="0"/>
                    </a:lnTo>
                    <a:lnTo>
                      <a:pt x="1332605" y="8579"/>
                    </a:lnTo>
                    <a:lnTo>
                      <a:pt x="1443656" y="29762"/>
                    </a:lnTo>
                    <a:lnTo>
                      <a:pt x="1554706" y="62172"/>
                    </a:lnTo>
                    <a:lnTo>
                      <a:pt x="1665757" y="104643"/>
                    </a:lnTo>
                    <a:lnTo>
                      <a:pt x="1776807" y="155799"/>
                    </a:lnTo>
                    <a:lnTo>
                      <a:pt x="1887858" y="214370"/>
                    </a:lnTo>
                    <a:lnTo>
                      <a:pt x="1998908" y="278871"/>
                    </a:lnTo>
                    <a:lnTo>
                      <a:pt x="2109959" y="348139"/>
                    </a:lnTo>
                    <a:lnTo>
                      <a:pt x="2221009" y="420690"/>
                    </a:lnTo>
                    <a:lnTo>
                      <a:pt x="2332060" y="495465"/>
                    </a:lnTo>
                    <a:lnTo>
                      <a:pt x="2443110" y="570876"/>
                    </a:lnTo>
                    <a:lnTo>
                      <a:pt x="2554161" y="645651"/>
                    </a:lnTo>
                    <a:lnTo>
                      <a:pt x="2665211" y="718520"/>
                    </a:lnTo>
                    <a:lnTo>
                      <a:pt x="2776262" y="788211"/>
                    </a:lnTo>
                    <a:lnTo>
                      <a:pt x="2887312" y="853348"/>
                    </a:lnTo>
                    <a:lnTo>
                      <a:pt x="2998362" y="912553"/>
                    </a:lnTo>
                    <a:lnTo>
                      <a:pt x="3109519" y="964557"/>
                    </a:lnTo>
                    <a:lnTo>
                      <a:pt x="3220569" y="1008088"/>
                    </a:lnTo>
                    <a:lnTo>
                      <a:pt x="3331620" y="1042510"/>
                    </a:lnTo>
                    <a:lnTo>
                      <a:pt x="3442670" y="1077673"/>
                    </a:lnTo>
                    <a:lnTo>
                      <a:pt x="3553721" y="1111989"/>
                    </a:lnTo>
                    <a:lnTo>
                      <a:pt x="3664771" y="1143763"/>
                    </a:lnTo>
                    <a:lnTo>
                      <a:pt x="3775822" y="1173208"/>
                    </a:lnTo>
                    <a:lnTo>
                      <a:pt x="3886872" y="1200745"/>
                    </a:lnTo>
                    <a:lnTo>
                      <a:pt x="3997923" y="1226906"/>
                    </a:lnTo>
                    <a:lnTo>
                      <a:pt x="4108973" y="1251901"/>
                    </a:lnTo>
                    <a:lnTo>
                      <a:pt x="4220024" y="1276262"/>
                    </a:lnTo>
                    <a:lnTo>
                      <a:pt x="4331074" y="1300198"/>
                    </a:lnTo>
                    <a:lnTo>
                      <a:pt x="4442124" y="1324241"/>
                    </a:lnTo>
                    <a:lnTo>
                      <a:pt x="4553175" y="1348812"/>
                    </a:lnTo>
                    <a:lnTo>
                      <a:pt x="4664225" y="1374126"/>
                    </a:lnTo>
                    <a:lnTo>
                      <a:pt x="4775276" y="1427718"/>
                    </a:lnTo>
                    <a:lnTo>
                      <a:pt x="4886326" y="1483959"/>
                    </a:lnTo>
                    <a:lnTo>
                      <a:pt x="4997377" y="1543059"/>
                    </a:lnTo>
                    <a:lnTo>
                      <a:pt x="5108428" y="1644842"/>
                    </a:lnTo>
                    <a:lnTo>
                      <a:pt x="5219478" y="1727560"/>
                    </a:lnTo>
                    <a:lnTo>
                      <a:pt x="5330528" y="1819706"/>
                    </a:lnTo>
                    <a:lnTo>
                      <a:pt x="5441578" y="1803289"/>
                    </a:lnTo>
                    <a:lnTo>
                      <a:pt x="5552629" y="1713156"/>
                    </a:lnTo>
                    <a:lnTo>
                      <a:pt x="5663679" y="1592097"/>
                    </a:lnTo>
                    <a:lnTo>
                      <a:pt x="5774730" y="1482794"/>
                    </a:lnTo>
                    <a:lnTo>
                      <a:pt x="5885781" y="1428248"/>
                    </a:lnTo>
                    <a:lnTo>
                      <a:pt x="5996831" y="1452608"/>
                    </a:lnTo>
                    <a:lnTo>
                      <a:pt x="6107881" y="1507683"/>
                    </a:lnTo>
                    <a:lnTo>
                      <a:pt x="6219038" y="1555874"/>
                    </a:lnTo>
                    <a:lnTo>
                      <a:pt x="6330088" y="1625777"/>
                    </a:lnTo>
                    <a:lnTo>
                      <a:pt x="6441139" y="1698328"/>
                    </a:lnTo>
                    <a:lnTo>
                      <a:pt x="6552189" y="1857834"/>
                    </a:lnTo>
                    <a:lnTo>
                      <a:pt x="6663240" y="2013951"/>
                    </a:lnTo>
                    <a:lnTo>
                      <a:pt x="6774290" y="2070086"/>
                    </a:lnTo>
                    <a:lnTo>
                      <a:pt x="6885340" y="1942989"/>
                    </a:lnTo>
                    <a:lnTo>
                      <a:pt x="6996391" y="1706060"/>
                    </a:lnTo>
                    <a:lnTo>
                      <a:pt x="7107441" y="1425177"/>
                    </a:lnTo>
                    <a:lnTo>
                      <a:pt x="7218492" y="1026517"/>
                    </a:lnTo>
                    <a:lnTo>
                      <a:pt x="7329543" y="699773"/>
                    </a:lnTo>
                    <a:lnTo>
                      <a:pt x="7440593" y="452358"/>
                    </a:lnTo>
                    <a:lnTo>
                      <a:pt x="7551643" y="262878"/>
                    </a:lnTo>
                    <a:lnTo>
                      <a:pt x="7662694" y="142454"/>
                    </a:lnTo>
                    <a:lnTo>
                      <a:pt x="7773744" y="101995"/>
                    </a:lnTo>
                    <a:lnTo>
                      <a:pt x="7884794" y="126779"/>
                    </a:lnTo>
                    <a:lnTo>
                      <a:pt x="7995845" y="191704"/>
                    </a:lnTo>
                    <a:lnTo>
                      <a:pt x="8106896" y="299948"/>
                    </a:lnTo>
                    <a:lnTo>
                      <a:pt x="8217946" y="454900"/>
                    </a:lnTo>
                    <a:lnTo>
                      <a:pt x="8328997" y="659737"/>
                    </a:lnTo>
                    <a:lnTo>
                      <a:pt x="8440047" y="917849"/>
                    </a:lnTo>
                    <a:lnTo>
                      <a:pt x="8551097" y="1232307"/>
                    </a:lnTo>
                    <a:lnTo>
                      <a:pt x="8662148" y="1606607"/>
                    </a:lnTo>
                    <a:lnTo>
                      <a:pt x="8773198" y="2043925"/>
                    </a:lnTo>
                  </a:path>
                </a:pathLst>
              </a:custGeom>
              <a:noFill/>
              <a:ln w="22550" cap="flat">
                <a:solidFill>
                  <a:srgbClr val="E7882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DD5D72-BC5A-FD04-C479-23293B918C02}"/>
                  </a:ext>
                </a:extLst>
              </p:cNvPr>
              <p:cNvSpPr txBox="1"/>
              <p:nvPr/>
            </p:nvSpPr>
            <p:spPr>
              <a:xfrm>
                <a:off x="5062114" y="1125270"/>
                <a:ext cx="7649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E78828"/>
                    </a:solidFill>
                    <a:latin typeface="Arial"/>
                    <a:cs typeface="Arial"/>
                    <a:sym typeface="Arial"/>
                    <a:rtl val="0"/>
                  </a:rPr>
                  <a:t>Stable</a:t>
                </a:r>
              </a:p>
            </p:txBody>
          </p:sp>
        </p:grpSp>
        <p:grpSp>
          <p:nvGrpSpPr>
            <p:cNvPr id="16" name="Graphic 2">
              <a:extLst>
                <a:ext uri="{FF2B5EF4-FFF2-40B4-BE49-F238E27FC236}">
                  <a16:creationId xmlns:a16="http://schemas.microsoft.com/office/drawing/2014/main" id="{1EED62C8-63CE-2F9B-7637-04EA09FDEA02}"/>
                </a:ext>
              </a:extLst>
            </p:cNvPr>
            <p:cNvGrpSpPr/>
            <p:nvPr/>
          </p:nvGrpSpPr>
          <p:grpSpPr>
            <a:xfrm>
              <a:off x="961062" y="612426"/>
              <a:ext cx="10160606" cy="5419645"/>
              <a:chOff x="961062" y="612426"/>
              <a:chExt cx="10160606" cy="5419645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DAE697E-0E37-D800-2E8E-A079933798F8}"/>
                  </a:ext>
                </a:extLst>
              </p:cNvPr>
              <p:cNvSpPr/>
              <p:nvPr/>
            </p:nvSpPr>
            <p:spPr>
              <a:xfrm>
                <a:off x="147108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F459B4-013C-4FFB-AF93-4B674B93BF8D}"/>
                  </a:ext>
                </a:extLst>
              </p:cNvPr>
              <p:cNvSpPr txBox="1"/>
              <p:nvPr/>
            </p:nvSpPr>
            <p:spPr>
              <a:xfrm>
                <a:off x="124490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37F3E39-CBE4-BC89-DB9A-973D5E5B7FEF}"/>
                  </a:ext>
                </a:extLst>
              </p:cNvPr>
              <p:cNvSpPr txBox="1"/>
              <p:nvPr/>
            </p:nvSpPr>
            <p:spPr>
              <a:xfrm>
                <a:off x="1244901" y="4523083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5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981E48-E22E-A1C2-124A-C9CFDD51D3FA}"/>
                  </a:ext>
                </a:extLst>
              </p:cNvPr>
              <p:cNvSpPr txBox="1"/>
              <p:nvPr/>
            </p:nvSpPr>
            <p:spPr>
              <a:xfrm>
                <a:off x="1162396" y="3396372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AA336E5-3A55-088A-D129-248BE1D55968}"/>
                  </a:ext>
                </a:extLst>
              </p:cNvPr>
              <p:cNvSpPr txBox="1"/>
              <p:nvPr/>
            </p:nvSpPr>
            <p:spPr>
              <a:xfrm>
                <a:off x="1162396" y="2269766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15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9F9900B-7769-AC75-9146-8B77B90C9918}"/>
                  </a:ext>
                </a:extLst>
              </p:cNvPr>
              <p:cNvSpPr txBox="1"/>
              <p:nvPr/>
            </p:nvSpPr>
            <p:spPr>
              <a:xfrm>
                <a:off x="1162396" y="1143055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</a:t>
                </a: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386D93C9-833A-5740-0FDF-2DAEC177C312}"/>
                  </a:ext>
                </a:extLst>
              </p:cNvPr>
              <p:cNvSpPr/>
              <p:nvPr/>
            </p:nvSpPr>
            <p:spPr>
              <a:xfrm>
                <a:off x="144205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C6EE3741-CD3A-2854-F936-2E23951E6AA0}"/>
                  </a:ext>
                </a:extLst>
              </p:cNvPr>
              <p:cNvSpPr/>
              <p:nvPr/>
            </p:nvSpPr>
            <p:spPr>
              <a:xfrm>
                <a:off x="1442052" y="4649974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7ED65F9-F900-20C6-BB3D-BF1391B8331D}"/>
                  </a:ext>
                </a:extLst>
              </p:cNvPr>
              <p:cNvSpPr/>
              <p:nvPr/>
            </p:nvSpPr>
            <p:spPr>
              <a:xfrm>
                <a:off x="1442052" y="3523262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777E13E5-4198-459F-6635-045502F1589F}"/>
                  </a:ext>
                </a:extLst>
              </p:cNvPr>
              <p:cNvSpPr/>
              <p:nvPr/>
            </p:nvSpPr>
            <p:spPr>
              <a:xfrm>
                <a:off x="1442052" y="2396657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A345196E-C05C-BAB5-0E07-B4C3A58A6E77}"/>
                  </a:ext>
                </a:extLst>
              </p:cNvPr>
              <p:cNvSpPr/>
              <p:nvPr/>
            </p:nvSpPr>
            <p:spPr>
              <a:xfrm>
                <a:off x="1442052" y="1269946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4A7CFE45-68AA-B2A5-AA83-6EB285E0521D}"/>
                  </a:ext>
                </a:extLst>
              </p:cNvPr>
              <p:cNvSpPr/>
              <p:nvPr/>
            </p:nvSpPr>
            <p:spPr>
              <a:xfrm>
                <a:off x="1471087" y="5776685"/>
                <a:ext cx="9650581" cy="10591"/>
              </a:xfrm>
              <a:custGeom>
                <a:avLst/>
                <a:gdLst>
                  <a:gd name="connsiteX0" fmla="*/ 0 w 9650581"/>
                  <a:gd name="connsiteY0" fmla="*/ 0 h 10591"/>
                  <a:gd name="connsiteX1" fmla="*/ 9650582 w 965058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50581" h="10591">
                    <a:moveTo>
                      <a:pt x="0" y="0"/>
                    </a:moveTo>
                    <a:lnTo>
                      <a:pt x="965058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855EF717-202E-6C25-DDBC-F1863DB8E402}"/>
                  </a:ext>
                </a:extLst>
              </p:cNvPr>
              <p:cNvSpPr/>
              <p:nvPr/>
            </p:nvSpPr>
            <p:spPr>
              <a:xfrm>
                <a:off x="216843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79DAA54-95C2-361C-6A50-C0CE12BBBB23}"/>
                  </a:ext>
                </a:extLst>
              </p:cNvPr>
              <p:cNvSpPr/>
              <p:nvPr/>
            </p:nvSpPr>
            <p:spPr>
              <a:xfrm>
                <a:off x="300354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CAC9406-97A4-F6D1-2CF8-CFAE30986517}"/>
                  </a:ext>
                </a:extLst>
              </p:cNvPr>
              <p:cNvSpPr/>
              <p:nvPr/>
            </p:nvSpPr>
            <p:spPr>
              <a:xfrm>
                <a:off x="382508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81CA97EF-A151-BE90-4DB0-76E87271B8C2}"/>
                  </a:ext>
                </a:extLst>
              </p:cNvPr>
              <p:cNvSpPr/>
              <p:nvPr/>
            </p:nvSpPr>
            <p:spPr>
              <a:xfrm>
                <a:off x="466018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CFA7D779-1259-B6C2-ADCF-9C00D37A1393}"/>
                  </a:ext>
                </a:extLst>
              </p:cNvPr>
              <p:cNvSpPr/>
              <p:nvPr/>
            </p:nvSpPr>
            <p:spPr>
              <a:xfrm>
                <a:off x="548172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86ACEEB3-D1B3-4FE0-72CC-A92B4723406D}"/>
                  </a:ext>
                </a:extLst>
              </p:cNvPr>
              <p:cNvSpPr/>
              <p:nvPr/>
            </p:nvSpPr>
            <p:spPr>
              <a:xfrm>
                <a:off x="631682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EC61F009-D0BB-4C71-3152-75B1B67CD18D}"/>
                  </a:ext>
                </a:extLst>
              </p:cNvPr>
              <p:cNvSpPr/>
              <p:nvPr/>
            </p:nvSpPr>
            <p:spPr>
              <a:xfrm>
                <a:off x="713826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8EEF9579-9E31-BDEC-9218-10EBF35486A0}"/>
                  </a:ext>
                </a:extLst>
              </p:cNvPr>
              <p:cNvSpPr/>
              <p:nvPr/>
            </p:nvSpPr>
            <p:spPr>
              <a:xfrm>
                <a:off x="797336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8C3EFE1A-FF90-5D66-1298-5E2025157562}"/>
                  </a:ext>
                </a:extLst>
              </p:cNvPr>
              <p:cNvSpPr/>
              <p:nvPr/>
            </p:nvSpPr>
            <p:spPr>
              <a:xfrm>
                <a:off x="879946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A1C89AAC-12B9-0257-9D4D-326CE67B88FF}"/>
                  </a:ext>
                </a:extLst>
              </p:cNvPr>
              <p:cNvSpPr/>
              <p:nvPr/>
            </p:nvSpPr>
            <p:spPr>
              <a:xfrm>
                <a:off x="963456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FD5D47DA-594A-466C-0468-DD59E0E7DA14}"/>
                  </a:ext>
                </a:extLst>
              </p:cNvPr>
              <p:cNvSpPr/>
              <p:nvPr/>
            </p:nvSpPr>
            <p:spPr>
              <a:xfrm>
                <a:off x="1045610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2FD62F1-64C0-A3E3-328C-007344FBFD73}"/>
                  </a:ext>
                </a:extLst>
              </p:cNvPr>
              <p:cNvSpPr txBox="1"/>
              <p:nvPr/>
            </p:nvSpPr>
            <p:spPr>
              <a:xfrm>
                <a:off x="1759399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2020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66E8067-5F0C-7485-F5F3-D742DCE76D35}"/>
                  </a:ext>
                </a:extLst>
              </p:cNvPr>
              <p:cNvSpPr txBox="1"/>
              <p:nvPr/>
            </p:nvSpPr>
            <p:spPr>
              <a:xfrm>
                <a:off x="2598668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2021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09FA07B-F9B2-EE6A-C675-819C1C8D77E9}"/>
                  </a:ext>
                </a:extLst>
              </p:cNvPr>
              <p:cNvSpPr txBox="1"/>
              <p:nvPr/>
            </p:nvSpPr>
            <p:spPr>
              <a:xfrm>
                <a:off x="3416043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2021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919AF26-CC9E-0876-5780-509EFBECFBAF}"/>
                  </a:ext>
                </a:extLst>
              </p:cNvPr>
              <p:cNvSpPr txBox="1"/>
              <p:nvPr/>
            </p:nvSpPr>
            <p:spPr>
              <a:xfrm>
                <a:off x="4255312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2022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BB2ABAD-6D52-533D-F9D9-F7CB6CBFA812}"/>
                  </a:ext>
                </a:extLst>
              </p:cNvPr>
              <p:cNvSpPr txBox="1"/>
              <p:nvPr/>
            </p:nvSpPr>
            <p:spPr>
              <a:xfrm>
                <a:off x="5072687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2022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A7E6777-B548-B78D-93E9-EA7F6F934D43}"/>
                  </a:ext>
                </a:extLst>
              </p:cNvPr>
              <p:cNvSpPr txBox="1"/>
              <p:nvPr/>
            </p:nvSpPr>
            <p:spPr>
              <a:xfrm>
                <a:off x="5911956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2023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E224638-A8FE-0963-2AD2-CF973063EA2C}"/>
                  </a:ext>
                </a:extLst>
              </p:cNvPr>
              <p:cNvSpPr txBox="1"/>
              <p:nvPr/>
            </p:nvSpPr>
            <p:spPr>
              <a:xfrm>
                <a:off x="672922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2023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42974AD-0B62-5451-C3E4-5BBBDC50E846}"/>
                  </a:ext>
                </a:extLst>
              </p:cNvPr>
              <p:cNvSpPr txBox="1"/>
              <p:nvPr/>
            </p:nvSpPr>
            <p:spPr>
              <a:xfrm>
                <a:off x="7568494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2024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03E797D-F82E-A100-A0DE-F5AE336B8643}"/>
                  </a:ext>
                </a:extLst>
              </p:cNvPr>
              <p:cNvSpPr txBox="1"/>
              <p:nvPr/>
            </p:nvSpPr>
            <p:spPr>
              <a:xfrm>
                <a:off x="839042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2024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9E0026B-EE5F-6622-AD0B-E25CBE701262}"/>
                  </a:ext>
                </a:extLst>
              </p:cNvPr>
              <p:cNvSpPr txBox="1"/>
              <p:nvPr/>
            </p:nvSpPr>
            <p:spPr>
              <a:xfrm>
                <a:off x="9229694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2025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AD36BE1-4FB4-3E5C-3BE8-E42829B22704}"/>
                  </a:ext>
                </a:extLst>
              </p:cNvPr>
              <p:cNvSpPr txBox="1"/>
              <p:nvPr/>
            </p:nvSpPr>
            <p:spPr>
              <a:xfrm>
                <a:off x="10047069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2025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91C6199-C5D3-0A3D-5889-50D8135B1C99}"/>
                  </a:ext>
                </a:extLst>
              </p:cNvPr>
              <p:cNvSpPr txBox="1"/>
              <p:nvPr/>
            </p:nvSpPr>
            <p:spPr>
              <a:xfrm rot="16200000">
                <a:off x="33724" y="3204753"/>
                <a:ext cx="21932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CPUE (kg/fisher/trip)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3F5DBC9-8A55-50BC-4D81-770BAB13ED5C}"/>
                  </a:ext>
                </a:extLst>
              </p:cNvPr>
              <p:cNvSpPr txBox="1"/>
              <p:nvPr/>
            </p:nvSpPr>
            <p:spPr>
              <a:xfrm>
                <a:off x="1379647" y="612426"/>
                <a:ext cx="70599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Catch Per Unit Effort </a:t>
                </a:r>
                <a:r>
                  <a:rPr lang="en-US" sz="2000" b="1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.guttatus</a:t>
                </a:r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 in MAR </a:t>
                </a:r>
                <a:r>
                  <a:rPr lang="en-US" sz="2000" b="1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iotapina</a:t>
                </a:r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 - Lasel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37916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B24E7-80D2-E17C-DE71-BB0AEFCAC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E0B4FF-6D04-7D90-421C-9CC516269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240" y="120192"/>
            <a:ext cx="12083520" cy="6617616"/>
          </a:xfrm>
        </p:spPr>
      </p:pic>
    </p:spTree>
    <p:extLst>
      <p:ext uri="{BB962C8B-B14F-4D97-AF65-F5344CB8AC3E}">
        <p14:creationId xmlns:p14="http://schemas.microsoft.com/office/powerpoint/2010/main" val="455877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23A5B-1AE4-26EF-CD7F-B4F1DFAEE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4AB54-B845-1007-8632-6437644DAB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Kepiting</a:t>
            </a:r>
            <a:r>
              <a:rPr lang="en-US" dirty="0"/>
              <a:t> Bakau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BD1BAF6-0DEF-5D7C-E6E0-CB52CDA361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Scylla serrata</a:t>
            </a:r>
          </a:p>
        </p:txBody>
      </p:sp>
    </p:spTree>
    <p:extLst>
      <p:ext uri="{BB962C8B-B14F-4D97-AF65-F5344CB8AC3E}">
        <p14:creationId xmlns:p14="http://schemas.microsoft.com/office/powerpoint/2010/main" val="2095361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CA73AF-1F17-1FBF-4555-0AB8EB2D2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2">
            <a:extLst>
              <a:ext uri="{FF2B5EF4-FFF2-40B4-BE49-F238E27FC236}">
                <a16:creationId xmlns:a16="http://schemas.microsoft.com/office/drawing/2014/main" id="{726A37E2-5D2C-A522-14FA-6E98FC6B8EB8}"/>
              </a:ext>
            </a:extLst>
          </p:cNvPr>
          <p:cNvGrpSpPr/>
          <p:nvPr/>
        </p:nvGrpSpPr>
        <p:grpSpPr>
          <a:xfrm>
            <a:off x="961062" y="612426"/>
            <a:ext cx="10221218" cy="5602107"/>
            <a:chOff x="961062" y="612426"/>
            <a:chExt cx="10221218" cy="5602107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FCF32C3-7A07-1621-9C1F-53B9DA48E22A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ED36C83-C8A6-8171-E321-478611006C08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89477D91-B5D0-FC22-3093-BD59F3C59B94}"/>
                </a:ext>
              </a:extLst>
            </p:cNvPr>
            <p:cNvGrpSpPr/>
            <p:nvPr/>
          </p:nvGrpSpPr>
          <p:grpSpPr>
            <a:xfrm>
              <a:off x="1471087" y="971481"/>
              <a:ext cx="9650581" cy="4805204"/>
              <a:chOff x="1471087" y="971481"/>
              <a:chExt cx="9650581" cy="4805204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C65E2F37-0862-C209-6C42-474F504B053F}"/>
                  </a:ext>
                </a:extLst>
              </p:cNvPr>
              <p:cNvSpPr/>
              <p:nvPr/>
            </p:nvSpPr>
            <p:spPr>
              <a:xfrm>
                <a:off x="1471087" y="971481"/>
                <a:ext cx="9650581" cy="4805204"/>
              </a:xfrm>
              <a:custGeom>
                <a:avLst/>
                <a:gdLst>
                  <a:gd name="connsiteX0" fmla="*/ 0 w 9650581"/>
                  <a:gd name="connsiteY0" fmla="*/ 0 h 4805204"/>
                  <a:gd name="connsiteX1" fmla="*/ 9650582 w 9650581"/>
                  <a:gd name="connsiteY1" fmla="*/ 0 h 4805204"/>
                  <a:gd name="connsiteX2" fmla="*/ 9650582 w 9650581"/>
                  <a:gd name="connsiteY2" fmla="*/ 4805204 h 4805204"/>
                  <a:gd name="connsiteX3" fmla="*/ 0 w 965058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50581" h="4805204">
                    <a:moveTo>
                      <a:pt x="0" y="0"/>
                    </a:moveTo>
                    <a:lnTo>
                      <a:pt x="9650582" y="0"/>
                    </a:lnTo>
                    <a:lnTo>
                      <a:pt x="965058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89C96528-FB24-D815-A704-FC32CD676670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4805204"/>
              </a:xfrm>
              <a:custGeom>
                <a:avLst/>
                <a:gdLst>
                  <a:gd name="connsiteX0" fmla="*/ 0 w 8773198"/>
                  <a:gd name="connsiteY0" fmla="*/ 282260 h 4805204"/>
                  <a:gd name="connsiteX1" fmla="*/ 111050 w 8773198"/>
                  <a:gd name="connsiteY1" fmla="*/ 827717 h 4805204"/>
                  <a:gd name="connsiteX2" fmla="*/ 222101 w 8773198"/>
                  <a:gd name="connsiteY2" fmla="*/ 1054054 h 4805204"/>
                  <a:gd name="connsiteX3" fmla="*/ 333151 w 8773198"/>
                  <a:gd name="connsiteY3" fmla="*/ 960638 h 4805204"/>
                  <a:gd name="connsiteX4" fmla="*/ 444202 w 8773198"/>
                  <a:gd name="connsiteY4" fmla="*/ 724451 h 4805204"/>
                  <a:gd name="connsiteX5" fmla="*/ 555252 w 8773198"/>
                  <a:gd name="connsiteY5" fmla="*/ 637601 h 4805204"/>
                  <a:gd name="connsiteX6" fmla="*/ 666303 w 8773198"/>
                  <a:gd name="connsiteY6" fmla="*/ 674036 h 4805204"/>
                  <a:gd name="connsiteX7" fmla="*/ 777353 w 8773198"/>
                  <a:gd name="connsiteY7" fmla="*/ 673506 h 4805204"/>
                  <a:gd name="connsiteX8" fmla="*/ 888404 w 8773198"/>
                  <a:gd name="connsiteY8" fmla="*/ 604027 h 4805204"/>
                  <a:gd name="connsiteX9" fmla="*/ 999454 w 8773198"/>
                  <a:gd name="connsiteY9" fmla="*/ 533700 h 4805204"/>
                  <a:gd name="connsiteX10" fmla="*/ 1110505 w 8773198"/>
                  <a:gd name="connsiteY10" fmla="*/ 569393 h 4805204"/>
                  <a:gd name="connsiteX11" fmla="*/ 1221555 w 8773198"/>
                  <a:gd name="connsiteY11" fmla="*/ 720426 h 4805204"/>
                  <a:gd name="connsiteX12" fmla="*/ 1332605 w 8773198"/>
                  <a:gd name="connsiteY12" fmla="*/ 876013 h 4805204"/>
                  <a:gd name="connsiteX13" fmla="*/ 1443656 w 8773198"/>
                  <a:gd name="connsiteY13" fmla="*/ 936066 h 4805204"/>
                  <a:gd name="connsiteX14" fmla="*/ 1554706 w 8773198"/>
                  <a:gd name="connsiteY14" fmla="*/ 934372 h 4805204"/>
                  <a:gd name="connsiteX15" fmla="*/ 1665757 w 8773198"/>
                  <a:gd name="connsiteY15" fmla="*/ 994213 h 4805204"/>
                  <a:gd name="connsiteX16" fmla="*/ 1776807 w 8773198"/>
                  <a:gd name="connsiteY16" fmla="*/ 1077885 h 4805204"/>
                  <a:gd name="connsiteX17" fmla="*/ 1887858 w 8773198"/>
                  <a:gd name="connsiteY17" fmla="*/ 1166958 h 4805204"/>
                  <a:gd name="connsiteX18" fmla="*/ 1998908 w 8773198"/>
                  <a:gd name="connsiteY18" fmla="*/ 1313649 h 4805204"/>
                  <a:gd name="connsiteX19" fmla="*/ 2109959 w 8773198"/>
                  <a:gd name="connsiteY19" fmla="*/ 1492008 h 4805204"/>
                  <a:gd name="connsiteX20" fmla="*/ 2221009 w 8773198"/>
                  <a:gd name="connsiteY20" fmla="*/ 1647595 h 4805204"/>
                  <a:gd name="connsiteX21" fmla="*/ 2332060 w 8773198"/>
                  <a:gd name="connsiteY21" fmla="*/ 1757322 h 4805204"/>
                  <a:gd name="connsiteX22" fmla="*/ 2443110 w 8773198"/>
                  <a:gd name="connsiteY22" fmla="*/ 1828602 h 4805204"/>
                  <a:gd name="connsiteX23" fmla="*/ 2554161 w 8773198"/>
                  <a:gd name="connsiteY23" fmla="*/ 1893527 h 4805204"/>
                  <a:gd name="connsiteX24" fmla="*/ 2665211 w 8773198"/>
                  <a:gd name="connsiteY24" fmla="*/ 1975187 h 4805204"/>
                  <a:gd name="connsiteX25" fmla="*/ 2776262 w 8773198"/>
                  <a:gd name="connsiteY25" fmla="*/ 2027720 h 4805204"/>
                  <a:gd name="connsiteX26" fmla="*/ 2887312 w 8773198"/>
                  <a:gd name="connsiteY26" fmla="*/ 2023907 h 4805204"/>
                  <a:gd name="connsiteX27" fmla="*/ 2998362 w 8773198"/>
                  <a:gd name="connsiteY27" fmla="*/ 1973386 h 4805204"/>
                  <a:gd name="connsiteX28" fmla="*/ 3109519 w 8773198"/>
                  <a:gd name="connsiteY28" fmla="*/ 1915557 h 4805204"/>
                  <a:gd name="connsiteX29" fmla="*/ 3220569 w 8773198"/>
                  <a:gd name="connsiteY29" fmla="*/ 1898929 h 4805204"/>
                  <a:gd name="connsiteX30" fmla="*/ 3331620 w 8773198"/>
                  <a:gd name="connsiteY30" fmla="*/ 1925513 h 4805204"/>
                  <a:gd name="connsiteX31" fmla="*/ 3442670 w 8773198"/>
                  <a:gd name="connsiteY31" fmla="*/ 1959512 h 4805204"/>
                  <a:gd name="connsiteX32" fmla="*/ 3553721 w 8773198"/>
                  <a:gd name="connsiteY32" fmla="*/ 1973492 h 4805204"/>
                  <a:gd name="connsiteX33" fmla="*/ 3664771 w 8773198"/>
                  <a:gd name="connsiteY33" fmla="*/ 1948285 h 4805204"/>
                  <a:gd name="connsiteX34" fmla="*/ 3775822 w 8773198"/>
                  <a:gd name="connsiteY34" fmla="*/ 1885054 h 4805204"/>
                  <a:gd name="connsiteX35" fmla="*/ 3886872 w 8773198"/>
                  <a:gd name="connsiteY35" fmla="*/ 1810597 h 4805204"/>
                  <a:gd name="connsiteX36" fmla="*/ 3997923 w 8773198"/>
                  <a:gd name="connsiteY36" fmla="*/ 1768761 h 4805204"/>
                  <a:gd name="connsiteX37" fmla="*/ 4108973 w 8773198"/>
                  <a:gd name="connsiteY37" fmla="*/ 1765372 h 4805204"/>
                  <a:gd name="connsiteX38" fmla="*/ 4220024 w 8773198"/>
                  <a:gd name="connsiteY38" fmla="*/ 1750861 h 4805204"/>
                  <a:gd name="connsiteX39" fmla="*/ 4331074 w 8773198"/>
                  <a:gd name="connsiteY39" fmla="*/ 1733703 h 4805204"/>
                  <a:gd name="connsiteX40" fmla="*/ 4442124 w 8773198"/>
                  <a:gd name="connsiteY40" fmla="*/ 1744401 h 4805204"/>
                  <a:gd name="connsiteX41" fmla="*/ 4553175 w 8773198"/>
                  <a:gd name="connsiteY41" fmla="*/ 1817163 h 4805204"/>
                  <a:gd name="connsiteX42" fmla="*/ 4664225 w 8773198"/>
                  <a:gd name="connsiteY42" fmla="*/ 1926890 h 4805204"/>
                  <a:gd name="connsiteX43" fmla="*/ 4775276 w 8773198"/>
                  <a:gd name="connsiteY43" fmla="*/ 2031003 h 4805204"/>
                  <a:gd name="connsiteX44" fmla="*/ 4886326 w 8773198"/>
                  <a:gd name="connsiteY44" fmla="*/ 2096988 h 4805204"/>
                  <a:gd name="connsiteX45" fmla="*/ 4997377 w 8773198"/>
                  <a:gd name="connsiteY45" fmla="*/ 2105249 h 4805204"/>
                  <a:gd name="connsiteX46" fmla="*/ 5108428 w 8773198"/>
                  <a:gd name="connsiteY46" fmla="*/ 2046467 h 4805204"/>
                  <a:gd name="connsiteX47" fmla="*/ 5219478 w 8773198"/>
                  <a:gd name="connsiteY47" fmla="*/ 1921383 h 4805204"/>
                  <a:gd name="connsiteX48" fmla="*/ 5330528 w 8773198"/>
                  <a:gd name="connsiteY48" fmla="*/ 1757640 h 4805204"/>
                  <a:gd name="connsiteX49" fmla="*/ 5441578 w 8773198"/>
                  <a:gd name="connsiteY49" fmla="*/ 1571232 h 4805204"/>
                  <a:gd name="connsiteX50" fmla="*/ 5552629 w 8773198"/>
                  <a:gd name="connsiteY50" fmla="*/ 1383341 h 4805204"/>
                  <a:gd name="connsiteX51" fmla="*/ 5663679 w 8773198"/>
                  <a:gd name="connsiteY51" fmla="*/ 1220869 h 4805204"/>
                  <a:gd name="connsiteX52" fmla="*/ 5774730 w 8773198"/>
                  <a:gd name="connsiteY52" fmla="*/ 1095467 h 4805204"/>
                  <a:gd name="connsiteX53" fmla="*/ 5885781 w 8773198"/>
                  <a:gd name="connsiteY53" fmla="*/ 982033 h 4805204"/>
                  <a:gd name="connsiteX54" fmla="*/ 5996831 w 8773198"/>
                  <a:gd name="connsiteY54" fmla="*/ 879826 h 4805204"/>
                  <a:gd name="connsiteX55" fmla="*/ 6107881 w 8773198"/>
                  <a:gd name="connsiteY55" fmla="*/ 788740 h 4805204"/>
                  <a:gd name="connsiteX56" fmla="*/ 6219038 w 8773198"/>
                  <a:gd name="connsiteY56" fmla="*/ 708987 h 4805204"/>
                  <a:gd name="connsiteX57" fmla="*/ 6330088 w 8773198"/>
                  <a:gd name="connsiteY57" fmla="*/ 640143 h 4805204"/>
                  <a:gd name="connsiteX58" fmla="*/ 6441139 w 8773198"/>
                  <a:gd name="connsiteY58" fmla="*/ 582102 h 4805204"/>
                  <a:gd name="connsiteX59" fmla="*/ 6552189 w 8773198"/>
                  <a:gd name="connsiteY59" fmla="*/ 534335 h 4805204"/>
                  <a:gd name="connsiteX60" fmla="*/ 6663240 w 8773198"/>
                  <a:gd name="connsiteY60" fmla="*/ 496312 h 4805204"/>
                  <a:gd name="connsiteX61" fmla="*/ 6774290 w 8773198"/>
                  <a:gd name="connsiteY61" fmla="*/ 467398 h 4805204"/>
                  <a:gd name="connsiteX62" fmla="*/ 6885340 w 8773198"/>
                  <a:gd name="connsiteY62" fmla="*/ 446639 h 4805204"/>
                  <a:gd name="connsiteX63" fmla="*/ 6996391 w 8773198"/>
                  <a:gd name="connsiteY63" fmla="*/ 433082 h 4805204"/>
                  <a:gd name="connsiteX64" fmla="*/ 7107441 w 8773198"/>
                  <a:gd name="connsiteY64" fmla="*/ 424185 h 4805204"/>
                  <a:gd name="connsiteX65" fmla="*/ 7218492 w 8773198"/>
                  <a:gd name="connsiteY65" fmla="*/ 416241 h 4805204"/>
                  <a:gd name="connsiteX66" fmla="*/ 7329543 w 8773198"/>
                  <a:gd name="connsiteY66" fmla="*/ 408404 h 4805204"/>
                  <a:gd name="connsiteX67" fmla="*/ 7440593 w 8773198"/>
                  <a:gd name="connsiteY67" fmla="*/ 399931 h 4805204"/>
                  <a:gd name="connsiteX68" fmla="*/ 7551643 w 8773198"/>
                  <a:gd name="connsiteY68" fmla="*/ 390081 h 4805204"/>
                  <a:gd name="connsiteX69" fmla="*/ 7662694 w 8773198"/>
                  <a:gd name="connsiteY69" fmla="*/ 378112 h 4805204"/>
                  <a:gd name="connsiteX70" fmla="*/ 7773744 w 8773198"/>
                  <a:gd name="connsiteY70" fmla="*/ 363073 h 4805204"/>
                  <a:gd name="connsiteX71" fmla="*/ 7884794 w 8773198"/>
                  <a:gd name="connsiteY71" fmla="*/ 344326 h 4805204"/>
                  <a:gd name="connsiteX72" fmla="*/ 7995845 w 8773198"/>
                  <a:gd name="connsiteY72" fmla="*/ 321131 h 4805204"/>
                  <a:gd name="connsiteX73" fmla="*/ 8106896 w 8773198"/>
                  <a:gd name="connsiteY73" fmla="*/ 292640 h 4805204"/>
                  <a:gd name="connsiteX74" fmla="*/ 8217946 w 8773198"/>
                  <a:gd name="connsiteY74" fmla="*/ 258642 h 4805204"/>
                  <a:gd name="connsiteX75" fmla="*/ 8328997 w 8773198"/>
                  <a:gd name="connsiteY75" fmla="*/ 218712 h 4805204"/>
                  <a:gd name="connsiteX76" fmla="*/ 8440047 w 8773198"/>
                  <a:gd name="connsiteY76" fmla="*/ 172851 h 4805204"/>
                  <a:gd name="connsiteX77" fmla="*/ 8551097 w 8773198"/>
                  <a:gd name="connsiteY77" fmla="*/ 120954 h 4805204"/>
                  <a:gd name="connsiteX78" fmla="*/ 8662148 w 8773198"/>
                  <a:gd name="connsiteY78" fmla="*/ 63231 h 4805204"/>
                  <a:gd name="connsiteX79" fmla="*/ 8773198 w 8773198"/>
                  <a:gd name="connsiteY79" fmla="*/ 0 h 4805204"/>
                  <a:gd name="connsiteX80" fmla="*/ 8773198 w 8773198"/>
                  <a:gd name="connsiteY80" fmla="*/ 4805204 h 4805204"/>
                  <a:gd name="connsiteX81" fmla="*/ 8662148 w 8773198"/>
                  <a:gd name="connsiteY81" fmla="*/ 4805204 h 4805204"/>
                  <a:gd name="connsiteX82" fmla="*/ 8551097 w 8773198"/>
                  <a:gd name="connsiteY82" fmla="*/ 4805204 h 4805204"/>
                  <a:gd name="connsiteX83" fmla="*/ 8440047 w 8773198"/>
                  <a:gd name="connsiteY83" fmla="*/ 4708399 h 4805204"/>
                  <a:gd name="connsiteX84" fmla="*/ 8328997 w 8773198"/>
                  <a:gd name="connsiteY84" fmla="*/ 4536713 h 4805204"/>
                  <a:gd name="connsiteX85" fmla="*/ 8217946 w 8773198"/>
                  <a:gd name="connsiteY85" fmla="*/ 4388540 h 4805204"/>
                  <a:gd name="connsiteX86" fmla="*/ 8106896 w 8773198"/>
                  <a:gd name="connsiteY86" fmla="*/ 4262502 h 4805204"/>
                  <a:gd name="connsiteX87" fmla="*/ 7995845 w 8773198"/>
                  <a:gd name="connsiteY87" fmla="*/ 4157435 h 4805204"/>
                  <a:gd name="connsiteX88" fmla="*/ 7884794 w 8773198"/>
                  <a:gd name="connsiteY88" fmla="*/ 4071751 h 4805204"/>
                  <a:gd name="connsiteX89" fmla="*/ 7773744 w 8773198"/>
                  <a:gd name="connsiteY89" fmla="*/ 4003649 h 4805204"/>
                  <a:gd name="connsiteX90" fmla="*/ 7662694 w 8773198"/>
                  <a:gd name="connsiteY90" fmla="*/ 3951327 h 4805204"/>
                  <a:gd name="connsiteX91" fmla="*/ 7551643 w 8773198"/>
                  <a:gd name="connsiteY91" fmla="*/ 3912986 h 4805204"/>
                  <a:gd name="connsiteX92" fmla="*/ 7440593 w 8773198"/>
                  <a:gd name="connsiteY92" fmla="*/ 3886614 h 4805204"/>
                  <a:gd name="connsiteX93" fmla="*/ 7329543 w 8773198"/>
                  <a:gd name="connsiteY93" fmla="*/ 3870409 h 4805204"/>
                  <a:gd name="connsiteX94" fmla="*/ 7218492 w 8773198"/>
                  <a:gd name="connsiteY94" fmla="*/ 3862465 h 4805204"/>
                  <a:gd name="connsiteX95" fmla="*/ 7107441 w 8773198"/>
                  <a:gd name="connsiteY95" fmla="*/ 3860983 h 4805204"/>
                  <a:gd name="connsiteX96" fmla="*/ 6996391 w 8773198"/>
                  <a:gd name="connsiteY96" fmla="*/ 3864478 h 4805204"/>
                  <a:gd name="connsiteX97" fmla="*/ 6885340 w 8773198"/>
                  <a:gd name="connsiteY97" fmla="*/ 3871150 h 4805204"/>
                  <a:gd name="connsiteX98" fmla="*/ 6774290 w 8773198"/>
                  <a:gd name="connsiteY98" fmla="*/ 3880576 h 4805204"/>
                  <a:gd name="connsiteX99" fmla="*/ 6663240 w 8773198"/>
                  <a:gd name="connsiteY99" fmla="*/ 3892545 h 4805204"/>
                  <a:gd name="connsiteX100" fmla="*/ 6552189 w 8773198"/>
                  <a:gd name="connsiteY100" fmla="*/ 3907479 h 4805204"/>
                  <a:gd name="connsiteX101" fmla="*/ 6441139 w 8773198"/>
                  <a:gd name="connsiteY101" fmla="*/ 3925484 h 4805204"/>
                  <a:gd name="connsiteX102" fmla="*/ 6330088 w 8773198"/>
                  <a:gd name="connsiteY102" fmla="*/ 3947196 h 4805204"/>
                  <a:gd name="connsiteX103" fmla="*/ 6219038 w 8773198"/>
                  <a:gd name="connsiteY103" fmla="*/ 3973145 h 4805204"/>
                  <a:gd name="connsiteX104" fmla="*/ 6107881 w 8773198"/>
                  <a:gd name="connsiteY104" fmla="*/ 4004178 h 4805204"/>
                  <a:gd name="connsiteX105" fmla="*/ 5996831 w 8773198"/>
                  <a:gd name="connsiteY105" fmla="*/ 4041036 h 4805204"/>
                  <a:gd name="connsiteX106" fmla="*/ 5885781 w 8773198"/>
                  <a:gd name="connsiteY106" fmla="*/ 4084779 h 4805204"/>
                  <a:gd name="connsiteX107" fmla="*/ 5774730 w 8773198"/>
                  <a:gd name="connsiteY107" fmla="*/ 4136570 h 4805204"/>
                  <a:gd name="connsiteX108" fmla="*/ 5663679 w 8773198"/>
                  <a:gd name="connsiteY108" fmla="*/ 4198106 h 4805204"/>
                  <a:gd name="connsiteX109" fmla="*/ 5552629 w 8773198"/>
                  <a:gd name="connsiteY109" fmla="*/ 4281778 h 4805204"/>
                  <a:gd name="connsiteX110" fmla="*/ 5441578 w 8773198"/>
                  <a:gd name="connsiteY110" fmla="*/ 4389069 h 4805204"/>
                  <a:gd name="connsiteX111" fmla="*/ 5330528 w 8773198"/>
                  <a:gd name="connsiteY111" fmla="*/ 4511823 h 4805204"/>
                  <a:gd name="connsiteX112" fmla="*/ 5219478 w 8773198"/>
                  <a:gd name="connsiteY112" fmla="*/ 4635848 h 4805204"/>
                  <a:gd name="connsiteX113" fmla="*/ 5108428 w 8773198"/>
                  <a:gd name="connsiteY113" fmla="*/ 4736360 h 4805204"/>
                  <a:gd name="connsiteX114" fmla="*/ 4997377 w 8773198"/>
                  <a:gd name="connsiteY114" fmla="*/ 4762627 h 4805204"/>
                  <a:gd name="connsiteX115" fmla="*/ 4886326 w 8773198"/>
                  <a:gd name="connsiteY115" fmla="*/ 4735725 h 4805204"/>
                  <a:gd name="connsiteX116" fmla="*/ 4775276 w 8773198"/>
                  <a:gd name="connsiteY116" fmla="*/ 4692089 h 4805204"/>
                  <a:gd name="connsiteX117" fmla="*/ 4664225 w 8773198"/>
                  <a:gd name="connsiteY117" fmla="*/ 4657349 h 4805204"/>
                  <a:gd name="connsiteX118" fmla="*/ 4553175 w 8773198"/>
                  <a:gd name="connsiteY118" fmla="*/ 4644533 h 4805204"/>
                  <a:gd name="connsiteX119" fmla="*/ 4442124 w 8773198"/>
                  <a:gd name="connsiteY119" fmla="*/ 4656713 h 4805204"/>
                  <a:gd name="connsiteX120" fmla="*/ 4331074 w 8773198"/>
                  <a:gd name="connsiteY120" fmla="*/ 4696007 h 4805204"/>
                  <a:gd name="connsiteX121" fmla="*/ 4220024 w 8773198"/>
                  <a:gd name="connsiteY121" fmla="*/ 4761568 h 4805204"/>
                  <a:gd name="connsiteX122" fmla="*/ 4108973 w 8773198"/>
                  <a:gd name="connsiteY122" fmla="*/ 4805204 h 4805204"/>
                  <a:gd name="connsiteX123" fmla="*/ 3997923 w 8773198"/>
                  <a:gd name="connsiteY123" fmla="*/ 4805204 h 4805204"/>
                  <a:gd name="connsiteX124" fmla="*/ 3886872 w 8773198"/>
                  <a:gd name="connsiteY124" fmla="*/ 4805204 h 4805204"/>
                  <a:gd name="connsiteX125" fmla="*/ 3775822 w 8773198"/>
                  <a:gd name="connsiteY125" fmla="*/ 4805204 h 4805204"/>
                  <a:gd name="connsiteX126" fmla="*/ 3664771 w 8773198"/>
                  <a:gd name="connsiteY126" fmla="*/ 4805204 h 4805204"/>
                  <a:gd name="connsiteX127" fmla="*/ 3553721 w 8773198"/>
                  <a:gd name="connsiteY127" fmla="*/ 4805204 h 4805204"/>
                  <a:gd name="connsiteX128" fmla="*/ 3442670 w 8773198"/>
                  <a:gd name="connsiteY128" fmla="*/ 4805204 h 4805204"/>
                  <a:gd name="connsiteX129" fmla="*/ 3331620 w 8773198"/>
                  <a:gd name="connsiteY129" fmla="*/ 4805204 h 4805204"/>
                  <a:gd name="connsiteX130" fmla="*/ 3220569 w 8773198"/>
                  <a:gd name="connsiteY130" fmla="*/ 4805204 h 4805204"/>
                  <a:gd name="connsiteX131" fmla="*/ 3109519 w 8773198"/>
                  <a:gd name="connsiteY131" fmla="*/ 4805204 h 4805204"/>
                  <a:gd name="connsiteX132" fmla="*/ 2998362 w 8773198"/>
                  <a:gd name="connsiteY132" fmla="*/ 4805204 h 4805204"/>
                  <a:gd name="connsiteX133" fmla="*/ 2887312 w 8773198"/>
                  <a:gd name="connsiteY133" fmla="*/ 4805204 h 4805204"/>
                  <a:gd name="connsiteX134" fmla="*/ 2776262 w 8773198"/>
                  <a:gd name="connsiteY134" fmla="*/ 4805204 h 4805204"/>
                  <a:gd name="connsiteX135" fmla="*/ 2665211 w 8773198"/>
                  <a:gd name="connsiteY135" fmla="*/ 4805204 h 4805204"/>
                  <a:gd name="connsiteX136" fmla="*/ 2554161 w 8773198"/>
                  <a:gd name="connsiteY136" fmla="*/ 4805204 h 4805204"/>
                  <a:gd name="connsiteX137" fmla="*/ 2443110 w 8773198"/>
                  <a:gd name="connsiteY137" fmla="*/ 4805204 h 4805204"/>
                  <a:gd name="connsiteX138" fmla="*/ 2332060 w 8773198"/>
                  <a:gd name="connsiteY138" fmla="*/ 4706810 h 4805204"/>
                  <a:gd name="connsiteX139" fmla="*/ 2221009 w 8773198"/>
                  <a:gd name="connsiteY139" fmla="*/ 4463103 h 4805204"/>
                  <a:gd name="connsiteX140" fmla="*/ 2109959 w 8773198"/>
                  <a:gd name="connsiteY140" fmla="*/ 4228398 h 4805204"/>
                  <a:gd name="connsiteX141" fmla="*/ 1998908 w 8773198"/>
                  <a:gd name="connsiteY141" fmla="*/ 4026526 h 4805204"/>
                  <a:gd name="connsiteX142" fmla="*/ 1887858 w 8773198"/>
                  <a:gd name="connsiteY142" fmla="*/ 3849014 h 4805204"/>
                  <a:gd name="connsiteX143" fmla="*/ 1776807 w 8773198"/>
                  <a:gd name="connsiteY143" fmla="*/ 3638987 h 4805204"/>
                  <a:gd name="connsiteX144" fmla="*/ 1665757 w 8773198"/>
                  <a:gd name="connsiteY144" fmla="*/ 3536145 h 4805204"/>
                  <a:gd name="connsiteX145" fmla="*/ 1554706 w 8773198"/>
                  <a:gd name="connsiteY145" fmla="*/ 3497169 h 4805204"/>
                  <a:gd name="connsiteX146" fmla="*/ 1443656 w 8773198"/>
                  <a:gd name="connsiteY146" fmla="*/ 3604247 h 4805204"/>
                  <a:gd name="connsiteX147" fmla="*/ 1332605 w 8773198"/>
                  <a:gd name="connsiteY147" fmla="*/ 3958847 h 4805204"/>
                  <a:gd name="connsiteX148" fmla="*/ 1221555 w 8773198"/>
                  <a:gd name="connsiteY148" fmla="*/ 4486404 h 4805204"/>
                  <a:gd name="connsiteX149" fmla="*/ 1110505 w 8773198"/>
                  <a:gd name="connsiteY149" fmla="*/ 4805204 h 4805204"/>
                  <a:gd name="connsiteX150" fmla="*/ 999454 w 8773198"/>
                  <a:gd name="connsiteY150" fmla="*/ 4805204 h 4805204"/>
                  <a:gd name="connsiteX151" fmla="*/ 888404 w 8773198"/>
                  <a:gd name="connsiteY151" fmla="*/ 4805204 h 4805204"/>
                  <a:gd name="connsiteX152" fmla="*/ 777353 w 8773198"/>
                  <a:gd name="connsiteY152" fmla="*/ 4701832 h 4805204"/>
                  <a:gd name="connsiteX153" fmla="*/ 666303 w 8773198"/>
                  <a:gd name="connsiteY153" fmla="*/ 4313658 h 4805204"/>
                  <a:gd name="connsiteX154" fmla="*/ 555252 w 8773198"/>
                  <a:gd name="connsiteY154" fmla="*/ 4013181 h 4805204"/>
                  <a:gd name="connsiteX155" fmla="*/ 444202 w 8773198"/>
                  <a:gd name="connsiteY155" fmla="*/ 3778264 h 4805204"/>
                  <a:gd name="connsiteX156" fmla="*/ 333151 w 8773198"/>
                  <a:gd name="connsiteY156" fmla="*/ 3602235 h 4805204"/>
                  <a:gd name="connsiteX157" fmla="*/ 222101 w 8773198"/>
                  <a:gd name="connsiteY157" fmla="*/ 3659323 h 4805204"/>
                  <a:gd name="connsiteX158" fmla="*/ 111050 w 8773198"/>
                  <a:gd name="connsiteY158" fmla="*/ 4160083 h 4805204"/>
                  <a:gd name="connsiteX159" fmla="*/ 0 w 8773198"/>
                  <a:gd name="connsiteY159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773198" h="4805204">
                    <a:moveTo>
                      <a:pt x="0" y="282260"/>
                    </a:moveTo>
                    <a:lnTo>
                      <a:pt x="111050" y="827717"/>
                    </a:lnTo>
                    <a:lnTo>
                      <a:pt x="222101" y="1054054"/>
                    </a:lnTo>
                    <a:lnTo>
                      <a:pt x="333151" y="960638"/>
                    </a:lnTo>
                    <a:lnTo>
                      <a:pt x="444202" y="724451"/>
                    </a:lnTo>
                    <a:lnTo>
                      <a:pt x="555252" y="637601"/>
                    </a:lnTo>
                    <a:lnTo>
                      <a:pt x="666303" y="674036"/>
                    </a:lnTo>
                    <a:lnTo>
                      <a:pt x="777353" y="673506"/>
                    </a:lnTo>
                    <a:lnTo>
                      <a:pt x="888404" y="604027"/>
                    </a:lnTo>
                    <a:lnTo>
                      <a:pt x="999454" y="533700"/>
                    </a:lnTo>
                    <a:lnTo>
                      <a:pt x="1110505" y="569393"/>
                    </a:lnTo>
                    <a:lnTo>
                      <a:pt x="1221555" y="720426"/>
                    </a:lnTo>
                    <a:lnTo>
                      <a:pt x="1332605" y="876013"/>
                    </a:lnTo>
                    <a:lnTo>
                      <a:pt x="1443656" y="936066"/>
                    </a:lnTo>
                    <a:lnTo>
                      <a:pt x="1554706" y="934372"/>
                    </a:lnTo>
                    <a:lnTo>
                      <a:pt x="1665757" y="994213"/>
                    </a:lnTo>
                    <a:lnTo>
                      <a:pt x="1776807" y="1077885"/>
                    </a:lnTo>
                    <a:lnTo>
                      <a:pt x="1887858" y="1166958"/>
                    </a:lnTo>
                    <a:lnTo>
                      <a:pt x="1998908" y="1313649"/>
                    </a:lnTo>
                    <a:lnTo>
                      <a:pt x="2109959" y="1492008"/>
                    </a:lnTo>
                    <a:lnTo>
                      <a:pt x="2221009" y="1647595"/>
                    </a:lnTo>
                    <a:lnTo>
                      <a:pt x="2332060" y="1757322"/>
                    </a:lnTo>
                    <a:lnTo>
                      <a:pt x="2443110" y="1828602"/>
                    </a:lnTo>
                    <a:lnTo>
                      <a:pt x="2554161" y="1893527"/>
                    </a:lnTo>
                    <a:lnTo>
                      <a:pt x="2665211" y="1975187"/>
                    </a:lnTo>
                    <a:lnTo>
                      <a:pt x="2776262" y="2027720"/>
                    </a:lnTo>
                    <a:lnTo>
                      <a:pt x="2887312" y="2023907"/>
                    </a:lnTo>
                    <a:lnTo>
                      <a:pt x="2998362" y="1973386"/>
                    </a:lnTo>
                    <a:lnTo>
                      <a:pt x="3109519" y="1915557"/>
                    </a:lnTo>
                    <a:lnTo>
                      <a:pt x="3220569" y="1898929"/>
                    </a:lnTo>
                    <a:lnTo>
                      <a:pt x="3331620" y="1925513"/>
                    </a:lnTo>
                    <a:lnTo>
                      <a:pt x="3442670" y="1959512"/>
                    </a:lnTo>
                    <a:lnTo>
                      <a:pt x="3553721" y="1973492"/>
                    </a:lnTo>
                    <a:lnTo>
                      <a:pt x="3664771" y="1948285"/>
                    </a:lnTo>
                    <a:lnTo>
                      <a:pt x="3775822" y="1885054"/>
                    </a:lnTo>
                    <a:lnTo>
                      <a:pt x="3886872" y="1810597"/>
                    </a:lnTo>
                    <a:lnTo>
                      <a:pt x="3997923" y="1768761"/>
                    </a:lnTo>
                    <a:lnTo>
                      <a:pt x="4108973" y="1765372"/>
                    </a:lnTo>
                    <a:lnTo>
                      <a:pt x="4220024" y="1750861"/>
                    </a:lnTo>
                    <a:lnTo>
                      <a:pt x="4331074" y="1733703"/>
                    </a:lnTo>
                    <a:lnTo>
                      <a:pt x="4442124" y="1744401"/>
                    </a:lnTo>
                    <a:lnTo>
                      <a:pt x="4553175" y="1817163"/>
                    </a:lnTo>
                    <a:lnTo>
                      <a:pt x="4664225" y="1926890"/>
                    </a:lnTo>
                    <a:lnTo>
                      <a:pt x="4775276" y="2031003"/>
                    </a:lnTo>
                    <a:lnTo>
                      <a:pt x="4886326" y="2096988"/>
                    </a:lnTo>
                    <a:lnTo>
                      <a:pt x="4997377" y="2105249"/>
                    </a:lnTo>
                    <a:lnTo>
                      <a:pt x="5108428" y="2046467"/>
                    </a:lnTo>
                    <a:lnTo>
                      <a:pt x="5219478" y="1921383"/>
                    </a:lnTo>
                    <a:lnTo>
                      <a:pt x="5330528" y="1757640"/>
                    </a:lnTo>
                    <a:lnTo>
                      <a:pt x="5441578" y="1571232"/>
                    </a:lnTo>
                    <a:lnTo>
                      <a:pt x="5552629" y="1383341"/>
                    </a:lnTo>
                    <a:lnTo>
                      <a:pt x="5663679" y="1220869"/>
                    </a:lnTo>
                    <a:lnTo>
                      <a:pt x="5774730" y="1095467"/>
                    </a:lnTo>
                    <a:lnTo>
                      <a:pt x="5885781" y="982033"/>
                    </a:lnTo>
                    <a:lnTo>
                      <a:pt x="5996831" y="879826"/>
                    </a:lnTo>
                    <a:lnTo>
                      <a:pt x="6107881" y="788740"/>
                    </a:lnTo>
                    <a:lnTo>
                      <a:pt x="6219038" y="708987"/>
                    </a:lnTo>
                    <a:lnTo>
                      <a:pt x="6330088" y="640143"/>
                    </a:lnTo>
                    <a:lnTo>
                      <a:pt x="6441139" y="582102"/>
                    </a:lnTo>
                    <a:lnTo>
                      <a:pt x="6552189" y="534335"/>
                    </a:lnTo>
                    <a:lnTo>
                      <a:pt x="6663240" y="496312"/>
                    </a:lnTo>
                    <a:lnTo>
                      <a:pt x="6774290" y="467398"/>
                    </a:lnTo>
                    <a:lnTo>
                      <a:pt x="6885340" y="446639"/>
                    </a:lnTo>
                    <a:lnTo>
                      <a:pt x="6996391" y="433082"/>
                    </a:lnTo>
                    <a:lnTo>
                      <a:pt x="7107441" y="424185"/>
                    </a:lnTo>
                    <a:lnTo>
                      <a:pt x="7218492" y="416241"/>
                    </a:lnTo>
                    <a:lnTo>
                      <a:pt x="7329543" y="408404"/>
                    </a:lnTo>
                    <a:lnTo>
                      <a:pt x="7440593" y="399931"/>
                    </a:lnTo>
                    <a:lnTo>
                      <a:pt x="7551643" y="390081"/>
                    </a:lnTo>
                    <a:lnTo>
                      <a:pt x="7662694" y="378112"/>
                    </a:lnTo>
                    <a:lnTo>
                      <a:pt x="7773744" y="363073"/>
                    </a:lnTo>
                    <a:lnTo>
                      <a:pt x="7884794" y="344326"/>
                    </a:lnTo>
                    <a:lnTo>
                      <a:pt x="7995845" y="321131"/>
                    </a:lnTo>
                    <a:lnTo>
                      <a:pt x="8106896" y="292640"/>
                    </a:lnTo>
                    <a:lnTo>
                      <a:pt x="8217946" y="258642"/>
                    </a:lnTo>
                    <a:lnTo>
                      <a:pt x="8328997" y="218712"/>
                    </a:lnTo>
                    <a:lnTo>
                      <a:pt x="8440047" y="172851"/>
                    </a:lnTo>
                    <a:lnTo>
                      <a:pt x="8551097" y="120954"/>
                    </a:lnTo>
                    <a:lnTo>
                      <a:pt x="8662148" y="63231"/>
                    </a:lnTo>
                    <a:lnTo>
                      <a:pt x="8773198" y="0"/>
                    </a:lnTo>
                    <a:lnTo>
                      <a:pt x="8773198" y="4805204"/>
                    </a:lnTo>
                    <a:lnTo>
                      <a:pt x="8662148" y="4805204"/>
                    </a:lnTo>
                    <a:lnTo>
                      <a:pt x="8551097" y="4805204"/>
                    </a:lnTo>
                    <a:lnTo>
                      <a:pt x="8440047" y="4708399"/>
                    </a:lnTo>
                    <a:lnTo>
                      <a:pt x="8328997" y="4536713"/>
                    </a:lnTo>
                    <a:lnTo>
                      <a:pt x="8217946" y="4388540"/>
                    </a:lnTo>
                    <a:lnTo>
                      <a:pt x="8106896" y="4262502"/>
                    </a:lnTo>
                    <a:lnTo>
                      <a:pt x="7995845" y="4157435"/>
                    </a:lnTo>
                    <a:lnTo>
                      <a:pt x="7884794" y="4071751"/>
                    </a:lnTo>
                    <a:lnTo>
                      <a:pt x="7773744" y="4003649"/>
                    </a:lnTo>
                    <a:lnTo>
                      <a:pt x="7662694" y="3951327"/>
                    </a:lnTo>
                    <a:lnTo>
                      <a:pt x="7551643" y="3912986"/>
                    </a:lnTo>
                    <a:lnTo>
                      <a:pt x="7440593" y="3886614"/>
                    </a:lnTo>
                    <a:lnTo>
                      <a:pt x="7329543" y="3870409"/>
                    </a:lnTo>
                    <a:lnTo>
                      <a:pt x="7218492" y="3862465"/>
                    </a:lnTo>
                    <a:lnTo>
                      <a:pt x="7107441" y="3860983"/>
                    </a:lnTo>
                    <a:lnTo>
                      <a:pt x="6996391" y="3864478"/>
                    </a:lnTo>
                    <a:lnTo>
                      <a:pt x="6885340" y="3871150"/>
                    </a:lnTo>
                    <a:lnTo>
                      <a:pt x="6774290" y="3880576"/>
                    </a:lnTo>
                    <a:lnTo>
                      <a:pt x="6663240" y="3892545"/>
                    </a:lnTo>
                    <a:lnTo>
                      <a:pt x="6552189" y="3907479"/>
                    </a:lnTo>
                    <a:lnTo>
                      <a:pt x="6441139" y="3925484"/>
                    </a:lnTo>
                    <a:lnTo>
                      <a:pt x="6330088" y="3947196"/>
                    </a:lnTo>
                    <a:lnTo>
                      <a:pt x="6219038" y="3973145"/>
                    </a:lnTo>
                    <a:lnTo>
                      <a:pt x="6107881" y="4004178"/>
                    </a:lnTo>
                    <a:lnTo>
                      <a:pt x="5996831" y="4041036"/>
                    </a:lnTo>
                    <a:lnTo>
                      <a:pt x="5885781" y="4084779"/>
                    </a:lnTo>
                    <a:lnTo>
                      <a:pt x="5774730" y="4136570"/>
                    </a:lnTo>
                    <a:lnTo>
                      <a:pt x="5663679" y="4198106"/>
                    </a:lnTo>
                    <a:lnTo>
                      <a:pt x="5552629" y="4281778"/>
                    </a:lnTo>
                    <a:lnTo>
                      <a:pt x="5441578" y="4389069"/>
                    </a:lnTo>
                    <a:lnTo>
                      <a:pt x="5330528" y="4511823"/>
                    </a:lnTo>
                    <a:lnTo>
                      <a:pt x="5219478" y="4635848"/>
                    </a:lnTo>
                    <a:lnTo>
                      <a:pt x="5108428" y="4736360"/>
                    </a:lnTo>
                    <a:lnTo>
                      <a:pt x="4997377" y="4762627"/>
                    </a:lnTo>
                    <a:lnTo>
                      <a:pt x="4886326" y="4735725"/>
                    </a:lnTo>
                    <a:lnTo>
                      <a:pt x="4775276" y="4692089"/>
                    </a:lnTo>
                    <a:lnTo>
                      <a:pt x="4664225" y="4657349"/>
                    </a:lnTo>
                    <a:lnTo>
                      <a:pt x="4553175" y="4644533"/>
                    </a:lnTo>
                    <a:lnTo>
                      <a:pt x="4442124" y="4656713"/>
                    </a:lnTo>
                    <a:lnTo>
                      <a:pt x="4331074" y="4696007"/>
                    </a:lnTo>
                    <a:lnTo>
                      <a:pt x="4220024" y="4761568"/>
                    </a:lnTo>
                    <a:lnTo>
                      <a:pt x="4108973" y="4805204"/>
                    </a:lnTo>
                    <a:lnTo>
                      <a:pt x="3997923" y="4805204"/>
                    </a:lnTo>
                    <a:lnTo>
                      <a:pt x="3886872" y="4805204"/>
                    </a:lnTo>
                    <a:lnTo>
                      <a:pt x="3775822" y="4805204"/>
                    </a:lnTo>
                    <a:lnTo>
                      <a:pt x="3664771" y="4805204"/>
                    </a:lnTo>
                    <a:lnTo>
                      <a:pt x="3553721" y="4805204"/>
                    </a:lnTo>
                    <a:lnTo>
                      <a:pt x="3442670" y="4805204"/>
                    </a:lnTo>
                    <a:lnTo>
                      <a:pt x="3331620" y="4805204"/>
                    </a:lnTo>
                    <a:lnTo>
                      <a:pt x="3220569" y="4805204"/>
                    </a:lnTo>
                    <a:lnTo>
                      <a:pt x="3109519" y="4805204"/>
                    </a:lnTo>
                    <a:lnTo>
                      <a:pt x="2998362" y="4805204"/>
                    </a:lnTo>
                    <a:lnTo>
                      <a:pt x="2887312" y="4805204"/>
                    </a:lnTo>
                    <a:lnTo>
                      <a:pt x="2776262" y="4805204"/>
                    </a:lnTo>
                    <a:lnTo>
                      <a:pt x="2665211" y="4805204"/>
                    </a:lnTo>
                    <a:lnTo>
                      <a:pt x="2554161" y="4805204"/>
                    </a:lnTo>
                    <a:lnTo>
                      <a:pt x="2443110" y="4805204"/>
                    </a:lnTo>
                    <a:lnTo>
                      <a:pt x="2332060" y="4706810"/>
                    </a:lnTo>
                    <a:lnTo>
                      <a:pt x="2221009" y="4463103"/>
                    </a:lnTo>
                    <a:lnTo>
                      <a:pt x="2109959" y="4228398"/>
                    </a:lnTo>
                    <a:lnTo>
                      <a:pt x="1998908" y="4026526"/>
                    </a:lnTo>
                    <a:lnTo>
                      <a:pt x="1887858" y="3849014"/>
                    </a:lnTo>
                    <a:lnTo>
                      <a:pt x="1776807" y="3638987"/>
                    </a:lnTo>
                    <a:lnTo>
                      <a:pt x="1665757" y="3536145"/>
                    </a:lnTo>
                    <a:lnTo>
                      <a:pt x="1554706" y="3497169"/>
                    </a:lnTo>
                    <a:lnTo>
                      <a:pt x="1443656" y="3604247"/>
                    </a:lnTo>
                    <a:lnTo>
                      <a:pt x="1332605" y="3958847"/>
                    </a:lnTo>
                    <a:lnTo>
                      <a:pt x="1221555" y="4486404"/>
                    </a:lnTo>
                    <a:lnTo>
                      <a:pt x="1110505" y="4805204"/>
                    </a:lnTo>
                    <a:lnTo>
                      <a:pt x="999454" y="4805204"/>
                    </a:lnTo>
                    <a:lnTo>
                      <a:pt x="888404" y="4805204"/>
                    </a:lnTo>
                    <a:lnTo>
                      <a:pt x="777353" y="4701832"/>
                    </a:lnTo>
                    <a:lnTo>
                      <a:pt x="666303" y="4313658"/>
                    </a:lnTo>
                    <a:lnTo>
                      <a:pt x="555252" y="4013181"/>
                    </a:lnTo>
                    <a:lnTo>
                      <a:pt x="444202" y="3778264"/>
                    </a:lnTo>
                    <a:lnTo>
                      <a:pt x="333151" y="3602235"/>
                    </a:lnTo>
                    <a:lnTo>
                      <a:pt x="222101" y="3659323"/>
                    </a:lnTo>
                    <a:lnTo>
                      <a:pt x="111050" y="4160083"/>
                    </a:lnTo>
                    <a:lnTo>
                      <a:pt x="0" y="4805204"/>
                    </a:lnTo>
                    <a:close/>
                  </a:path>
                </a:pathLst>
              </a:custGeom>
              <a:solidFill>
                <a:srgbClr val="E78828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0358321-778C-8CB2-4F3E-E01D451AE5FB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2105249"/>
              </a:xfrm>
              <a:custGeom>
                <a:avLst/>
                <a:gdLst>
                  <a:gd name="connsiteX0" fmla="*/ 0 w 8773198"/>
                  <a:gd name="connsiteY0" fmla="*/ 282260 h 2105249"/>
                  <a:gd name="connsiteX1" fmla="*/ 111050 w 8773198"/>
                  <a:gd name="connsiteY1" fmla="*/ 827717 h 2105249"/>
                  <a:gd name="connsiteX2" fmla="*/ 222101 w 8773198"/>
                  <a:gd name="connsiteY2" fmla="*/ 1054054 h 2105249"/>
                  <a:gd name="connsiteX3" fmla="*/ 333151 w 8773198"/>
                  <a:gd name="connsiteY3" fmla="*/ 960638 h 2105249"/>
                  <a:gd name="connsiteX4" fmla="*/ 444202 w 8773198"/>
                  <a:gd name="connsiteY4" fmla="*/ 724451 h 2105249"/>
                  <a:gd name="connsiteX5" fmla="*/ 555252 w 8773198"/>
                  <a:gd name="connsiteY5" fmla="*/ 637601 h 2105249"/>
                  <a:gd name="connsiteX6" fmla="*/ 666303 w 8773198"/>
                  <a:gd name="connsiteY6" fmla="*/ 674036 h 2105249"/>
                  <a:gd name="connsiteX7" fmla="*/ 777353 w 8773198"/>
                  <a:gd name="connsiteY7" fmla="*/ 673506 h 2105249"/>
                  <a:gd name="connsiteX8" fmla="*/ 888404 w 8773198"/>
                  <a:gd name="connsiteY8" fmla="*/ 604027 h 2105249"/>
                  <a:gd name="connsiteX9" fmla="*/ 999454 w 8773198"/>
                  <a:gd name="connsiteY9" fmla="*/ 533700 h 2105249"/>
                  <a:gd name="connsiteX10" fmla="*/ 1110505 w 8773198"/>
                  <a:gd name="connsiteY10" fmla="*/ 569393 h 2105249"/>
                  <a:gd name="connsiteX11" fmla="*/ 1221555 w 8773198"/>
                  <a:gd name="connsiteY11" fmla="*/ 720426 h 2105249"/>
                  <a:gd name="connsiteX12" fmla="*/ 1332605 w 8773198"/>
                  <a:gd name="connsiteY12" fmla="*/ 876013 h 2105249"/>
                  <a:gd name="connsiteX13" fmla="*/ 1443656 w 8773198"/>
                  <a:gd name="connsiteY13" fmla="*/ 936066 h 2105249"/>
                  <a:gd name="connsiteX14" fmla="*/ 1554706 w 8773198"/>
                  <a:gd name="connsiteY14" fmla="*/ 934372 h 2105249"/>
                  <a:gd name="connsiteX15" fmla="*/ 1665757 w 8773198"/>
                  <a:gd name="connsiteY15" fmla="*/ 994213 h 2105249"/>
                  <a:gd name="connsiteX16" fmla="*/ 1776807 w 8773198"/>
                  <a:gd name="connsiteY16" fmla="*/ 1077885 h 2105249"/>
                  <a:gd name="connsiteX17" fmla="*/ 1887858 w 8773198"/>
                  <a:gd name="connsiteY17" fmla="*/ 1166958 h 2105249"/>
                  <a:gd name="connsiteX18" fmla="*/ 1998908 w 8773198"/>
                  <a:gd name="connsiteY18" fmla="*/ 1313649 h 2105249"/>
                  <a:gd name="connsiteX19" fmla="*/ 2109959 w 8773198"/>
                  <a:gd name="connsiteY19" fmla="*/ 1492008 h 2105249"/>
                  <a:gd name="connsiteX20" fmla="*/ 2221009 w 8773198"/>
                  <a:gd name="connsiteY20" fmla="*/ 1647595 h 2105249"/>
                  <a:gd name="connsiteX21" fmla="*/ 2332060 w 8773198"/>
                  <a:gd name="connsiteY21" fmla="*/ 1757322 h 2105249"/>
                  <a:gd name="connsiteX22" fmla="*/ 2443110 w 8773198"/>
                  <a:gd name="connsiteY22" fmla="*/ 1828602 h 2105249"/>
                  <a:gd name="connsiteX23" fmla="*/ 2554161 w 8773198"/>
                  <a:gd name="connsiteY23" fmla="*/ 1893527 h 2105249"/>
                  <a:gd name="connsiteX24" fmla="*/ 2665211 w 8773198"/>
                  <a:gd name="connsiteY24" fmla="*/ 1975187 h 2105249"/>
                  <a:gd name="connsiteX25" fmla="*/ 2776262 w 8773198"/>
                  <a:gd name="connsiteY25" fmla="*/ 2027720 h 2105249"/>
                  <a:gd name="connsiteX26" fmla="*/ 2887312 w 8773198"/>
                  <a:gd name="connsiteY26" fmla="*/ 2023907 h 2105249"/>
                  <a:gd name="connsiteX27" fmla="*/ 2998362 w 8773198"/>
                  <a:gd name="connsiteY27" fmla="*/ 1973386 h 2105249"/>
                  <a:gd name="connsiteX28" fmla="*/ 3109519 w 8773198"/>
                  <a:gd name="connsiteY28" fmla="*/ 1915557 h 2105249"/>
                  <a:gd name="connsiteX29" fmla="*/ 3220569 w 8773198"/>
                  <a:gd name="connsiteY29" fmla="*/ 1898929 h 2105249"/>
                  <a:gd name="connsiteX30" fmla="*/ 3331620 w 8773198"/>
                  <a:gd name="connsiteY30" fmla="*/ 1925513 h 2105249"/>
                  <a:gd name="connsiteX31" fmla="*/ 3442670 w 8773198"/>
                  <a:gd name="connsiteY31" fmla="*/ 1959512 h 2105249"/>
                  <a:gd name="connsiteX32" fmla="*/ 3553721 w 8773198"/>
                  <a:gd name="connsiteY32" fmla="*/ 1973492 h 2105249"/>
                  <a:gd name="connsiteX33" fmla="*/ 3664771 w 8773198"/>
                  <a:gd name="connsiteY33" fmla="*/ 1948285 h 2105249"/>
                  <a:gd name="connsiteX34" fmla="*/ 3775822 w 8773198"/>
                  <a:gd name="connsiteY34" fmla="*/ 1885054 h 2105249"/>
                  <a:gd name="connsiteX35" fmla="*/ 3886872 w 8773198"/>
                  <a:gd name="connsiteY35" fmla="*/ 1810597 h 2105249"/>
                  <a:gd name="connsiteX36" fmla="*/ 3997923 w 8773198"/>
                  <a:gd name="connsiteY36" fmla="*/ 1768761 h 2105249"/>
                  <a:gd name="connsiteX37" fmla="*/ 4108973 w 8773198"/>
                  <a:gd name="connsiteY37" fmla="*/ 1765372 h 2105249"/>
                  <a:gd name="connsiteX38" fmla="*/ 4220024 w 8773198"/>
                  <a:gd name="connsiteY38" fmla="*/ 1750861 h 2105249"/>
                  <a:gd name="connsiteX39" fmla="*/ 4331074 w 8773198"/>
                  <a:gd name="connsiteY39" fmla="*/ 1733703 h 2105249"/>
                  <a:gd name="connsiteX40" fmla="*/ 4442124 w 8773198"/>
                  <a:gd name="connsiteY40" fmla="*/ 1744401 h 2105249"/>
                  <a:gd name="connsiteX41" fmla="*/ 4553175 w 8773198"/>
                  <a:gd name="connsiteY41" fmla="*/ 1817163 h 2105249"/>
                  <a:gd name="connsiteX42" fmla="*/ 4664225 w 8773198"/>
                  <a:gd name="connsiteY42" fmla="*/ 1926890 h 2105249"/>
                  <a:gd name="connsiteX43" fmla="*/ 4775276 w 8773198"/>
                  <a:gd name="connsiteY43" fmla="*/ 2031003 h 2105249"/>
                  <a:gd name="connsiteX44" fmla="*/ 4886326 w 8773198"/>
                  <a:gd name="connsiteY44" fmla="*/ 2096988 h 2105249"/>
                  <a:gd name="connsiteX45" fmla="*/ 4997377 w 8773198"/>
                  <a:gd name="connsiteY45" fmla="*/ 2105249 h 2105249"/>
                  <a:gd name="connsiteX46" fmla="*/ 5108428 w 8773198"/>
                  <a:gd name="connsiteY46" fmla="*/ 2046467 h 2105249"/>
                  <a:gd name="connsiteX47" fmla="*/ 5219478 w 8773198"/>
                  <a:gd name="connsiteY47" fmla="*/ 1921383 h 2105249"/>
                  <a:gd name="connsiteX48" fmla="*/ 5330528 w 8773198"/>
                  <a:gd name="connsiteY48" fmla="*/ 1757640 h 2105249"/>
                  <a:gd name="connsiteX49" fmla="*/ 5441578 w 8773198"/>
                  <a:gd name="connsiteY49" fmla="*/ 1571232 h 2105249"/>
                  <a:gd name="connsiteX50" fmla="*/ 5552629 w 8773198"/>
                  <a:gd name="connsiteY50" fmla="*/ 1383341 h 2105249"/>
                  <a:gd name="connsiteX51" fmla="*/ 5663679 w 8773198"/>
                  <a:gd name="connsiteY51" fmla="*/ 1220869 h 2105249"/>
                  <a:gd name="connsiteX52" fmla="*/ 5774730 w 8773198"/>
                  <a:gd name="connsiteY52" fmla="*/ 1095467 h 2105249"/>
                  <a:gd name="connsiteX53" fmla="*/ 5885781 w 8773198"/>
                  <a:gd name="connsiteY53" fmla="*/ 982033 h 2105249"/>
                  <a:gd name="connsiteX54" fmla="*/ 5996831 w 8773198"/>
                  <a:gd name="connsiteY54" fmla="*/ 879826 h 2105249"/>
                  <a:gd name="connsiteX55" fmla="*/ 6107881 w 8773198"/>
                  <a:gd name="connsiteY55" fmla="*/ 788740 h 2105249"/>
                  <a:gd name="connsiteX56" fmla="*/ 6219038 w 8773198"/>
                  <a:gd name="connsiteY56" fmla="*/ 708987 h 2105249"/>
                  <a:gd name="connsiteX57" fmla="*/ 6330088 w 8773198"/>
                  <a:gd name="connsiteY57" fmla="*/ 640143 h 2105249"/>
                  <a:gd name="connsiteX58" fmla="*/ 6441139 w 8773198"/>
                  <a:gd name="connsiteY58" fmla="*/ 582102 h 2105249"/>
                  <a:gd name="connsiteX59" fmla="*/ 6552189 w 8773198"/>
                  <a:gd name="connsiteY59" fmla="*/ 534335 h 2105249"/>
                  <a:gd name="connsiteX60" fmla="*/ 6663240 w 8773198"/>
                  <a:gd name="connsiteY60" fmla="*/ 496312 h 2105249"/>
                  <a:gd name="connsiteX61" fmla="*/ 6774290 w 8773198"/>
                  <a:gd name="connsiteY61" fmla="*/ 467398 h 2105249"/>
                  <a:gd name="connsiteX62" fmla="*/ 6885340 w 8773198"/>
                  <a:gd name="connsiteY62" fmla="*/ 446639 h 2105249"/>
                  <a:gd name="connsiteX63" fmla="*/ 6996391 w 8773198"/>
                  <a:gd name="connsiteY63" fmla="*/ 433082 h 2105249"/>
                  <a:gd name="connsiteX64" fmla="*/ 7107441 w 8773198"/>
                  <a:gd name="connsiteY64" fmla="*/ 424185 h 2105249"/>
                  <a:gd name="connsiteX65" fmla="*/ 7218492 w 8773198"/>
                  <a:gd name="connsiteY65" fmla="*/ 416241 h 2105249"/>
                  <a:gd name="connsiteX66" fmla="*/ 7329543 w 8773198"/>
                  <a:gd name="connsiteY66" fmla="*/ 408404 h 2105249"/>
                  <a:gd name="connsiteX67" fmla="*/ 7440593 w 8773198"/>
                  <a:gd name="connsiteY67" fmla="*/ 399931 h 2105249"/>
                  <a:gd name="connsiteX68" fmla="*/ 7551643 w 8773198"/>
                  <a:gd name="connsiteY68" fmla="*/ 390081 h 2105249"/>
                  <a:gd name="connsiteX69" fmla="*/ 7662694 w 8773198"/>
                  <a:gd name="connsiteY69" fmla="*/ 378112 h 2105249"/>
                  <a:gd name="connsiteX70" fmla="*/ 7773744 w 8773198"/>
                  <a:gd name="connsiteY70" fmla="*/ 363073 h 2105249"/>
                  <a:gd name="connsiteX71" fmla="*/ 7884794 w 8773198"/>
                  <a:gd name="connsiteY71" fmla="*/ 344326 h 2105249"/>
                  <a:gd name="connsiteX72" fmla="*/ 7995845 w 8773198"/>
                  <a:gd name="connsiteY72" fmla="*/ 321131 h 2105249"/>
                  <a:gd name="connsiteX73" fmla="*/ 8106896 w 8773198"/>
                  <a:gd name="connsiteY73" fmla="*/ 292640 h 2105249"/>
                  <a:gd name="connsiteX74" fmla="*/ 8217946 w 8773198"/>
                  <a:gd name="connsiteY74" fmla="*/ 258642 h 2105249"/>
                  <a:gd name="connsiteX75" fmla="*/ 8328997 w 8773198"/>
                  <a:gd name="connsiteY75" fmla="*/ 218712 h 2105249"/>
                  <a:gd name="connsiteX76" fmla="*/ 8440047 w 8773198"/>
                  <a:gd name="connsiteY76" fmla="*/ 172851 h 2105249"/>
                  <a:gd name="connsiteX77" fmla="*/ 8551097 w 8773198"/>
                  <a:gd name="connsiteY77" fmla="*/ 120954 h 2105249"/>
                  <a:gd name="connsiteX78" fmla="*/ 8662148 w 8773198"/>
                  <a:gd name="connsiteY78" fmla="*/ 63231 h 2105249"/>
                  <a:gd name="connsiteX79" fmla="*/ 8773198 w 8773198"/>
                  <a:gd name="connsiteY79" fmla="*/ 0 h 2105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105249">
                    <a:moveTo>
                      <a:pt x="0" y="282260"/>
                    </a:moveTo>
                    <a:lnTo>
                      <a:pt x="111050" y="827717"/>
                    </a:lnTo>
                    <a:lnTo>
                      <a:pt x="222101" y="1054054"/>
                    </a:lnTo>
                    <a:lnTo>
                      <a:pt x="333151" y="960638"/>
                    </a:lnTo>
                    <a:lnTo>
                      <a:pt x="444202" y="724451"/>
                    </a:lnTo>
                    <a:lnTo>
                      <a:pt x="555252" y="637601"/>
                    </a:lnTo>
                    <a:lnTo>
                      <a:pt x="666303" y="674036"/>
                    </a:lnTo>
                    <a:lnTo>
                      <a:pt x="777353" y="673506"/>
                    </a:lnTo>
                    <a:lnTo>
                      <a:pt x="888404" y="604027"/>
                    </a:lnTo>
                    <a:lnTo>
                      <a:pt x="999454" y="533700"/>
                    </a:lnTo>
                    <a:lnTo>
                      <a:pt x="1110505" y="569393"/>
                    </a:lnTo>
                    <a:lnTo>
                      <a:pt x="1221555" y="720426"/>
                    </a:lnTo>
                    <a:lnTo>
                      <a:pt x="1332605" y="876013"/>
                    </a:lnTo>
                    <a:lnTo>
                      <a:pt x="1443656" y="936066"/>
                    </a:lnTo>
                    <a:lnTo>
                      <a:pt x="1554706" y="934372"/>
                    </a:lnTo>
                    <a:lnTo>
                      <a:pt x="1665757" y="994213"/>
                    </a:lnTo>
                    <a:lnTo>
                      <a:pt x="1776807" y="1077885"/>
                    </a:lnTo>
                    <a:lnTo>
                      <a:pt x="1887858" y="1166958"/>
                    </a:lnTo>
                    <a:lnTo>
                      <a:pt x="1998908" y="1313649"/>
                    </a:lnTo>
                    <a:lnTo>
                      <a:pt x="2109959" y="1492008"/>
                    </a:lnTo>
                    <a:lnTo>
                      <a:pt x="2221009" y="1647595"/>
                    </a:lnTo>
                    <a:lnTo>
                      <a:pt x="2332060" y="1757322"/>
                    </a:lnTo>
                    <a:lnTo>
                      <a:pt x="2443110" y="1828602"/>
                    </a:lnTo>
                    <a:lnTo>
                      <a:pt x="2554161" y="1893527"/>
                    </a:lnTo>
                    <a:lnTo>
                      <a:pt x="2665211" y="1975187"/>
                    </a:lnTo>
                    <a:lnTo>
                      <a:pt x="2776262" y="2027720"/>
                    </a:lnTo>
                    <a:lnTo>
                      <a:pt x="2887312" y="2023907"/>
                    </a:lnTo>
                    <a:lnTo>
                      <a:pt x="2998362" y="1973386"/>
                    </a:lnTo>
                    <a:lnTo>
                      <a:pt x="3109519" y="1915557"/>
                    </a:lnTo>
                    <a:lnTo>
                      <a:pt x="3220569" y="1898929"/>
                    </a:lnTo>
                    <a:lnTo>
                      <a:pt x="3331620" y="1925513"/>
                    </a:lnTo>
                    <a:lnTo>
                      <a:pt x="3442670" y="1959512"/>
                    </a:lnTo>
                    <a:lnTo>
                      <a:pt x="3553721" y="1973492"/>
                    </a:lnTo>
                    <a:lnTo>
                      <a:pt x="3664771" y="1948285"/>
                    </a:lnTo>
                    <a:lnTo>
                      <a:pt x="3775822" y="1885054"/>
                    </a:lnTo>
                    <a:lnTo>
                      <a:pt x="3886872" y="1810597"/>
                    </a:lnTo>
                    <a:lnTo>
                      <a:pt x="3997923" y="1768761"/>
                    </a:lnTo>
                    <a:lnTo>
                      <a:pt x="4108973" y="1765372"/>
                    </a:lnTo>
                    <a:lnTo>
                      <a:pt x="4220024" y="1750861"/>
                    </a:lnTo>
                    <a:lnTo>
                      <a:pt x="4331074" y="1733703"/>
                    </a:lnTo>
                    <a:lnTo>
                      <a:pt x="4442124" y="1744401"/>
                    </a:lnTo>
                    <a:lnTo>
                      <a:pt x="4553175" y="1817163"/>
                    </a:lnTo>
                    <a:lnTo>
                      <a:pt x="4664225" y="1926890"/>
                    </a:lnTo>
                    <a:lnTo>
                      <a:pt x="4775276" y="2031003"/>
                    </a:lnTo>
                    <a:lnTo>
                      <a:pt x="4886326" y="2096988"/>
                    </a:lnTo>
                    <a:lnTo>
                      <a:pt x="4997377" y="2105249"/>
                    </a:lnTo>
                    <a:lnTo>
                      <a:pt x="5108428" y="2046467"/>
                    </a:lnTo>
                    <a:lnTo>
                      <a:pt x="5219478" y="1921383"/>
                    </a:lnTo>
                    <a:lnTo>
                      <a:pt x="5330528" y="1757640"/>
                    </a:lnTo>
                    <a:lnTo>
                      <a:pt x="5441578" y="1571232"/>
                    </a:lnTo>
                    <a:lnTo>
                      <a:pt x="5552629" y="1383341"/>
                    </a:lnTo>
                    <a:lnTo>
                      <a:pt x="5663679" y="1220869"/>
                    </a:lnTo>
                    <a:lnTo>
                      <a:pt x="5774730" y="1095467"/>
                    </a:lnTo>
                    <a:lnTo>
                      <a:pt x="5885781" y="982033"/>
                    </a:lnTo>
                    <a:lnTo>
                      <a:pt x="5996831" y="879826"/>
                    </a:lnTo>
                    <a:lnTo>
                      <a:pt x="6107881" y="788740"/>
                    </a:lnTo>
                    <a:lnTo>
                      <a:pt x="6219038" y="708987"/>
                    </a:lnTo>
                    <a:lnTo>
                      <a:pt x="6330088" y="640143"/>
                    </a:lnTo>
                    <a:lnTo>
                      <a:pt x="6441139" y="582102"/>
                    </a:lnTo>
                    <a:lnTo>
                      <a:pt x="6552189" y="534335"/>
                    </a:lnTo>
                    <a:lnTo>
                      <a:pt x="6663240" y="496312"/>
                    </a:lnTo>
                    <a:lnTo>
                      <a:pt x="6774290" y="467398"/>
                    </a:lnTo>
                    <a:lnTo>
                      <a:pt x="6885340" y="446639"/>
                    </a:lnTo>
                    <a:lnTo>
                      <a:pt x="6996391" y="433082"/>
                    </a:lnTo>
                    <a:lnTo>
                      <a:pt x="7107441" y="424185"/>
                    </a:lnTo>
                    <a:lnTo>
                      <a:pt x="7218492" y="416241"/>
                    </a:lnTo>
                    <a:lnTo>
                      <a:pt x="7329543" y="408404"/>
                    </a:lnTo>
                    <a:lnTo>
                      <a:pt x="7440593" y="399931"/>
                    </a:lnTo>
                    <a:lnTo>
                      <a:pt x="7551643" y="390081"/>
                    </a:lnTo>
                    <a:lnTo>
                      <a:pt x="7662694" y="378112"/>
                    </a:lnTo>
                    <a:lnTo>
                      <a:pt x="7773744" y="363073"/>
                    </a:lnTo>
                    <a:lnTo>
                      <a:pt x="7884794" y="344326"/>
                    </a:lnTo>
                    <a:lnTo>
                      <a:pt x="7995845" y="321131"/>
                    </a:lnTo>
                    <a:lnTo>
                      <a:pt x="8106896" y="292640"/>
                    </a:lnTo>
                    <a:lnTo>
                      <a:pt x="8217946" y="258642"/>
                    </a:lnTo>
                    <a:lnTo>
                      <a:pt x="8328997" y="218712"/>
                    </a:lnTo>
                    <a:lnTo>
                      <a:pt x="8440047" y="172851"/>
                    </a:lnTo>
                    <a:lnTo>
                      <a:pt x="8551097" y="120954"/>
                    </a:lnTo>
                    <a:lnTo>
                      <a:pt x="8662148" y="63231"/>
                    </a:lnTo>
                    <a:lnTo>
                      <a:pt x="8773198" y="0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F84E1A4-1BEA-9F16-0471-D5DF35892DCD}"/>
                  </a:ext>
                </a:extLst>
              </p:cNvPr>
              <p:cNvSpPr/>
              <p:nvPr/>
            </p:nvSpPr>
            <p:spPr>
              <a:xfrm>
                <a:off x="1909778" y="4468649"/>
                <a:ext cx="8773198" cy="1308035"/>
              </a:xfrm>
              <a:custGeom>
                <a:avLst/>
                <a:gdLst>
                  <a:gd name="connsiteX0" fmla="*/ 8773198 w 8773198"/>
                  <a:gd name="connsiteY0" fmla="*/ 1308036 h 1308035"/>
                  <a:gd name="connsiteX1" fmla="*/ 8662148 w 8773198"/>
                  <a:gd name="connsiteY1" fmla="*/ 1308036 h 1308035"/>
                  <a:gd name="connsiteX2" fmla="*/ 8551097 w 8773198"/>
                  <a:gd name="connsiteY2" fmla="*/ 1308036 h 1308035"/>
                  <a:gd name="connsiteX3" fmla="*/ 8440047 w 8773198"/>
                  <a:gd name="connsiteY3" fmla="*/ 1211230 h 1308035"/>
                  <a:gd name="connsiteX4" fmla="*/ 8328997 w 8773198"/>
                  <a:gd name="connsiteY4" fmla="*/ 1039544 h 1308035"/>
                  <a:gd name="connsiteX5" fmla="*/ 8217946 w 8773198"/>
                  <a:gd name="connsiteY5" fmla="*/ 891371 h 1308035"/>
                  <a:gd name="connsiteX6" fmla="*/ 8106896 w 8773198"/>
                  <a:gd name="connsiteY6" fmla="*/ 765333 h 1308035"/>
                  <a:gd name="connsiteX7" fmla="*/ 7995845 w 8773198"/>
                  <a:gd name="connsiteY7" fmla="*/ 660267 h 1308035"/>
                  <a:gd name="connsiteX8" fmla="*/ 7884794 w 8773198"/>
                  <a:gd name="connsiteY8" fmla="*/ 574583 h 1308035"/>
                  <a:gd name="connsiteX9" fmla="*/ 7773744 w 8773198"/>
                  <a:gd name="connsiteY9" fmla="*/ 506480 h 1308035"/>
                  <a:gd name="connsiteX10" fmla="*/ 7662694 w 8773198"/>
                  <a:gd name="connsiteY10" fmla="*/ 454159 h 1308035"/>
                  <a:gd name="connsiteX11" fmla="*/ 7551643 w 8773198"/>
                  <a:gd name="connsiteY11" fmla="*/ 415818 h 1308035"/>
                  <a:gd name="connsiteX12" fmla="*/ 7440593 w 8773198"/>
                  <a:gd name="connsiteY12" fmla="*/ 389445 h 1308035"/>
                  <a:gd name="connsiteX13" fmla="*/ 7329543 w 8773198"/>
                  <a:gd name="connsiteY13" fmla="*/ 373240 h 1308035"/>
                  <a:gd name="connsiteX14" fmla="*/ 7218492 w 8773198"/>
                  <a:gd name="connsiteY14" fmla="*/ 365297 h 1308035"/>
                  <a:gd name="connsiteX15" fmla="*/ 7107441 w 8773198"/>
                  <a:gd name="connsiteY15" fmla="*/ 363814 h 1308035"/>
                  <a:gd name="connsiteX16" fmla="*/ 6996391 w 8773198"/>
                  <a:gd name="connsiteY16" fmla="*/ 367309 h 1308035"/>
                  <a:gd name="connsiteX17" fmla="*/ 6885340 w 8773198"/>
                  <a:gd name="connsiteY17" fmla="*/ 373982 h 1308035"/>
                  <a:gd name="connsiteX18" fmla="*/ 6774290 w 8773198"/>
                  <a:gd name="connsiteY18" fmla="*/ 383408 h 1308035"/>
                  <a:gd name="connsiteX19" fmla="*/ 6663240 w 8773198"/>
                  <a:gd name="connsiteY19" fmla="*/ 395376 h 1308035"/>
                  <a:gd name="connsiteX20" fmla="*/ 6552189 w 8773198"/>
                  <a:gd name="connsiteY20" fmla="*/ 410310 h 1308035"/>
                  <a:gd name="connsiteX21" fmla="*/ 6441139 w 8773198"/>
                  <a:gd name="connsiteY21" fmla="*/ 428316 h 1308035"/>
                  <a:gd name="connsiteX22" fmla="*/ 6330088 w 8773198"/>
                  <a:gd name="connsiteY22" fmla="*/ 450028 h 1308035"/>
                  <a:gd name="connsiteX23" fmla="*/ 6219038 w 8773198"/>
                  <a:gd name="connsiteY23" fmla="*/ 475977 h 1308035"/>
                  <a:gd name="connsiteX24" fmla="*/ 6107881 w 8773198"/>
                  <a:gd name="connsiteY24" fmla="*/ 507009 h 1308035"/>
                  <a:gd name="connsiteX25" fmla="*/ 5996831 w 8773198"/>
                  <a:gd name="connsiteY25" fmla="*/ 543868 h 1308035"/>
                  <a:gd name="connsiteX26" fmla="*/ 5885781 w 8773198"/>
                  <a:gd name="connsiteY26" fmla="*/ 587610 h 1308035"/>
                  <a:gd name="connsiteX27" fmla="*/ 5774730 w 8773198"/>
                  <a:gd name="connsiteY27" fmla="*/ 639402 h 1308035"/>
                  <a:gd name="connsiteX28" fmla="*/ 5663679 w 8773198"/>
                  <a:gd name="connsiteY28" fmla="*/ 700938 h 1308035"/>
                  <a:gd name="connsiteX29" fmla="*/ 5552629 w 8773198"/>
                  <a:gd name="connsiteY29" fmla="*/ 784609 h 1308035"/>
                  <a:gd name="connsiteX30" fmla="*/ 5441578 w 8773198"/>
                  <a:gd name="connsiteY30" fmla="*/ 891900 h 1308035"/>
                  <a:gd name="connsiteX31" fmla="*/ 5330528 w 8773198"/>
                  <a:gd name="connsiteY31" fmla="*/ 1014654 h 1308035"/>
                  <a:gd name="connsiteX32" fmla="*/ 5219478 w 8773198"/>
                  <a:gd name="connsiteY32" fmla="*/ 1138680 h 1308035"/>
                  <a:gd name="connsiteX33" fmla="*/ 5108428 w 8773198"/>
                  <a:gd name="connsiteY33" fmla="*/ 1239192 h 1308035"/>
                  <a:gd name="connsiteX34" fmla="*/ 4997377 w 8773198"/>
                  <a:gd name="connsiteY34" fmla="*/ 1265459 h 1308035"/>
                  <a:gd name="connsiteX35" fmla="*/ 4886326 w 8773198"/>
                  <a:gd name="connsiteY35" fmla="*/ 1238556 h 1308035"/>
                  <a:gd name="connsiteX36" fmla="*/ 4775276 w 8773198"/>
                  <a:gd name="connsiteY36" fmla="*/ 1194920 h 1308035"/>
                  <a:gd name="connsiteX37" fmla="*/ 4664225 w 8773198"/>
                  <a:gd name="connsiteY37" fmla="*/ 1160180 h 1308035"/>
                  <a:gd name="connsiteX38" fmla="*/ 4553175 w 8773198"/>
                  <a:gd name="connsiteY38" fmla="*/ 1147364 h 1308035"/>
                  <a:gd name="connsiteX39" fmla="*/ 4442124 w 8773198"/>
                  <a:gd name="connsiteY39" fmla="*/ 1159545 h 1308035"/>
                  <a:gd name="connsiteX40" fmla="*/ 4331074 w 8773198"/>
                  <a:gd name="connsiteY40" fmla="*/ 1198839 h 1308035"/>
                  <a:gd name="connsiteX41" fmla="*/ 4220024 w 8773198"/>
                  <a:gd name="connsiteY41" fmla="*/ 1264399 h 1308035"/>
                  <a:gd name="connsiteX42" fmla="*/ 4108973 w 8773198"/>
                  <a:gd name="connsiteY42" fmla="*/ 1308036 h 1308035"/>
                  <a:gd name="connsiteX43" fmla="*/ 3997923 w 8773198"/>
                  <a:gd name="connsiteY43" fmla="*/ 1308036 h 1308035"/>
                  <a:gd name="connsiteX44" fmla="*/ 3886872 w 8773198"/>
                  <a:gd name="connsiteY44" fmla="*/ 1308036 h 1308035"/>
                  <a:gd name="connsiteX45" fmla="*/ 3775822 w 8773198"/>
                  <a:gd name="connsiteY45" fmla="*/ 1308036 h 1308035"/>
                  <a:gd name="connsiteX46" fmla="*/ 3664771 w 8773198"/>
                  <a:gd name="connsiteY46" fmla="*/ 1308036 h 1308035"/>
                  <a:gd name="connsiteX47" fmla="*/ 3553721 w 8773198"/>
                  <a:gd name="connsiteY47" fmla="*/ 1308036 h 1308035"/>
                  <a:gd name="connsiteX48" fmla="*/ 3442670 w 8773198"/>
                  <a:gd name="connsiteY48" fmla="*/ 1308036 h 1308035"/>
                  <a:gd name="connsiteX49" fmla="*/ 3331620 w 8773198"/>
                  <a:gd name="connsiteY49" fmla="*/ 1308036 h 1308035"/>
                  <a:gd name="connsiteX50" fmla="*/ 3220569 w 8773198"/>
                  <a:gd name="connsiteY50" fmla="*/ 1308036 h 1308035"/>
                  <a:gd name="connsiteX51" fmla="*/ 3109519 w 8773198"/>
                  <a:gd name="connsiteY51" fmla="*/ 1308036 h 1308035"/>
                  <a:gd name="connsiteX52" fmla="*/ 2998362 w 8773198"/>
                  <a:gd name="connsiteY52" fmla="*/ 1308036 h 1308035"/>
                  <a:gd name="connsiteX53" fmla="*/ 2887312 w 8773198"/>
                  <a:gd name="connsiteY53" fmla="*/ 1308036 h 1308035"/>
                  <a:gd name="connsiteX54" fmla="*/ 2776262 w 8773198"/>
                  <a:gd name="connsiteY54" fmla="*/ 1308036 h 1308035"/>
                  <a:gd name="connsiteX55" fmla="*/ 2665211 w 8773198"/>
                  <a:gd name="connsiteY55" fmla="*/ 1308036 h 1308035"/>
                  <a:gd name="connsiteX56" fmla="*/ 2554161 w 8773198"/>
                  <a:gd name="connsiteY56" fmla="*/ 1308036 h 1308035"/>
                  <a:gd name="connsiteX57" fmla="*/ 2443110 w 8773198"/>
                  <a:gd name="connsiteY57" fmla="*/ 1308036 h 1308035"/>
                  <a:gd name="connsiteX58" fmla="*/ 2332060 w 8773198"/>
                  <a:gd name="connsiteY58" fmla="*/ 1209642 h 1308035"/>
                  <a:gd name="connsiteX59" fmla="*/ 2221009 w 8773198"/>
                  <a:gd name="connsiteY59" fmla="*/ 965934 h 1308035"/>
                  <a:gd name="connsiteX60" fmla="*/ 2109959 w 8773198"/>
                  <a:gd name="connsiteY60" fmla="*/ 731229 h 1308035"/>
                  <a:gd name="connsiteX61" fmla="*/ 1998908 w 8773198"/>
                  <a:gd name="connsiteY61" fmla="*/ 529357 h 1308035"/>
                  <a:gd name="connsiteX62" fmla="*/ 1887858 w 8773198"/>
                  <a:gd name="connsiteY62" fmla="*/ 351846 h 1308035"/>
                  <a:gd name="connsiteX63" fmla="*/ 1776807 w 8773198"/>
                  <a:gd name="connsiteY63" fmla="*/ 141818 h 1308035"/>
                  <a:gd name="connsiteX64" fmla="*/ 1665757 w 8773198"/>
                  <a:gd name="connsiteY64" fmla="*/ 38976 h 1308035"/>
                  <a:gd name="connsiteX65" fmla="*/ 1554706 w 8773198"/>
                  <a:gd name="connsiteY65" fmla="*/ 0 h 1308035"/>
                  <a:gd name="connsiteX66" fmla="*/ 1443656 w 8773198"/>
                  <a:gd name="connsiteY66" fmla="*/ 107079 h 1308035"/>
                  <a:gd name="connsiteX67" fmla="*/ 1332605 w 8773198"/>
                  <a:gd name="connsiteY67" fmla="*/ 461678 h 1308035"/>
                  <a:gd name="connsiteX68" fmla="*/ 1221555 w 8773198"/>
                  <a:gd name="connsiteY68" fmla="*/ 989235 h 1308035"/>
                  <a:gd name="connsiteX69" fmla="*/ 1110505 w 8773198"/>
                  <a:gd name="connsiteY69" fmla="*/ 1308036 h 1308035"/>
                  <a:gd name="connsiteX70" fmla="*/ 999454 w 8773198"/>
                  <a:gd name="connsiteY70" fmla="*/ 1308036 h 1308035"/>
                  <a:gd name="connsiteX71" fmla="*/ 888404 w 8773198"/>
                  <a:gd name="connsiteY71" fmla="*/ 1308036 h 1308035"/>
                  <a:gd name="connsiteX72" fmla="*/ 777353 w 8773198"/>
                  <a:gd name="connsiteY72" fmla="*/ 1204664 h 1308035"/>
                  <a:gd name="connsiteX73" fmla="*/ 666303 w 8773198"/>
                  <a:gd name="connsiteY73" fmla="*/ 816490 h 1308035"/>
                  <a:gd name="connsiteX74" fmla="*/ 555252 w 8773198"/>
                  <a:gd name="connsiteY74" fmla="*/ 516012 h 1308035"/>
                  <a:gd name="connsiteX75" fmla="*/ 444202 w 8773198"/>
                  <a:gd name="connsiteY75" fmla="*/ 281095 h 1308035"/>
                  <a:gd name="connsiteX76" fmla="*/ 333151 w 8773198"/>
                  <a:gd name="connsiteY76" fmla="*/ 105066 h 1308035"/>
                  <a:gd name="connsiteX77" fmla="*/ 222101 w 8773198"/>
                  <a:gd name="connsiteY77" fmla="*/ 162154 h 1308035"/>
                  <a:gd name="connsiteX78" fmla="*/ 111050 w 8773198"/>
                  <a:gd name="connsiteY78" fmla="*/ 662915 h 1308035"/>
                  <a:gd name="connsiteX79" fmla="*/ 0 w 8773198"/>
                  <a:gd name="connsiteY79" fmla="*/ 1308036 h 1308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1308035">
                    <a:moveTo>
                      <a:pt x="8773198" y="1308036"/>
                    </a:moveTo>
                    <a:lnTo>
                      <a:pt x="8662148" y="1308036"/>
                    </a:lnTo>
                    <a:lnTo>
                      <a:pt x="8551097" y="1308036"/>
                    </a:lnTo>
                    <a:lnTo>
                      <a:pt x="8440047" y="1211230"/>
                    </a:lnTo>
                    <a:lnTo>
                      <a:pt x="8328997" y="1039544"/>
                    </a:lnTo>
                    <a:lnTo>
                      <a:pt x="8217946" y="891371"/>
                    </a:lnTo>
                    <a:lnTo>
                      <a:pt x="8106896" y="765333"/>
                    </a:lnTo>
                    <a:lnTo>
                      <a:pt x="7995845" y="660267"/>
                    </a:lnTo>
                    <a:lnTo>
                      <a:pt x="7884794" y="574583"/>
                    </a:lnTo>
                    <a:lnTo>
                      <a:pt x="7773744" y="506480"/>
                    </a:lnTo>
                    <a:lnTo>
                      <a:pt x="7662694" y="454159"/>
                    </a:lnTo>
                    <a:lnTo>
                      <a:pt x="7551643" y="415818"/>
                    </a:lnTo>
                    <a:lnTo>
                      <a:pt x="7440593" y="389445"/>
                    </a:lnTo>
                    <a:lnTo>
                      <a:pt x="7329543" y="373240"/>
                    </a:lnTo>
                    <a:lnTo>
                      <a:pt x="7218492" y="365297"/>
                    </a:lnTo>
                    <a:lnTo>
                      <a:pt x="7107441" y="363814"/>
                    </a:lnTo>
                    <a:lnTo>
                      <a:pt x="6996391" y="367309"/>
                    </a:lnTo>
                    <a:lnTo>
                      <a:pt x="6885340" y="373982"/>
                    </a:lnTo>
                    <a:lnTo>
                      <a:pt x="6774290" y="383408"/>
                    </a:lnTo>
                    <a:lnTo>
                      <a:pt x="6663240" y="395376"/>
                    </a:lnTo>
                    <a:lnTo>
                      <a:pt x="6552189" y="410310"/>
                    </a:lnTo>
                    <a:lnTo>
                      <a:pt x="6441139" y="428316"/>
                    </a:lnTo>
                    <a:lnTo>
                      <a:pt x="6330088" y="450028"/>
                    </a:lnTo>
                    <a:lnTo>
                      <a:pt x="6219038" y="475977"/>
                    </a:lnTo>
                    <a:lnTo>
                      <a:pt x="6107881" y="507009"/>
                    </a:lnTo>
                    <a:lnTo>
                      <a:pt x="5996831" y="543868"/>
                    </a:lnTo>
                    <a:lnTo>
                      <a:pt x="5885781" y="587610"/>
                    </a:lnTo>
                    <a:lnTo>
                      <a:pt x="5774730" y="639402"/>
                    </a:lnTo>
                    <a:lnTo>
                      <a:pt x="5663679" y="700938"/>
                    </a:lnTo>
                    <a:lnTo>
                      <a:pt x="5552629" y="784609"/>
                    </a:lnTo>
                    <a:lnTo>
                      <a:pt x="5441578" y="891900"/>
                    </a:lnTo>
                    <a:lnTo>
                      <a:pt x="5330528" y="1014654"/>
                    </a:lnTo>
                    <a:lnTo>
                      <a:pt x="5219478" y="1138680"/>
                    </a:lnTo>
                    <a:lnTo>
                      <a:pt x="5108428" y="1239192"/>
                    </a:lnTo>
                    <a:lnTo>
                      <a:pt x="4997377" y="1265459"/>
                    </a:lnTo>
                    <a:lnTo>
                      <a:pt x="4886326" y="1238556"/>
                    </a:lnTo>
                    <a:lnTo>
                      <a:pt x="4775276" y="1194920"/>
                    </a:lnTo>
                    <a:lnTo>
                      <a:pt x="4664225" y="1160180"/>
                    </a:lnTo>
                    <a:lnTo>
                      <a:pt x="4553175" y="1147364"/>
                    </a:lnTo>
                    <a:lnTo>
                      <a:pt x="4442124" y="1159545"/>
                    </a:lnTo>
                    <a:lnTo>
                      <a:pt x="4331074" y="1198839"/>
                    </a:lnTo>
                    <a:lnTo>
                      <a:pt x="4220024" y="1264399"/>
                    </a:lnTo>
                    <a:lnTo>
                      <a:pt x="4108973" y="1308036"/>
                    </a:lnTo>
                    <a:lnTo>
                      <a:pt x="3997923" y="1308036"/>
                    </a:lnTo>
                    <a:lnTo>
                      <a:pt x="3886872" y="1308036"/>
                    </a:lnTo>
                    <a:lnTo>
                      <a:pt x="3775822" y="1308036"/>
                    </a:lnTo>
                    <a:lnTo>
                      <a:pt x="3664771" y="1308036"/>
                    </a:lnTo>
                    <a:lnTo>
                      <a:pt x="3553721" y="1308036"/>
                    </a:lnTo>
                    <a:lnTo>
                      <a:pt x="3442670" y="1308036"/>
                    </a:lnTo>
                    <a:lnTo>
                      <a:pt x="3331620" y="1308036"/>
                    </a:lnTo>
                    <a:lnTo>
                      <a:pt x="3220569" y="1308036"/>
                    </a:lnTo>
                    <a:lnTo>
                      <a:pt x="3109519" y="1308036"/>
                    </a:lnTo>
                    <a:lnTo>
                      <a:pt x="2998362" y="1308036"/>
                    </a:lnTo>
                    <a:lnTo>
                      <a:pt x="2887312" y="1308036"/>
                    </a:lnTo>
                    <a:lnTo>
                      <a:pt x="2776262" y="1308036"/>
                    </a:lnTo>
                    <a:lnTo>
                      <a:pt x="2665211" y="1308036"/>
                    </a:lnTo>
                    <a:lnTo>
                      <a:pt x="2554161" y="1308036"/>
                    </a:lnTo>
                    <a:lnTo>
                      <a:pt x="2443110" y="1308036"/>
                    </a:lnTo>
                    <a:lnTo>
                      <a:pt x="2332060" y="1209642"/>
                    </a:lnTo>
                    <a:lnTo>
                      <a:pt x="2221009" y="965934"/>
                    </a:lnTo>
                    <a:lnTo>
                      <a:pt x="2109959" y="731229"/>
                    </a:lnTo>
                    <a:lnTo>
                      <a:pt x="1998908" y="529357"/>
                    </a:lnTo>
                    <a:lnTo>
                      <a:pt x="1887858" y="351846"/>
                    </a:lnTo>
                    <a:lnTo>
                      <a:pt x="1776807" y="141818"/>
                    </a:lnTo>
                    <a:lnTo>
                      <a:pt x="1665757" y="38976"/>
                    </a:lnTo>
                    <a:lnTo>
                      <a:pt x="1554706" y="0"/>
                    </a:lnTo>
                    <a:lnTo>
                      <a:pt x="1443656" y="107079"/>
                    </a:lnTo>
                    <a:lnTo>
                      <a:pt x="1332605" y="461678"/>
                    </a:lnTo>
                    <a:lnTo>
                      <a:pt x="1221555" y="989235"/>
                    </a:lnTo>
                    <a:lnTo>
                      <a:pt x="1110505" y="1308036"/>
                    </a:lnTo>
                    <a:lnTo>
                      <a:pt x="999454" y="1308036"/>
                    </a:lnTo>
                    <a:lnTo>
                      <a:pt x="888404" y="1308036"/>
                    </a:lnTo>
                    <a:lnTo>
                      <a:pt x="777353" y="1204664"/>
                    </a:lnTo>
                    <a:lnTo>
                      <a:pt x="666303" y="816490"/>
                    </a:lnTo>
                    <a:lnTo>
                      <a:pt x="555252" y="516012"/>
                    </a:lnTo>
                    <a:lnTo>
                      <a:pt x="444202" y="281095"/>
                    </a:lnTo>
                    <a:lnTo>
                      <a:pt x="333151" y="105066"/>
                    </a:lnTo>
                    <a:lnTo>
                      <a:pt x="222101" y="162154"/>
                    </a:lnTo>
                    <a:lnTo>
                      <a:pt x="111050" y="662915"/>
                    </a:lnTo>
                    <a:lnTo>
                      <a:pt x="0" y="1308036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FCE996A2-BCF6-D028-AA5A-DBD1F72E43D3}"/>
                  </a:ext>
                </a:extLst>
              </p:cNvPr>
              <p:cNvSpPr/>
              <p:nvPr/>
            </p:nvSpPr>
            <p:spPr>
              <a:xfrm>
                <a:off x="1909778" y="3110834"/>
                <a:ext cx="8773198" cy="1609889"/>
              </a:xfrm>
              <a:custGeom>
                <a:avLst/>
                <a:gdLst>
                  <a:gd name="connsiteX0" fmla="*/ 0 w 8773198"/>
                  <a:gd name="connsiteY0" fmla="*/ 545562 h 1609889"/>
                  <a:gd name="connsiteX1" fmla="*/ 111050 w 8773198"/>
                  <a:gd name="connsiteY1" fmla="*/ 354493 h 1609889"/>
                  <a:gd name="connsiteX2" fmla="*/ 222101 w 8773198"/>
                  <a:gd name="connsiteY2" fmla="*/ 217335 h 1609889"/>
                  <a:gd name="connsiteX3" fmla="*/ 333151 w 8773198"/>
                  <a:gd name="connsiteY3" fmla="*/ 142030 h 1609889"/>
                  <a:gd name="connsiteX4" fmla="*/ 444202 w 8773198"/>
                  <a:gd name="connsiteY4" fmla="*/ 112057 h 1609889"/>
                  <a:gd name="connsiteX5" fmla="*/ 555252 w 8773198"/>
                  <a:gd name="connsiteY5" fmla="*/ 185985 h 1609889"/>
                  <a:gd name="connsiteX6" fmla="*/ 666303 w 8773198"/>
                  <a:gd name="connsiteY6" fmla="*/ 354493 h 1609889"/>
                  <a:gd name="connsiteX7" fmla="*/ 777353 w 8773198"/>
                  <a:gd name="connsiteY7" fmla="*/ 548316 h 1609889"/>
                  <a:gd name="connsiteX8" fmla="*/ 888404 w 8773198"/>
                  <a:gd name="connsiteY8" fmla="*/ 698396 h 1609889"/>
                  <a:gd name="connsiteX9" fmla="*/ 999454 w 8773198"/>
                  <a:gd name="connsiteY9" fmla="*/ 735678 h 1609889"/>
                  <a:gd name="connsiteX10" fmla="*/ 1110505 w 8773198"/>
                  <a:gd name="connsiteY10" fmla="*/ 634742 h 1609889"/>
                  <a:gd name="connsiteX11" fmla="*/ 1221555 w 8773198"/>
                  <a:gd name="connsiteY11" fmla="*/ 464008 h 1609889"/>
                  <a:gd name="connsiteX12" fmla="*/ 1332605 w 8773198"/>
                  <a:gd name="connsiteY12" fmla="*/ 278024 h 1609889"/>
                  <a:gd name="connsiteX13" fmla="*/ 1443656 w 8773198"/>
                  <a:gd name="connsiteY13" fmla="*/ 130803 h 1609889"/>
                  <a:gd name="connsiteX14" fmla="*/ 1554706 w 8773198"/>
                  <a:gd name="connsiteY14" fmla="*/ 76470 h 1609889"/>
                  <a:gd name="connsiteX15" fmla="*/ 1665757 w 8773198"/>
                  <a:gd name="connsiteY15" fmla="*/ 125826 h 1609889"/>
                  <a:gd name="connsiteX16" fmla="*/ 1776807 w 8773198"/>
                  <a:gd name="connsiteY16" fmla="*/ 219136 h 1609889"/>
                  <a:gd name="connsiteX17" fmla="*/ 1887858 w 8773198"/>
                  <a:gd name="connsiteY17" fmla="*/ 368686 h 1609889"/>
                  <a:gd name="connsiteX18" fmla="*/ 1998908 w 8773198"/>
                  <a:gd name="connsiteY18" fmla="*/ 530734 h 1609889"/>
                  <a:gd name="connsiteX19" fmla="*/ 2109959 w 8773198"/>
                  <a:gd name="connsiteY19" fmla="*/ 720849 h 1609889"/>
                  <a:gd name="connsiteX20" fmla="*/ 2221009 w 8773198"/>
                  <a:gd name="connsiteY20" fmla="*/ 915943 h 1609889"/>
                  <a:gd name="connsiteX21" fmla="*/ 2332060 w 8773198"/>
                  <a:gd name="connsiteY21" fmla="*/ 1092713 h 1609889"/>
                  <a:gd name="connsiteX22" fmla="*/ 2443110 w 8773198"/>
                  <a:gd name="connsiteY22" fmla="*/ 1227753 h 1609889"/>
                  <a:gd name="connsiteX23" fmla="*/ 2554161 w 8773198"/>
                  <a:gd name="connsiteY23" fmla="*/ 1317144 h 1609889"/>
                  <a:gd name="connsiteX24" fmla="*/ 2665211 w 8773198"/>
                  <a:gd name="connsiteY24" fmla="*/ 1396368 h 1609889"/>
                  <a:gd name="connsiteX25" fmla="*/ 2776262 w 8773198"/>
                  <a:gd name="connsiteY25" fmla="*/ 1465741 h 1609889"/>
                  <a:gd name="connsiteX26" fmla="*/ 2887312 w 8773198"/>
                  <a:gd name="connsiteY26" fmla="*/ 1523464 h 1609889"/>
                  <a:gd name="connsiteX27" fmla="*/ 2998362 w 8773198"/>
                  <a:gd name="connsiteY27" fmla="*/ 1567948 h 1609889"/>
                  <a:gd name="connsiteX28" fmla="*/ 3109519 w 8773198"/>
                  <a:gd name="connsiteY28" fmla="*/ 1597392 h 1609889"/>
                  <a:gd name="connsiteX29" fmla="*/ 3220569 w 8773198"/>
                  <a:gd name="connsiteY29" fmla="*/ 1609890 h 1609889"/>
                  <a:gd name="connsiteX30" fmla="*/ 3331620 w 8773198"/>
                  <a:gd name="connsiteY30" fmla="*/ 1590084 h 1609889"/>
                  <a:gd name="connsiteX31" fmla="*/ 3442670 w 8773198"/>
                  <a:gd name="connsiteY31" fmla="*/ 1536703 h 1609889"/>
                  <a:gd name="connsiteX32" fmla="*/ 3553721 w 8773198"/>
                  <a:gd name="connsiteY32" fmla="*/ 1462034 h 1609889"/>
                  <a:gd name="connsiteX33" fmla="*/ 3664771 w 8773198"/>
                  <a:gd name="connsiteY33" fmla="*/ 1377939 h 1609889"/>
                  <a:gd name="connsiteX34" fmla="*/ 3775822 w 8773198"/>
                  <a:gd name="connsiteY34" fmla="*/ 1296703 h 1609889"/>
                  <a:gd name="connsiteX35" fmla="*/ 3886872 w 8773198"/>
                  <a:gd name="connsiteY35" fmla="*/ 1230189 h 1609889"/>
                  <a:gd name="connsiteX36" fmla="*/ 3997923 w 8773198"/>
                  <a:gd name="connsiteY36" fmla="*/ 1190577 h 1609889"/>
                  <a:gd name="connsiteX37" fmla="*/ 4108973 w 8773198"/>
                  <a:gd name="connsiteY37" fmla="*/ 1162510 h 1609889"/>
                  <a:gd name="connsiteX38" fmla="*/ 4220024 w 8773198"/>
                  <a:gd name="connsiteY38" fmla="*/ 1116861 h 1609889"/>
                  <a:gd name="connsiteX39" fmla="*/ 4331074 w 8773198"/>
                  <a:gd name="connsiteY39" fmla="*/ 1075555 h 1609889"/>
                  <a:gd name="connsiteX40" fmla="*/ 4442124 w 8773198"/>
                  <a:gd name="connsiteY40" fmla="*/ 1061151 h 1609889"/>
                  <a:gd name="connsiteX41" fmla="*/ 4553175 w 8773198"/>
                  <a:gd name="connsiteY41" fmla="*/ 1091442 h 1609889"/>
                  <a:gd name="connsiteX42" fmla="*/ 4664225 w 8773198"/>
                  <a:gd name="connsiteY42" fmla="*/ 1152766 h 1609889"/>
                  <a:gd name="connsiteX43" fmla="*/ 4775276 w 8773198"/>
                  <a:gd name="connsiteY43" fmla="*/ 1222245 h 1609889"/>
                  <a:gd name="connsiteX44" fmla="*/ 4886326 w 8773198"/>
                  <a:gd name="connsiteY44" fmla="*/ 1277003 h 1609889"/>
                  <a:gd name="connsiteX45" fmla="*/ 4997377 w 8773198"/>
                  <a:gd name="connsiteY45" fmla="*/ 1294585 h 1609889"/>
                  <a:gd name="connsiteX46" fmla="*/ 5108428 w 8773198"/>
                  <a:gd name="connsiteY46" fmla="*/ 1252007 h 1609889"/>
                  <a:gd name="connsiteX47" fmla="*/ 5219478 w 8773198"/>
                  <a:gd name="connsiteY47" fmla="*/ 1139209 h 1609889"/>
                  <a:gd name="connsiteX48" fmla="*/ 5330528 w 8773198"/>
                  <a:gd name="connsiteY48" fmla="*/ 995378 h 1609889"/>
                  <a:gd name="connsiteX49" fmla="*/ 5441578 w 8773198"/>
                  <a:gd name="connsiteY49" fmla="*/ 840850 h 1609889"/>
                  <a:gd name="connsiteX50" fmla="*/ 5552629 w 8773198"/>
                  <a:gd name="connsiteY50" fmla="*/ 693206 h 1609889"/>
                  <a:gd name="connsiteX51" fmla="*/ 5663679 w 8773198"/>
                  <a:gd name="connsiteY51" fmla="*/ 570134 h 1609889"/>
                  <a:gd name="connsiteX52" fmla="*/ 5774730 w 8773198"/>
                  <a:gd name="connsiteY52" fmla="*/ 476612 h 1609889"/>
                  <a:gd name="connsiteX53" fmla="*/ 5885781 w 8773198"/>
                  <a:gd name="connsiteY53" fmla="*/ 394105 h 1609889"/>
                  <a:gd name="connsiteX54" fmla="*/ 5996831 w 8773198"/>
                  <a:gd name="connsiteY54" fmla="*/ 321025 h 1609889"/>
                  <a:gd name="connsiteX55" fmla="*/ 6107881 w 8773198"/>
                  <a:gd name="connsiteY55" fmla="*/ 257053 h 1609889"/>
                  <a:gd name="connsiteX56" fmla="*/ 6219038 w 8773198"/>
                  <a:gd name="connsiteY56" fmla="*/ 201660 h 1609889"/>
                  <a:gd name="connsiteX57" fmla="*/ 6330088 w 8773198"/>
                  <a:gd name="connsiteY57" fmla="*/ 154316 h 1609889"/>
                  <a:gd name="connsiteX58" fmla="*/ 6441139 w 8773198"/>
                  <a:gd name="connsiteY58" fmla="*/ 114387 h 1609889"/>
                  <a:gd name="connsiteX59" fmla="*/ 6552189 w 8773198"/>
                  <a:gd name="connsiteY59" fmla="*/ 81554 h 1609889"/>
                  <a:gd name="connsiteX60" fmla="*/ 6663240 w 8773198"/>
                  <a:gd name="connsiteY60" fmla="*/ 55075 h 1609889"/>
                  <a:gd name="connsiteX61" fmla="*/ 6774290 w 8773198"/>
                  <a:gd name="connsiteY61" fmla="*/ 34634 h 1609889"/>
                  <a:gd name="connsiteX62" fmla="*/ 6885340 w 8773198"/>
                  <a:gd name="connsiteY62" fmla="*/ 19594 h 1609889"/>
                  <a:gd name="connsiteX63" fmla="*/ 6996391 w 8773198"/>
                  <a:gd name="connsiteY63" fmla="*/ 9426 h 1609889"/>
                  <a:gd name="connsiteX64" fmla="*/ 7107441 w 8773198"/>
                  <a:gd name="connsiteY64" fmla="*/ 3283 h 1609889"/>
                  <a:gd name="connsiteX65" fmla="*/ 7218492 w 8773198"/>
                  <a:gd name="connsiteY65" fmla="*/ 0 h 1609889"/>
                  <a:gd name="connsiteX66" fmla="*/ 7329543 w 8773198"/>
                  <a:gd name="connsiteY66" fmla="*/ 0 h 1609889"/>
                  <a:gd name="connsiteX67" fmla="*/ 7440593 w 8773198"/>
                  <a:gd name="connsiteY67" fmla="*/ 3919 h 1609889"/>
                  <a:gd name="connsiteX68" fmla="*/ 7551643 w 8773198"/>
                  <a:gd name="connsiteY68" fmla="*/ 12180 h 1609889"/>
                  <a:gd name="connsiteX69" fmla="*/ 7662694 w 8773198"/>
                  <a:gd name="connsiteY69" fmla="*/ 25313 h 1609889"/>
                  <a:gd name="connsiteX70" fmla="*/ 7773744 w 8773198"/>
                  <a:gd name="connsiteY70" fmla="*/ 44060 h 1609889"/>
                  <a:gd name="connsiteX71" fmla="*/ 7884794 w 8773198"/>
                  <a:gd name="connsiteY71" fmla="*/ 68738 h 1609889"/>
                  <a:gd name="connsiteX72" fmla="*/ 7995845 w 8773198"/>
                  <a:gd name="connsiteY72" fmla="*/ 99877 h 1609889"/>
                  <a:gd name="connsiteX73" fmla="*/ 8106896 w 8773198"/>
                  <a:gd name="connsiteY73" fmla="*/ 138217 h 1609889"/>
                  <a:gd name="connsiteX74" fmla="*/ 8217946 w 8773198"/>
                  <a:gd name="connsiteY74" fmla="*/ 184184 h 1609889"/>
                  <a:gd name="connsiteX75" fmla="*/ 8328997 w 8773198"/>
                  <a:gd name="connsiteY75" fmla="*/ 238412 h 1609889"/>
                  <a:gd name="connsiteX76" fmla="*/ 8440047 w 8773198"/>
                  <a:gd name="connsiteY76" fmla="*/ 301219 h 1609889"/>
                  <a:gd name="connsiteX77" fmla="*/ 8551097 w 8773198"/>
                  <a:gd name="connsiteY77" fmla="*/ 373452 h 1609889"/>
                  <a:gd name="connsiteX78" fmla="*/ 8662148 w 8773198"/>
                  <a:gd name="connsiteY78" fmla="*/ 455429 h 1609889"/>
                  <a:gd name="connsiteX79" fmla="*/ 8773198 w 8773198"/>
                  <a:gd name="connsiteY79" fmla="*/ 547680 h 1609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1609889">
                    <a:moveTo>
                      <a:pt x="0" y="545562"/>
                    </a:moveTo>
                    <a:lnTo>
                      <a:pt x="111050" y="354493"/>
                    </a:lnTo>
                    <a:lnTo>
                      <a:pt x="222101" y="217335"/>
                    </a:lnTo>
                    <a:lnTo>
                      <a:pt x="333151" y="142030"/>
                    </a:lnTo>
                    <a:lnTo>
                      <a:pt x="444202" y="112057"/>
                    </a:lnTo>
                    <a:lnTo>
                      <a:pt x="555252" y="185985"/>
                    </a:lnTo>
                    <a:lnTo>
                      <a:pt x="666303" y="354493"/>
                    </a:lnTo>
                    <a:lnTo>
                      <a:pt x="777353" y="548316"/>
                    </a:lnTo>
                    <a:lnTo>
                      <a:pt x="888404" y="698396"/>
                    </a:lnTo>
                    <a:lnTo>
                      <a:pt x="999454" y="735678"/>
                    </a:lnTo>
                    <a:lnTo>
                      <a:pt x="1110505" y="634742"/>
                    </a:lnTo>
                    <a:lnTo>
                      <a:pt x="1221555" y="464008"/>
                    </a:lnTo>
                    <a:lnTo>
                      <a:pt x="1332605" y="278024"/>
                    </a:lnTo>
                    <a:lnTo>
                      <a:pt x="1443656" y="130803"/>
                    </a:lnTo>
                    <a:lnTo>
                      <a:pt x="1554706" y="76470"/>
                    </a:lnTo>
                    <a:lnTo>
                      <a:pt x="1665757" y="125826"/>
                    </a:lnTo>
                    <a:lnTo>
                      <a:pt x="1776807" y="219136"/>
                    </a:lnTo>
                    <a:lnTo>
                      <a:pt x="1887858" y="368686"/>
                    </a:lnTo>
                    <a:lnTo>
                      <a:pt x="1998908" y="530734"/>
                    </a:lnTo>
                    <a:lnTo>
                      <a:pt x="2109959" y="720849"/>
                    </a:lnTo>
                    <a:lnTo>
                      <a:pt x="2221009" y="915943"/>
                    </a:lnTo>
                    <a:lnTo>
                      <a:pt x="2332060" y="1092713"/>
                    </a:lnTo>
                    <a:lnTo>
                      <a:pt x="2443110" y="1227753"/>
                    </a:lnTo>
                    <a:lnTo>
                      <a:pt x="2554161" y="1317144"/>
                    </a:lnTo>
                    <a:lnTo>
                      <a:pt x="2665211" y="1396368"/>
                    </a:lnTo>
                    <a:lnTo>
                      <a:pt x="2776262" y="1465741"/>
                    </a:lnTo>
                    <a:lnTo>
                      <a:pt x="2887312" y="1523464"/>
                    </a:lnTo>
                    <a:lnTo>
                      <a:pt x="2998362" y="1567948"/>
                    </a:lnTo>
                    <a:lnTo>
                      <a:pt x="3109519" y="1597392"/>
                    </a:lnTo>
                    <a:lnTo>
                      <a:pt x="3220569" y="1609890"/>
                    </a:lnTo>
                    <a:lnTo>
                      <a:pt x="3331620" y="1590084"/>
                    </a:lnTo>
                    <a:lnTo>
                      <a:pt x="3442670" y="1536703"/>
                    </a:lnTo>
                    <a:lnTo>
                      <a:pt x="3553721" y="1462034"/>
                    </a:lnTo>
                    <a:lnTo>
                      <a:pt x="3664771" y="1377939"/>
                    </a:lnTo>
                    <a:lnTo>
                      <a:pt x="3775822" y="1296703"/>
                    </a:lnTo>
                    <a:lnTo>
                      <a:pt x="3886872" y="1230189"/>
                    </a:lnTo>
                    <a:lnTo>
                      <a:pt x="3997923" y="1190577"/>
                    </a:lnTo>
                    <a:lnTo>
                      <a:pt x="4108973" y="1162510"/>
                    </a:lnTo>
                    <a:lnTo>
                      <a:pt x="4220024" y="1116861"/>
                    </a:lnTo>
                    <a:lnTo>
                      <a:pt x="4331074" y="1075555"/>
                    </a:lnTo>
                    <a:lnTo>
                      <a:pt x="4442124" y="1061151"/>
                    </a:lnTo>
                    <a:lnTo>
                      <a:pt x="4553175" y="1091442"/>
                    </a:lnTo>
                    <a:lnTo>
                      <a:pt x="4664225" y="1152766"/>
                    </a:lnTo>
                    <a:lnTo>
                      <a:pt x="4775276" y="1222245"/>
                    </a:lnTo>
                    <a:lnTo>
                      <a:pt x="4886326" y="1277003"/>
                    </a:lnTo>
                    <a:lnTo>
                      <a:pt x="4997377" y="1294585"/>
                    </a:lnTo>
                    <a:lnTo>
                      <a:pt x="5108428" y="1252007"/>
                    </a:lnTo>
                    <a:lnTo>
                      <a:pt x="5219478" y="1139209"/>
                    </a:lnTo>
                    <a:lnTo>
                      <a:pt x="5330528" y="995378"/>
                    </a:lnTo>
                    <a:lnTo>
                      <a:pt x="5441578" y="840850"/>
                    </a:lnTo>
                    <a:lnTo>
                      <a:pt x="5552629" y="693206"/>
                    </a:lnTo>
                    <a:lnTo>
                      <a:pt x="5663679" y="570134"/>
                    </a:lnTo>
                    <a:lnTo>
                      <a:pt x="5774730" y="476612"/>
                    </a:lnTo>
                    <a:lnTo>
                      <a:pt x="5885781" y="394105"/>
                    </a:lnTo>
                    <a:lnTo>
                      <a:pt x="5996831" y="321025"/>
                    </a:lnTo>
                    <a:lnTo>
                      <a:pt x="6107881" y="257053"/>
                    </a:lnTo>
                    <a:lnTo>
                      <a:pt x="6219038" y="201660"/>
                    </a:lnTo>
                    <a:lnTo>
                      <a:pt x="6330088" y="154316"/>
                    </a:lnTo>
                    <a:lnTo>
                      <a:pt x="6441139" y="114387"/>
                    </a:lnTo>
                    <a:lnTo>
                      <a:pt x="6552189" y="81554"/>
                    </a:lnTo>
                    <a:lnTo>
                      <a:pt x="6663240" y="55075"/>
                    </a:lnTo>
                    <a:lnTo>
                      <a:pt x="6774290" y="34634"/>
                    </a:lnTo>
                    <a:lnTo>
                      <a:pt x="6885340" y="19594"/>
                    </a:lnTo>
                    <a:lnTo>
                      <a:pt x="6996391" y="9426"/>
                    </a:lnTo>
                    <a:lnTo>
                      <a:pt x="7107441" y="3283"/>
                    </a:lnTo>
                    <a:lnTo>
                      <a:pt x="7218492" y="0"/>
                    </a:lnTo>
                    <a:lnTo>
                      <a:pt x="7329543" y="0"/>
                    </a:lnTo>
                    <a:lnTo>
                      <a:pt x="7440593" y="3919"/>
                    </a:lnTo>
                    <a:lnTo>
                      <a:pt x="7551643" y="12180"/>
                    </a:lnTo>
                    <a:lnTo>
                      <a:pt x="7662694" y="25313"/>
                    </a:lnTo>
                    <a:lnTo>
                      <a:pt x="7773744" y="44060"/>
                    </a:lnTo>
                    <a:lnTo>
                      <a:pt x="7884794" y="68738"/>
                    </a:lnTo>
                    <a:lnTo>
                      <a:pt x="7995845" y="99877"/>
                    </a:lnTo>
                    <a:lnTo>
                      <a:pt x="8106896" y="138217"/>
                    </a:lnTo>
                    <a:lnTo>
                      <a:pt x="8217946" y="184184"/>
                    </a:lnTo>
                    <a:lnTo>
                      <a:pt x="8328997" y="238412"/>
                    </a:lnTo>
                    <a:lnTo>
                      <a:pt x="8440047" y="301219"/>
                    </a:lnTo>
                    <a:lnTo>
                      <a:pt x="8551097" y="373452"/>
                    </a:lnTo>
                    <a:lnTo>
                      <a:pt x="8662148" y="455429"/>
                    </a:lnTo>
                    <a:lnTo>
                      <a:pt x="8773198" y="547680"/>
                    </a:lnTo>
                  </a:path>
                </a:pathLst>
              </a:custGeom>
              <a:noFill/>
              <a:ln w="22550" cap="flat">
                <a:solidFill>
                  <a:srgbClr val="E7882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B5D5A8-67FA-35F4-A1A4-20732A5236B0}"/>
                  </a:ext>
                </a:extLst>
              </p:cNvPr>
              <p:cNvSpPr txBox="1"/>
              <p:nvPr/>
            </p:nvSpPr>
            <p:spPr>
              <a:xfrm>
                <a:off x="9243142" y="4410717"/>
                <a:ext cx="7649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E78828"/>
                    </a:solidFill>
                    <a:latin typeface="Arial"/>
                    <a:cs typeface="Arial"/>
                    <a:sym typeface="Arial"/>
                    <a:rtl val="0"/>
                  </a:rPr>
                  <a:t>Stable</a:t>
                </a:r>
              </a:p>
            </p:txBody>
          </p:sp>
        </p:grpSp>
        <p:grpSp>
          <p:nvGrpSpPr>
            <p:cNvPr id="14" name="Graphic 2">
              <a:extLst>
                <a:ext uri="{FF2B5EF4-FFF2-40B4-BE49-F238E27FC236}">
                  <a16:creationId xmlns:a16="http://schemas.microsoft.com/office/drawing/2014/main" id="{504BF8C7-5E9C-B018-1B06-795DA94976ED}"/>
                </a:ext>
              </a:extLst>
            </p:cNvPr>
            <p:cNvGrpSpPr/>
            <p:nvPr/>
          </p:nvGrpSpPr>
          <p:grpSpPr>
            <a:xfrm>
              <a:off x="961062" y="612426"/>
              <a:ext cx="10160606" cy="5419645"/>
              <a:chOff x="961062" y="612426"/>
              <a:chExt cx="10160606" cy="5419645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1886E37E-C5FD-AF46-2A40-5EB66C2D8BD1}"/>
                  </a:ext>
                </a:extLst>
              </p:cNvPr>
              <p:cNvSpPr/>
              <p:nvPr/>
            </p:nvSpPr>
            <p:spPr>
              <a:xfrm>
                <a:off x="147108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5A131DB-B0E9-BA79-5048-A7B7EAA316FB}"/>
                  </a:ext>
                </a:extLst>
              </p:cNvPr>
              <p:cNvSpPr txBox="1"/>
              <p:nvPr/>
            </p:nvSpPr>
            <p:spPr>
              <a:xfrm>
                <a:off x="124490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FDD4789-4665-2210-4301-2156009F0B07}"/>
                  </a:ext>
                </a:extLst>
              </p:cNvPr>
              <p:cNvSpPr txBox="1"/>
              <p:nvPr/>
            </p:nvSpPr>
            <p:spPr>
              <a:xfrm>
                <a:off x="1162396" y="4428502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2B1EA49-06C1-A7BF-450C-2BF95D982B0C}"/>
                  </a:ext>
                </a:extLst>
              </p:cNvPr>
              <p:cNvSpPr txBox="1"/>
              <p:nvPr/>
            </p:nvSpPr>
            <p:spPr>
              <a:xfrm>
                <a:off x="1162396" y="3207316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40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BBB64C9-B2D2-0C6E-8432-7815BD885052}"/>
                  </a:ext>
                </a:extLst>
              </p:cNvPr>
              <p:cNvSpPr txBox="1"/>
              <p:nvPr/>
            </p:nvSpPr>
            <p:spPr>
              <a:xfrm>
                <a:off x="1162396" y="1986023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60</a:t>
                </a: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E7E6D3D-3741-D10D-C92A-72AAC8E3942F}"/>
                  </a:ext>
                </a:extLst>
              </p:cNvPr>
              <p:cNvSpPr/>
              <p:nvPr/>
            </p:nvSpPr>
            <p:spPr>
              <a:xfrm>
                <a:off x="144205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E6A0E7A5-00A3-1A30-BE75-8698AB75C9E3}"/>
                  </a:ext>
                </a:extLst>
              </p:cNvPr>
              <p:cNvSpPr/>
              <p:nvPr/>
            </p:nvSpPr>
            <p:spPr>
              <a:xfrm>
                <a:off x="1442052" y="4555393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4E690C55-0E3F-EB43-AAA3-2AC7FFBED592}"/>
                  </a:ext>
                </a:extLst>
              </p:cNvPr>
              <p:cNvSpPr/>
              <p:nvPr/>
            </p:nvSpPr>
            <p:spPr>
              <a:xfrm>
                <a:off x="1442052" y="3334206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91A500E-AE35-8DD1-31CE-97C65BBB3851}"/>
                  </a:ext>
                </a:extLst>
              </p:cNvPr>
              <p:cNvSpPr/>
              <p:nvPr/>
            </p:nvSpPr>
            <p:spPr>
              <a:xfrm>
                <a:off x="1442052" y="2112914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D77C08B8-F303-FCDC-F729-61E11AD6975F}"/>
                  </a:ext>
                </a:extLst>
              </p:cNvPr>
              <p:cNvSpPr/>
              <p:nvPr/>
            </p:nvSpPr>
            <p:spPr>
              <a:xfrm>
                <a:off x="1471087" y="5776685"/>
                <a:ext cx="9650581" cy="10591"/>
              </a:xfrm>
              <a:custGeom>
                <a:avLst/>
                <a:gdLst>
                  <a:gd name="connsiteX0" fmla="*/ 0 w 9650581"/>
                  <a:gd name="connsiteY0" fmla="*/ 0 h 10591"/>
                  <a:gd name="connsiteX1" fmla="*/ 9650582 w 965058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50581" h="10591">
                    <a:moveTo>
                      <a:pt x="0" y="0"/>
                    </a:moveTo>
                    <a:lnTo>
                      <a:pt x="965058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EFCD83C7-70EE-9AA2-BB2A-5FFD47C56DBF}"/>
                  </a:ext>
                </a:extLst>
              </p:cNvPr>
              <p:cNvSpPr/>
              <p:nvPr/>
            </p:nvSpPr>
            <p:spPr>
              <a:xfrm>
                <a:off x="253104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88852B32-A43B-8442-30D0-E929F0E6FDA2}"/>
                  </a:ext>
                </a:extLst>
              </p:cNvPr>
              <p:cNvSpPr/>
              <p:nvPr/>
            </p:nvSpPr>
            <p:spPr>
              <a:xfrm>
                <a:off x="377358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F196139C-1CB3-27A7-72BA-DF36F9AD1E2E}"/>
                  </a:ext>
                </a:extLst>
              </p:cNvPr>
              <p:cNvSpPr/>
              <p:nvPr/>
            </p:nvSpPr>
            <p:spPr>
              <a:xfrm>
                <a:off x="502989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7B19516-2FE1-3160-A516-FBE2C278FDF4}"/>
                  </a:ext>
                </a:extLst>
              </p:cNvPr>
              <p:cNvSpPr/>
              <p:nvPr/>
            </p:nvSpPr>
            <p:spPr>
              <a:xfrm>
                <a:off x="626564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C0EEE18B-A4B5-FD3F-5624-7E20841E1C31}"/>
                  </a:ext>
                </a:extLst>
              </p:cNvPr>
              <p:cNvSpPr/>
              <p:nvPr/>
            </p:nvSpPr>
            <p:spPr>
              <a:xfrm>
                <a:off x="752185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99755606-4E98-DD83-8880-F7DE22E1F966}"/>
                  </a:ext>
                </a:extLst>
              </p:cNvPr>
              <p:cNvSpPr/>
              <p:nvPr/>
            </p:nvSpPr>
            <p:spPr>
              <a:xfrm>
                <a:off x="875771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70A94758-4E00-783A-A8B2-E056705BFE76}"/>
                  </a:ext>
                </a:extLst>
              </p:cNvPr>
              <p:cNvSpPr/>
              <p:nvPr/>
            </p:nvSpPr>
            <p:spPr>
              <a:xfrm>
                <a:off x="1001391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1002377-48B2-F67D-15C5-DB33FD11A55A}"/>
                  </a:ext>
                </a:extLst>
              </p:cNvPr>
              <p:cNvSpPr txBox="1"/>
              <p:nvPr/>
            </p:nvSpPr>
            <p:spPr>
              <a:xfrm>
                <a:off x="2122009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2019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64890B1-A2B1-E8FC-8F56-D65FB7277F72}"/>
                  </a:ext>
                </a:extLst>
              </p:cNvPr>
              <p:cNvSpPr txBox="1"/>
              <p:nvPr/>
            </p:nvSpPr>
            <p:spPr>
              <a:xfrm>
                <a:off x="3368782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2020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35FE581-957B-4893-BE3D-6A2D43048841}"/>
                  </a:ext>
                </a:extLst>
              </p:cNvPr>
              <p:cNvSpPr txBox="1"/>
              <p:nvPr/>
            </p:nvSpPr>
            <p:spPr>
              <a:xfrm>
                <a:off x="4620856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2020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17665DE-F4D8-7B21-CDB3-0DCF3B20FD96}"/>
                  </a:ext>
                </a:extLst>
              </p:cNvPr>
              <p:cNvSpPr txBox="1"/>
              <p:nvPr/>
            </p:nvSpPr>
            <p:spPr>
              <a:xfrm>
                <a:off x="5860848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2021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52D4645-F52C-3E44-84DA-A7C9BEBF5478}"/>
                  </a:ext>
                </a:extLst>
              </p:cNvPr>
              <p:cNvSpPr txBox="1"/>
              <p:nvPr/>
            </p:nvSpPr>
            <p:spPr>
              <a:xfrm>
                <a:off x="711281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2021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586BB24-ECD8-C219-0D9E-73B3AFF82F53}"/>
                  </a:ext>
                </a:extLst>
              </p:cNvPr>
              <p:cNvSpPr txBox="1"/>
              <p:nvPr/>
            </p:nvSpPr>
            <p:spPr>
              <a:xfrm>
                <a:off x="8352913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2022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4BFF98D-F9CE-3FE9-C7EB-593B83A855B9}"/>
                  </a:ext>
                </a:extLst>
              </p:cNvPr>
              <p:cNvSpPr txBox="1"/>
              <p:nvPr/>
            </p:nvSpPr>
            <p:spPr>
              <a:xfrm>
                <a:off x="9604881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2022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6689354-E798-55E2-3B5F-6D99009B5E27}"/>
                  </a:ext>
                </a:extLst>
              </p:cNvPr>
              <p:cNvSpPr txBox="1"/>
              <p:nvPr/>
            </p:nvSpPr>
            <p:spPr>
              <a:xfrm rot="16200000">
                <a:off x="161580" y="3204753"/>
                <a:ext cx="19375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landings(kg)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F048A92-BB88-ADC2-F97E-EF3855437A2C}"/>
                  </a:ext>
                </a:extLst>
              </p:cNvPr>
              <p:cNvSpPr txBox="1"/>
              <p:nvPr/>
            </p:nvSpPr>
            <p:spPr>
              <a:xfrm>
                <a:off x="1379647" y="612426"/>
                <a:ext cx="621695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 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S.serrata</a:t>
                </a:r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 in MAR </a:t>
                </a:r>
                <a:r>
                  <a:rPr lang="en-US" sz="2000" b="1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iotapina</a:t>
                </a:r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 - Lasel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841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918A28-C251-D327-E89F-E20B6F85E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2">
            <a:extLst>
              <a:ext uri="{FF2B5EF4-FFF2-40B4-BE49-F238E27FC236}">
                <a16:creationId xmlns:a16="http://schemas.microsoft.com/office/drawing/2014/main" id="{F1C7AEAF-6AD3-6AF7-FB07-E2323A095719}"/>
              </a:ext>
            </a:extLst>
          </p:cNvPr>
          <p:cNvGrpSpPr/>
          <p:nvPr/>
        </p:nvGrpSpPr>
        <p:grpSpPr>
          <a:xfrm>
            <a:off x="961062" y="612426"/>
            <a:ext cx="10221218" cy="5602107"/>
            <a:chOff x="961062" y="612426"/>
            <a:chExt cx="10221218" cy="5602107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FB9B075-1FD4-E48C-83D4-BB0D1A0BAE6C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963A794-7AD9-1D7C-37B4-B145CCE666B7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58" name="Graphic 2">
              <a:extLst>
                <a:ext uri="{FF2B5EF4-FFF2-40B4-BE49-F238E27FC236}">
                  <a16:creationId xmlns:a16="http://schemas.microsoft.com/office/drawing/2014/main" id="{BD7E6FC5-EE8A-E7E2-2AFD-3AF7DB9CF42C}"/>
                </a:ext>
              </a:extLst>
            </p:cNvPr>
            <p:cNvGrpSpPr/>
            <p:nvPr/>
          </p:nvGrpSpPr>
          <p:grpSpPr>
            <a:xfrm>
              <a:off x="1471087" y="971481"/>
              <a:ext cx="9650581" cy="4805204"/>
              <a:chOff x="1471087" y="971481"/>
              <a:chExt cx="9650581" cy="4805204"/>
            </a:xfrm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F5AE5448-4EC6-7F22-20F6-5E2D9CF7F762}"/>
                  </a:ext>
                </a:extLst>
              </p:cNvPr>
              <p:cNvSpPr/>
              <p:nvPr/>
            </p:nvSpPr>
            <p:spPr>
              <a:xfrm>
                <a:off x="1471087" y="971481"/>
                <a:ext cx="9650581" cy="4805204"/>
              </a:xfrm>
              <a:custGeom>
                <a:avLst/>
                <a:gdLst>
                  <a:gd name="connsiteX0" fmla="*/ 0 w 9650581"/>
                  <a:gd name="connsiteY0" fmla="*/ 0 h 4805204"/>
                  <a:gd name="connsiteX1" fmla="*/ 9650582 w 9650581"/>
                  <a:gd name="connsiteY1" fmla="*/ 0 h 4805204"/>
                  <a:gd name="connsiteX2" fmla="*/ 9650582 w 9650581"/>
                  <a:gd name="connsiteY2" fmla="*/ 4805204 h 4805204"/>
                  <a:gd name="connsiteX3" fmla="*/ 0 w 965058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50581" h="4805204">
                    <a:moveTo>
                      <a:pt x="0" y="0"/>
                    </a:moveTo>
                    <a:lnTo>
                      <a:pt x="9650582" y="0"/>
                    </a:lnTo>
                    <a:lnTo>
                      <a:pt x="965058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92A45B81-1528-B33A-41EF-9B007F3129C8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4805204"/>
              </a:xfrm>
              <a:custGeom>
                <a:avLst/>
                <a:gdLst>
                  <a:gd name="connsiteX0" fmla="*/ 0 w 8773198"/>
                  <a:gd name="connsiteY0" fmla="*/ 1131583 h 4805204"/>
                  <a:gd name="connsiteX1" fmla="*/ 111050 w 8773198"/>
                  <a:gd name="connsiteY1" fmla="*/ 2073369 h 4805204"/>
                  <a:gd name="connsiteX2" fmla="*/ 222101 w 8773198"/>
                  <a:gd name="connsiteY2" fmla="*/ 2723150 h 4805204"/>
                  <a:gd name="connsiteX3" fmla="*/ 333151 w 8773198"/>
                  <a:gd name="connsiteY3" fmla="*/ 2977449 h 4805204"/>
                  <a:gd name="connsiteX4" fmla="*/ 444202 w 8773198"/>
                  <a:gd name="connsiteY4" fmla="*/ 3058262 h 4805204"/>
                  <a:gd name="connsiteX5" fmla="*/ 555252 w 8773198"/>
                  <a:gd name="connsiteY5" fmla="*/ 3070972 h 4805204"/>
                  <a:gd name="connsiteX6" fmla="*/ 666303 w 8773198"/>
                  <a:gd name="connsiteY6" fmla="*/ 3048306 h 4805204"/>
                  <a:gd name="connsiteX7" fmla="*/ 777353 w 8773198"/>
                  <a:gd name="connsiteY7" fmla="*/ 2971730 h 4805204"/>
                  <a:gd name="connsiteX8" fmla="*/ 888404 w 8773198"/>
                  <a:gd name="connsiteY8" fmla="*/ 2807458 h 4805204"/>
                  <a:gd name="connsiteX9" fmla="*/ 999454 w 8773198"/>
                  <a:gd name="connsiteY9" fmla="*/ 2560785 h 4805204"/>
                  <a:gd name="connsiteX10" fmla="*/ 1110505 w 8773198"/>
                  <a:gd name="connsiteY10" fmla="*/ 2293458 h 4805204"/>
                  <a:gd name="connsiteX11" fmla="*/ 1221555 w 8773198"/>
                  <a:gd name="connsiteY11" fmla="*/ 2096458 h 4805204"/>
                  <a:gd name="connsiteX12" fmla="*/ 1332605 w 8773198"/>
                  <a:gd name="connsiteY12" fmla="*/ 2048797 h 4805204"/>
                  <a:gd name="connsiteX13" fmla="*/ 1443656 w 8773198"/>
                  <a:gd name="connsiteY13" fmla="*/ 2062989 h 4805204"/>
                  <a:gd name="connsiteX14" fmla="*/ 1554706 w 8773198"/>
                  <a:gd name="connsiteY14" fmla="*/ 1946272 h 4805204"/>
                  <a:gd name="connsiteX15" fmla="*/ 1665757 w 8773198"/>
                  <a:gd name="connsiteY15" fmla="*/ 1825107 h 4805204"/>
                  <a:gd name="connsiteX16" fmla="*/ 1776807 w 8773198"/>
                  <a:gd name="connsiteY16" fmla="*/ 1735186 h 4805204"/>
                  <a:gd name="connsiteX17" fmla="*/ 1887858 w 8773198"/>
                  <a:gd name="connsiteY17" fmla="*/ 1737622 h 4805204"/>
                  <a:gd name="connsiteX18" fmla="*/ 1998908 w 8773198"/>
                  <a:gd name="connsiteY18" fmla="*/ 1826166 h 4805204"/>
                  <a:gd name="connsiteX19" fmla="*/ 2109959 w 8773198"/>
                  <a:gd name="connsiteY19" fmla="*/ 1941400 h 4805204"/>
                  <a:gd name="connsiteX20" fmla="*/ 2221009 w 8773198"/>
                  <a:gd name="connsiteY20" fmla="*/ 2042019 h 4805204"/>
                  <a:gd name="connsiteX21" fmla="*/ 2332060 w 8773198"/>
                  <a:gd name="connsiteY21" fmla="*/ 2110227 h 4805204"/>
                  <a:gd name="connsiteX22" fmla="*/ 2443110 w 8773198"/>
                  <a:gd name="connsiteY22" fmla="*/ 2145179 h 4805204"/>
                  <a:gd name="connsiteX23" fmla="*/ 2554161 w 8773198"/>
                  <a:gd name="connsiteY23" fmla="*/ 2172610 h 4805204"/>
                  <a:gd name="connsiteX24" fmla="*/ 2665211 w 8773198"/>
                  <a:gd name="connsiteY24" fmla="*/ 2230863 h 4805204"/>
                  <a:gd name="connsiteX25" fmla="*/ 2776262 w 8773198"/>
                  <a:gd name="connsiteY25" fmla="*/ 2284138 h 4805204"/>
                  <a:gd name="connsiteX26" fmla="*/ 2887312 w 8773198"/>
                  <a:gd name="connsiteY26" fmla="*/ 2310087 h 4805204"/>
                  <a:gd name="connsiteX27" fmla="*/ 2998362 w 8773198"/>
                  <a:gd name="connsiteY27" fmla="*/ 2308286 h 4805204"/>
                  <a:gd name="connsiteX28" fmla="*/ 3109519 w 8773198"/>
                  <a:gd name="connsiteY28" fmla="*/ 2293458 h 4805204"/>
                  <a:gd name="connsiteX29" fmla="*/ 3220569 w 8773198"/>
                  <a:gd name="connsiteY29" fmla="*/ 2284455 h 4805204"/>
                  <a:gd name="connsiteX30" fmla="*/ 3331620 w 8773198"/>
                  <a:gd name="connsiteY30" fmla="*/ 2287845 h 4805204"/>
                  <a:gd name="connsiteX31" fmla="*/ 3442670 w 8773198"/>
                  <a:gd name="connsiteY31" fmla="*/ 2298012 h 4805204"/>
                  <a:gd name="connsiteX32" fmla="*/ 3553721 w 8773198"/>
                  <a:gd name="connsiteY32" fmla="*/ 2309663 h 4805204"/>
                  <a:gd name="connsiteX33" fmla="*/ 3664771 w 8773198"/>
                  <a:gd name="connsiteY33" fmla="*/ 2316865 h 4805204"/>
                  <a:gd name="connsiteX34" fmla="*/ 3775822 w 8773198"/>
                  <a:gd name="connsiteY34" fmla="*/ 2314853 h 4805204"/>
                  <a:gd name="connsiteX35" fmla="*/ 3886872 w 8773198"/>
                  <a:gd name="connsiteY35" fmla="*/ 2300766 h 4805204"/>
                  <a:gd name="connsiteX36" fmla="*/ 3997923 w 8773198"/>
                  <a:gd name="connsiteY36" fmla="*/ 2274923 h 4805204"/>
                  <a:gd name="connsiteX37" fmla="*/ 4108973 w 8773198"/>
                  <a:gd name="connsiteY37" fmla="*/ 2241137 h 4805204"/>
                  <a:gd name="connsiteX38" fmla="*/ 4220024 w 8773198"/>
                  <a:gd name="connsiteY38" fmla="*/ 2206715 h 4805204"/>
                  <a:gd name="connsiteX39" fmla="*/ 4331074 w 8773198"/>
                  <a:gd name="connsiteY39" fmla="*/ 2180766 h 4805204"/>
                  <a:gd name="connsiteX40" fmla="*/ 4442124 w 8773198"/>
                  <a:gd name="connsiteY40" fmla="*/ 2172187 h 4805204"/>
                  <a:gd name="connsiteX41" fmla="*/ 4553175 w 8773198"/>
                  <a:gd name="connsiteY41" fmla="*/ 2185532 h 4805204"/>
                  <a:gd name="connsiteX42" fmla="*/ 4664225 w 8773198"/>
                  <a:gd name="connsiteY42" fmla="*/ 2202796 h 4805204"/>
                  <a:gd name="connsiteX43" fmla="*/ 4775276 w 8773198"/>
                  <a:gd name="connsiteY43" fmla="*/ 2199936 h 4805204"/>
                  <a:gd name="connsiteX44" fmla="*/ 4886326 w 8773198"/>
                  <a:gd name="connsiteY44" fmla="*/ 2158524 h 4805204"/>
                  <a:gd name="connsiteX45" fmla="*/ 4997377 w 8773198"/>
                  <a:gd name="connsiteY45" fmla="*/ 2063943 h 4805204"/>
                  <a:gd name="connsiteX46" fmla="*/ 5108428 w 8773198"/>
                  <a:gd name="connsiteY46" fmla="*/ 1931233 h 4805204"/>
                  <a:gd name="connsiteX47" fmla="*/ 5219478 w 8773198"/>
                  <a:gd name="connsiteY47" fmla="*/ 1782847 h 4805204"/>
                  <a:gd name="connsiteX48" fmla="*/ 5330528 w 8773198"/>
                  <a:gd name="connsiteY48" fmla="*/ 1625565 h 4805204"/>
                  <a:gd name="connsiteX49" fmla="*/ 5441578 w 8773198"/>
                  <a:gd name="connsiteY49" fmla="*/ 1468389 h 4805204"/>
                  <a:gd name="connsiteX50" fmla="*/ 5552629 w 8773198"/>
                  <a:gd name="connsiteY50" fmla="*/ 1321593 h 4805204"/>
                  <a:gd name="connsiteX51" fmla="*/ 5663679 w 8773198"/>
                  <a:gd name="connsiteY51" fmla="*/ 1196826 h 4805204"/>
                  <a:gd name="connsiteX52" fmla="*/ 5774730 w 8773198"/>
                  <a:gd name="connsiteY52" fmla="*/ 1102139 h 4805204"/>
                  <a:gd name="connsiteX53" fmla="*/ 5885781 w 8773198"/>
                  <a:gd name="connsiteY53" fmla="*/ 1018679 h 4805204"/>
                  <a:gd name="connsiteX54" fmla="*/ 5996831 w 8773198"/>
                  <a:gd name="connsiteY54" fmla="*/ 940938 h 4805204"/>
                  <a:gd name="connsiteX55" fmla="*/ 6107881 w 8773198"/>
                  <a:gd name="connsiteY55" fmla="*/ 869023 h 4805204"/>
                  <a:gd name="connsiteX56" fmla="*/ 6219038 w 8773198"/>
                  <a:gd name="connsiteY56" fmla="*/ 803039 h 4805204"/>
                  <a:gd name="connsiteX57" fmla="*/ 6330088 w 8773198"/>
                  <a:gd name="connsiteY57" fmla="*/ 742668 h 4805204"/>
                  <a:gd name="connsiteX58" fmla="*/ 6441139 w 8773198"/>
                  <a:gd name="connsiteY58" fmla="*/ 687910 h 4805204"/>
                  <a:gd name="connsiteX59" fmla="*/ 6552189 w 8773198"/>
                  <a:gd name="connsiteY59" fmla="*/ 638554 h 4805204"/>
                  <a:gd name="connsiteX60" fmla="*/ 6663240 w 8773198"/>
                  <a:gd name="connsiteY60" fmla="*/ 594283 h 4805204"/>
                  <a:gd name="connsiteX61" fmla="*/ 6774290 w 8773198"/>
                  <a:gd name="connsiteY61" fmla="*/ 554777 h 4805204"/>
                  <a:gd name="connsiteX62" fmla="*/ 6885340 w 8773198"/>
                  <a:gd name="connsiteY62" fmla="*/ 519613 h 4805204"/>
                  <a:gd name="connsiteX63" fmla="*/ 6996391 w 8773198"/>
                  <a:gd name="connsiteY63" fmla="*/ 488263 h 4805204"/>
                  <a:gd name="connsiteX64" fmla="*/ 7107441 w 8773198"/>
                  <a:gd name="connsiteY64" fmla="*/ 460196 h 4805204"/>
                  <a:gd name="connsiteX65" fmla="*/ 7218492 w 8773198"/>
                  <a:gd name="connsiteY65" fmla="*/ 434776 h 4805204"/>
                  <a:gd name="connsiteX66" fmla="*/ 7329543 w 8773198"/>
                  <a:gd name="connsiteY66" fmla="*/ 411263 h 4805204"/>
                  <a:gd name="connsiteX67" fmla="*/ 7440593 w 8773198"/>
                  <a:gd name="connsiteY67" fmla="*/ 389127 h 4805204"/>
                  <a:gd name="connsiteX68" fmla="*/ 7551643 w 8773198"/>
                  <a:gd name="connsiteY68" fmla="*/ 367415 h 4805204"/>
                  <a:gd name="connsiteX69" fmla="*/ 7662694 w 8773198"/>
                  <a:gd name="connsiteY69" fmla="*/ 345597 h 4805204"/>
                  <a:gd name="connsiteX70" fmla="*/ 7773744 w 8773198"/>
                  <a:gd name="connsiteY70" fmla="*/ 322825 h 4805204"/>
                  <a:gd name="connsiteX71" fmla="*/ 7884794 w 8773198"/>
                  <a:gd name="connsiteY71" fmla="*/ 298571 h 4805204"/>
                  <a:gd name="connsiteX72" fmla="*/ 7995845 w 8773198"/>
                  <a:gd name="connsiteY72" fmla="*/ 272199 h 4805204"/>
                  <a:gd name="connsiteX73" fmla="*/ 8106896 w 8773198"/>
                  <a:gd name="connsiteY73" fmla="*/ 243284 h 4805204"/>
                  <a:gd name="connsiteX74" fmla="*/ 8217946 w 8773198"/>
                  <a:gd name="connsiteY74" fmla="*/ 211404 h 4805204"/>
                  <a:gd name="connsiteX75" fmla="*/ 8328997 w 8773198"/>
                  <a:gd name="connsiteY75" fmla="*/ 176241 h 4805204"/>
                  <a:gd name="connsiteX76" fmla="*/ 8440047 w 8773198"/>
                  <a:gd name="connsiteY76" fmla="*/ 137582 h 4805204"/>
                  <a:gd name="connsiteX77" fmla="*/ 8551097 w 8773198"/>
                  <a:gd name="connsiteY77" fmla="*/ 95322 h 4805204"/>
                  <a:gd name="connsiteX78" fmla="*/ 8662148 w 8773198"/>
                  <a:gd name="connsiteY78" fmla="*/ 49462 h 4805204"/>
                  <a:gd name="connsiteX79" fmla="*/ 8773198 w 8773198"/>
                  <a:gd name="connsiteY79" fmla="*/ 0 h 4805204"/>
                  <a:gd name="connsiteX80" fmla="*/ 8773198 w 8773198"/>
                  <a:gd name="connsiteY80" fmla="*/ 4495830 h 4805204"/>
                  <a:gd name="connsiteX81" fmla="*/ 8662148 w 8773198"/>
                  <a:gd name="connsiteY81" fmla="*/ 4300631 h 4805204"/>
                  <a:gd name="connsiteX82" fmla="*/ 8551097 w 8773198"/>
                  <a:gd name="connsiteY82" fmla="*/ 4121742 h 4805204"/>
                  <a:gd name="connsiteX83" fmla="*/ 8440047 w 8773198"/>
                  <a:gd name="connsiteY83" fmla="*/ 3958953 h 4805204"/>
                  <a:gd name="connsiteX84" fmla="*/ 8328997 w 8773198"/>
                  <a:gd name="connsiteY84" fmla="*/ 3812156 h 4805204"/>
                  <a:gd name="connsiteX85" fmla="*/ 8217946 w 8773198"/>
                  <a:gd name="connsiteY85" fmla="*/ 3681141 h 4805204"/>
                  <a:gd name="connsiteX86" fmla="*/ 8106896 w 8773198"/>
                  <a:gd name="connsiteY86" fmla="*/ 3565377 h 4805204"/>
                  <a:gd name="connsiteX87" fmla="*/ 7995845 w 8773198"/>
                  <a:gd name="connsiteY87" fmla="*/ 3464547 h 4805204"/>
                  <a:gd name="connsiteX88" fmla="*/ 7884794 w 8773198"/>
                  <a:gd name="connsiteY88" fmla="*/ 3378016 h 4805204"/>
                  <a:gd name="connsiteX89" fmla="*/ 7773744 w 8773198"/>
                  <a:gd name="connsiteY89" fmla="*/ 3305359 h 4805204"/>
                  <a:gd name="connsiteX90" fmla="*/ 7662694 w 8773198"/>
                  <a:gd name="connsiteY90" fmla="*/ 3245729 h 4805204"/>
                  <a:gd name="connsiteX91" fmla="*/ 7551643 w 8773198"/>
                  <a:gd name="connsiteY91" fmla="*/ 3198280 h 4805204"/>
                  <a:gd name="connsiteX92" fmla="*/ 7440593 w 8773198"/>
                  <a:gd name="connsiteY92" fmla="*/ 3162375 h 4805204"/>
                  <a:gd name="connsiteX93" fmla="*/ 7329543 w 8773198"/>
                  <a:gd name="connsiteY93" fmla="*/ 3136956 h 4805204"/>
                  <a:gd name="connsiteX94" fmla="*/ 7218492 w 8773198"/>
                  <a:gd name="connsiteY94" fmla="*/ 3121281 h 4805204"/>
                  <a:gd name="connsiteX95" fmla="*/ 7107441 w 8773198"/>
                  <a:gd name="connsiteY95" fmla="*/ 3114396 h 4805204"/>
                  <a:gd name="connsiteX96" fmla="*/ 6996391 w 8773198"/>
                  <a:gd name="connsiteY96" fmla="*/ 3115561 h 4805204"/>
                  <a:gd name="connsiteX97" fmla="*/ 6885340 w 8773198"/>
                  <a:gd name="connsiteY97" fmla="*/ 3124034 h 4805204"/>
                  <a:gd name="connsiteX98" fmla="*/ 6774290 w 8773198"/>
                  <a:gd name="connsiteY98" fmla="*/ 3139074 h 4805204"/>
                  <a:gd name="connsiteX99" fmla="*/ 6663240 w 8773198"/>
                  <a:gd name="connsiteY99" fmla="*/ 3159939 h 4805204"/>
                  <a:gd name="connsiteX100" fmla="*/ 6552189 w 8773198"/>
                  <a:gd name="connsiteY100" fmla="*/ 3186312 h 4805204"/>
                  <a:gd name="connsiteX101" fmla="*/ 6441139 w 8773198"/>
                  <a:gd name="connsiteY101" fmla="*/ 3217450 h 4805204"/>
                  <a:gd name="connsiteX102" fmla="*/ 6330088 w 8773198"/>
                  <a:gd name="connsiteY102" fmla="*/ 3253037 h 4805204"/>
                  <a:gd name="connsiteX103" fmla="*/ 6219038 w 8773198"/>
                  <a:gd name="connsiteY103" fmla="*/ 3292755 h 4805204"/>
                  <a:gd name="connsiteX104" fmla="*/ 6107881 w 8773198"/>
                  <a:gd name="connsiteY104" fmla="*/ 3336286 h 4805204"/>
                  <a:gd name="connsiteX105" fmla="*/ 5996831 w 8773198"/>
                  <a:gd name="connsiteY105" fmla="*/ 3383417 h 4805204"/>
                  <a:gd name="connsiteX106" fmla="*/ 5885781 w 8773198"/>
                  <a:gd name="connsiteY106" fmla="*/ 3433938 h 4805204"/>
                  <a:gd name="connsiteX107" fmla="*/ 5774730 w 8773198"/>
                  <a:gd name="connsiteY107" fmla="*/ 3487848 h 4805204"/>
                  <a:gd name="connsiteX108" fmla="*/ 5663679 w 8773198"/>
                  <a:gd name="connsiteY108" fmla="*/ 3547054 h 4805204"/>
                  <a:gd name="connsiteX109" fmla="*/ 5552629 w 8773198"/>
                  <a:gd name="connsiteY109" fmla="*/ 3620346 h 4805204"/>
                  <a:gd name="connsiteX110" fmla="*/ 5441578 w 8773198"/>
                  <a:gd name="connsiteY110" fmla="*/ 3707725 h 4805204"/>
                  <a:gd name="connsiteX111" fmla="*/ 5330528 w 8773198"/>
                  <a:gd name="connsiteY111" fmla="*/ 3808237 h 4805204"/>
                  <a:gd name="connsiteX112" fmla="*/ 5219478 w 8773198"/>
                  <a:gd name="connsiteY112" fmla="*/ 3919765 h 4805204"/>
                  <a:gd name="connsiteX113" fmla="*/ 5108428 w 8773198"/>
                  <a:gd name="connsiteY113" fmla="*/ 4038812 h 4805204"/>
                  <a:gd name="connsiteX114" fmla="*/ 4997377 w 8773198"/>
                  <a:gd name="connsiteY114" fmla="*/ 4159448 h 4805204"/>
                  <a:gd name="connsiteX115" fmla="*/ 4886326 w 8773198"/>
                  <a:gd name="connsiteY115" fmla="*/ 4248204 h 4805204"/>
                  <a:gd name="connsiteX116" fmla="*/ 4775276 w 8773198"/>
                  <a:gd name="connsiteY116" fmla="*/ 4285697 h 4805204"/>
                  <a:gd name="connsiteX117" fmla="*/ 4664225 w 8773198"/>
                  <a:gd name="connsiteY117" fmla="*/ 4297348 h 4805204"/>
                  <a:gd name="connsiteX118" fmla="*/ 4553175 w 8773198"/>
                  <a:gd name="connsiteY118" fmla="*/ 4304973 h 4805204"/>
                  <a:gd name="connsiteX119" fmla="*/ 4442124 w 8773198"/>
                  <a:gd name="connsiteY119" fmla="*/ 4325203 h 4805204"/>
                  <a:gd name="connsiteX120" fmla="*/ 4331074 w 8773198"/>
                  <a:gd name="connsiteY120" fmla="*/ 4358248 h 4805204"/>
                  <a:gd name="connsiteX121" fmla="*/ 4220024 w 8773198"/>
                  <a:gd name="connsiteY121" fmla="*/ 4397754 h 4805204"/>
                  <a:gd name="connsiteX122" fmla="*/ 4108973 w 8773198"/>
                  <a:gd name="connsiteY122" fmla="*/ 4447428 h 4805204"/>
                  <a:gd name="connsiteX123" fmla="*/ 3997923 w 8773198"/>
                  <a:gd name="connsiteY123" fmla="*/ 4510870 h 4805204"/>
                  <a:gd name="connsiteX124" fmla="*/ 3886872 w 8773198"/>
                  <a:gd name="connsiteY124" fmla="*/ 4590199 h 4805204"/>
                  <a:gd name="connsiteX125" fmla="*/ 3775822 w 8773198"/>
                  <a:gd name="connsiteY125" fmla="*/ 4683721 h 4805204"/>
                  <a:gd name="connsiteX126" fmla="*/ 3664771 w 8773198"/>
                  <a:gd name="connsiteY126" fmla="*/ 4786564 h 4805204"/>
                  <a:gd name="connsiteX127" fmla="*/ 3553721 w 8773198"/>
                  <a:gd name="connsiteY127" fmla="*/ 4805204 h 4805204"/>
                  <a:gd name="connsiteX128" fmla="*/ 3442670 w 8773198"/>
                  <a:gd name="connsiteY128" fmla="*/ 4805204 h 4805204"/>
                  <a:gd name="connsiteX129" fmla="*/ 3331620 w 8773198"/>
                  <a:gd name="connsiteY129" fmla="*/ 4805204 h 4805204"/>
                  <a:gd name="connsiteX130" fmla="*/ 3220569 w 8773198"/>
                  <a:gd name="connsiteY130" fmla="*/ 4805204 h 4805204"/>
                  <a:gd name="connsiteX131" fmla="*/ 3109519 w 8773198"/>
                  <a:gd name="connsiteY131" fmla="*/ 4805204 h 4805204"/>
                  <a:gd name="connsiteX132" fmla="*/ 2998362 w 8773198"/>
                  <a:gd name="connsiteY132" fmla="*/ 4805204 h 4805204"/>
                  <a:gd name="connsiteX133" fmla="*/ 2887312 w 8773198"/>
                  <a:gd name="connsiteY133" fmla="*/ 4805204 h 4805204"/>
                  <a:gd name="connsiteX134" fmla="*/ 2776262 w 8773198"/>
                  <a:gd name="connsiteY134" fmla="*/ 4678426 h 4805204"/>
                  <a:gd name="connsiteX135" fmla="*/ 2665211 w 8773198"/>
                  <a:gd name="connsiteY135" fmla="*/ 4560967 h 4805204"/>
                  <a:gd name="connsiteX136" fmla="*/ 2554161 w 8773198"/>
                  <a:gd name="connsiteY136" fmla="*/ 4475071 h 4805204"/>
                  <a:gd name="connsiteX137" fmla="*/ 2443110 w 8773198"/>
                  <a:gd name="connsiteY137" fmla="*/ 4404638 h 4805204"/>
                  <a:gd name="connsiteX138" fmla="*/ 2332060 w 8773198"/>
                  <a:gd name="connsiteY138" fmla="*/ 4279342 h 4805204"/>
                  <a:gd name="connsiteX139" fmla="*/ 2221009 w 8773198"/>
                  <a:gd name="connsiteY139" fmla="*/ 4113057 h 4805204"/>
                  <a:gd name="connsiteX140" fmla="*/ 2109959 w 8773198"/>
                  <a:gd name="connsiteY140" fmla="*/ 3951645 h 4805204"/>
                  <a:gd name="connsiteX141" fmla="*/ 1998908 w 8773198"/>
                  <a:gd name="connsiteY141" fmla="*/ 3823807 h 4805204"/>
                  <a:gd name="connsiteX142" fmla="*/ 1887858 w 8773198"/>
                  <a:gd name="connsiteY142" fmla="*/ 3734733 h 4805204"/>
                  <a:gd name="connsiteX143" fmla="*/ 1776807 w 8773198"/>
                  <a:gd name="connsiteY143" fmla="*/ 3678281 h 4805204"/>
                  <a:gd name="connsiteX144" fmla="*/ 1665757 w 8773198"/>
                  <a:gd name="connsiteY144" fmla="*/ 3663030 h 4805204"/>
                  <a:gd name="connsiteX145" fmla="*/ 1554706 w 8773198"/>
                  <a:gd name="connsiteY145" fmla="*/ 3710055 h 4805204"/>
                  <a:gd name="connsiteX146" fmla="*/ 1443656 w 8773198"/>
                  <a:gd name="connsiteY146" fmla="*/ 3877611 h 4805204"/>
                  <a:gd name="connsiteX147" fmla="*/ 1332605 w 8773198"/>
                  <a:gd name="connsiteY147" fmla="*/ 4246509 h 4805204"/>
                  <a:gd name="connsiteX148" fmla="*/ 1221555 w 8773198"/>
                  <a:gd name="connsiteY148" fmla="*/ 4538725 h 4805204"/>
                  <a:gd name="connsiteX149" fmla="*/ 1110505 w 8773198"/>
                  <a:gd name="connsiteY149" fmla="*/ 4738267 h 4805204"/>
                  <a:gd name="connsiteX150" fmla="*/ 999454 w 8773198"/>
                  <a:gd name="connsiteY150" fmla="*/ 4805204 h 4805204"/>
                  <a:gd name="connsiteX151" fmla="*/ 888404 w 8773198"/>
                  <a:gd name="connsiteY151" fmla="*/ 4805204 h 4805204"/>
                  <a:gd name="connsiteX152" fmla="*/ 777353 w 8773198"/>
                  <a:gd name="connsiteY152" fmla="*/ 4805204 h 4805204"/>
                  <a:gd name="connsiteX153" fmla="*/ 666303 w 8773198"/>
                  <a:gd name="connsiteY153" fmla="*/ 4805204 h 4805204"/>
                  <a:gd name="connsiteX154" fmla="*/ 555252 w 8773198"/>
                  <a:gd name="connsiteY154" fmla="*/ 4805204 h 4805204"/>
                  <a:gd name="connsiteX155" fmla="*/ 444202 w 8773198"/>
                  <a:gd name="connsiteY155" fmla="*/ 4805204 h 4805204"/>
                  <a:gd name="connsiteX156" fmla="*/ 333151 w 8773198"/>
                  <a:gd name="connsiteY156" fmla="*/ 4432917 h 4805204"/>
                  <a:gd name="connsiteX157" fmla="*/ 222101 w 8773198"/>
                  <a:gd name="connsiteY157" fmla="*/ 4266950 h 4805204"/>
                  <a:gd name="connsiteX158" fmla="*/ 111050 w 8773198"/>
                  <a:gd name="connsiteY158" fmla="*/ 4536925 h 4805204"/>
                  <a:gd name="connsiteX159" fmla="*/ 0 w 8773198"/>
                  <a:gd name="connsiteY159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773198" h="4805204">
                    <a:moveTo>
                      <a:pt x="0" y="1131583"/>
                    </a:moveTo>
                    <a:lnTo>
                      <a:pt x="111050" y="2073369"/>
                    </a:lnTo>
                    <a:lnTo>
                      <a:pt x="222101" y="2723150"/>
                    </a:lnTo>
                    <a:lnTo>
                      <a:pt x="333151" y="2977449"/>
                    </a:lnTo>
                    <a:lnTo>
                      <a:pt x="444202" y="3058262"/>
                    </a:lnTo>
                    <a:lnTo>
                      <a:pt x="555252" y="3070972"/>
                    </a:lnTo>
                    <a:lnTo>
                      <a:pt x="666303" y="3048306"/>
                    </a:lnTo>
                    <a:lnTo>
                      <a:pt x="777353" y="2971730"/>
                    </a:lnTo>
                    <a:lnTo>
                      <a:pt x="888404" y="2807458"/>
                    </a:lnTo>
                    <a:lnTo>
                      <a:pt x="999454" y="2560785"/>
                    </a:lnTo>
                    <a:lnTo>
                      <a:pt x="1110505" y="2293458"/>
                    </a:lnTo>
                    <a:lnTo>
                      <a:pt x="1221555" y="2096458"/>
                    </a:lnTo>
                    <a:lnTo>
                      <a:pt x="1332605" y="2048797"/>
                    </a:lnTo>
                    <a:lnTo>
                      <a:pt x="1443656" y="2062989"/>
                    </a:lnTo>
                    <a:lnTo>
                      <a:pt x="1554706" y="1946272"/>
                    </a:lnTo>
                    <a:lnTo>
                      <a:pt x="1665757" y="1825107"/>
                    </a:lnTo>
                    <a:lnTo>
                      <a:pt x="1776807" y="1735186"/>
                    </a:lnTo>
                    <a:lnTo>
                      <a:pt x="1887858" y="1737622"/>
                    </a:lnTo>
                    <a:lnTo>
                      <a:pt x="1998908" y="1826166"/>
                    </a:lnTo>
                    <a:lnTo>
                      <a:pt x="2109959" y="1941400"/>
                    </a:lnTo>
                    <a:lnTo>
                      <a:pt x="2221009" y="2042019"/>
                    </a:lnTo>
                    <a:lnTo>
                      <a:pt x="2332060" y="2110227"/>
                    </a:lnTo>
                    <a:lnTo>
                      <a:pt x="2443110" y="2145179"/>
                    </a:lnTo>
                    <a:lnTo>
                      <a:pt x="2554161" y="2172610"/>
                    </a:lnTo>
                    <a:lnTo>
                      <a:pt x="2665211" y="2230863"/>
                    </a:lnTo>
                    <a:lnTo>
                      <a:pt x="2776262" y="2284138"/>
                    </a:lnTo>
                    <a:lnTo>
                      <a:pt x="2887312" y="2310087"/>
                    </a:lnTo>
                    <a:lnTo>
                      <a:pt x="2998362" y="2308286"/>
                    </a:lnTo>
                    <a:lnTo>
                      <a:pt x="3109519" y="2293458"/>
                    </a:lnTo>
                    <a:lnTo>
                      <a:pt x="3220569" y="2284455"/>
                    </a:lnTo>
                    <a:lnTo>
                      <a:pt x="3331620" y="2287845"/>
                    </a:lnTo>
                    <a:lnTo>
                      <a:pt x="3442670" y="2298012"/>
                    </a:lnTo>
                    <a:lnTo>
                      <a:pt x="3553721" y="2309663"/>
                    </a:lnTo>
                    <a:lnTo>
                      <a:pt x="3664771" y="2316865"/>
                    </a:lnTo>
                    <a:lnTo>
                      <a:pt x="3775822" y="2314853"/>
                    </a:lnTo>
                    <a:lnTo>
                      <a:pt x="3886872" y="2300766"/>
                    </a:lnTo>
                    <a:lnTo>
                      <a:pt x="3997923" y="2274923"/>
                    </a:lnTo>
                    <a:lnTo>
                      <a:pt x="4108973" y="2241137"/>
                    </a:lnTo>
                    <a:lnTo>
                      <a:pt x="4220024" y="2206715"/>
                    </a:lnTo>
                    <a:lnTo>
                      <a:pt x="4331074" y="2180766"/>
                    </a:lnTo>
                    <a:lnTo>
                      <a:pt x="4442124" y="2172187"/>
                    </a:lnTo>
                    <a:lnTo>
                      <a:pt x="4553175" y="2185532"/>
                    </a:lnTo>
                    <a:lnTo>
                      <a:pt x="4664225" y="2202796"/>
                    </a:lnTo>
                    <a:lnTo>
                      <a:pt x="4775276" y="2199936"/>
                    </a:lnTo>
                    <a:lnTo>
                      <a:pt x="4886326" y="2158524"/>
                    </a:lnTo>
                    <a:lnTo>
                      <a:pt x="4997377" y="2063943"/>
                    </a:lnTo>
                    <a:lnTo>
                      <a:pt x="5108428" y="1931233"/>
                    </a:lnTo>
                    <a:lnTo>
                      <a:pt x="5219478" y="1782847"/>
                    </a:lnTo>
                    <a:lnTo>
                      <a:pt x="5330528" y="1625565"/>
                    </a:lnTo>
                    <a:lnTo>
                      <a:pt x="5441578" y="1468389"/>
                    </a:lnTo>
                    <a:lnTo>
                      <a:pt x="5552629" y="1321593"/>
                    </a:lnTo>
                    <a:lnTo>
                      <a:pt x="5663679" y="1196826"/>
                    </a:lnTo>
                    <a:lnTo>
                      <a:pt x="5774730" y="1102139"/>
                    </a:lnTo>
                    <a:lnTo>
                      <a:pt x="5885781" y="1018679"/>
                    </a:lnTo>
                    <a:lnTo>
                      <a:pt x="5996831" y="940938"/>
                    </a:lnTo>
                    <a:lnTo>
                      <a:pt x="6107881" y="869023"/>
                    </a:lnTo>
                    <a:lnTo>
                      <a:pt x="6219038" y="803039"/>
                    </a:lnTo>
                    <a:lnTo>
                      <a:pt x="6330088" y="742668"/>
                    </a:lnTo>
                    <a:lnTo>
                      <a:pt x="6441139" y="687910"/>
                    </a:lnTo>
                    <a:lnTo>
                      <a:pt x="6552189" y="638554"/>
                    </a:lnTo>
                    <a:lnTo>
                      <a:pt x="6663240" y="594283"/>
                    </a:lnTo>
                    <a:lnTo>
                      <a:pt x="6774290" y="554777"/>
                    </a:lnTo>
                    <a:lnTo>
                      <a:pt x="6885340" y="519613"/>
                    </a:lnTo>
                    <a:lnTo>
                      <a:pt x="6996391" y="488263"/>
                    </a:lnTo>
                    <a:lnTo>
                      <a:pt x="7107441" y="460196"/>
                    </a:lnTo>
                    <a:lnTo>
                      <a:pt x="7218492" y="434776"/>
                    </a:lnTo>
                    <a:lnTo>
                      <a:pt x="7329543" y="411263"/>
                    </a:lnTo>
                    <a:lnTo>
                      <a:pt x="7440593" y="389127"/>
                    </a:lnTo>
                    <a:lnTo>
                      <a:pt x="7551643" y="367415"/>
                    </a:lnTo>
                    <a:lnTo>
                      <a:pt x="7662694" y="345597"/>
                    </a:lnTo>
                    <a:lnTo>
                      <a:pt x="7773744" y="322825"/>
                    </a:lnTo>
                    <a:lnTo>
                      <a:pt x="7884794" y="298571"/>
                    </a:lnTo>
                    <a:lnTo>
                      <a:pt x="7995845" y="272199"/>
                    </a:lnTo>
                    <a:lnTo>
                      <a:pt x="8106896" y="243284"/>
                    </a:lnTo>
                    <a:lnTo>
                      <a:pt x="8217946" y="211404"/>
                    </a:lnTo>
                    <a:lnTo>
                      <a:pt x="8328997" y="176241"/>
                    </a:lnTo>
                    <a:lnTo>
                      <a:pt x="8440047" y="137582"/>
                    </a:lnTo>
                    <a:lnTo>
                      <a:pt x="8551097" y="95322"/>
                    </a:lnTo>
                    <a:lnTo>
                      <a:pt x="8662148" y="49462"/>
                    </a:lnTo>
                    <a:lnTo>
                      <a:pt x="8773198" y="0"/>
                    </a:lnTo>
                    <a:lnTo>
                      <a:pt x="8773198" y="4495830"/>
                    </a:lnTo>
                    <a:lnTo>
                      <a:pt x="8662148" y="4300631"/>
                    </a:lnTo>
                    <a:lnTo>
                      <a:pt x="8551097" y="4121742"/>
                    </a:lnTo>
                    <a:lnTo>
                      <a:pt x="8440047" y="3958953"/>
                    </a:lnTo>
                    <a:lnTo>
                      <a:pt x="8328997" y="3812156"/>
                    </a:lnTo>
                    <a:lnTo>
                      <a:pt x="8217946" y="3681141"/>
                    </a:lnTo>
                    <a:lnTo>
                      <a:pt x="8106896" y="3565377"/>
                    </a:lnTo>
                    <a:lnTo>
                      <a:pt x="7995845" y="3464547"/>
                    </a:lnTo>
                    <a:lnTo>
                      <a:pt x="7884794" y="3378016"/>
                    </a:lnTo>
                    <a:lnTo>
                      <a:pt x="7773744" y="3305359"/>
                    </a:lnTo>
                    <a:lnTo>
                      <a:pt x="7662694" y="3245729"/>
                    </a:lnTo>
                    <a:lnTo>
                      <a:pt x="7551643" y="3198280"/>
                    </a:lnTo>
                    <a:lnTo>
                      <a:pt x="7440593" y="3162375"/>
                    </a:lnTo>
                    <a:lnTo>
                      <a:pt x="7329543" y="3136956"/>
                    </a:lnTo>
                    <a:lnTo>
                      <a:pt x="7218492" y="3121281"/>
                    </a:lnTo>
                    <a:lnTo>
                      <a:pt x="7107441" y="3114396"/>
                    </a:lnTo>
                    <a:lnTo>
                      <a:pt x="6996391" y="3115561"/>
                    </a:lnTo>
                    <a:lnTo>
                      <a:pt x="6885340" y="3124034"/>
                    </a:lnTo>
                    <a:lnTo>
                      <a:pt x="6774290" y="3139074"/>
                    </a:lnTo>
                    <a:lnTo>
                      <a:pt x="6663240" y="3159939"/>
                    </a:lnTo>
                    <a:lnTo>
                      <a:pt x="6552189" y="3186312"/>
                    </a:lnTo>
                    <a:lnTo>
                      <a:pt x="6441139" y="3217450"/>
                    </a:lnTo>
                    <a:lnTo>
                      <a:pt x="6330088" y="3253037"/>
                    </a:lnTo>
                    <a:lnTo>
                      <a:pt x="6219038" y="3292755"/>
                    </a:lnTo>
                    <a:lnTo>
                      <a:pt x="6107881" y="3336286"/>
                    </a:lnTo>
                    <a:lnTo>
                      <a:pt x="5996831" y="3383417"/>
                    </a:lnTo>
                    <a:lnTo>
                      <a:pt x="5885781" y="3433938"/>
                    </a:lnTo>
                    <a:lnTo>
                      <a:pt x="5774730" y="3487848"/>
                    </a:lnTo>
                    <a:lnTo>
                      <a:pt x="5663679" y="3547054"/>
                    </a:lnTo>
                    <a:lnTo>
                      <a:pt x="5552629" y="3620346"/>
                    </a:lnTo>
                    <a:lnTo>
                      <a:pt x="5441578" y="3707725"/>
                    </a:lnTo>
                    <a:lnTo>
                      <a:pt x="5330528" y="3808237"/>
                    </a:lnTo>
                    <a:lnTo>
                      <a:pt x="5219478" y="3919765"/>
                    </a:lnTo>
                    <a:lnTo>
                      <a:pt x="5108428" y="4038812"/>
                    </a:lnTo>
                    <a:lnTo>
                      <a:pt x="4997377" y="4159448"/>
                    </a:lnTo>
                    <a:lnTo>
                      <a:pt x="4886326" y="4248204"/>
                    </a:lnTo>
                    <a:lnTo>
                      <a:pt x="4775276" y="4285697"/>
                    </a:lnTo>
                    <a:lnTo>
                      <a:pt x="4664225" y="4297348"/>
                    </a:lnTo>
                    <a:lnTo>
                      <a:pt x="4553175" y="4304973"/>
                    </a:lnTo>
                    <a:lnTo>
                      <a:pt x="4442124" y="4325203"/>
                    </a:lnTo>
                    <a:lnTo>
                      <a:pt x="4331074" y="4358248"/>
                    </a:lnTo>
                    <a:lnTo>
                      <a:pt x="4220024" y="4397754"/>
                    </a:lnTo>
                    <a:lnTo>
                      <a:pt x="4108973" y="4447428"/>
                    </a:lnTo>
                    <a:lnTo>
                      <a:pt x="3997923" y="4510870"/>
                    </a:lnTo>
                    <a:lnTo>
                      <a:pt x="3886872" y="4590199"/>
                    </a:lnTo>
                    <a:lnTo>
                      <a:pt x="3775822" y="4683721"/>
                    </a:lnTo>
                    <a:lnTo>
                      <a:pt x="3664771" y="4786564"/>
                    </a:lnTo>
                    <a:lnTo>
                      <a:pt x="3553721" y="4805204"/>
                    </a:lnTo>
                    <a:lnTo>
                      <a:pt x="3442670" y="4805204"/>
                    </a:lnTo>
                    <a:lnTo>
                      <a:pt x="3331620" y="4805204"/>
                    </a:lnTo>
                    <a:lnTo>
                      <a:pt x="3220569" y="4805204"/>
                    </a:lnTo>
                    <a:lnTo>
                      <a:pt x="3109519" y="4805204"/>
                    </a:lnTo>
                    <a:lnTo>
                      <a:pt x="2998362" y="4805204"/>
                    </a:lnTo>
                    <a:lnTo>
                      <a:pt x="2887312" y="4805204"/>
                    </a:lnTo>
                    <a:lnTo>
                      <a:pt x="2776262" y="4678426"/>
                    </a:lnTo>
                    <a:lnTo>
                      <a:pt x="2665211" y="4560967"/>
                    </a:lnTo>
                    <a:lnTo>
                      <a:pt x="2554161" y="4475071"/>
                    </a:lnTo>
                    <a:lnTo>
                      <a:pt x="2443110" y="4404638"/>
                    </a:lnTo>
                    <a:lnTo>
                      <a:pt x="2332060" y="4279342"/>
                    </a:lnTo>
                    <a:lnTo>
                      <a:pt x="2221009" y="4113057"/>
                    </a:lnTo>
                    <a:lnTo>
                      <a:pt x="2109959" y="3951645"/>
                    </a:lnTo>
                    <a:lnTo>
                      <a:pt x="1998908" y="3823807"/>
                    </a:lnTo>
                    <a:lnTo>
                      <a:pt x="1887858" y="3734733"/>
                    </a:lnTo>
                    <a:lnTo>
                      <a:pt x="1776807" y="3678281"/>
                    </a:lnTo>
                    <a:lnTo>
                      <a:pt x="1665757" y="3663030"/>
                    </a:lnTo>
                    <a:lnTo>
                      <a:pt x="1554706" y="3710055"/>
                    </a:lnTo>
                    <a:lnTo>
                      <a:pt x="1443656" y="3877611"/>
                    </a:lnTo>
                    <a:lnTo>
                      <a:pt x="1332605" y="4246509"/>
                    </a:lnTo>
                    <a:lnTo>
                      <a:pt x="1221555" y="4538725"/>
                    </a:lnTo>
                    <a:lnTo>
                      <a:pt x="1110505" y="4738267"/>
                    </a:lnTo>
                    <a:lnTo>
                      <a:pt x="999454" y="4805204"/>
                    </a:lnTo>
                    <a:lnTo>
                      <a:pt x="888404" y="4805204"/>
                    </a:lnTo>
                    <a:lnTo>
                      <a:pt x="777353" y="4805204"/>
                    </a:lnTo>
                    <a:lnTo>
                      <a:pt x="666303" y="4805204"/>
                    </a:lnTo>
                    <a:lnTo>
                      <a:pt x="555252" y="4805204"/>
                    </a:lnTo>
                    <a:lnTo>
                      <a:pt x="444202" y="4805204"/>
                    </a:lnTo>
                    <a:lnTo>
                      <a:pt x="333151" y="4432917"/>
                    </a:lnTo>
                    <a:lnTo>
                      <a:pt x="222101" y="4266950"/>
                    </a:lnTo>
                    <a:lnTo>
                      <a:pt x="111050" y="4536925"/>
                    </a:lnTo>
                    <a:lnTo>
                      <a:pt x="0" y="4805204"/>
                    </a:lnTo>
                    <a:close/>
                  </a:path>
                </a:pathLst>
              </a:custGeom>
              <a:solidFill>
                <a:srgbClr val="E78828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39E60F10-8508-ED41-0487-4DAD6191BC2D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3070971"/>
              </a:xfrm>
              <a:custGeom>
                <a:avLst/>
                <a:gdLst>
                  <a:gd name="connsiteX0" fmla="*/ 0 w 8773198"/>
                  <a:gd name="connsiteY0" fmla="*/ 1131583 h 3070971"/>
                  <a:gd name="connsiteX1" fmla="*/ 111050 w 8773198"/>
                  <a:gd name="connsiteY1" fmla="*/ 2073369 h 3070971"/>
                  <a:gd name="connsiteX2" fmla="*/ 222101 w 8773198"/>
                  <a:gd name="connsiteY2" fmla="*/ 2723150 h 3070971"/>
                  <a:gd name="connsiteX3" fmla="*/ 333151 w 8773198"/>
                  <a:gd name="connsiteY3" fmla="*/ 2977449 h 3070971"/>
                  <a:gd name="connsiteX4" fmla="*/ 444202 w 8773198"/>
                  <a:gd name="connsiteY4" fmla="*/ 3058262 h 3070971"/>
                  <a:gd name="connsiteX5" fmla="*/ 555252 w 8773198"/>
                  <a:gd name="connsiteY5" fmla="*/ 3070972 h 3070971"/>
                  <a:gd name="connsiteX6" fmla="*/ 666303 w 8773198"/>
                  <a:gd name="connsiteY6" fmla="*/ 3048306 h 3070971"/>
                  <a:gd name="connsiteX7" fmla="*/ 777353 w 8773198"/>
                  <a:gd name="connsiteY7" fmla="*/ 2971730 h 3070971"/>
                  <a:gd name="connsiteX8" fmla="*/ 888404 w 8773198"/>
                  <a:gd name="connsiteY8" fmla="*/ 2807458 h 3070971"/>
                  <a:gd name="connsiteX9" fmla="*/ 999454 w 8773198"/>
                  <a:gd name="connsiteY9" fmla="*/ 2560785 h 3070971"/>
                  <a:gd name="connsiteX10" fmla="*/ 1110505 w 8773198"/>
                  <a:gd name="connsiteY10" fmla="*/ 2293458 h 3070971"/>
                  <a:gd name="connsiteX11" fmla="*/ 1221555 w 8773198"/>
                  <a:gd name="connsiteY11" fmla="*/ 2096458 h 3070971"/>
                  <a:gd name="connsiteX12" fmla="*/ 1332605 w 8773198"/>
                  <a:gd name="connsiteY12" fmla="*/ 2048797 h 3070971"/>
                  <a:gd name="connsiteX13" fmla="*/ 1443656 w 8773198"/>
                  <a:gd name="connsiteY13" fmla="*/ 2062989 h 3070971"/>
                  <a:gd name="connsiteX14" fmla="*/ 1554706 w 8773198"/>
                  <a:gd name="connsiteY14" fmla="*/ 1946272 h 3070971"/>
                  <a:gd name="connsiteX15" fmla="*/ 1665757 w 8773198"/>
                  <a:gd name="connsiteY15" fmla="*/ 1825107 h 3070971"/>
                  <a:gd name="connsiteX16" fmla="*/ 1776807 w 8773198"/>
                  <a:gd name="connsiteY16" fmla="*/ 1735186 h 3070971"/>
                  <a:gd name="connsiteX17" fmla="*/ 1887858 w 8773198"/>
                  <a:gd name="connsiteY17" fmla="*/ 1737622 h 3070971"/>
                  <a:gd name="connsiteX18" fmla="*/ 1998908 w 8773198"/>
                  <a:gd name="connsiteY18" fmla="*/ 1826166 h 3070971"/>
                  <a:gd name="connsiteX19" fmla="*/ 2109959 w 8773198"/>
                  <a:gd name="connsiteY19" fmla="*/ 1941400 h 3070971"/>
                  <a:gd name="connsiteX20" fmla="*/ 2221009 w 8773198"/>
                  <a:gd name="connsiteY20" fmla="*/ 2042019 h 3070971"/>
                  <a:gd name="connsiteX21" fmla="*/ 2332060 w 8773198"/>
                  <a:gd name="connsiteY21" fmla="*/ 2110227 h 3070971"/>
                  <a:gd name="connsiteX22" fmla="*/ 2443110 w 8773198"/>
                  <a:gd name="connsiteY22" fmla="*/ 2145179 h 3070971"/>
                  <a:gd name="connsiteX23" fmla="*/ 2554161 w 8773198"/>
                  <a:gd name="connsiteY23" fmla="*/ 2172610 h 3070971"/>
                  <a:gd name="connsiteX24" fmla="*/ 2665211 w 8773198"/>
                  <a:gd name="connsiteY24" fmla="*/ 2230863 h 3070971"/>
                  <a:gd name="connsiteX25" fmla="*/ 2776262 w 8773198"/>
                  <a:gd name="connsiteY25" fmla="*/ 2284138 h 3070971"/>
                  <a:gd name="connsiteX26" fmla="*/ 2887312 w 8773198"/>
                  <a:gd name="connsiteY26" fmla="*/ 2310087 h 3070971"/>
                  <a:gd name="connsiteX27" fmla="*/ 2998362 w 8773198"/>
                  <a:gd name="connsiteY27" fmla="*/ 2308286 h 3070971"/>
                  <a:gd name="connsiteX28" fmla="*/ 3109519 w 8773198"/>
                  <a:gd name="connsiteY28" fmla="*/ 2293458 h 3070971"/>
                  <a:gd name="connsiteX29" fmla="*/ 3220569 w 8773198"/>
                  <a:gd name="connsiteY29" fmla="*/ 2284455 h 3070971"/>
                  <a:gd name="connsiteX30" fmla="*/ 3331620 w 8773198"/>
                  <a:gd name="connsiteY30" fmla="*/ 2287845 h 3070971"/>
                  <a:gd name="connsiteX31" fmla="*/ 3442670 w 8773198"/>
                  <a:gd name="connsiteY31" fmla="*/ 2298012 h 3070971"/>
                  <a:gd name="connsiteX32" fmla="*/ 3553721 w 8773198"/>
                  <a:gd name="connsiteY32" fmla="*/ 2309663 h 3070971"/>
                  <a:gd name="connsiteX33" fmla="*/ 3664771 w 8773198"/>
                  <a:gd name="connsiteY33" fmla="*/ 2316865 h 3070971"/>
                  <a:gd name="connsiteX34" fmla="*/ 3775822 w 8773198"/>
                  <a:gd name="connsiteY34" fmla="*/ 2314853 h 3070971"/>
                  <a:gd name="connsiteX35" fmla="*/ 3886872 w 8773198"/>
                  <a:gd name="connsiteY35" fmla="*/ 2300766 h 3070971"/>
                  <a:gd name="connsiteX36" fmla="*/ 3997923 w 8773198"/>
                  <a:gd name="connsiteY36" fmla="*/ 2274923 h 3070971"/>
                  <a:gd name="connsiteX37" fmla="*/ 4108973 w 8773198"/>
                  <a:gd name="connsiteY37" fmla="*/ 2241137 h 3070971"/>
                  <a:gd name="connsiteX38" fmla="*/ 4220024 w 8773198"/>
                  <a:gd name="connsiteY38" fmla="*/ 2206715 h 3070971"/>
                  <a:gd name="connsiteX39" fmla="*/ 4331074 w 8773198"/>
                  <a:gd name="connsiteY39" fmla="*/ 2180766 h 3070971"/>
                  <a:gd name="connsiteX40" fmla="*/ 4442124 w 8773198"/>
                  <a:gd name="connsiteY40" fmla="*/ 2172187 h 3070971"/>
                  <a:gd name="connsiteX41" fmla="*/ 4553175 w 8773198"/>
                  <a:gd name="connsiteY41" fmla="*/ 2185532 h 3070971"/>
                  <a:gd name="connsiteX42" fmla="*/ 4664225 w 8773198"/>
                  <a:gd name="connsiteY42" fmla="*/ 2202796 h 3070971"/>
                  <a:gd name="connsiteX43" fmla="*/ 4775276 w 8773198"/>
                  <a:gd name="connsiteY43" fmla="*/ 2199936 h 3070971"/>
                  <a:gd name="connsiteX44" fmla="*/ 4886326 w 8773198"/>
                  <a:gd name="connsiteY44" fmla="*/ 2158524 h 3070971"/>
                  <a:gd name="connsiteX45" fmla="*/ 4997377 w 8773198"/>
                  <a:gd name="connsiteY45" fmla="*/ 2063943 h 3070971"/>
                  <a:gd name="connsiteX46" fmla="*/ 5108428 w 8773198"/>
                  <a:gd name="connsiteY46" fmla="*/ 1931233 h 3070971"/>
                  <a:gd name="connsiteX47" fmla="*/ 5219478 w 8773198"/>
                  <a:gd name="connsiteY47" fmla="*/ 1782847 h 3070971"/>
                  <a:gd name="connsiteX48" fmla="*/ 5330528 w 8773198"/>
                  <a:gd name="connsiteY48" fmla="*/ 1625565 h 3070971"/>
                  <a:gd name="connsiteX49" fmla="*/ 5441578 w 8773198"/>
                  <a:gd name="connsiteY49" fmla="*/ 1468389 h 3070971"/>
                  <a:gd name="connsiteX50" fmla="*/ 5552629 w 8773198"/>
                  <a:gd name="connsiteY50" fmla="*/ 1321593 h 3070971"/>
                  <a:gd name="connsiteX51" fmla="*/ 5663679 w 8773198"/>
                  <a:gd name="connsiteY51" fmla="*/ 1196826 h 3070971"/>
                  <a:gd name="connsiteX52" fmla="*/ 5774730 w 8773198"/>
                  <a:gd name="connsiteY52" fmla="*/ 1102139 h 3070971"/>
                  <a:gd name="connsiteX53" fmla="*/ 5885781 w 8773198"/>
                  <a:gd name="connsiteY53" fmla="*/ 1018679 h 3070971"/>
                  <a:gd name="connsiteX54" fmla="*/ 5996831 w 8773198"/>
                  <a:gd name="connsiteY54" fmla="*/ 940938 h 3070971"/>
                  <a:gd name="connsiteX55" fmla="*/ 6107881 w 8773198"/>
                  <a:gd name="connsiteY55" fmla="*/ 869023 h 3070971"/>
                  <a:gd name="connsiteX56" fmla="*/ 6219038 w 8773198"/>
                  <a:gd name="connsiteY56" fmla="*/ 803039 h 3070971"/>
                  <a:gd name="connsiteX57" fmla="*/ 6330088 w 8773198"/>
                  <a:gd name="connsiteY57" fmla="*/ 742668 h 3070971"/>
                  <a:gd name="connsiteX58" fmla="*/ 6441139 w 8773198"/>
                  <a:gd name="connsiteY58" fmla="*/ 687910 h 3070971"/>
                  <a:gd name="connsiteX59" fmla="*/ 6552189 w 8773198"/>
                  <a:gd name="connsiteY59" fmla="*/ 638554 h 3070971"/>
                  <a:gd name="connsiteX60" fmla="*/ 6663240 w 8773198"/>
                  <a:gd name="connsiteY60" fmla="*/ 594283 h 3070971"/>
                  <a:gd name="connsiteX61" fmla="*/ 6774290 w 8773198"/>
                  <a:gd name="connsiteY61" fmla="*/ 554777 h 3070971"/>
                  <a:gd name="connsiteX62" fmla="*/ 6885340 w 8773198"/>
                  <a:gd name="connsiteY62" fmla="*/ 519613 h 3070971"/>
                  <a:gd name="connsiteX63" fmla="*/ 6996391 w 8773198"/>
                  <a:gd name="connsiteY63" fmla="*/ 488263 h 3070971"/>
                  <a:gd name="connsiteX64" fmla="*/ 7107441 w 8773198"/>
                  <a:gd name="connsiteY64" fmla="*/ 460196 h 3070971"/>
                  <a:gd name="connsiteX65" fmla="*/ 7218492 w 8773198"/>
                  <a:gd name="connsiteY65" fmla="*/ 434776 h 3070971"/>
                  <a:gd name="connsiteX66" fmla="*/ 7329543 w 8773198"/>
                  <a:gd name="connsiteY66" fmla="*/ 411263 h 3070971"/>
                  <a:gd name="connsiteX67" fmla="*/ 7440593 w 8773198"/>
                  <a:gd name="connsiteY67" fmla="*/ 389127 h 3070971"/>
                  <a:gd name="connsiteX68" fmla="*/ 7551643 w 8773198"/>
                  <a:gd name="connsiteY68" fmla="*/ 367415 h 3070971"/>
                  <a:gd name="connsiteX69" fmla="*/ 7662694 w 8773198"/>
                  <a:gd name="connsiteY69" fmla="*/ 345597 h 3070971"/>
                  <a:gd name="connsiteX70" fmla="*/ 7773744 w 8773198"/>
                  <a:gd name="connsiteY70" fmla="*/ 322825 h 3070971"/>
                  <a:gd name="connsiteX71" fmla="*/ 7884794 w 8773198"/>
                  <a:gd name="connsiteY71" fmla="*/ 298571 h 3070971"/>
                  <a:gd name="connsiteX72" fmla="*/ 7995845 w 8773198"/>
                  <a:gd name="connsiteY72" fmla="*/ 272199 h 3070971"/>
                  <a:gd name="connsiteX73" fmla="*/ 8106896 w 8773198"/>
                  <a:gd name="connsiteY73" fmla="*/ 243284 h 3070971"/>
                  <a:gd name="connsiteX74" fmla="*/ 8217946 w 8773198"/>
                  <a:gd name="connsiteY74" fmla="*/ 211404 h 3070971"/>
                  <a:gd name="connsiteX75" fmla="*/ 8328997 w 8773198"/>
                  <a:gd name="connsiteY75" fmla="*/ 176241 h 3070971"/>
                  <a:gd name="connsiteX76" fmla="*/ 8440047 w 8773198"/>
                  <a:gd name="connsiteY76" fmla="*/ 137582 h 3070971"/>
                  <a:gd name="connsiteX77" fmla="*/ 8551097 w 8773198"/>
                  <a:gd name="connsiteY77" fmla="*/ 95322 h 3070971"/>
                  <a:gd name="connsiteX78" fmla="*/ 8662148 w 8773198"/>
                  <a:gd name="connsiteY78" fmla="*/ 49462 h 3070971"/>
                  <a:gd name="connsiteX79" fmla="*/ 8773198 w 8773198"/>
                  <a:gd name="connsiteY79" fmla="*/ 0 h 3070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3070971">
                    <a:moveTo>
                      <a:pt x="0" y="1131583"/>
                    </a:moveTo>
                    <a:lnTo>
                      <a:pt x="111050" y="2073369"/>
                    </a:lnTo>
                    <a:lnTo>
                      <a:pt x="222101" y="2723150"/>
                    </a:lnTo>
                    <a:lnTo>
                      <a:pt x="333151" y="2977449"/>
                    </a:lnTo>
                    <a:lnTo>
                      <a:pt x="444202" y="3058262"/>
                    </a:lnTo>
                    <a:lnTo>
                      <a:pt x="555252" y="3070972"/>
                    </a:lnTo>
                    <a:lnTo>
                      <a:pt x="666303" y="3048306"/>
                    </a:lnTo>
                    <a:lnTo>
                      <a:pt x="777353" y="2971730"/>
                    </a:lnTo>
                    <a:lnTo>
                      <a:pt x="888404" y="2807458"/>
                    </a:lnTo>
                    <a:lnTo>
                      <a:pt x="999454" y="2560785"/>
                    </a:lnTo>
                    <a:lnTo>
                      <a:pt x="1110505" y="2293458"/>
                    </a:lnTo>
                    <a:lnTo>
                      <a:pt x="1221555" y="2096458"/>
                    </a:lnTo>
                    <a:lnTo>
                      <a:pt x="1332605" y="2048797"/>
                    </a:lnTo>
                    <a:lnTo>
                      <a:pt x="1443656" y="2062989"/>
                    </a:lnTo>
                    <a:lnTo>
                      <a:pt x="1554706" y="1946272"/>
                    </a:lnTo>
                    <a:lnTo>
                      <a:pt x="1665757" y="1825107"/>
                    </a:lnTo>
                    <a:lnTo>
                      <a:pt x="1776807" y="1735186"/>
                    </a:lnTo>
                    <a:lnTo>
                      <a:pt x="1887858" y="1737622"/>
                    </a:lnTo>
                    <a:lnTo>
                      <a:pt x="1998908" y="1826166"/>
                    </a:lnTo>
                    <a:lnTo>
                      <a:pt x="2109959" y="1941400"/>
                    </a:lnTo>
                    <a:lnTo>
                      <a:pt x="2221009" y="2042019"/>
                    </a:lnTo>
                    <a:lnTo>
                      <a:pt x="2332060" y="2110227"/>
                    </a:lnTo>
                    <a:lnTo>
                      <a:pt x="2443110" y="2145179"/>
                    </a:lnTo>
                    <a:lnTo>
                      <a:pt x="2554161" y="2172610"/>
                    </a:lnTo>
                    <a:lnTo>
                      <a:pt x="2665211" y="2230863"/>
                    </a:lnTo>
                    <a:lnTo>
                      <a:pt x="2776262" y="2284138"/>
                    </a:lnTo>
                    <a:lnTo>
                      <a:pt x="2887312" y="2310087"/>
                    </a:lnTo>
                    <a:lnTo>
                      <a:pt x="2998362" y="2308286"/>
                    </a:lnTo>
                    <a:lnTo>
                      <a:pt x="3109519" y="2293458"/>
                    </a:lnTo>
                    <a:lnTo>
                      <a:pt x="3220569" y="2284455"/>
                    </a:lnTo>
                    <a:lnTo>
                      <a:pt x="3331620" y="2287845"/>
                    </a:lnTo>
                    <a:lnTo>
                      <a:pt x="3442670" y="2298012"/>
                    </a:lnTo>
                    <a:lnTo>
                      <a:pt x="3553721" y="2309663"/>
                    </a:lnTo>
                    <a:lnTo>
                      <a:pt x="3664771" y="2316865"/>
                    </a:lnTo>
                    <a:lnTo>
                      <a:pt x="3775822" y="2314853"/>
                    </a:lnTo>
                    <a:lnTo>
                      <a:pt x="3886872" y="2300766"/>
                    </a:lnTo>
                    <a:lnTo>
                      <a:pt x="3997923" y="2274923"/>
                    </a:lnTo>
                    <a:lnTo>
                      <a:pt x="4108973" y="2241137"/>
                    </a:lnTo>
                    <a:lnTo>
                      <a:pt x="4220024" y="2206715"/>
                    </a:lnTo>
                    <a:lnTo>
                      <a:pt x="4331074" y="2180766"/>
                    </a:lnTo>
                    <a:lnTo>
                      <a:pt x="4442124" y="2172187"/>
                    </a:lnTo>
                    <a:lnTo>
                      <a:pt x="4553175" y="2185532"/>
                    </a:lnTo>
                    <a:lnTo>
                      <a:pt x="4664225" y="2202796"/>
                    </a:lnTo>
                    <a:lnTo>
                      <a:pt x="4775276" y="2199936"/>
                    </a:lnTo>
                    <a:lnTo>
                      <a:pt x="4886326" y="2158524"/>
                    </a:lnTo>
                    <a:lnTo>
                      <a:pt x="4997377" y="2063943"/>
                    </a:lnTo>
                    <a:lnTo>
                      <a:pt x="5108428" y="1931233"/>
                    </a:lnTo>
                    <a:lnTo>
                      <a:pt x="5219478" y="1782847"/>
                    </a:lnTo>
                    <a:lnTo>
                      <a:pt x="5330528" y="1625565"/>
                    </a:lnTo>
                    <a:lnTo>
                      <a:pt x="5441578" y="1468389"/>
                    </a:lnTo>
                    <a:lnTo>
                      <a:pt x="5552629" y="1321593"/>
                    </a:lnTo>
                    <a:lnTo>
                      <a:pt x="5663679" y="1196826"/>
                    </a:lnTo>
                    <a:lnTo>
                      <a:pt x="5774730" y="1102139"/>
                    </a:lnTo>
                    <a:lnTo>
                      <a:pt x="5885781" y="1018679"/>
                    </a:lnTo>
                    <a:lnTo>
                      <a:pt x="5996831" y="940938"/>
                    </a:lnTo>
                    <a:lnTo>
                      <a:pt x="6107881" y="869023"/>
                    </a:lnTo>
                    <a:lnTo>
                      <a:pt x="6219038" y="803039"/>
                    </a:lnTo>
                    <a:lnTo>
                      <a:pt x="6330088" y="742668"/>
                    </a:lnTo>
                    <a:lnTo>
                      <a:pt x="6441139" y="687910"/>
                    </a:lnTo>
                    <a:lnTo>
                      <a:pt x="6552189" y="638554"/>
                    </a:lnTo>
                    <a:lnTo>
                      <a:pt x="6663240" y="594283"/>
                    </a:lnTo>
                    <a:lnTo>
                      <a:pt x="6774290" y="554777"/>
                    </a:lnTo>
                    <a:lnTo>
                      <a:pt x="6885340" y="519613"/>
                    </a:lnTo>
                    <a:lnTo>
                      <a:pt x="6996391" y="488263"/>
                    </a:lnTo>
                    <a:lnTo>
                      <a:pt x="7107441" y="460196"/>
                    </a:lnTo>
                    <a:lnTo>
                      <a:pt x="7218492" y="434776"/>
                    </a:lnTo>
                    <a:lnTo>
                      <a:pt x="7329543" y="411263"/>
                    </a:lnTo>
                    <a:lnTo>
                      <a:pt x="7440593" y="389127"/>
                    </a:lnTo>
                    <a:lnTo>
                      <a:pt x="7551643" y="367415"/>
                    </a:lnTo>
                    <a:lnTo>
                      <a:pt x="7662694" y="345597"/>
                    </a:lnTo>
                    <a:lnTo>
                      <a:pt x="7773744" y="322825"/>
                    </a:lnTo>
                    <a:lnTo>
                      <a:pt x="7884794" y="298571"/>
                    </a:lnTo>
                    <a:lnTo>
                      <a:pt x="7995845" y="272199"/>
                    </a:lnTo>
                    <a:lnTo>
                      <a:pt x="8106896" y="243284"/>
                    </a:lnTo>
                    <a:lnTo>
                      <a:pt x="8217946" y="211404"/>
                    </a:lnTo>
                    <a:lnTo>
                      <a:pt x="8328997" y="176241"/>
                    </a:lnTo>
                    <a:lnTo>
                      <a:pt x="8440047" y="137582"/>
                    </a:lnTo>
                    <a:lnTo>
                      <a:pt x="8551097" y="95322"/>
                    </a:lnTo>
                    <a:lnTo>
                      <a:pt x="8662148" y="49462"/>
                    </a:lnTo>
                    <a:lnTo>
                      <a:pt x="8773198" y="0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878A361E-FB0B-2D8B-9335-B0CAF95D4EBB}"/>
                  </a:ext>
                </a:extLst>
              </p:cNvPr>
              <p:cNvSpPr/>
              <p:nvPr/>
            </p:nvSpPr>
            <p:spPr>
              <a:xfrm>
                <a:off x="1909778" y="4085876"/>
                <a:ext cx="8773198" cy="1690808"/>
              </a:xfrm>
              <a:custGeom>
                <a:avLst/>
                <a:gdLst>
                  <a:gd name="connsiteX0" fmla="*/ 8773198 w 8773198"/>
                  <a:gd name="connsiteY0" fmla="*/ 1381434 h 1690808"/>
                  <a:gd name="connsiteX1" fmla="*/ 8662148 w 8773198"/>
                  <a:gd name="connsiteY1" fmla="*/ 1186235 h 1690808"/>
                  <a:gd name="connsiteX2" fmla="*/ 8551097 w 8773198"/>
                  <a:gd name="connsiteY2" fmla="*/ 1007347 h 1690808"/>
                  <a:gd name="connsiteX3" fmla="*/ 8440047 w 8773198"/>
                  <a:gd name="connsiteY3" fmla="*/ 844557 h 1690808"/>
                  <a:gd name="connsiteX4" fmla="*/ 8328997 w 8773198"/>
                  <a:gd name="connsiteY4" fmla="*/ 697760 h 1690808"/>
                  <a:gd name="connsiteX5" fmla="*/ 8217946 w 8773198"/>
                  <a:gd name="connsiteY5" fmla="*/ 566745 h 1690808"/>
                  <a:gd name="connsiteX6" fmla="*/ 8106896 w 8773198"/>
                  <a:gd name="connsiteY6" fmla="*/ 450981 h 1690808"/>
                  <a:gd name="connsiteX7" fmla="*/ 7995845 w 8773198"/>
                  <a:gd name="connsiteY7" fmla="*/ 350151 h 1690808"/>
                  <a:gd name="connsiteX8" fmla="*/ 7884794 w 8773198"/>
                  <a:gd name="connsiteY8" fmla="*/ 263620 h 1690808"/>
                  <a:gd name="connsiteX9" fmla="*/ 7773744 w 8773198"/>
                  <a:gd name="connsiteY9" fmla="*/ 190963 h 1690808"/>
                  <a:gd name="connsiteX10" fmla="*/ 7662694 w 8773198"/>
                  <a:gd name="connsiteY10" fmla="*/ 131333 h 1690808"/>
                  <a:gd name="connsiteX11" fmla="*/ 7551643 w 8773198"/>
                  <a:gd name="connsiteY11" fmla="*/ 83884 h 1690808"/>
                  <a:gd name="connsiteX12" fmla="*/ 7440593 w 8773198"/>
                  <a:gd name="connsiteY12" fmla="*/ 47979 h 1690808"/>
                  <a:gd name="connsiteX13" fmla="*/ 7329543 w 8773198"/>
                  <a:gd name="connsiteY13" fmla="*/ 22560 h 1690808"/>
                  <a:gd name="connsiteX14" fmla="*/ 7218492 w 8773198"/>
                  <a:gd name="connsiteY14" fmla="*/ 6885 h 1690808"/>
                  <a:gd name="connsiteX15" fmla="*/ 7107441 w 8773198"/>
                  <a:gd name="connsiteY15" fmla="*/ 0 h 1690808"/>
                  <a:gd name="connsiteX16" fmla="*/ 6996391 w 8773198"/>
                  <a:gd name="connsiteY16" fmla="*/ 1165 h 1690808"/>
                  <a:gd name="connsiteX17" fmla="*/ 6885340 w 8773198"/>
                  <a:gd name="connsiteY17" fmla="*/ 9638 h 1690808"/>
                  <a:gd name="connsiteX18" fmla="*/ 6774290 w 8773198"/>
                  <a:gd name="connsiteY18" fmla="*/ 24678 h 1690808"/>
                  <a:gd name="connsiteX19" fmla="*/ 6663240 w 8773198"/>
                  <a:gd name="connsiteY19" fmla="*/ 45543 h 1690808"/>
                  <a:gd name="connsiteX20" fmla="*/ 6552189 w 8773198"/>
                  <a:gd name="connsiteY20" fmla="*/ 71916 h 1690808"/>
                  <a:gd name="connsiteX21" fmla="*/ 6441139 w 8773198"/>
                  <a:gd name="connsiteY21" fmla="*/ 103054 h 1690808"/>
                  <a:gd name="connsiteX22" fmla="*/ 6330088 w 8773198"/>
                  <a:gd name="connsiteY22" fmla="*/ 138641 h 1690808"/>
                  <a:gd name="connsiteX23" fmla="*/ 6219038 w 8773198"/>
                  <a:gd name="connsiteY23" fmla="*/ 178359 h 1690808"/>
                  <a:gd name="connsiteX24" fmla="*/ 6107881 w 8773198"/>
                  <a:gd name="connsiteY24" fmla="*/ 221890 h 1690808"/>
                  <a:gd name="connsiteX25" fmla="*/ 5996831 w 8773198"/>
                  <a:gd name="connsiteY25" fmla="*/ 269021 h 1690808"/>
                  <a:gd name="connsiteX26" fmla="*/ 5885781 w 8773198"/>
                  <a:gd name="connsiteY26" fmla="*/ 319542 h 1690808"/>
                  <a:gd name="connsiteX27" fmla="*/ 5774730 w 8773198"/>
                  <a:gd name="connsiteY27" fmla="*/ 373452 h 1690808"/>
                  <a:gd name="connsiteX28" fmla="*/ 5663679 w 8773198"/>
                  <a:gd name="connsiteY28" fmla="*/ 432658 h 1690808"/>
                  <a:gd name="connsiteX29" fmla="*/ 5552629 w 8773198"/>
                  <a:gd name="connsiteY29" fmla="*/ 505951 h 1690808"/>
                  <a:gd name="connsiteX30" fmla="*/ 5441578 w 8773198"/>
                  <a:gd name="connsiteY30" fmla="*/ 593329 h 1690808"/>
                  <a:gd name="connsiteX31" fmla="*/ 5330528 w 8773198"/>
                  <a:gd name="connsiteY31" fmla="*/ 693842 h 1690808"/>
                  <a:gd name="connsiteX32" fmla="*/ 5219478 w 8773198"/>
                  <a:gd name="connsiteY32" fmla="*/ 805369 h 1690808"/>
                  <a:gd name="connsiteX33" fmla="*/ 5108428 w 8773198"/>
                  <a:gd name="connsiteY33" fmla="*/ 924416 h 1690808"/>
                  <a:gd name="connsiteX34" fmla="*/ 4997377 w 8773198"/>
                  <a:gd name="connsiteY34" fmla="*/ 1045052 h 1690808"/>
                  <a:gd name="connsiteX35" fmla="*/ 4886326 w 8773198"/>
                  <a:gd name="connsiteY35" fmla="*/ 1133808 h 1690808"/>
                  <a:gd name="connsiteX36" fmla="*/ 4775276 w 8773198"/>
                  <a:gd name="connsiteY36" fmla="*/ 1171301 h 1690808"/>
                  <a:gd name="connsiteX37" fmla="*/ 4664225 w 8773198"/>
                  <a:gd name="connsiteY37" fmla="*/ 1182952 h 1690808"/>
                  <a:gd name="connsiteX38" fmla="*/ 4553175 w 8773198"/>
                  <a:gd name="connsiteY38" fmla="*/ 1190577 h 1690808"/>
                  <a:gd name="connsiteX39" fmla="*/ 4442124 w 8773198"/>
                  <a:gd name="connsiteY39" fmla="*/ 1210807 h 1690808"/>
                  <a:gd name="connsiteX40" fmla="*/ 4331074 w 8773198"/>
                  <a:gd name="connsiteY40" fmla="*/ 1243852 h 1690808"/>
                  <a:gd name="connsiteX41" fmla="*/ 4220024 w 8773198"/>
                  <a:gd name="connsiteY41" fmla="*/ 1283358 h 1690808"/>
                  <a:gd name="connsiteX42" fmla="*/ 4108973 w 8773198"/>
                  <a:gd name="connsiteY42" fmla="*/ 1333032 h 1690808"/>
                  <a:gd name="connsiteX43" fmla="*/ 3997923 w 8773198"/>
                  <a:gd name="connsiteY43" fmla="*/ 1396474 h 1690808"/>
                  <a:gd name="connsiteX44" fmla="*/ 3886872 w 8773198"/>
                  <a:gd name="connsiteY44" fmla="*/ 1475803 h 1690808"/>
                  <a:gd name="connsiteX45" fmla="*/ 3775822 w 8773198"/>
                  <a:gd name="connsiteY45" fmla="*/ 1569325 h 1690808"/>
                  <a:gd name="connsiteX46" fmla="*/ 3664771 w 8773198"/>
                  <a:gd name="connsiteY46" fmla="*/ 1672168 h 1690808"/>
                  <a:gd name="connsiteX47" fmla="*/ 3553721 w 8773198"/>
                  <a:gd name="connsiteY47" fmla="*/ 1690808 h 1690808"/>
                  <a:gd name="connsiteX48" fmla="*/ 3442670 w 8773198"/>
                  <a:gd name="connsiteY48" fmla="*/ 1690808 h 1690808"/>
                  <a:gd name="connsiteX49" fmla="*/ 3331620 w 8773198"/>
                  <a:gd name="connsiteY49" fmla="*/ 1690808 h 1690808"/>
                  <a:gd name="connsiteX50" fmla="*/ 3220569 w 8773198"/>
                  <a:gd name="connsiteY50" fmla="*/ 1690808 h 1690808"/>
                  <a:gd name="connsiteX51" fmla="*/ 3109519 w 8773198"/>
                  <a:gd name="connsiteY51" fmla="*/ 1690808 h 1690808"/>
                  <a:gd name="connsiteX52" fmla="*/ 2998362 w 8773198"/>
                  <a:gd name="connsiteY52" fmla="*/ 1690808 h 1690808"/>
                  <a:gd name="connsiteX53" fmla="*/ 2887312 w 8773198"/>
                  <a:gd name="connsiteY53" fmla="*/ 1690808 h 1690808"/>
                  <a:gd name="connsiteX54" fmla="*/ 2776262 w 8773198"/>
                  <a:gd name="connsiteY54" fmla="*/ 1564030 h 1690808"/>
                  <a:gd name="connsiteX55" fmla="*/ 2665211 w 8773198"/>
                  <a:gd name="connsiteY55" fmla="*/ 1446571 h 1690808"/>
                  <a:gd name="connsiteX56" fmla="*/ 2554161 w 8773198"/>
                  <a:gd name="connsiteY56" fmla="*/ 1360675 h 1690808"/>
                  <a:gd name="connsiteX57" fmla="*/ 2443110 w 8773198"/>
                  <a:gd name="connsiteY57" fmla="*/ 1290242 h 1690808"/>
                  <a:gd name="connsiteX58" fmla="*/ 2332060 w 8773198"/>
                  <a:gd name="connsiteY58" fmla="*/ 1164946 h 1690808"/>
                  <a:gd name="connsiteX59" fmla="*/ 2221009 w 8773198"/>
                  <a:gd name="connsiteY59" fmla="*/ 998662 h 1690808"/>
                  <a:gd name="connsiteX60" fmla="*/ 2109959 w 8773198"/>
                  <a:gd name="connsiteY60" fmla="*/ 837249 h 1690808"/>
                  <a:gd name="connsiteX61" fmla="*/ 1998908 w 8773198"/>
                  <a:gd name="connsiteY61" fmla="*/ 709411 h 1690808"/>
                  <a:gd name="connsiteX62" fmla="*/ 1887858 w 8773198"/>
                  <a:gd name="connsiteY62" fmla="*/ 620337 h 1690808"/>
                  <a:gd name="connsiteX63" fmla="*/ 1776807 w 8773198"/>
                  <a:gd name="connsiteY63" fmla="*/ 563885 h 1690808"/>
                  <a:gd name="connsiteX64" fmla="*/ 1665757 w 8773198"/>
                  <a:gd name="connsiteY64" fmla="*/ 548634 h 1690808"/>
                  <a:gd name="connsiteX65" fmla="*/ 1554706 w 8773198"/>
                  <a:gd name="connsiteY65" fmla="*/ 595660 h 1690808"/>
                  <a:gd name="connsiteX66" fmla="*/ 1443656 w 8773198"/>
                  <a:gd name="connsiteY66" fmla="*/ 763215 h 1690808"/>
                  <a:gd name="connsiteX67" fmla="*/ 1332605 w 8773198"/>
                  <a:gd name="connsiteY67" fmla="*/ 1132113 h 1690808"/>
                  <a:gd name="connsiteX68" fmla="*/ 1221555 w 8773198"/>
                  <a:gd name="connsiteY68" fmla="*/ 1424329 h 1690808"/>
                  <a:gd name="connsiteX69" fmla="*/ 1110505 w 8773198"/>
                  <a:gd name="connsiteY69" fmla="*/ 1623871 h 1690808"/>
                  <a:gd name="connsiteX70" fmla="*/ 999454 w 8773198"/>
                  <a:gd name="connsiteY70" fmla="*/ 1690808 h 1690808"/>
                  <a:gd name="connsiteX71" fmla="*/ 888404 w 8773198"/>
                  <a:gd name="connsiteY71" fmla="*/ 1690808 h 1690808"/>
                  <a:gd name="connsiteX72" fmla="*/ 777353 w 8773198"/>
                  <a:gd name="connsiteY72" fmla="*/ 1690808 h 1690808"/>
                  <a:gd name="connsiteX73" fmla="*/ 666303 w 8773198"/>
                  <a:gd name="connsiteY73" fmla="*/ 1690808 h 1690808"/>
                  <a:gd name="connsiteX74" fmla="*/ 555252 w 8773198"/>
                  <a:gd name="connsiteY74" fmla="*/ 1690808 h 1690808"/>
                  <a:gd name="connsiteX75" fmla="*/ 444202 w 8773198"/>
                  <a:gd name="connsiteY75" fmla="*/ 1690808 h 1690808"/>
                  <a:gd name="connsiteX76" fmla="*/ 333151 w 8773198"/>
                  <a:gd name="connsiteY76" fmla="*/ 1318521 h 1690808"/>
                  <a:gd name="connsiteX77" fmla="*/ 222101 w 8773198"/>
                  <a:gd name="connsiteY77" fmla="*/ 1152554 h 1690808"/>
                  <a:gd name="connsiteX78" fmla="*/ 111050 w 8773198"/>
                  <a:gd name="connsiteY78" fmla="*/ 1422529 h 1690808"/>
                  <a:gd name="connsiteX79" fmla="*/ 0 w 8773198"/>
                  <a:gd name="connsiteY79" fmla="*/ 1690808 h 1690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1690808">
                    <a:moveTo>
                      <a:pt x="8773198" y="1381434"/>
                    </a:moveTo>
                    <a:lnTo>
                      <a:pt x="8662148" y="1186235"/>
                    </a:lnTo>
                    <a:lnTo>
                      <a:pt x="8551097" y="1007347"/>
                    </a:lnTo>
                    <a:lnTo>
                      <a:pt x="8440047" y="844557"/>
                    </a:lnTo>
                    <a:lnTo>
                      <a:pt x="8328997" y="697760"/>
                    </a:lnTo>
                    <a:lnTo>
                      <a:pt x="8217946" y="566745"/>
                    </a:lnTo>
                    <a:lnTo>
                      <a:pt x="8106896" y="450981"/>
                    </a:lnTo>
                    <a:lnTo>
                      <a:pt x="7995845" y="350151"/>
                    </a:lnTo>
                    <a:lnTo>
                      <a:pt x="7884794" y="263620"/>
                    </a:lnTo>
                    <a:lnTo>
                      <a:pt x="7773744" y="190963"/>
                    </a:lnTo>
                    <a:lnTo>
                      <a:pt x="7662694" y="131333"/>
                    </a:lnTo>
                    <a:lnTo>
                      <a:pt x="7551643" y="83884"/>
                    </a:lnTo>
                    <a:lnTo>
                      <a:pt x="7440593" y="47979"/>
                    </a:lnTo>
                    <a:lnTo>
                      <a:pt x="7329543" y="22560"/>
                    </a:lnTo>
                    <a:lnTo>
                      <a:pt x="7218492" y="6885"/>
                    </a:lnTo>
                    <a:lnTo>
                      <a:pt x="7107441" y="0"/>
                    </a:lnTo>
                    <a:lnTo>
                      <a:pt x="6996391" y="1165"/>
                    </a:lnTo>
                    <a:lnTo>
                      <a:pt x="6885340" y="9638"/>
                    </a:lnTo>
                    <a:lnTo>
                      <a:pt x="6774290" y="24678"/>
                    </a:lnTo>
                    <a:lnTo>
                      <a:pt x="6663240" y="45543"/>
                    </a:lnTo>
                    <a:lnTo>
                      <a:pt x="6552189" y="71916"/>
                    </a:lnTo>
                    <a:lnTo>
                      <a:pt x="6441139" y="103054"/>
                    </a:lnTo>
                    <a:lnTo>
                      <a:pt x="6330088" y="138641"/>
                    </a:lnTo>
                    <a:lnTo>
                      <a:pt x="6219038" y="178359"/>
                    </a:lnTo>
                    <a:lnTo>
                      <a:pt x="6107881" y="221890"/>
                    </a:lnTo>
                    <a:lnTo>
                      <a:pt x="5996831" y="269021"/>
                    </a:lnTo>
                    <a:lnTo>
                      <a:pt x="5885781" y="319542"/>
                    </a:lnTo>
                    <a:lnTo>
                      <a:pt x="5774730" y="373452"/>
                    </a:lnTo>
                    <a:lnTo>
                      <a:pt x="5663679" y="432658"/>
                    </a:lnTo>
                    <a:lnTo>
                      <a:pt x="5552629" y="505951"/>
                    </a:lnTo>
                    <a:lnTo>
                      <a:pt x="5441578" y="593329"/>
                    </a:lnTo>
                    <a:lnTo>
                      <a:pt x="5330528" y="693842"/>
                    </a:lnTo>
                    <a:lnTo>
                      <a:pt x="5219478" y="805369"/>
                    </a:lnTo>
                    <a:lnTo>
                      <a:pt x="5108428" y="924416"/>
                    </a:lnTo>
                    <a:lnTo>
                      <a:pt x="4997377" y="1045052"/>
                    </a:lnTo>
                    <a:lnTo>
                      <a:pt x="4886326" y="1133808"/>
                    </a:lnTo>
                    <a:lnTo>
                      <a:pt x="4775276" y="1171301"/>
                    </a:lnTo>
                    <a:lnTo>
                      <a:pt x="4664225" y="1182952"/>
                    </a:lnTo>
                    <a:lnTo>
                      <a:pt x="4553175" y="1190577"/>
                    </a:lnTo>
                    <a:lnTo>
                      <a:pt x="4442124" y="1210807"/>
                    </a:lnTo>
                    <a:lnTo>
                      <a:pt x="4331074" y="1243852"/>
                    </a:lnTo>
                    <a:lnTo>
                      <a:pt x="4220024" y="1283358"/>
                    </a:lnTo>
                    <a:lnTo>
                      <a:pt x="4108973" y="1333032"/>
                    </a:lnTo>
                    <a:lnTo>
                      <a:pt x="3997923" y="1396474"/>
                    </a:lnTo>
                    <a:lnTo>
                      <a:pt x="3886872" y="1475803"/>
                    </a:lnTo>
                    <a:lnTo>
                      <a:pt x="3775822" y="1569325"/>
                    </a:lnTo>
                    <a:lnTo>
                      <a:pt x="3664771" y="1672168"/>
                    </a:lnTo>
                    <a:lnTo>
                      <a:pt x="3553721" y="1690808"/>
                    </a:lnTo>
                    <a:lnTo>
                      <a:pt x="3442670" y="1690808"/>
                    </a:lnTo>
                    <a:lnTo>
                      <a:pt x="3331620" y="1690808"/>
                    </a:lnTo>
                    <a:lnTo>
                      <a:pt x="3220569" y="1690808"/>
                    </a:lnTo>
                    <a:lnTo>
                      <a:pt x="3109519" y="1690808"/>
                    </a:lnTo>
                    <a:lnTo>
                      <a:pt x="2998362" y="1690808"/>
                    </a:lnTo>
                    <a:lnTo>
                      <a:pt x="2887312" y="1690808"/>
                    </a:lnTo>
                    <a:lnTo>
                      <a:pt x="2776262" y="1564030"/>
                    </a:lnTo>
                    <a:lnTo>
                      <a:pt x="2665211" y="1446571"/>
                    </a:lnTo>
                    <a:lnTo>
                      <a:pt x="2554161" y="1360675"/>
                    </a:lnTo>
                    <a:lnTo>
                      <a:pt x="2443110" y="1290242"/>
                    </a:lnTo>
                    <a:lnTo>
                      <a:pt x="2332060" y="1164946"/>
                    </a:lnTo>
                    <a:lnTo>
                      <a:pt x="2221009" y="998662"/>
                    </a:lnTo>
                    <a:lnTo>
                      <a:pt x="2109959" y="837249"/>
                    </a:lnTo>
                    <a:lnTo>
                      <a:pt x="1998908" y="709411"/>
                    </a:lnTo>
                    <a:lnTo>
                      <a:pt x="1887858" y="620337"/>
                    </a:lnTo>
                    <a:lnTo>
                      <a:pt x="1776807" y="563885"/>
                    </a:lnTo>
                    <a:lnTo>
                      <a:pt x="1665757" y="548634"/>
                    </a:lnTo>
                    <a:lnTo>
                      <a:pt x="1554706" y="595660"/>
                    </a:lnTo>
                    <a:lnTo>
                      <a:pt x="1443656" y="763215"/>
                    </a:lnTo>
                    <a:lnTo>
                      <a:pt x="1332605" y="1132113"/>
                    </a:lnTo>
                    <a:lnTo>
                      <a:pt x="1221555" y="1424329"/>
                    </a:lnTo>
                    <a:lnTo>
                      <a:pt x="1110505" y="1623871"/>
                    </a:lnTo>
                    <a:lnTo>
                      <a:pt x="999454" y="1690808"/>
                    </a:lnTo>
                    <a:lnTo>
                      <a:pt x="888404" y="1690808"/>
                    </a:lnTo>
                    <a:lnTo>
                      <a:pt x="777353" y="1690808"/>
                    </a:lnTo>
                    <a:lnTo>
                      <a:pt x="666303" y="1690808"/>
                    </a:lnTo>
                    <a:lnTo>
                      <a:pt x="555252" y="1690808"/>
                    </a:lnTo>
                    <a:lnTo>
                      <a:pt x="444202" y="1690808"/>
                    </a:lnTo>
                    <a:lnTo>
                      <a:pt x="333151" y="1318521"/>
                    </a:lnTo>
                    <a:lnTo>
                      <a:pt x="222101" y="1152554"/>
                    </a:lnTo>
                    <a:lnTo>
                      <a:pt x="111050" y="1422529"/>
                    </a:lnTo>
                    <a:lnTo>
                      <a:pt x="0" y="1690808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BCF7F0E9-E41C-827A-E297-B1ECEA1B25FF}"/>
                  </a:ext>
                </a:extLst>
              </p:cNvPr>
              <p:cNvSpPr/>
              <p:nvPr/>
            </p:nvSpPr>
            <p:spPr>
              <a:xfrm>
                <a:off x="1909778" y="2745643"/>
                <a:ext cx="8773198" cy="2373210"/>
              </a:xfrm>
              <a:custGeom>
                <a:avLst/>
                <a:gdLst>
                  <a:gd name="connsiteX0" fmla="*/ 0 w 8773198"/>
                  <a:gd name="connsiteY0" fmla="*/ 1371054 h 2373210"/>
                  <a:gd name="connsiteX1" fmla="*/ 111050 w 8773198"/>
                  <a:gd name="connsiteY1" fmla="*/ 1530984 h 2373210"/>
                  <a:gd name="connsiteX2" fmla="*/ 222101 w 8773198"/>
                  <a:gd name="connsiteY2" fmla="*/ 1720888 h 2373210"/>
                  <a:gd name="connsiteX3" fmla="*/ 333151 w 8773198"/>
                  <a:gd name="connsiteY3" fmla="*/ 1931021 h 2373210"/>
                  <a:gd name="connsiteX4" fmla="*/ 444202 w 8773198"/>
                  <a:gd name="connsiteY4" fmla="*/ 2186379 h 2373210"/>
                  <a:gd name="connsiteX5" fmla="*/ 555252 w 8773198"/>
                  <a:gd name="connsiteY5" fmla="*/ 2348004 h 2373210"/>
                  <a:gd name="connsiteX6" fmla="*/ 666303 w 8773198"/>
                  <a:gd name="connsiteY6" fmla="*/ 2373211 h 2373210"/>
                  <a:gd name="connsiteX7" fmla="*/ 777353 w 8773198"/>
                  <a:gd name="connsiteY7" fmla="*/ 2296636 h 2373210"/>
                  <a:gd name="connsiteX8" fmla="*/ 888404 w 8773198"/>
                  <a:gd name="connsiteY8" fmla="*/ 2146873 h 2373210"/>
                  <a:gd name="connsiteX9" fmla="*/ 999454 w 8773198"/>
                  <a:gd name="connsiteY9" fmla="*/ 1952310 h 2373210"/>
                  <a:gd name="connsiteX10" fmla="*/ 1110505 w 8773198"/>
                  <a:gd name="connsiteY10" fmla="*/ 1741753 h 2373210"/>
                  <a:gd name="connsiteX11" fmla="*/ 1221555 w 8773198"/>
                  <a:gd name="connsiteY11" fmla="*/ 1543482 h 2373210"/>
                  <a:gd name="connsiteX12" fmla="*/ 1332605 w 8773198"/>
                  <a:gd name="connsiteY12" fmla="*/ 1373491 h 2373210"/>
                  <a:gd name="connsiteX13" fmla="*/ 1443656 w 8773198"/>
                  <a:gd name="connsiteY13" fmla="*/ 1196191 h 2373210"/>
                  <a:gd name="connsiteX14" fmla="*/ 1554706 w 8773198"/>
                  <a:gd name="connsiteY14" fmla="*/ 1053948 h 2373210"/>
                  <a:gd name="connsiteX15" fmla="*/ 1665757 w 8773198"/>
                  <a:gd name="connsiteY15" fmla="*/ 969959 h 2373210"/>
                  <a:gd name="connsiteX16" fmla="*/ 1776807 w 8773198"/>
                  <a:gd name="connsiteY16" fmla="*/ 932571 h 2373210"/>
                  <a:gd name="connsiteX17" fmla="*/ 1887858 w 8773198"/>
                  <a:gd name="connsiteY17" fmla="*/ 962015 h 2373210"/>
                  <a:gd name="connsiteX18" fmla="*/ 1998908 w 8773198"/>
                  <a:gd name="connsiteY18" fmla="*/ 1050771 h 2373210"/>
                  <a:gd name="connsiteX19" fmla="*/ 2109959 w 8773198"/>
                  <a:gd name="connsiteY19" fmla="*/ 1172360 h 2373210"/>
                  <a:gd name="connsiteX20" fmla="*/ 2221009 w 8773198"/>
                  <a:gd name="connsiteY20" fmla="*/ 1303376 h 2373210"/>
                  <a:gd name="connsiteX21" fmla="*/ 2332060 w 8773198"/>
                  <a:gd name="connsiteY21" fmla="*/ 1420622 h 2373210"/>
                  <a:gd name="connsiteX22" fmla="*/ 2443110 w 8773198"/>
                  <a:gd name="connsiteY22" fmla="*/ 1500799 h 2373210"/>
                  <a:gd name="connsiteX23" fmla="*/ 2554161 w 8773198"/>
                  <a:gd name="connsiteY23" fmla="*/ 1549625 h 2373210"/>
                  <a:gd name="connsiteX24" fmla="*/ 2665211 w 8773198"/>
                  <a:gd name="connsiteY24" fmla="*/ 1621753 h 2373210"/>
                  <a:gd name="connsiteX25" fmla="*/ 2776262 w 8773198"/>
                  <a:gd name="connsiteY25" fmla="*/ 1707119 h 2373210"/>
                  <a:gd name="connsiteX26" fmla="*/ 2887312 w 8773198"/>
                  <a:gd name="connsiteY26" fmla="*/ 1792697 h 2373210"/>
                  <a:gd name="connsiteX27" fmla="*/ 2998362 w 8773198"/>
                  <a:gd name="connsiteY27" fmla="*/ 1865248 h 2373210"/>
                  <a:gd name="connsiteX28" fmla="*/ 3109519 w 8773198"/>
                  <a:gd name="connsiteY28" fmla="*/ 1911745 h 2373210"/>
                  <a:gd name="connsiteX29" fmla="*/ 3220569 w 8773198"/>
                  <a:gd name="connsiteY29" fmla="*/ 1919264 h 2373210"/>
                  <a:gd name="connsiteX30" fmla="*/ 3331620 w 8773198"/>
                  <a:gd name="connsiteY30" fmla="*/ 1899353 h 2373210"/>
                  <a:gd name="connsiteX31" fmla="*/ 3442670 w 8773198"/>
                  <a:gd name="connsiteY31" fmla="*/ 1867367 h 2373210"/>
                  <a:gd name="connsiteX32" fmla="*/ 3553721 w 8773198"/>
                  <a:gd name="connsiteY32" fmla="*/ 1825848 h 2373210"/>
                  <a:gd name="connsiteX33" fmla="*/ 3664771 w 8773198"/>
                  <a:gd name="connsiteY33" fmla="*/ 1777552 h 2373210"/>
                  <a:gd name="connsiteX34" fmla="*/ 3775822 w 8773198"/>
                  <a:gd name="connsiteY34" fmla="*/ 1725124 h 2373210"/>
                  <a:gd name="connsiteX35" fmla="*/ 3886872 w 8773198"/>
                  <a:gd name="connsiteY35" fmla="*/ 1671320 h 2373210"/>
                  <a:gd name="connsiteX36" fmla="*/ 3997923 w 8773198"/>
                  <a:gd name="connsiteY36" fmla="*/ 1618787 h 2373210"/>
                  <a:gd name="connsiteX37" fmla="*/ 4108973 w 8773198"/>
                  <a:gd name="connsiteY37" fmla="*/ 1570067 h 2373210"/>
                  <a:gd name="connsiteX38" fmla="*/ 4220024 w 8773198"/>
                  <a:gd name="connsiteY38" fmla="*/ 1528019 h 2373210"/>
                  <a:gd name="connsiteX39" fmla="*/ 4331074 w 8773198"/>
                  <a:gd name="connsiteY39" fmla="*/ 1495291 h 2373210"/>
                  <a:gd name="connsiteX40" fmla="*/ 4442124 w 8773198"/>
                  <a:gd name="connsiteY40" fmla="*/ 1474532 h 2373210"/>
                  <a:gd name="connsiteX41" fmla="*/ 4553175 w 8773198"/>
                  <a:gd name="connsiteY41" fmla="*/ 1471143 h 2373210"/>
                  <a:gd name="connsiteX42" fmla="*/ 4664225 w 8773198"/>
                  <a:gd name="connsiteY42" fmla="*/ 1475909 h 2373210"/>
                  <a:gd name="connsiteX43" fmla="*/ 4775276 w 8773198"/>
                  <a:gd name="connsiteY43" fmla="*/ 1468601 h 2373210"/>
                  <a:gd name="connsiteX44" fmla="*/ 4886326 w 8773198"/>
                  <a:gd name="connsiteY44" fmla="*/ 1429201 h 2373210"/>
                  <a:gd name="connsiteX45" fmla="*/ 4997377 w 8773198"/>
                  <a:gd name="connsiteY45" fmla="*/ 1337586 h 2373210"/>
                  <a:gd name="connsiteX46" fmla="*/ 5108428 w 8773198"/>
                  <a:gd name="connsiteY46" fmla="*/ 1210807 h 2373210"/>
                  <a:gd name="connsiteX47" fmla="*/ 5219478 w 8773198"/>
                  <a:gd name="connsiteY47" fmla="*/ 1077144 h 2373210"/>
                  <a:gd name="connsiteX48" fmla="*/ 5330528 w 8773198"/>
                  <a:gd name="connsiteY48" fmla="*/ 942739 h 2373210"/>
                  <a:gd name="connsiteX49" fmla="*/ 5441578 w 8773198"/>
                  <a:gd name="connsiteY49" fmla="*/ 813948 h 2373210"/>
                  <a:gd name="connsiteX50" fmla="*/ 5552629 w 8773198"/>
                  <a:gd name="connsiteY50" fmla="*/ 696807 h 2373210"/>
                  <a:gd name="connsiteX51" fmla="*/ 5663679 w 8773198"/>
                  <a:gd name="connsiteY51" fmla="*/ 597778 h 2373210"/>
                  <a:gd name="connsiteX52" fmla="*/ 5774730 w 8773198"/>
                  <a:gd name="connsiteY52" fmla="*/ 520884 h 2373210"/>
                  <a:gd name="connsiteX53" fmla="*/ 5885781 w 8773198"/>
                  <a:gd name="connsiteY53" fmla="*/ 452146 h 2373210"/>
                  <a:gd name="connsiteX54" fmla="*/ 5996831 w 8773198"/>
                  <a:gd name="connsiteY54" fmla="*/ 387962 h 2373210"/>
                  <a:gd name="connsiteX55" fmla="*/ 6107881 w 8773198"/>
                  <a:gd name="connsiteY55" fmla="*/ 328545 h 2373210"/>
                  <a:gd name="connsiteX56" fmla="*/ 6219038 w 8773198"/>
                  <a:gd name="connsiteY56" fmla="*/ 273681 h 2373210"/>
                  <a:gd name="connsiteX57" fmla="*/ 6330088 w 8773198"/>
                  <a:gd name="connsiteY57" fmla="*/ 223690 h 2373210"/>
                  <a:gd name="connsiteX58" fmla="*/ 6441139 w 8773198"/>
                  <a:gd name="connsiteY58" fmla="*/ 178571 h 2373210"/>
                  <a:gd name="connsiteX59" fmla="*/ 6552189 w 8773198"/>
                  <a:gd name="connsiteY59" fmla="*/ 138218 h 2373210"/>
                  <a:gd name="connsiteX60" fmla="*/ 6663240 w 8773198"/>
                  <a:gd name="connsiteY60" fmla="*/ 102948 h 2373210"/>
                  <a:gd name="connsiteX61" fmla="*/ 6774290 w 8773198"/>
                  <a:gd name="connsiteY61" fmla="*/ 72763 h 2373210"/>
                  <a:gd name="connsiteX62" fmla="*/ 6885340 w 8773198"/>
                  <a:gd name="connsiteY62" fmla="*/ 47661 h 2373210"/>
                  <a:gd name="connsiteX63" fmla="*/ 6996391 w 8773198"/>
                  <a:gd name="connsiteY63" fmla="*/ 27750 h 2373210"/>
                  <a:gd name="connsiteX64" fmla="*/ 7107441 w 8773198"/>
                  <a:gd name="connsiteY64" fmla="*/ 13133 h 2373210"/>
                  <a:gd name="connsiteX65" fmla="*/ 7218492 w 8773198"/>
                  <a:gd name="connsiteY65" fmla="*/ 3813 h 2373210"/>
                  <a:gd name="connsiteX66" fmla="*/ 7329543 w 8773198"/>
                  <a:gd name="connsiteY66" fmla="*/ 0 h 2373210"/>
                  <a:gd name="connsiteX67" fmla="*/ 7440593 w 8773198"/>
                  <a:gd name="connsiteY67" fmla="*/ 1589 h 2373210"/>
                  <a:gd name="connsiteX68" fmla="*/ 7551643 w 8773198"/>
                  <a:gd name="connsiteY68" fmla="*/ 8685 h 2373210"/>
                  <a:gd name="connsiteX69" fmla="*/ 7662694 w 8773198"/>
                  <a:gd name="connsiteY69" fmla="*/ 21500 h 2373210"/>
                  <a:gd name="connsiteX70" fmla="*/ 7773744 w 8773198"/>
                  <a:gd name="connsiteY70" fmla="*/ 39930 h 2373210"/>
                  <a:gd name="connsiteX71" fmla="*/ 7884794 w 8773198"/>
                  <a:gd name="connsiteY71" fmla="*/ 64184 h 2373210"/>
                  <a:gd name="connsiteX72" fmla="*/ 7995845 w 8773198"/>
                  <a:gd name="connsiteY72" fmla="*/ 94157 h 2373210"/>
                  <a:gd name="connsiteX73" fmla="*/ 8106896 w 8773198"/>
                  <a:gd name="connsiteY73" fmla="*/ 130168 h 2373210"/>
                  <a:gd name="connsiteX74" fmla="*/ 8217946 w 8773198"/>
                  <a:gd name="connsiteY74" fmla="*/ 172110 h 2373210"/>
                  <a:gd name="connsiteX75" fmla="*/ 8328997 w 8773198"/>
                  <a:gd name="connsiteY75" fmla="*/ 220089 h 2373210"/>
                  <a:gd name="connsiteX76" fmla="*/ 8440047 w 8773198"/>
                  <a:gd name="connsiteY76" fmla="*/ 274105 h 2373210"/>
                  <a:gd name="connsiteX77" fmla="*/ 8551097 w 8773198"/>
                  <a:gd name="connsiteY77" fmla="*/ 334370 h 2373210"/>
                  <a:gd name="connsiteX78" fmla="*/ 8662148 w 8773198"/>
                  <a:gd name="connsiteY78" fmla="*/ 400884 h 2373210"/>
                  <a:gd name="connsiteX79" fmla="*/ 8773198 w 8773198"/>
                  <a:gd name="connsiteY79" fmla="*/ 473753 h 2373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373210">
                    <a:moveTo>
                      <a:pt x="0" y="1371054"/>
                    </a:moveTo>
                    <a:lnTo>
                      <a:pt x="111050" y="1530984"/>
                    </a:lnTo>
                    <a:lnTo>
                      <a:pt x="222101" y="1720888"/>
                    </a:lnTo>
                    <a:lnTo>
                      <a:pt x="333151" y="1931021"/>
                    </a:lnTo>
                    <a:lnTo>
                      <a:pt x="444202" y="2186379"/>
                    </a:lnTo>
                    <a:lnTo>
                      <a:pt x="555252" y="2348004"/>
                    </a:lnTo>
                    <a:lnTo>
                      <a:pt x="666303" y="2373211"/>
                    </a:lnTo>
                    <a:lnTo>
                      <a:pt x="777353" y="2296636"/>
                    </a:lnTo>
                    <a:lnTo>
                      <a:pt x="888404" y="2146873"/>
                    </a:lnTo>
                    <a:lnTo>
                      <a:pt x="999454" y="1952310"/>
                    </a:lnTo>
                    <a:lnTo>
                      <a:pt x="1110505" y="1741753"/>
                    </a:lnTo>
                    <a:lnTo>
                      <a:pt x="1221555" y="1543482"/>
                    </a:lnTo>
                    <a:lnTo>
                      <a:pt x="1332605" y="1373491"/>
                    </a:lnTo>
                    <a:lnTo>
                      <a:pt x="1443656" y="1196191"/>
                    </a:lnTo>
                    <a:lnTo>
                      <a:pt x="1554706" y="1053948"/>
                    </a:lnTo>
                    <a:lnTo>
                      <a:pt x="1665757" y="969959"/>
                    </a:lnTo>
                    <a:lnTo>
                      <a:pt x="1776807" y="932571"/>
                    </a:lnTo>
                    <a:lnTo>
                      <a:pt x="1887858" y="962015"/>
                    </a:lnTo>
                    <a:lnTo>
                      <a:pt x="1998908" y="1050771"/>
                    </a:lnTo>
                    <a:lnTo>
                      <a:pt x="2109959" y="1172360"/>
                    </a:lnTo>
                    <a:lnTo>
                      <a:pt x="2221009" y="1303376"/>
                    </a:lnTo>
                    <a:lnTo>
                      <a:pt x="2332060" y="1420622"/>
                    </a:lnTo>
                    <a:lnTo>
                      <a:pt x="2443110" y="1500799"/>
                    </a:lnTo>
                    <a:lnTo>
                      <a:pt x="2554161" y="1549625"/>
                    </a:lnTo>
                    <a:lnTo>
                      <a:pt x="2665211" y="1621753"/>
                    </a:lnTo>
                    <a:lnTo>
                      <a:pt x="2776262" y="1707119"/>
                    </a:lnTo>
                    <a:lnTo>
                      <a:pt x="2887312" y="1792697"/>
                    </a:lnTo>
                    <a:lnTo>
                      <a:pt x="2998362" y="1865248"/>
                    </a:lnTo>
                    <a:lnTo>
                      <a:pt x="3109519" y="1911745"/>
                    </a:lnTo>
                    <a:lnTo>
                      <a:pt x="3220569" y="1919264"/>
                    </a:lnTo>
                    <a:lnTo>
                      <a:pt x="3331620" y="1899353"/>
                    </a:lnTo>
                    <a:lnTo>
                      <a:pt x="3442670" y="1867367"/>
                    </a:lnTo>
                    <a:lnTo>
                      <a:pt x="3553721" y="1825848"/>
                    </a:lnTo>
                    <a:lnTo>
                      <a:pt x="3664771" y="1777552"/>
                    </a:lnTo>
                    <a:lnTo>
                      <a:pt x="3775822" y="1725124"/>
                    </a:lnTo>
                    <a:lnTo>
                      <a:pt x="3886872" y="1671320"/>
                    </a:lnTo>
                    <a:lnTo>
                      <a:pt x="3997923" y="1618787"/>
                    </a:lnTo>
                    <a:lnTo>
                      <a:pt x="4108973" y="1570067"/>
                    </a:lnTo>
                    <a:lnTo>
                      <a:pt x="4220024" y="1528019"/>
                    </a:lnTo>
                    <a:lnTo>
                      <a:pt x="4331074" y="1495291"/>
                    </a:lnTo>
                    <a:lnTo>
                      <a:pt x="4442124" y="1474532"/>
                    </a:lnTo>
                    <a:lnTo>
                      <a:pt x="4553175" y="1471143"/>
                    </a:lnTo>
                    <a:lnTo>
                      <a:pt x="4664225" y="1475909"/>
                    </a:lnTo>
                    <a:lnTo>
                      <a:pt x="4775276" y="1468601"/>
                    </a:lnTo>
                    <a:lnTo>
                      <a:pt x="4886326" y="1429201"/>
                    </a:lnTo>
                    <a:lnTo>
                      <a:pt x="4997377" y="1337586"/>
                    </a:lnTo>
                    <a:lnTo>
                      <a:pt x="5108428" y="1210807"/>
                    </a:lnTo>
                    <a:lnTo>
                      <a:pt x="5219478" y="1077144"/>
                    </a:lnTo>
                    <a:lnTo>
                      <a:pt x="5330528" y="942739"/>
                    </a:lnTo>
                    <a:lnTo>
                      <a:pt x="5441578" y="813948"/>
                    </a:lnTo>
                    <a:lnTo>
                      <a:pt x="5552629" y="696807"/>
                    </a:lnTo>
                    <a:lnTo>
                      <a:pt x="5663679" y="597778"/>
                    </a:lnTo>
                    <a:lnTo>
                      <a:pt x="5774730" y="520884"/>
                    </a:lnTo>
                    <a:lnTo>
                      <a:pt x="5885781" y="452146"/>
                    </a:lnTo>
                    <a:lnTo>
                      <a:pt x="5996831" y="387962"/>
                    </a:lnTo>
                    <a:lnTo>
                      <a:pt x="6107881" y="328545"/>
                    </a:lnTo>
                    <a:lnTo>
                      <a:pt x="6219038" y="273681"/>
                    </a:lnTo>
                    <a:lnTo>
                      <a:pt x="6330088" y="223690"/>
                    </a:lnTo>
                    <a:lnTo>
                      <a:pt x="6441139" y="178571"/>
                    </a:lnTo>
                    <a:lnTo>
                      <a:pt x="6552189" y="138218"/>
                    </a:lnTo>
                    <a:lnTo>
                      <a:pt x="6663240" y="102948"/>
                    </a:lnTo>
                    <a:lnTo>
                      <a:pt x="6774290" y="72763"/>
                    </a:lnTo>
                    <a:lnTo>
                      <a:pt x="6885340" y="47661"/>
                    </a:lnTo>
                    <a:lnTo>
                      <a:pt x="6996391" y="27750"/>
                    </a:lnTo>
                    <a:lnTo>
                      <a:pt x="7107441" y="13133"/>
                    </a:lnTo>
                    <a:lnTo>
                      <a:pt x="7218492" y="3813"/>
                    </a:lnTo>
                    <a:lnTo>
                      <a:pt x="7329543" y="0"/>
                    </a:lnTo>
                    <a:lnTo>
                      <a:pt x="7440593" y="1589"/>
                    </a:lnTo>
                    <a:lnTo>
                      <a:pt x="7551643" y="8685"/>
                    </a:lnTo>
                    <a:lnTo>
                      <a:pt x="7662694" y="21500"/>
                    </a:lnTo>
                    <a:lnTo>
                      <a:pt x="7773744" y="39930"/>
                    </a:lnTo>
                    <a:lnTo>
                      <a:pt x="7884794" y="64184"/>
                    </a:lnTo>
                    <a:lnTo>
                      <a:pt x="7995845" y="94157"/>
                    </a:lnTo>
                    <a:lnTo>
                      <a:pt x="8106896" y="130168"/>
                    </a:lnTo>
                    <a:lnTo>
                      <a:pt x="8217946" y="172110"/>
                    </a:lnTo>
                    <a:lnTo>
                      <a:pt x="8328997" y="220089"/>
                    </a:lnTo>
                    <a:lnTo>
                      <a:pt x="8440047" y="274105"/>
                    </a:lnTo>
                    <a:lnTo>
                      <a:pt x="8551097" y="334370"/>
                    </a:lnTo>
                    <a:lnTo>
                      <a:pt x="8662148" y="400884"/>
                    </a:lnTo>
                    <a:lnTo>
                      <a:pt x="8773198" y="473753"/>
                    </a:lnTo>
                  </a:path>
                </a:pathLst>
              </a:custGeom>
              <a:noFill/>
              <a:ln w="22550" cap="flat">
                <a:solidFill>
                  <a:srgbClr val="E7882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203469D-D055-A5B2-AF69-BBF42A452E2D}"/>
                  </a:ext>
                </a:extLst>
              </p:cNvPr>
              <p:cNvSpPr txBox="1"/>
              <p:nvPr/>
            </p:nvSpPr>
            <p:spPr>
              <a:xfrm>
                <a:off x="9243142" y="4205774"/>
                <a:ext cx="7649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E78828"/>
                    </a:solidFill>
                    <a:latin typeface="Arial"/>
                    <a:cs typeface="Arial"/>
                    <a:sym typeface="Arial"/>
                    <a:rtl val="0"/>
                  </a:rPr>
                  <a:t>Stable</a:t>
                </a:r>
              </a:p>
            </p:txBody>
          </p:sp>
        </p:grpSp>
        <p:grpSp>
          <p:nvGrpSpPr>
            <p:cNvPr id="65" name="Graphic 2">
              <a:extLst>
                <a:ext uri="{FF2B5EF4-FFF2-40B4-BE49-F238E27FC236}">
                  <a16:creationId xmlns:a16="http://schemas.microsoft.com/office/drawing/2014/main" id="{2DE4607D-FDCB-72D0-CE0A-7EF20E572C4E}"/>
                </a:ext>
              </a:extLst>
            </p:cNvPr>
            <p:cNvGrpSpPr/>
            <p:nvPr/>
          </p:nvGrpSpPr>
          <p:grpSpPr>
            <a:xfrm>
              <a:off x="961062" y="612426"/>
              <a:ext cx="10160606" cy="5419645"/>
              <a:chOff x="961062" y="612426"/>
              <a:chExt cx="10160606" cy="5419645"/>
            </a:xfrm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53A19205-0722-9698-FA09-9733687AE9B8}"/>
                  </a:ext>
                </a:extLst>
              </p:cNvPr>
              <p:cNvSpPr/>
              <p:nvPr/>
            </p:nvSpPr>
            <p:spPr>
              <a:xfrm>
                <a:off x="147108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84DD373-3429-F5F4-B3C7-AC186A8E6759}"/>
                  </a:ext>
                </a:extLst>
              </p:cNvPr>
              <p:cNvSpPr txBox="1"/>
              <p:nvPr/>
            </p:nvSpPr>
            <p:spPr>
              <a:xfrm>
                <a:off x="124490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B3DE1C3-A7AB-9CB9-BAB2-3F85A2BCF02B}"/>
                  </a:ext>
                </a:extLst>
              </p:cNvPr>
              <p:cNvSpPr txBox="1"/>
              <p:nvPr/>
            </p:nvSpPr>
            <p:spPr>
              <a:xfrm>
                <a:off x="1162396" y="4223559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55E793E-08B3-A5E2-E29C-B0D0DC0F9B82}"/>
                  </a:ext>
                </a:extLst>
              </p:cNvPr>
              <p:cNvSpPr txBox="1"/>
              <p:nvPr/>
            </p:nvSpPr>
            <p:spPr>
              <a:xfrm>
                <a:off x="1162396" y="2797323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40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CBFA0E8-D171-AFC7-8737-B54025001BBC}"/>
                  </a:ext>
                </a:extLst>
              </p:cNvPr>
              <p:cNvSpPr txBox="1"/>
              <p:nvPr/>
            </p:nvSpPr>
            <p:spPr>
              <a:xfrm>
                <a:off x="1162396" y="1370982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60</a:t>
                </a:r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A662E981-608F-AA93-4F2E-4FA02A9DBDBF}"/>
                  </a:ext>
                </a:extLst>
              </p:cNvPr>
              <p:cNvSpPr/>
              <p:nvPr/>
            </p:nvSpPr>
            <p:spPr>
              <a:xfrm>
                <a:off x="144205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576ED901-FA9F-06F3-E4E1-9E78C1C7AFB3}"/>
                  </a:ext>
                </a:extLst>
              </p:cNvPr>
              <p:cNvSpPr/>
              <p:nvPr/>
            </p:nvSpPr>
            <p:spPr>
              <a:xfrm>
                <a:off x="1442052" y="4350449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623E6FB6-E4D7-5439-9985-196A80A5EFD6}"/>
                  </a:ext>
                </a:extLst>
              </p:cNvPr>
              <p:cNvSpPr/>
              <p:nvPr/>
            </p:nvSpPr>
            <p:spPr>
              <a:xfrm>
                <a:off x="1442052" y="2924108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14B8B4F3-CA9B-10B7-B49E-F309FE28AEA1}"/>
                  </a:ext>
                </a:extLst>
              </p:cNvPr>
              <p:cNvSpPr/>
              <p:nvPr/>
            </p:nvSpPr>
            <p:spPr>
              <a:xfrm>
                <a:off x="1442052" y="1497872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EA31F032-2FFA-B181-C6EA-296A4D6FD46F}"/>
                  </a:ext>
                </a:extLst>
              </p:cNvPr>
              <p:cNvSpPr/>
              <p:nvPr/>
            </p:nvSpPr>
            <p:spPr>
              <a:xfrm>
                <a:off x="1471087" y="5776685"/>
                <a:ext cx="9650581" cy="10591"/>
              </a:xfrm>
              <a:custGeom>
                <a:avLst/>
                <a:gdLst>
                  <a:gd name="connsiteX0" fmla="*/ 0 w 9650581"/>
                  <a:gd name="connsiteY0" fmla="*/ 0 h 10591"/>
                  <a:gd name="connsiteX1" fmla="*/ 9650582 w 965058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50581" h="10591">
                    <a:moveTo>
                      <a:pt x="0" y="0"/>
                    </a:moveTo>
                    <a:lnTo>
                      <a:pt x="965058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76FBC5FA-09DA-1E95-9980-11881AF5B988}"/>
                  </a:ext>
                </a:extLst>
              </p:cNvPr>
              <p:cNvSpPr/>
              <p:nvPr/>
            </p:nvSpPr>
            <p:spPr>
              <a:xfrm>
                <a:off x="253104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E9A59DBB-91E6-BE3C-1E43-6E876C5733CD}"/>
                  </a:ext>
                </a:extLst>
              </p:cNvPr>
              <p:cNvSpPr/>
              <p:nvPr/>
            </p:nvSpPr>
            <p:spPr>
              <a:xfrm>
                <a:off x="377358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00BE035F-663D-32E9-70D4-F995A5D28DBE}"/>
                  </a:ext>
                </a:extLst>
              </p:cNvPr>
              <p:cNvSpPr/>
              <p:nvPr/>
            </p:nvSpPr>
            <p:spPr>
              <a:xfrm>
                <a:off x="502989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A0984A80-2B5A-FC68-FD41-936571162165}"/>
                  </a:ext>
                </a:extLst>
              </p:cNvPr>
              <p:cNvSpPr/>
              <p:nvPr/>
            </p:nvSpPr>
            <p:spPr>
              <a:xfrm>
                <a:off x="626564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161D16C7-8966-E877-4BE4-79CD687263F2}"/>
                  </a:ext>
                </a:extLst>
              </p:cNvPr>
              <p:cNvSpPr/>
              <p:nvPr/>
            </p:nvSpPr>
            <p:spPr>
              <a:xfrm>
                <a:off x="752185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56FA8BD-1268-480C-0AC8-C88161B158F9}"/>
                  </a:ext>
                </a:extLst>
              </p:cNvPr>
              <p:cNvSpPr/>
              <p:nvPr/>
            </p:nvSpPr>
            <p:spPr>
              <a:xfrm>
                <a:off x="875771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64C59E40-F7D3-6C71-80D3-2A6106FE5E8B}"/>
                  </a:ext>
                </a:extLst>
              </p:cNvPr>
              <p:cNvSpPr/>
              <p:nvPr/>
            </p:nvSpPr>
            <p:spPr>
              <a:xfrm>
                <a:off x="1001391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4C149C3-7D7E-F5B9-B3BA-495DCD8D40F3}"/>
                  </a:ext>
                </a:extLst>
              </p:cNvPr>
              <p:cNvSpPr txBox="1"/>
              <p:nvPr/>
            </p:nvSpPr>
            <p:spPr>
              <a:xfrm>
                <a:off x="2122009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2019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E58B3D3-1A50-E01C-733B-7BFE38AEB993}"/>
                  </a:ext>
                </a:extLst>
              </p:cNvPr>
              <p:cNvSpPr txBox="1"/>
              <p:nvPr/>
            </p:nvSpPr>
            <p:spPr>
              <a:xfrm>
                <a:off x="3368782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2020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94AD688-D40B-8E26-CB5D-9BFAE0E8CA06}"/>
                  </a:ext>
                </a:extLst>
              </p:cNvPr>
              <p:cNvSpPr txBox="1"/>
              <p:nvPr/>
            </p:nvSpPr>
            <p:spPr>
              <a:xfrm>
                <a:off x="4620856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2020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E7CDEF8-819F-2AAA-99C4-881DBC14B8AF}"/>
                  </a:ext>
                </a:extLst>
              </p:cNvPr>
              <p:cNvSpPr txBox="1"/>
              <p:nvPr/>
            </p:nvSpPr>
            <p:spPr>
              <a:xfrm>
                <a:off x="5860848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2021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E35E581-9B0D-C135-DEFE-A422E29E9D1D}"/>
                  </a:ext>
                </a:extLst>
              </p:cNvPr>
              <p:cNvSpPr txBox="1"/>
              <p:nvPr/>
            </p:nvSpPr>
            <p:spPr>
              <a:xfrm>
                <a:off x="711281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2021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50754E6-3BCC-9754-CFB1-AEF46433248F}"/>
                  </a:ext>
                </a:extLst>
              </p:cNvPr>
              <p:cNvSpPr txBox="1"/>
              <p:nvPr/>
            </p:nvSpPr>
            <p:spPr>
              <a:xfrm>
                <a:off x="8352913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2022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6EAD618-1A2F-5005-E9DE-72B28F3A4EDD}"/>
                  </a:ext>
                </a:extLst>
              </p:cNvPr>
              <p:cNvSpPr txBox="1"/>
              <p:nvPr/>
            </p:nvSpPr>
            <p:spPr>
              <a:xfrm>
                <a:off x="9604881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2022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D7EAB25-4572-53AF-5E94-F5B5B5E7D103}"/>
                  </a:ext>
                </a:extLst>
              </p:cNvPr>
              <p:cNvSpPr txBox="1"/>
              <p:nvPr/>
            </p:nvSpPr>
            <p:spPr>
              <a:xfrm rot="16200000">
                <a:off x="33724" y="3204753"/>
                <a:ext cx="21932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CPUE (kg/fisher/trip)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9600BABC-D7B6-97C9-CEE9-125B42244A02}"/>
                  </a:ext>
                </a:extLst>
              </p:cNvPr>
              <p:cNvSpPr txBox="1"/>
              <p:nvPr/>
            </p:nvSpPr>
            <p:spPr>
              <a:xfrm>
                <a:off x="1379647" y="612426"/>
                <a:ext cx="69317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Catch Per Unit Effort 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S.serrata</a:t>
                </a:r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 in MAR </a:t>
                </a:r>
                <a:r>
                  <a:rPr lang="en-US" sz="2000" b="1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iotapina</a:t>
                </a:r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 - Lasel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41710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</Words>
  <Application>Microsoft Office PowerPoint</Application>
  <PresentationFormat>Widescreen</PresentationFormat>
  <Paragraphs>160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Data Perikanan Siotapina - Lasel</vt:lpstr>
      <vt:lpstr>PowerPoint Presentation</vt:lpstr>
      <vt:lpstr>PowerPoint Presentation</vt:lpstr>
      <vt:lpstr>Katamba</vt:lpstr>
      <vt:lpstr>PowerPoint Presentation</vt:lpstr>
      <vt:lpstr>PowerPoint Presentation</vt:lpstr>
      <vt:lpstr>PowerPoint Presentation</vt:lpstr>
      <vt:lpstr>Baronang</vt:lpstr>
      <vt:lpstr>PowerPoint Presentation</vt:lpstr>
      <vt:lpstr>PowerPoint Presentation</vt:lpstr>
      <vt:lpstr>PowerPoint Presentation</vt:lpstr>
      <vt:lpstr>Kepiting Bakau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Irlan Assidiq</dc:creator>
  <cp:lastModifiedBy>Irlan Assidiq</cp:lastModifiedBy>
  <cp:revision>1</cp:revision>
  <dcterms:created xsi:type="dcterms:W3CDTF">2025-10-14T06:38:37Z</dcterms:created>
  <dcterms:modified xsi:type="dcterms:W3CDTF">2025-10-18T03:14:49Z</dcterms:modified>
</cp:coreProperties>
</file>