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8" r:id="rId4"/>
    <p:sldId id="262" r:id="rId5"/>
    <p:sldId id="260" r:id="rId6"/>
    <p:sldId id="263" r:id="rId7"/>
    <p:sldId id="259" r:id="rId8"/>
    <p:sldId id="264" r:id="rId9"/>
    <p:sldId id="267" r:id="rId10"/>
    <p:sldId id="265" r:id="rId11"/>
    <p:sldId id="266" r:id="rId12"/>
    <p:sldId id="268" r:id="rId13"/>
    <p:sldId id="269" r:id="rId14"/>
    <p:sldId id="270" r:id="rId15"/>
    <p:sldId id="25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F61F05-E565-434D-9FD7-7DA0919164D6}" v="24" dt="2025-10-18T04:15:03.351"/>
    <p1510:client id="{811CB7F5-621D-4205-A112-58CCCCCDE698}" v="37" dt="2025-10-18T01:27:44.409"/>
    <p1510:client id="{BAAA86B0-4830-4753-AC21-8E40E430CDE6}" v="22" dt="2025-10-18T03:13:43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lan Assidiq" userId="de236b58-34b6-44ed-8347-ed5a26859d6f" providerId="ADAL" clId="{7DA18F00-C1C8-45B8-B431-245BD39695C3}"/>
    <pc:docChg chg="undo custSel addSld delSld modSld sldOrd">
      <pc:chgData name="Irlan Assidiq" userId="de236b58-34b6-44ed-8347-ed5a26859d6f" providerId="ADAL" clId="{7DA18F00-C1C8-45B8-B431-245BD39695C3}" dt="2025-10-18T04:15:06.786" v="588" actId="26606"/>
      <pc:docMkLst>
        <pc:docMk/>
      </pc:docMkLst>
      <pc:sldChg chg="modSp mod">
        <pc:chgData name="Irlan Assidiq" userId="de236b58-34b6-44ed-8347-ed5a26859d6f" providerId="ADAL" clId="{7DA18F00-C1C8-45B8-B431-245BD39695C3}" dt="2025-10-18T03:17:23.563" v="398"/>
        <pc:sldMkLst>
          <pc:docMk/>
          <pc:sldMk cId="3087990934" sldId="256"/>
        </pc:sldMkLst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087990934" sldId="256"/>
            <ac:spMk id="2" creationId="{533FE22B-1CB6-AA05-92E9-19BF7B238167}"/>
          </ac:spMkLst>
        </pc:spChg>
        <pc:spChg chg="mod">
          <ac:chgData name="Irlan Assidiq" userId="de236b58-34b6-44ed-8347-ed5a26859d6f" providerId="ADAL" clId="{7DA18F00-C1C8-45B8-B431-245BD39695C3}" dt="2025-10-18T03:14:47.552" v="397" actId="27636"/>
          <ac:spMkLst>
            <pc:docMk/>
            <pc:sldMk cId="3087990934" sldId="256"/>
            <ac:spMk id="3" creationId="{10E773E9-A149-1C30-EEF9-59D9C3F475F6}"/>
          </ac:spMkLst>
        </pc:spChg>
      </pc:sldChg>
      <pc:sldChg chg="addSp delSp modSp mod ord">
        <pc:chgData name="Irlan Assidiq" userId="de236b58-34b6-44ed-8347-ed5a26859d6f" providerId="ADAL" clId="{7DA18F00-C1C8-45B8-B431-245BD39695C3}" dt="2025-10-18T04:15:06.786" v="588" actId="26606"/>
        <pc:sldMkLst>
          <pc:docMk/>
          <pc:sldMk cId="2625697523" sldId="257"/>
        </pc:sldMkLst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8" creationId="{4D7F9E33-7850-8464-B794-C1B99A04B0D0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13" creationId="{57607E23-58C4-3B5E-D743-81673E95BAF3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15" creationId="{4C418236-8F07-CF0D-2FDA-A1EAB5B8313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16" creationId="{7ECB4F4E-D435-0BEC-101C-71419676AC1C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17" creationId="{66546327-4C52-0B42-157A-B8FDAAD2026A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19" creationId="{B08E962F-1F29-0878-A4C2-5D8D3DCAB754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20" creationId="{4E2FCAEC-6CB8-5CAC-A10A-994BBF3CF92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22" creationId="{3EEDA69C-CA6C-501D-D766-DBF7AB74F4F3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26" creationId="{968CC366-C1F7-A207-B74E-81E9A69ACB0F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28" creationId="{4E6E954A-F9E8-A2FF-4690-94BEEFAA45F7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29" creationId="{CD35B3D0-8092-7913-8BB8-3A622040170A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38" creationId="{BC88E807-E9FB-AE94-3227-7A87E7E4DFC0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39" creationId="{440B895B-A906-AF8D-0767-AFE40FE3546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40" creationId="{F6094D84-596D-5E40-7085-F6AA10FB17EF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46" creationId="{1189F348-BD5E-CC81-FDEC-4695C14EEB71}"/>
          </ac:spMkLst>
        </pc:spChg>
        <pc:spChg chg="mod">
          <ac:chgData name="Irlan Assidiq" userId="de236b58-34b6-44ed-8347-ed5a26859d6f" providerId="ADAL" clId="{7DA18F00-C1C8-45B8-B431-245BD39695C3}" dt="2025-10-18T01:41:02.142" v="196" actId="403"/>
          <ac:spMkLst>
            <pc:docMk/>
            <pc:sldMk cId="2625697523" sldId="257"/>
            <ac:spMk id="51" creationId="{88162485-D79F-94AD-9632-766B82CDF9B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54" creationId="{49A85410-B37B-6E73-E3F5-DB2FD5FFCA7C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625697523" sldId="257"/>
            <ac:spMk id="55" creationId="{8BA2CE9A-5B5B-09D1-7F7B-7D459BAA9E13}"/>
          </ac:spMkLst>
        </pc:spChg>
        <pc:spChg chg="mod">
          <ac:chgData name="Irlan Assidiq" userId="de236b58-34b6-44ed-8347-ed5a26859d6f" providerId="ADAL" clId="{7DA18F00-C1C8-45B8-B431-245BD39695C3}" dt="2025-10-18T01:41:38.575" v="207" actId="20577"/>
          <ac:spMkLst>
            <pc:docMk/>
            <pc:sldMk cId="2625697523" sldId="257"/>
            <ac:spMk id="56" creationId="{8C896627-0C96-57BE-9F3F-3C1CEB4F7F3B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98" creationId="{4919D3CC-DF5C-213B-3E28-ED666BD92C57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104" creationId="{50DEFD45-3802-D9AE-D574-13E186C84112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111" creationId="{917995C6-20A0-A3E8-973C-1FACB275E647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120" creationId="{C6EF6E34-9539-A514-8DCB-3ABA680700A5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139" creationId="{53134B21-E93A-D07D-A54F-35D72F127BCA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141" creationId="{CD44845B-81AC-5EC3-2AA0-F0AB9B3958E0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188" creationId="{AAC3A1BD-7748-3FF8-C20F-02C176CB9067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222" creationId="{BFA9B911-1E7C-F8F3-52BB-7BECDD618021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236" creationId="{A283677F-7BDF-2D7C-1E95-901B73853773}"/>
          </ac:spMkLst>
        </pc:spChg>
        <pc:spChg chg="mod">
          <ac:chgData name="Irlan Assidiq" userId="de236b58-34b6-44ed-8347-ed5a26859d6f" providerId="ADAL" clId="{7DA18F00-C1C8-45B8-B431-245BD39695C3}" dt="2025-10-18T04:15:00.489" v="586" actId="27803"/>
          <ac:spMkLst>
            <pc:docMk/>
            <pc:sldMk cId="2625697523" sldId="257"/>
            <ac:spMk id="243" creationId="{B3A9E260-3E79-826C-64F5-3349099C4E29}"/>
          </ac:spMkLst>
        </pc:spChg>
        <pc:grpChg chg="del">
          <ac:chgData name="Irlan Assidiq" userId="de236b58-34b6-44ed-8347-ed5a26859d6f" providerId="ADAL" clId="{7DA18F00-C1C8-45B8-B431-245BD39695C3}" dt="2025-10-18T03:17:31.641" v="399" actId="478"/>
          <ac:grpSpMkLst>
            <pc:docMk/>
            <pc:sldMk cId="2625697523" sldId="257"/>
            <ac:grpSpMk id="4" creationId="{5397F1D1-77FD-6DEA-D340-55E0C29CC034}"/>
          </ac:grpSpMkLst>
        </pc:grpChg>
        <pc:grpChg chg="del">
          <ac:chgData name="Irlan Assidiq" userId="de236b58-34b6-44ed-8347-ed5a26859d6f" providerId="ADAL" clId="{7DA18F00-C1C8-45B8-B431-245BD39695C3}" dt="2025-10-18T01:40:46.396" v="191" actId="478"/>
          <ac:grpSpMkLst>
            <pc:docMk/>
            <pc:sldMk cId="2625697523" sldId="257"/>
            <ac:grpSpMk id="163" creationId="{6A2B2E7D-C6E4-67F3-14DC-3EB0F308EB17}"/>
          </ac:grpSpMkLst>
        </pc:grpChg>
        <pc:picChg chg="add mod">
          <ac:chgData name="Irlan Assidiq" userId="de236b58-34b6-44ed-8347-ed5a26859d6f" providerId="ADAL" clId="{7DA18F00-C1C8-45B8-B431-245BD39695C3}" dt="2025-10-18T04:15:06.786" v="588" actId="26606"/>
          <ac:picMkLst>
            <pc:docMk/>
            <pc:sldMk cId="2625697523" sldId="257"/>
            <ac:picMk id="3" creationId="{68E72EE7-F2AB-DE51-101E-712597D66E0F}"/>
          </ac:picMkLst>
        </pc:picChg>
        <pc:picChg chg="add mod">
          <ac:chgData name="Irlan Assidiq" userId="de236b58-34b6-44ed-8347-ed5a26859d6f" providerId="ADAL" clId="{7DA18F00-C1C8-45B8-B431-245BD39695C3}" dt="2025-10-18T01:40:54.073" v="193" actId="26606"/>
          <ac:picMkLst>
            <pc:docMk/>
            <pc:sldMk cId="2625697523" sldId="257"/>
            <ac:picMk id="3" creationId="{D4A73322-573C-079B-6B3E-20AC913E7685}"/>
          </ac:picMkLst>
        </pc:picChg>
      </pc:sldChg>
      <pc:sldChg chg="addSp delSp modSp mod">
        <pc:chgData name="Irlan Assidiq" userId="de236b58-34b6-44ed-8347-ed5a26859d6f" providerId="ADAL" clId="{7DA18F00-C1C8-45B8-B431-245BD39695C3}" dt="2025-10-18T03:27:45.216" v="539" actId="403"/>
        <pc:sldMkLst>
          <pc:docMk/>
          <pc:sldMk cId="3373553320" sldId="258"/>
        </pc:sldMkLst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10" creationId="{24788089-2123-A32D-3FBC-75A5D53B267E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14" creationId="{7B35BC2D-7682-5743-89B1-40F308A400F3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19" creationId="{F75DFBB6-9F71-0696-F323-D4B05A8FB9D2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26" creationId="{CB4A660C-90E6-0DC6-2567-DDA693125A68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31" creationId="{5A1F2711-29E2-C0F3-5E14-10C5AC98666A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40" creationId="{8F617261-DF3B-AF34-E3D8-3098AD0B8B9F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50" creationId="{2EC1605D-5F91-94EE-44DF-BDFDC949CDDF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51" creationId="{9613880D-1F77-CB71-133F-FED11AA44290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53" creationId="{7BC8BBC9-6E9D-0FF7-28AB-543FDD1699EA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55" creationId="{0D07D969-0681-CDC6-23A9-88341DFC5721}"/>
          </ac:spMkLst>
        </pc:spChg>
        <pc:spChg chg="mod">
          <ac:chgData name="Irlan Assidiq" userId="de236b58-34b6-44ed-8347-ed5a26859d6f" providerId="ADAL" clId="{7DA18F00-C1C8-45B8-B431-245BD39695C3}" dt="2025-10-18T03:27:45.216" v="539" actId="403"/>
          <ac:spMkLst>
            <pc:docMk/>
            <pc:sldMk cId="3373553320" sldId="258"/>
            <ac:spMk id="57" creationId="{AFF08DEF-37B1-373F-2C83-AF8117A7539B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59" creationId="{E431E039-559B-F63D-2194-2AB6E902CE3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60" creationId="{B2E9520A-DA28-4E51-E6CE-BA6DE3830DC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61" creationId="{986A1569-9965-6E57-4BBB-056151EA423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63" creationId="{07D28A5D-EBFB-A913-9993-980206DB448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70" creationId="{8F310DC4-B939-3375-8520-F117A31EFD16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73" creationId="{03D42438-7F28-460C-AD58-162F23FB22CB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75" creationId="{9E4A8E94-320B-622D-57BE-F267691D135C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79" creationId="{FB48A328-19A9-DDE9-0240-54A3BF20FF10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81" creationId="{87C8DE74-0B9B-69E9-CA7A-1E2134E62358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83" creationId="{AE72DB2A-B790-3EAF-BE58-0247B02110BD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88" creationId="{A070C485-7392-C53A-2E3A-0D25E16F681C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90" creationId="{7C23597A-9E8A-3ED7-4C13-FB1ECE35215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92" creationId="{EB269EB1-29BC-3759-BA17-5E90D7E86576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97" creationId="{B8904F86-7F79-5ECA-01C7-1F6E251DF7D6}"/>
          </ac:spMkLst>
        </pc:spChg>
        <pc:spChg chg="mod">
          <ac:chgData name="Irlan Assidiq" userId="de236b58-34b6-44ed-8347-ed5a26859d6f" providerId="ADAL" clId="{7DA18F00-C1C8-45B8-B431-245BD39695C3}" dt="2025-10-18T01:44:18.408" v="213" actId="403"/>
          <ac:spMkLst>
            <pc:docMk/>
            <pc:sldMk cId="3373553320" sldId="258"/>
            <ac:spMk id="102" creationId="{7615C8BA-3BBE-953A-01B5-9F18D517311C}"/>
          </ac:spMkLst>
        </pc:spChg>
        <pc:spChg chg="del">
          <ac:chgData name="Irlan Assidiq" userId="de236b58-34b6-44ed-8347-ed5a26859d6f" providerId="ADAL" clId="{7DA18F00-C1C8-45B8-B431-245BD39695C3}" dt="2025-10-18T01:44:32.369" v="224" actId="478"/>
          <ac:spMkLst>
            <pc:docMk/>
            <pc:sldMk cId="3373553320" sldId="258"/>
            <ac:spMk id="104" creationId="{2A0482B2-7B47-6AF0-9286-37613583922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373553320" sldId="258"/>
            <ac:spMk id="106" creationId="{1424E869-E211-2AE0-3972-736D057EDF80}"/>
          </ac:spMkLst>
        </pc:spChg>
        <pc:grpChg chg="del">
          <ac:chgData name="Irlan Assidiq" userId="de236b58-34b6-44ed-8347-ed5a26859d6f" providerId="ADAL" clId="{7DA18F00-C1C8-45B8-B431-245BD39695C3}" dt="2025-10-18T03:17:34.518" v="400" actId="478"/>
          <ac:grpSpMkLst>
            <pc:docMk/>
            <pc:sldMk cId="3373553320" sldId="258"/>
            <ac:grpSpMk id="4" creationId="{77F7DC7B-5928-61C9-9459-271BA695F3D0}"/>
          </ac:grpSpMkLst>
        </pc:grpChg>
        <pc:grpChg chg="del">
          <ac:chgData name="Irlan Assidiq" userId="de236b58-34b6-44ed-8347-ed5a26859d6f" providerId="ADAL" clId="{7DA18F00-C1C8-45B8-B431-245BD39695C3}" dt="2025-10-18T01:41:42.795" v="208" actId="478"/>
          <ac:grpSpMkLst>
            <pc:docMk/>
            <pc:sldMk cId="3373553320" sldId="258"/>
            <ac:grpSpMk id="6" creationId="{79DD4A8B-9AEE-BE75-C938-DC8BC953A58F}"/>
          </ac:grpSpMkLst>
        </pc:grpChg>
        <pc:picChg chg="add mod">
          <ac:chgData name="Irlan Assidiq" userId="de236b58-34b6-44ed-8347-ed5a26859d6f" providerId="ADAL" clId="{7DA18F00-C1C8-45B8-B431-245BD39695C3}" dt="2025-10-18T01:44:12.512" v="210" actId="26606"/>
          <ac:picMkLst>
            <pc:docMk/>
            <pc:sldMk cId="3373553320" sldId="258"/>
            <ac:picMk id="3" creationId="{8918CCCF-3384-6744-5B81-4522BBC09D2C}"/>
          </ac:picMkLst>
        </pc:picChg>
        <pc:picChg chg="add mod">
          <ac:chgData name="Irlan Assidiq" userId="de236b58-34b6-44ed-8347-ed5a26859d6f" providerId="ADAL" clId="{7DA18F00-C1C8-45B8-B431-245BD39695C3}" dt="2025-10-18T03:27:40.853" v="536" actId="26606"/>
          <ac:picMkLst>
            <pc:docMk/>
            <pc:sldMk cId="3373553320" sldId="258"/>
            <ac:picMk id="3" creationId="{C03D93AC-8E54-AD46-CA67-8BBD87BE85E0}"/>
          </ac:picMkLst>
        </pc:picChg>
      </pc:sldChg>
      <pc:sldChg chg="addSp delSp modSp new mod setBg">
        <pc:chgData name="Irlan Assidiq" userId="de236b58-34b6-44ed-8347-ed5a26859d6f" providerId="ADAL" clId="{7DA18F00-C1C8-45B8-B431-245BD39695C3}" dt="2025-10-18T03:44:36.929" v="544" actId="1076"/>
        <pc:sldMkLst>
          <pc:docMk/>
          <pc:sldMk cId="3135141337" sldId="259"/>
        </pc:sldMkLst>
        <pc:spChg chg="del">
          <ac:chgData name="Irlan Assidiq" userId="de236b58-34b6-44ed-8347-ed5a26859d6f" providerId="ADAL" clId="{7DA18F00-C1C8-45B8-B431-245BD39695C3}" dt="2025-10-17T23:19:07.959" v="3" actId="478"/>
          <ac:spMkLst>
            <pc:docMk/>
            <pc:sldMk cId="3135141337" sldId="259"/>
            <ac:spMk id="2" creationId="{1C0292A0-1BF6-4238-5065-5D2AFAA6FB83}"/>
          </ac:spMkLst>
        </pc:spChg>
        <pc:spChg chg="del">
          <ac:chgData name="Irlan Assidiq" userId="de236b58-34b6-44ed-8347-ed5a26859d6f" providerId="ADAL" clId="{7DA18F00-C1C8-45B8-B431-245BD39695C3}" dt="2025-10-17T23:18:51.339" v="2"/>
          <ac:spMkLst>
            <pc:docMk/>
            <pc:sldMk cId="3135141337" sldId="259"/>
            <ac:spMk id="3" creationId="{20B347EE-4230-22EE-547B-DDA89FBFA86C}"/>
          </ac:spMkLst>
        </pc:spChg>
        <pc:spChg chg="add del mod">
          <ac:chgData name="Irlan Assidiq" userId="de236b58-34b6-44ed-8347-ed5a26859d6f" providerId="ADAL" clId="{7DA18F00-C1C8-45B8-B431-245BD39695C3}" dt="2025-10-18T03:44:17.295" v="540"/>
          <ac:spMkLst>
            <pc:docMk/>
            <pc:sldMk cId="3135141337" sldId="259"/>
            <ac:spMk id="3" creationId="{25AFD721-A962-E2DD-4759-70F8D5556B22}"/>
          </ac:spMkLst>
        </pc:spChg>
        <pc:spChg chg="add del mod">
          <ac:chgData name="Irlan Assidiq" userId="de236b58-34b6-44ed-8347-ed5a26859d6f" providerId="ADAL" clId="{7DA18F00-C1C8-45B8-B431-245BD39695C3}" dt="2025-10-18T01:59:17.741" v="230" actId="478"/>
          <ac:spMkLst>
            <pc:docMk/>
            <pc:sldMk cId="3135141337" sldId="259"/>
            <ac:spMk id="3" creationId="{F598B3DE-B665-B077-CF10-15E7415DB90E}"/>
          </ac:spMkLst>
        </pc:spChg>
        <pc:spChg chg="add del">
          <ac:chgData name="Irlan Assidiq" userId="de236b58-34b6-44ed-8347-ed5a26859d6f" providerId="ADAL" clId="{7DA18F00-C1C8-45B8-B431-245BD39695C3}" dt="2025-10-18T01:59:14.535" v="228" actId="26606"/>
          <ac:spMkLst>
            <pc:docMk/>
            <pc:sldMk cId="3135141337" sldId="259"/>
            <ac:spMk id="10" creationId="{B0CAE37B-E9CF-25DA-D5ED-CA3E0D5F8BDC}"/>
          </ac:spMkLst>
        </pc:spChg>
        <pc:spChg chg="add del">
          <ac:chgData name="Irlan Assidiq" userId="de236b58-34b6-44ed-8347-ed5a26859d6f" providerId="ADAL" clId="{7DA18F00-C1C8-45B8-B431-245BD39695C3}" dt="2025-10-18T01:59:14.535" v="228" actId="26606"/>
          <ac:spMkLst>
            <pc:docMk/>
            <pc:sldMk cId="3135141337" sldId="259"/>
            <ac:spMk id="13" creationId="{2B97F24A-32CE-4C1C-A50D-3016B394DCFB}"/>
          </ac:spMkLst>
        </pc:spChg>
        <pc:spChg chg="add del">
          <ac:chgData name="Irlan Assidiq" userId="de236b58-34b6-44ed-8347-ed5a26859d6f" providerId="ADAL" clId="{7DA18F00-C1C8-45B8-B431-245BD39695C3}" dt="2025-10-18T01:59:14.535" v="228" actId="26606"/>
          <ac:spMkLst>
            <pc:docMk/>
            <pc:sldMk cId="3135141337" sldId="259"/>
            <ac:spMk id="15" creationId="{CD8B4F24-440B-49E9-B85D-733523DC064B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24" creationId="{C926E5C2-4858-8D26-0264-BD9B38BF97F6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32" creationId="{C77029C7-84EF-F7F5-3B18-FF98CC328B44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47" creationId="{886DA224-B1E3-2093-DFEF-7B5511AC073F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56" creationId="{96658440-A251-9EE1-C74D-C1882B34ABA8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68" creationId="{46CFD4C2-7B22-B2AE-87A0-01D75A93AC2B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83" creationId="{4F8CF5F1-FC77-B5E3-49A9-EF666187D598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101" creationId="{2BE619CF-870C-91FB-E8DA-00CAE115F798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161" creationId="{D8EC434A-8AB5-FB76-AA27-5F19404461BA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200" creationId="{C5037D99-888D-BDB2-0313-4C120551A56B}"/>
          </ac:spMkLst>
        </pc:spChg>
        <pc:spChg chg="mod">
          <ac:chgData name="Irlan Assidiq" userId="de236b58-34b6-44ed-8347-ed5a26859d6f" providerId="ADAL" clId="{7DA18F00-C1C8-45B8-B431-245BD39695C3}" dt="2025-10-17T23:23:51.577" v="22" actId="403"/>
          <ac:spMkLst>
            <pc:docMk/>
            <pc:sldMk cId="3135141337" sldId="259"/>
            <ac:spMk id="230" creationId="{AE9EB629-11D5-6659-260C-086DA79C4648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6" creationId="{F3060C83-F051-4F0E-ABAD-AA0DFC48B218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7" creationId="{83C98ABE-055B-441F-B07E-44F97F083C39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8" creationId="{29FDB030-9B49-4CED-8CCD-4D99382388AC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49" creationId="{3783CA14-24A1-485C-8B30-D6A5D87987AD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50" creationId="{9A97C86A-04D6-40F7-AE84-31AB43E6A846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51" creationId="{FF9F2414-84E8-453E-B1F3-389FDE8192D9}"/>
          </ac:spMkLst>
        </pc:spChg>
        <pc:spChg chg="add del">
          <ac:chgData name="Irlan Assidiq" userId="de236b58-34b6-44ed-8347-ed5a26859d6f" providerId="ADAL" clId="{7DA18F00-C1C8-45B8-B431-245BD39695C3}" dt="2025-10-17T23:23:55.805" v="25" actId="26606"/>
          <ac:spMkLst>
            <pc:docMk/>
            <pc:sldMk cId="3135141337" sldId="259"/>
            <ac:spMk id="252" creationId="{3ECA69A1-7536-43AC-85EF-C7106179F5ED}"/>
          </ac:spMkLst>
        </pc:spChg>
        <pc:picChg chg="add del mod">
          <ac:chgData name="Irlan Assidiq" userId="de236b58-34b6-44ed-8347-ed5a26859d6f" providerId="ADAL" clId="{7DA18F00-C1C8-45B8-B431-245BD39695C3}" dt="2025-10-18T03:17:59.768" v="439" actId="478"/>
          <ac:picMkLst>
            <pc:docMk/>
            <pc:sldMk cId="3135141337" sldId="259"/>
            <ac:picMk id="5" creationId="{EBCA1B90-5495-AB46-EF49-71CD23B6434E}"/>
          </ac:picMkLst>
        </pc:picChg>
        <pc:picChg chg="add mod">
          <ac:chgData name="Irlan Assidiq" userId="de236b58-34b6-44ed-8347-ed5a26859d6f" providerId="ADAL" clId="{7DA18F00-C1C8-45B8-B431-245BD39695C3}" dt="2025-10-18T01:59:15.250" v="229"/>
          <ac:picMkLst>
            <pc:docMk/>
            <pc:sldMk cId="3135141337" sldId="259"/>
            <ac:picMk id="6" creationId="{1BB6BFAF-0BB4-A513-19B5-C3D5C6B81373}"/>
          </ac:picMkLst>
        </pc:picChg>
        <pc:picChg chg="add mod">
          <ac:chgData name="Irlan Assidiq" userId="de236b58-34b6-44ed-8347-ed5a26859d6f" providerId="ADAL" clId="{7DA18F00-C1C8-45B8-B431-245BD39695C3}" dt="2025-10-18T03:44:36.929" v="544" actId="1076"/>
          <ac:picMkLst>
            <pc:docMk/>
            <pc:sldMk cId="3135141337" sldId="259"/>
            <ac:picMk id="6" creationId="{C2B23962-4CF2-4E82-4B34-BC4DB97CC91E}"/>
          </ac:picMkLst>
        </pc:picChg>
      </pc:sldChg>
      <pc:sldChg chg="addSp delSp modSp new mod ord setBg">
        <pc:chgData name="Irlan Assidiq" userId="de236b58-34b6-44ed-8347-ed5a26859d6f" providerId="ADAL" clId="{7DA18F00-C1C8-45B8-B431-245BD39695C3}" dt="2025-10-18T03:46:15.621" v="555" actId="403"/>
        <pc:sldMkLst>
          <pc:docMk/>
          <pc:sldMk cId="2858914795" sldId="260"/>
        </pc:sldMkLst>
        <pc:spChg chg="add del">
          <ac:chgData name="Irlan Assidiq" userId="de236b58-34b6-44ed-8347-ed5a26859d6f" providerId="ADAL" clId="{7DA18F00-C1C8-45B8-B431-245BD39695C3}" dt="2025-10-17T23:39:24.443" v="70" actId="26606"/>
          <ac:spMkLst>
            <pc:docMk/>
            <pc:sldMk cId="2858914795" sldId="260"/>
            <ac:spMk id="2" creationId="{C141CB06-9392-4637-E242-E8605ECC68F0}"/>
          </ac:spMkLst>
        </pc:spChg>
        <pc:spChg chg="add del">
          <ac:chgData name="Irlan Assidiq" userId="de236b58-34b6-44ed-8347-ed5a26859d6f" providerId="ADAL" clId="{7DA18F00-C1C8-45B8-B431-245BD39695C3}" dt="2025-10-17T23:39:22.504" v="69"/>
          <ac:spMkLst>
            <pc:docMk/>
            <pc:sldMk cId="2858914795" sldId="260"/>
            <ac:spMk id="3" creationId="{B1D01BB9-D9A7-8EB5-50B9-70606D460D1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6" creationId="{C235537E-6E60-2687-5C28-014FFD57B597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8" creationId="{BB82927A-925F-3B13-EF99-EBFAD4EAD2A8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8" creationId="{BD49BAD6-31B9-8630-E2A0-6DC2DB6AF1CD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9" creationId="{3AC551A8-6158-C149-E9C6-1DB96A00E984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12" creationId="{9B64517D-994A-D174-E09D-2A3853F00B0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16" creationId="{66333B28-AEAE-C999-2426-16766E04B80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21" creationId="{9CA8CA4B-0E65-C15B-EE98-1FD82D97B584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22" creationId="{2EA3B6BC-1D66-7D0A-76B1-CB0E3AED3D5D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24" creationId="{05D89D9D-307E-16C4-615A-71756D988B93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28" creationId="{0BFF7584-B928-346C-3CD7-7A305B6840A9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30" creationId="{81F7239B-3E00-582E-2EED-CFE692F593E1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32" creationId="{AF854C84-AF7F-0889-5B02-BC5521CAEBEC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33" creationId="{9461378E-475C-DD1D-9BA0-8DF3C5CCA4FC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35" creationId="{AEB117F5-7C89-6D7B-0774-F7CEEAEA6A6F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37" creationId="{36FBC723-2DFF-621A-3A9D-8CB958DF84FB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38" creationId="{25D428A6-33FD-4C18-0D39-CAE336D8FB8F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39" creationId="{7B4DF7D5-C476-5349-C205-1F08FDE92E0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40" creationId="{1D4BD514-542B-0442-E562-684A78918ADF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0" creationId="{7C99AFD2-EA2C-E6D9-278F-C12708293C29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1" creationId="{8BA59A01-16B4-9395-3584-B30DCA29734B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41" creationId="{ABF9B309-9487-5CC7-ECAD-C6D164D0E7E8}"/>
          </ac:spMkLst>
        </pc:spChg>
        <pc:spChg chg="mod">
          <ac:chgData name="Irlan Assidiq" userId="de236b58-34b6-44ed-8347-ed5a26859d6f" providerId="ADAL" clId="{7DA18F00-C1C8-45B8-B431-245BD39695C3}" dt="2025-10-18T02:01:19.912" v="237" actId="403"/>
          <ac:spMkLst>
            <pc:docMk/>
            <pc:sldMk cId="2858914795" sldId="260"/>
            <ac:spMk id="43" creationId="{16CEB707-4C30-1BD4-B0F0-4F14B03958A5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4" creationId="{F01AA091-0B7F-D95A-3C41-6D5B578E99BA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7" creationId="{08347E17-20D7-3A42-9071-72A3540FB9B1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47" creationId="{B8EAD561-055C-53FF-559C-4EB0F17E8AA6}"/>
          </ac:spMkLst>
        </pc:spChg>
        <pc:spChg chg="mod">
          <ac:chgData name="Irlan Assidiq" userId="de236b58-34b6-44ed-8347-ed5a26859d6f" providerId="ADAL" clId="{7DA18F00-C1C8-45B8-B431-245BD39695C3}" dt="2025-10-17T23:38:33.366" v="65" actId="27803"/>
          <ac:spMkLst>
            <pc:docMk/>
            <pc:sldMk cId="2858914795" sldId="260"/>
            <ac:spMk id="49" creationId="{5A1FA407-24C4-FBB2-8422-C1050CEE3E7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49" creationId="{64E3C857-8327-9449-1FE8-F10FB89BF2E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858914795" sldId="260"/>
            <ac:spMk id="50" creationId="{6A9CBF80-68E6-3FA6-22DC-A8AC0F9A356A}"/>
          </ac:spMkLst>
        </pc:spChg>
        <pc:spChg chg="mod">
          <ac:chgData name="Irlan Assidiq" userId="de236b58-34b6-44ed-8347-ed5a26859d6f" providerId="ADAL" clId="{7DA18F00-C1C8-45B8-B431-245BD39695C3}" dt="2025-10-18T02:01:26.645" v="249" actId="20577"/>
          <ac:spMkLst>
            <pc:docMk/>
            <pc:sldMk cId="2858914795" sldId="260"/>
            <ac:spMk id="54" creationId="{32221CD2-7CD3-20FF-89CA-EEDD57928379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60" creationId="{07AD8505-881A-6207-0628-F6CFC6D4E7B7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61" creationId="{23558CA5-136E-9A1F-BAC2-FB524A84297A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62" creationId="{3BFDDC58-21A5-B1A7-9F70-EAFAA356B933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63" creationId="{8EE519F3-46E7-EB56-AF8D-404FEB1D5840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67" creationId="{AB011E79-3825-ACA2-1DAF-8EECA0E87D9E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68" creationId="{7FA9A69F-0C5A-AD95-20EE-6FDA3F7D9406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72" creationId="{8F602449-D7F0-0D70-F338-C4F18615326E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73" creationId="{A1D9342D-7FF9-E9D7-0310-24A33765E379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77" creationId="{06634A31-117E-AFEF-13AF-037CA13AA0F7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79" creationId="{AAA6A9E4-78FA-3C8A-8D66-09C5D2E2429A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82" creationId="{D7005135-BAF9-1A86-43FD-F4C6E6D66482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83" creationId="{B599154B-13C8-B1B7-14E3-7C1F19EAEBDD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84" creationId="{4F84173F-9636-FC5F-13C9-5E36C17820C0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89" creationId="{F0F40A2D-13D3-38ED-52E0-EE472908CE42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92" creationId="{05B412B4-13CF-9DFC-4AF1-DBD78565E972}"/>
          </ac:spMkLst>
        </pc:spChg>
        <pc:spChg chg="mod">
          <ac:chgData name="Irlan Assidiq" userId="de236b58-34b6-44ed-8347-ed5a26859d6f" providerId="ADAL" clId="{7DA18F00-C1C8-45B8-B431-245BD39695C3}" dt="2025-10-18T03:45:38.192" v="549" actId="403"/>
          <ac:spMkLst>
            <pc:docMk/>
            <pc:sldMk cId="2858914795" sldId="260"/>
            <ac:spMk id="94" creationId="{C52B5A97-8643-6854-D85E-396F9BC7781B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98" creationId="{885AFA76-C83A-8F5F-B108-119A7B49DC84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100" creationId="{8C067B47-4C15-B6D2-7D57-8C878AB23FEF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04" creationId="{661CF2FE-5BA2-7DFE-88B9-F3E43263C417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105" creationId="{26D32F0E-8F3C-91C4-9FCD-85B8D77EAD76}"/>
          </ac:spMkLst>
        </pc:spChg>
        <pc:spChg chg="mod">
          <ac:chgData name="Irlan Assidiq" userId="de236b58-34b6-44ed-8347-ed5a26859d6f" providerId="ADAL" clId="{7DA18F00-C1C8-45B8-B431-245BD39695C3}" dt="2025-10-17T23:42:54.325" v="79" actId="403"/>
          <ac:spMkLst>
            <pc:docMk/>
            <pc:sldMk cId="2858914795" sldId="260"/>
            <ac:spMk id="107" creationId="{7E5B1F7E-E0FE-E4EE-4A7E-62213FDA9DD9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11" creationId="{58502B5C-14EA-19D5-F982-B5133CEC5B8B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14" creationId="{296D90D7-9BB7-86C8-B69A-37C40DA3BC97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15" creationId="{CF98C02E-BBB9-456A-E351-7D4D3EC58FEB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21" creationId="{FC8D58D7-0B98-072D-D104-C5E669795F46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22" creationId="{0BF56A9C-CFD2-75D5-55A4-4D45CBAF7FAE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27" creationId="{A0161F5F-D23E-C69D-24E9-3EE692A7D9F8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35" creationId="{56CDC434-27E1-BB33-F90C-1FA0842EBE99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36" creationId="{334C63A9-1ED8-C8C3-0F10-66C1D794A7EC}"/>
          </ac:spMkLst>
        </pc:spChg>
        <pc:spChg chg="mod">
          <ac:chgData name="Irlan Assidiq" userId="de236b58-34b6-44ed-8347-ed5a26859d6f" providerId="ADAL" clId="{7DA18F00-C1C8-45B8-B431-245BD39695C3}" dt="2025-10-18T03:46:15.621" v="555" actId="403"/>
          <ac:spMkLst>
            <pc:docMk/>
            <pc:sldMk cId="2858914795" sldId="260"/>
            <ac:spMk id="146" creationId="{CAC7BA82-EC17-0CF0-01FC-1BA4F27C7C95}"/>
          </ac:spMkLst>
        </pc:spChg>
        <pc:grpChg chg="del">
          <ac:chgData name="Irlan Assidiq" userId="de236b58-34b6-44ed-8347-ed5a26859d6f" providerId="ADAL" clId="{7DA18F00-C1C8-45B8-B431-245BD39695C3}" dt="2025-10-18T03:17:54.721" v="437" actId="478"/>
          <ac:grpSpMkLst>
            <pc:docMk/>
            <pc:sldMk cId="2858914795" sldId="260"/>
            <ac:grpSpMk id="4" creationId="{11955AC6-1250-5C49-D425-D4559307D569}"/>
          </ac:grpSpMkLst>
        </pc:grpChg>
        <pc:grpChg chg="del">
          <ac:chgData name="Irlan Assidiq" userId="de236b58-34b6-44ed-8347-ed5a26859d6f" providerId="ADAL" clId="{7DA18F00-C1C8-45B8-B431-245BD39695C3}" dt="2025-10-18T03:46:10.428" v="550" actId="478"/>
          <ac:grpSpMkLst>
            <pc:docMk/>
            <pc:sldMk cId="2858914795" sldId="260"/>
            <ac:grpSpMk id="55" creationId="{D88EF926-926E-F2E4-778F-A9A1FA6CA085}"/>
          </ac:grpSpMkLst>
        </pc:grpChg>
        <pc:grpChg chg="del">
          <ac:chgData name="Irlan Assidiq" userId="de236b58-34b6-44ed-8347-ed5a26859d6f" providerId="ADAL" clId="{7DA18F00-C1C8-45B8-B431-245BD39695C3}" dt="2025-10-18T02:01:08.800" v="232" actId="478"/>
          <ac:grpSpMkLst>
            <pc:docMk/>
            <pc:sldMk cId="2858914795" sldId="260"/>
            <ac:grpSpMk id="59" creationId="{7588F0F6-0EC8-1B61-E2D0-66406A1E4EAE}"/>
          </ac:grpSpMkLst>
        </pc:grpChg>
        <pc:picChg chg="add mod">
          <ac:chgData name="Irlan Assidiq" userId="de236b58-34b6-44ed-8347-ed5a26859d6f" providerId="ADAL" clId="{7DA18F00-C1C8-45B8-B431-245BD39695C3}" dt="2025-10-18T03:45:35.057" v="546" actId="26606"/>
          <ac:picMkLst>
            <pc:docMk/>
            <pc:sldMk cId="2858914795" sldId="260"/>
            <ac:picMk id="3" creationId="{06F4FBDD-C14E-974A-D967-98E2693A2F50}"/>
          </ac:picMkLst>
        </pc:picChg>
        <pc:picChg chg="add mod">
          <ac:chgData name="Irlan Assidiq" userId="de236b58-34b6-44ed-8347-ed5a26859d6f" providerId="ADAL" clId="{7DA18F00-C1C8-45B8-B431-245BD39695C3}" dt="2025-10-18T02:01:12.592" v="234" actId="26606"/>
          <ac:picMkLst>
            <pc:docMk/>
            <pc:sldMk cId="2858914795" sldId="260"/>
            <ac:picMk id="3" creationId="{ED0FB28D-448F-E2C0-D740-18F53E413EF1}"/>
          </ac:picMkLst>
        </pc:picChg>
        <pc:picChg chg="add mod">
          <ac:chgData name="Irlan Assidiq" userId="de236b58-34b6-44ed-8347-ed5a26859d6f" providerId="ADAL" clId="{7DA18F00-C1C8-45B8-B431-245BD39695C3}" dt="2025-10-17T23:39:11.112" v="68"/>
          <ac:picMkLst>
            <pc:docMk/>
            <pc:sldMk cId="2858914795" sldId="260"/>
            <ac:picMk id="5" creationId="{E5B7B375-5B3F-4F35-8045-FAB072897D94}"/>
          </ac:picMkLst>
        </pc:picChg>
        <pc:picChg chg="add mod">
          <ac:chgData name="Irlan Assidiq" userId="de236b58-34b6-44ed-8347-ed5a26859d6f" providerId="ADAL" clId="{7DA18F00-C1C8-45B8-B431-245BD39695C3}" dt="2025-10-17T23:39:24.443" v="70" actId="26606"/>
          <ac:picMkLst>
            <pc:docMk/>
            <pc:sldMk cId="2858914795" sldId="260"/>
            <ac:picMk id="58" creationId="{F239641D-C655-8F9D-F5DC-F652EDED98EB}"/>
          </ac:picMkLst>
        </pc:picChg>
        <pc:picChg chg="add mod">
          <ac:chgData name="Irlan Assidiq" userId="de236b58-34b6-44ed-8347-ed5a26859d6f" providerId="ADAL" clId="{7DA18F00-C1C8-45B8-B431-245BD39695C3}" dt="2025-10-18T03:46:12.688" v="552" actId="26606"/>
          <ac:picMkLst>
            <pc:docMk/>
            <pc:sldMk cId="2858914795" sldId="260"/>
            <ac:picMk id="101" creationId="{C82F3C51-02DC-495E-6C2A-07E9D60A25B4}"/>
          </ac:picMkLst>
        </pc:picChg>
      </pc:sldChg>
      <pc:sldChg chg="new del">
        <pc:chgData name="Irlan Assidiq" userId="de236b58-34b6-44ed-8347-ed5a26859d6f" providerId="ADAL" clId="{7DA18F00-C1C8-45B8-B431-245BD39695C3}" dt="2025-10-17T23:25:37.574" v="28" actId="47"/>
        <pc:sldMkLst>
          <pc:docMk/>
          <pc:sldMk cId="1788328113" sldId="261"/>
        </pc:sldMkLst>
      </pc:sldChg>
      <pc:sldChg chg="addSp delSp modSp add mod">
        <pc:chgData name="Irlan Assidiq" userId="de236b58-34b6-44ed-8347-ed5a26859d6f" providerId="ADAL" clId="{7DA18F00-C1C8-45B8-B431-245BD39695C3}" dt="2025-10-18T03:17:50.844" v="436" actId="20577"/>
        <pc:sldMkLst>
          <pc:docMk/>
          <pc:sldMk cId="1192252050" sldId="262"/>
        </pc:sldMkLst>
        <pc:spChg chg="mod">
          <ac:chgData name="Irlan Assidiq" userId="de236b58-34b6-44ed-8347-ed5a26859d6f" providerId="ADAL" clId="{7DA18F00-C1C8-45B8-B431-245BD39695C3}" dt="2025-10-18T03:17:43.213" v="410" actId="20577"/>
          <ac:spMkLst>
            <pc:docMk/>
            <pc:sldMk cId="1192252050" sldId="262"/>
            <ac:spMk id="2" creationId="{8953284A-ED1F-2067-65A3-B86BC493E694}"/>
          </ac:spMkLst>
        </pc:spChg>
        <pc:spChg chg="del">
          <ac:chgData name="Irlan Assidiq" userId="de236b58-34b6-44ed-8347-ed5a26859d6f" providerId="ADAL" clId="{7DA18F00-C1C8-45B8-B431-245BD39695C3}" dt="2025-10-17T23:25:44.739" v="29" actId="478"/>
          <ac:spMkLst>
            <pc:docMk/>
            <pc:sldMk cId="1192252050" sldId="262"/>
            <ac:spMk id="3" creationId="{C38320F2-85F3-9A84-3EB7-55FB3A792453}"/>
          </ac:spMkLst>
        </pc:spChg>
        <pc:spChg chg="add mod">
          <ac:chgData name="Irlan Assidiq" userId="de236b58-34b6-44ed-8347-ed5a26859d6f" providerId="ADAL" clId="{7DA18F00-C1C8-45B8-B431-245BD39695C3}" dt="2025-10-18T03:17:50.844" v="436" actId="20577"/>
          <ac:spMkLst>
            <pc:docMk/>
            <pc:sldMk cId="1192252050" sldId="262"/>
            <ac:spMk id="5" creationId="{B4F4B19A-CD38-E4E8-D102-8D1E5E02A25F}"/>
          </ac:spMkLst>
        </pc:spChg>
      </pc:sldChg>
      <pc:sldChg chg="addSp delSp modSp new mod setBg">
        <pc:chgData name="Irlan Assidiq" userId="de236b58-34b6-44ed-8347-ed5a26859d6f" providerId="ADAL" clId="{7DA18F00-C1C8-45B8-B431-245BD39695C3}" dt="2025-10-18T03:46:46.619" v="560" actId="403"/>
        <pc:sldMkLst>
          <pc:docMk/>
          <pc:sldMk cId="3177286554" sldId="263"/>
        </pc:sldMkLst>
        <pc:spChg chg="del">
          <ac:chgData name="Irlan Assidiq" userId="de236b58-34b6-44ed-8347-ed5a26859d6f" providerId="ADAL" clId="{7DA18F00-C1C8-45B8-B431-245BD39695C3}" dt="2025-10-17T23:42:36.111" v="76" actId="26606"/>
          <ac:spMkLst>
            <pc:docMk/>
            <pc:sldMk cId="3177286554" sldId="263"/>
            <ac:spMk id="2" creationId="{864CB665-9F3F-F836-54C1-7BFD7243960E}"/>
          </ac:spMkLst>
        </pc:spChg>
        <pc:spChg chg="del">
          <ac:chgData name="Irlan Assidiq" userId="de236b58-34b6-44ed-8347-ed5a26859d6f" providerId="ADAL" clId="{7DA18F00-C1C8-45B8-B431-245BD39695C3}" dt="2025-10-17T23:42:33.950" v="75"/>
          <ac:spMkLst>
            <pc:docMk/>
            <pc:sldMk cId="3177286554" sldId="263"/>
            <ac:spMk id="3" creationId="{0474F9A1-984A-04A1-9BE0-68561537AAB1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5" creationId="{3F585849-AD2C-0053-EAC0-81DA1D1C1208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7" creationId="{687564F2-915D-4C10-02BD-421C508BCAB4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10" creationId="{24641206-5A43-FF4E-15DF-33BDBC253A3A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12" creationId="{F9F77580-6262-99B3-6BBE-6039233C235F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14" creationId="{2294B6F0-6F3F-95E3-57EB-4E6460938E44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20" creationId="{9C52DD8D-52E4-FDF1-33DD-20937646A259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23" creationId="{AC058D68-A1A3-B233-F86E-BFCDD3A27472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26" creationId="{3D9BB528-6C60-0598-F039-ED0573715F42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28" creationId="{3E358F6E-E8F3-F0B9-E83A-6D518C10A46F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29" creationId="{302B6D0F-D1B0-696B-5B36-E7AD9B563352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30" creationId="{C8C9188D-3D0E-8F81-31DE-40F5720B9041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32" creationId="{CF3D7C99-72D5-6879-E465-CFC27C6B134E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41" creationId="{B81961D2-E2A6-9086-83B3-A7987A95A7E1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41" creationId="{D086B241-C56F-68D2-1775-D145F44F9E81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44" creationId="{C1F0D5C1-4373-4B6F-0E81-E27AB15D0B03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44" creationId="{C692B2FE-FD79-E5A5-5384-E6BF6710119D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46" creationId="{241DFB85-36CD-A70E-71CD-76C368803D1A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48" creationId="{8B782E01-14C9-0DF4-F982-CACBFA8A748A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49" creationId="{47944F34-EE3F-B523-D61C-AC8C944BB323}"/>
          </ac:spMkLst>
        </pc:spChg>
        <pc:spChg chg="mod">
          <ac:chgData name="Irlan Assidiq" userId="de236b58-34b6-44ed-8347-ed5a26859d6f" providerId="ADAL" clId="{7DA18F00-C1C8-45B8-B431-245BD39695C3}" dt="2025-10-18T03:46:46.619" v="560" actId="403"/>
          <ac:spMkLst>
            <pc:docMk/>
            <pc:sldMk cId="3177286554" sldId="263"/>
            <ac:spMk id="51" creationId="{853ED2AB-0DA7-B77B-0627-965FA7FEB100}"/>
          </ac:spMkLst>
        </pc:spChg>
        <pc:spChg chg="mod">
          <ac:chgData name="Irlan Assidiq" userId="de236b58-34b6-44ed-8347-ed5a26859d6f" providerId="ADAL" clId="{7DA18F00-C1C8-45B8-B431-245BD39695C3}" dt="2025-10-17T23:42:58.883" v="81" actId="403"/>
          <ac:spMkLst>
            <pc:docMk/>
            <pc:sldMk cId="3177286554" sldId="263"/>
            <ac:spMk id="53" creationId="{0D83391D-0185-512C-E6FD-72A3D221DFD7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65" creationId="{60D24316-C4D0-19F1-07E0-7ED8AC01008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66" creationId="{5FAEF7DA-EE99-CBB4-40FC-3F4292CE39C6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73" creationId="{3923E838-86C2-FAE4-8F52-147C63C7FB9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74" creationId="{18A4E213-619D-0C83-E91D-459010441D81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75" creationId="{99A10FFE-7177-BAB3-A1E2-98FEB7545D96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80" creationId="{B3C0481C-A478-1AB7-046C-E55C43A4EB6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82" creationId="{D080A753-FC0A-6864-A4B8-A50F6ACA5AA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83" creationId="{E18569F3-886D-76B9-A2A8-109D855EDD00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86" creationId="{263552A3-191B-81E2-0BDC-83E72A878633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87" creationId="{ACA41A98-4D88-D731-C017-855C16133319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88" creationId="{868D3D60-BAF9-AA3E-2F87-4B6719359152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92" creationId="{A9C90586-F81D-C81C-6F82-23E578665CE5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94" creationId="{2D887254-B573-8BBF-A242-5C0890D7A131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98" creationId="{9E51532C-3339-1197-06A6-35FDB6BF356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177286554" sldId="263"/>
            <ac:spMk id="100" creationId="{8D72B807-737A-F2E7-3D44-9255614DAA70}"/>
          </ac:spMkLst>
        </pc:spChg>
        <pc:spChg chg="mod">
          <ac:chgData name="Irlan Assidiq" userId="de236b58-34b6-44ed-8347-ed5a26859d6f" providerId="ADAL" clId="{7DA18F00-C1C8-45B8-B431-245BD39695C3}" dt="2025-10-18T02:02:34.208" v="255" actId="403"/>
          <ac:spMkLst>
            <pc:docMk/>
            <pc:sldMk cId="3177286554" sldId="263"/>
            <ac:spMk id="105" creationId="{062BA875-86C4-9B0C-5D9F-708D8E637CD2}"/>
          </ac:spMkLst>
        </pc:spChg>
        <pc:spChg chg="mod">
          <ac:chgData name="Irlan Assidiq" userId="de236b58-34b6-44ed-8347-ed5a26859d6f" providerId="ADAL" clId="{7DA18F00-C1C8-45B8-B431-245BD39695C3}" dt="2025-10-18T02:02:39.145" v="265" actId="20577"/>
          <ac:spMkLst>
            <pc:docMk/>
            <pc:sldMk cId="3177286554" sldId="263"/>
            <ac:spMk id="107" creationId="{12258092-68B7-8D61-5CA8-A97312C3E8F1}"/>
          </ac:spMkLst>
        </pc:spChg>
        <pc:grpChg chg="del">
          <ac:chgData name="Irlan Assidiq" userId="de236b58-34b6-44ed-8347-ed5a26859d6f" providerId="ADAL" clId="{7DA18F00-C1C8-45B8-B431-245BD39695C3}" dt="2025-10-18T03:17:57.816" v="438" actId="478"/>
          <ac:grpSpMkLst>
            <pc:docMk/>
            <pc:sldMk cId="3177286554" sldId="263"/>
            <ac:grpSpMk id="4" creationId="{95C8AC44-1E00-2FB0-E11B-2D2100340C31}"/>
          </ac:grpSpMkLst>
        </pc:grpChg>
        <pc:grpChg chg="del">
          <ac:chgData name="Irlan Assidiq" userId="de236b58-34b6-44ed-8347-ed5a26859d6f" providerId="ADAL" clId="{7DA18F00-C1C8-45B8-B431-245BD39695C3}" dt="2025-10-18T02:02:25.115" v="250" actId="478"/>
          <ac:grpSpMkLst>
            <pc:docMk/>
            <pc:sldMk cId="3177286554" sldId="263"/>
            <ac:grpSpMk id="6" creationId="{14531FC5-3117-F0F4-9352-0F7C7AB178F6}"/>
          </ac:grpSpMkLst>
        </pc:grpChg>
        <pc:picChg chg="add mod">
          <ac:chgData name="Irlan Assidiq" userId="de236b58-34b6-44ed-8347-ed5a26859d6f" providerId="ADAL" clId="{7DA18F00-C1C8-45B8-B431-245BD39695C3}" dt="2025-10-18T03:46:43.578" v="557" actId="26606"/>
          <ac:picMkLst>
            <pc:docMk/>
            <pc:sldMk cId="3177286554" sldId="263"/>
            <ac:picMk id="3" creationId="{18AF58C3-2377-55FE-4FCE-59058ED7B26D}"/>
          </ac:picMkLst>
        </pc:picChg>
        <pc:picChg chg="add mod">
          <ac:chgData name="Irlan Assidiq" userId="de236b58-34b6-44ed-8347-ed5a26859d6f" providerId="ADAL" clId="{7DA18F00-C1C8-45B8-B431-245BD39695C3}" dt="2025-10-18T02:02:27.833" v="252" actId="26606"/>
          <ac:picMkLst>
            <pc:docMk/>
            <pc:sldMk cId="3177286554" sldId="263"/>
            <ac:picMk id="3" creationId="{60F5F517-6CB1-C99F-3D91-E902A619729F}"/>
          </ac:picMkLst>
        </pc:picChg>
        <pc:picChg chg="add mod">
          <ac:chgData name="Irlan Assidiq" userId="de236b58-34b6-44ed-8347-ed5a26859d6f" providerId="ADAL" clId="{7DA18F00-C1C8-45B8-B431-245BD39695C3}" dt="2025-10-17T23:42:36.111" v="76" actId="26606"/>
          <ac:picMkLst>
            <pc:docMk/>
            <pc:sldMk cId="3177286554" sldId="263"/>
            <ac:picMk id="5" creationId="{B21E851E-E09E-70A2-692D-F0E58253A8DF}"/>
          </ac:picMkLst>
        </pc:picChg>
      </pc:sldChg>
      <pc:sldChg chg="modSp add mod">
        <pc:chgData name="Irlan Assidiq" userId="de236b58-34b6-44ed-8347-ed5a26859d6f" providerId="ADAL" clId="{7DA18F00-C1C8-45B8-B431-245BD39695C3}" dt="2025-10-18T03:18:15.525" v="488" actId="20577"/>
        <pc:sldMkLst>
          <pc:docMk/>
          <pc:sldMk cId="790302643" sldId="264"/>
        </pc:sldMkLst>
        <pc:spChg chg="mod">
          <ac:chgData name="Irlan Assidiq" userId="de236b58-34b6-44ed-8347-ed5a26859d6f" providerId="ADAL" clId="{7DA18F00-C1C8-45B8-B431-245BD39695C3}" dt="2025-10-18T03:18:11.080" v="466" actId="20577"/>
          <ac:spMkLst>
            <pc:docMk/>
            <pc:sldMk cId="790302643" sldId="264"/>
            <ac:spMk id="2" creationId="{7BC439A9-B5EE-F9A1-8A80-AC43568169BF}"/>
          </ac:spMkLst>
        </pc:spChg>
        <pc:spChg chg="mod">
          <ac:chgData name="Irlan Assidiq" userId="de236b58-34b6-44ed-8347-ed5a26859d6f" providerId="ADAL" clId="{7DA18F00-C1C8-45B8-B431-245BD39695C3}" dt="2025-10-18T03:18:15.525" v="488" actId="20577"/>
          <ac:spMkLst>
            <pc:docMk/>
            <pc:sldMk cId="790302643" sldId="264"/>
            <ac:spMk id="5" creationId="{67825526-CD3F-02D4-BF3A-44B591073712}"/>
          </ac:spMkLst>
        </pc:spChg>
      </pc:sldChg>
      <pc:sldChg chg="addSp delSp modSp add mod setBg">
        <pc:chgData name="Irlan Assidiq" userId="de236b58-34b6-44ed-8347-ed5a26859d6f" providerId="ADAL" clId="{7DA18F00-C1C8-45B8-B431-245BD39695C3}" dt="2025-10-18T04:01:09.401" v="572" actId="403"/>
        <pc:sldMkLst>
          <pc:docMk/>
          <pc:sldMk cId="1914944166" sldId="265"/>
        </pc:sldMkLst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5" creationId="{CAF52BE8-46E6-8160-7EF4-11D3E497D856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8" creationId="{106871AA-8448-27C1-2D6E-481DAB2762C9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10" creationId="{61D22502-835C-5075-118F-E1FD720F9892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11" creationId="{59B0916F-6C99-E0D5-E314-09D0F4DC34B8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15" creationId="{8BD51BD3-3B11-D056-4EFC-0822E84EF0DE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16" creationId="{90463D71-7E5E-FC7D-9B49-69D78D6EE25D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17" creationId="{7816F813-7037-3557-AC20-91368BB66FE5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20" creationId="{C1013AAC-DEDD-2AD4-B5AC-426488B6A804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23" creationId="{EC82300F-E598-B0F2-D026-19C8BC8AD6DA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25" creationId="{B5044500-9226-75D6-19C2-1FC14BDD2036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26" creationId="{804E5F50-E14A-4FED-AF4D-7CF39F9FE630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27" creationId="{F6DD67EC-2EE6-3A4C-1AA2-FE1D9D41077E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28" creationId="{1DDAE6AF-7E8E-794D-06FB-91755A97D241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29" creationId="{1C938854-C7B0-0CEB-C0EE-67A012FBB470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29" creationId="{5BB4D91F-88D1-C513-C7BC-BA52D49D58BF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30" creationId="{480E9962-9A32-7E96-E6A4-94B40F16E73F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32" creationId="{B37E4E5D-F877-7FC8-0B3D-DF4983AB201D}"/>
          </ac:spMkLst>
        </pc:spChg>
        <pc:spChg chg="mod">
          <ac:chgData name="Irlan Assidiq" userId="de236b58-34b6-44ed-8347-ed5a26859d6f" providerId="ADAL" clId="{7DA18F00-C1C8-45B8-B431-245BD39695C3}" dt="2025-10-18T01:07:19.440" v="126" actId="403"/>
          <ac:spMkLst>
            <pc:docMk/>
            <pc:sldMk cId="1914944166" sldId="265"/>
            <ac:spMk id="33" creationId="{A0EE662B-3F55-493B-C87D-75D1ECAEF2B1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37" creationId="{81BFD7A0-7EC1-4877-427A-1C5427A419C7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38" creationId="{802C16E4-B4AE-9B15-042F-CFF809462AA6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41" creationId="{89982268-BA15-690B-ACF7-351F294EF18A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42" creationId="{9229180B-F353-3D7B-B435-0D3436006642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45" creationId="{1FCDC64E-62F1-F3CD-FC6D-F62599325CD6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45" creationId="{51592CA4-E00D-0F16-E741-7FE5BDA446C7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46" creationId="{50714F3A-6349-055D-CE97-971F3F5609C9}"/>
          </ac:spMkLst>
        </pc:spChg>
        <pc:spChg chg="mod">
          <ac:chgData name="Irlan Assidiq" userId="de236b58-34b6-44ed-8347-ed5a26859d6f" providerId="ADAL" clId="{7DA18F00-C1C8-45B8-B431-245BD39695C3}" dt="2025-10-18T04:01:09.401" v="572" actId="403"/>
          <ac:spMkLst>
            <pc:docMk/>
            <pc:sldMk cId="1914944166" sldId="265"/>
            <ac:spMk id="46" creationId="{FCE56009-866B-CE4F-7054-4E7A1068A1EE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52" creationId="{337E44FE-EC16-1613-0C04-8E8712E119BE}"/>
          </ac:spMkLst>
        </pc:spChg>
        <pc:spChg chg="mod">
          <ac:chgData name="Irlan Assidiq" userId="de236b58-34b6-44ed-8347-ed5a26859d6f" providerId="ADAL" clId="{7DA18F00-C1C8-45B8-B431-245BD39695C3}" dt="2025-10-18T01:07:21.228" v="127" actId="403"/>
          <ac:spMkLst>
            <pc:docMk/>
            <pc:sldMk cId="1914944166" sldId="265"/>
            <ac:spMk id="53" creationId="{C424AF5C-2A3E-976C-B1FD-4544BF8DBE6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56" creationId="{02BE73FD-96A7-07A5-7267-A5EDC3D57447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60" creationId="{F8B65B6B-B281-6067-917C-157D29011843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62" creationId="{199E2DEB-3A2B-C4BF-B780-2A88EF1503FA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63" creationId="{7E6C8514-4206-5F79-D837-366BD6B9870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64" creationId="{941419C1-FF14-332D-F1A3-994085AF26CD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67" creationId="{807381CD-1C9A-CBD9-D829-1F9D9E010581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73" creationId="{C8DDD725-C5DA-5E82-9A33-59050F89745D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75" creationId="{4F8FFE00-88E2-1E45-D6CB-631421585CAA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79" creationId="{1CF14B31-B554-7960-6F42-80AAF07F7E5D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80" creationId="{4E6B5381-1894-7E03-51A1-8B589F5C295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81" creationId="{07D3CDA1-E014-6B0C-075E-76A7394FDB05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83" creationId="{7DF0A2DE-4CA0-F760-1244-11A4DB3CD042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87" creationId="{C7219B0A-3F37-E666-0921-BE68551D08C6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1914944166" sldId="265"/>
            <ac:spMk id="92" creationId="{9F1EFC4F-CEB9-1239-06B1-47B2A8565B16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93" creationId="{77E1A0DF-0872-3108-9EC9-FB1FD33B4DBA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94" creationId="{4A1F2C4D-57B6-8A81-7275-E187F31340DC}"/>
          </ac:spMkLst>
        </pc:spChg>
        <pc:spChg chg="mod">
          <ac:chgData name="Irlan Assidiq" userId="de236b58-34b6-44ed-8347-ed5a26859d6f" providerId="ADAL" clId="{7DA18F00-C1C8-45B8-B431-245BD39695C3}" dt="2025-10-18T02:36:14.880" v="300" actId="403"/>
          <ac:spMkLst>
            <pc:docMk/>
            <pc:sldMk cId="1914944166" sldId="265"/>
            <ac:spMk id="98" creationId="{359350A8-4104-62FC-D283-FAAF496F9A0E}"/>
          </ac:spMkLst>
        </pc:spChg>
        <pc:spChg chg="mod">
          <ac:chgData name="Irlan Assidiq" userId="de236b58-34b6-44ed-8347-ed5a26859d6f" providerId="ADAL" clId="{7DA18F00-C1C8-45B8-B431-245BD39695C3}" dt="2025-10-18T03:14:00.602" v="363" actId="20577"/>
          <ac:spMkLst>
            <pc:docMk/>
            <pc:sldMk cId="1914944166" sldId="265"/>
            <ac:spMk id="99" creationId="{514B9112-7E61-2AE5-79ED-84D1294A6F79}"/>
          </ac:spMkLst>
        </pc:spChg>
        <pc:grpChg chg="del">
          <ac:chgData name="Irlan Assidiq" userId="de236b58-34b6-44ed-8347-ed5a26859d6f" providerId="ADAL" clId="{7DA18F00-C1C8-45B8-B431-245BD39695C3}" dt="2025-10-18T02:36:06.707" v="295" actId="478"/>
          <ac:grpSpMkLst>
            <pc:docMk/>
            <pc:sldMk cId="1914944166" sldId="265"/>
            <ac:grpSpMk id="4" creationId="{5367E2CC-A0DA-CD5B-1277-F28F0D76A5AA}"/>
          </ac:grpSpMkLst>
        </pc:grpChg>
        <pc:grpChg chg="del">
          <ac:chgData name="Irlan Assidiq" userId="de236b58-34b6-44ed-8347-ed5a26859d6f" providerId="ADAL" clId="{7DA18F00-C1C8-45B8-B431-245BD39695C3}" dt="2025-10-18T03:18:20.329" v="489" actId="478"/>
          <ac:grpSpMkLst>
            <pc:docMk/>
            <pc:sldMk cId="1914944166" sldId="265"/>
            <ac:grpSpMk id="55" creationId="{1396C632-E201-98C0-CAD1-CA2F0BAD8904}"/>
          </ac:grpSpMkLst>
        </pc:grpChg>
        <pc:grpChg chg="del">
          <ac:chgData name="Irlan Assidiq" userId="de236b58-34b6-44ed-8347-ed5a26859d6f" providerId="ADAL" clId="{7DA18F00-C1C8-45B8-B431-245BD39695C3}" dt="2025-10-18T01:06:59.609" v="120" actId="478"/>
          <ac:grpSpMkLst>
            <pc:docMk/>
            <pc:sldMk cId="1914944166" sldId="265"/>
            <ac:grpSpMk id="59" creationId="{A5129A00-3D7E-1A03-2AA5-B4DC25924207}"/>
          </ac:grpSpMkLst>
        </pc:grpChg>
        <pc:picChg chg="add mod">
          <ac:chgData name="Irlan Assidiq" userId="de236b58-34b6-44ed-8347-ed5a26859d6f" providerId="ADAL" clId="{7DA18F00-C1C8-45B8-B431-245BD39695C3}" dt="2025-10-18T04:01:06.511" v="569" actId="26606"/>
          <ac:picMkLst>
            <pc:docMk/>
            <pc:sldMk cId="1914944166" sldId="265"/>
            <ac:picMk id="3" creationId="{0FBB11D5-2AA8-7213-122C-E70AD6598690}"/>
          </ac:picMkLst>
        </pc:picChg>
        <pc:picChg chg="add mod">
          <ac:chgData name="Irlan Assidiq" userId="de236b58-34b6-44ed-8347-ed5a26859d6f" providerId="ADAL" clId="{7DA18F00-C1C8-45B8-B431-245BD39695C3}" dt="2025-10-18T02:36:09.235" v="297" actId="26606"/>
          <ac:picMkLst>
            <pc:docMk/>
            <pc:sldMk cId="1914944166" sldId="265"/>
            <ac:picMk id="3" creationId="{D44A2379-0472-E66B-EDF8-7F1DCE69EC66}"/>
          </ac:picMkLst>
        </pc:picChg>
        <pc:picChg chg="add mod">
          <ac:chgData name="Irlan Assidiq" userId="de236b58-34b6-44ed-8347-ed5a26859d6f" providerId="ADAL" clId="{7DA18F00-C1C8-45B8-B431-245BD39695C3}" dt="2025-10-18T01:07:03.564" v="122" actId="26606"/>
          <ac:picMkLst>
            <pc:docMk/>
            <pc:sldMk cId="1914944166" sldId="265"/>
            <ac:picMk id="3" creationId="{F1CEAEAB-7ED4-50DE-8561-71FFCFBC212F}"/>
          </ac:picMkLst>
        </pc:picChg>
      </pc:sldChg>
      <pc:sldChg chg="addSp delSp modSp add mod setBg">
        <pc:chgData name="Irlan Assidiq" userId="de236b58-34b6-44ed-8347-ed5a26859d6f" providerId="ADAL" clId="{7DA18F00-C1C8-45B8-B431-245BD39695C3}" dt="2025-10-18T04:01:15.638" v="573"/>
        <pc:sldMkLst>
          <pc:docMk/>
          <pc:sldMk cId="3537916272" sldId="266"/>
        </pc:sldMkLst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8" creationId="{D2A59F28-5567-916C-4ED7-EFBC4088EBB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11" creationId="{F983E17D-FA1E-59D0-8A0D-31D60C0E19F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14" creationId="{3735AE84-2E8E-FAAF-C980-10ECC75AD81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18" creationId="{7EF459B4-013C-4FFB-AF93-4B674B93BF8D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19" creationId="{437F3E39-CBE4-BC89-DB9A-973D5E5B7FE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23" creationId="{386D93C9-833A-5740-0FDF-2DAEC177C31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24" creationId="{C6EE3741-CD3A-2854-F936-2E23951E6AA0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27" creationId="{A345196E-C05C-BAB5-0E07-B4C3A58A6E77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30" creationId="{079DAA54-95C2-361C-6A50-C0CE12BBBB23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33" creationId="{CFA7D779-1259-B6C2-ADCF-9C00D37A1393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34" creationId="{86ACEEB3-D1B3-4FE0-72CC-A92B4723406D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40" creationId="{12FD62F1-64C0-A3E3-328C-007344FBFD73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44" creationId="{3BB2ABAD-6D52-533D-F9D9-F7CB6CBFA812}"/>
          </ac:spMkLst>
        </pc:spChg>
        <pc:spChg chg="mod">
          <ac:chgData name="Irlan Assidiq" userId="de236b58-34b6-44ed-8347-ed5a26859d6f" providerId="ADAL" clId="{7DA18F00-C1C8-45B8-B431-245BD39695C3}" dt="2025-10-18T02:36:26.604" v="306" actId="403"/>
          <ac:spMkLst>
            <pc:docMk/>
            <pc:sldMk cId="3537916272" sldId="266"/>
            <ac:spMk id="45" creationId="{0A7E6777-B548-B78D-93E9-EA7F6F934D43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47" creationId="{242974AD-0B62-5451-C3E4-5BBBDC50E846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537916272" sldId="266"/>
            <ac:spMk id="48" creationId="{203E797D-F82E-A100-A0DE-F5AE336B8643}"/>
          </ac:spMkLst>
        </pc:spChg>
        <pc:spChg chg="mod">
          <ac:chgData name="Irlan Assidiq" userId="de236b58-34b6-44ed-8347-ed5a26859d6f" providerId="ADAL" clId="{7DA18F00-C1C8-45B8-B431-245BD39695C3}" dt="2025-10-18T03:14:10.295" v="375" actId="20577"/>
          <ac:spMkLst>
            <pc:docMk/>
            <pc:sldMk cId="3537916272" sldId="266"/>
            <ac:spMk id="52" creationId="{73F5DBC9-8A55-50BC-4D81-770BAB13ED5C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66" creationId="{66867155-A530-D6B5-610F-65B82402B5D9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72" creationId="{475F52AC-D7D8-93FB-09A0-1BC51993CD37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82" creationId="{E2DA91C4-89B9-E5C4-984A-5D9F483B0D3C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83" creationId="{0B4DF93A-534B-70B6-9B6E-BC0EC784204A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85" creationId="{91D1ACB9-74D4-B869-0E44-84CCF8AB28A0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91" creationId="{767F27BA-416B-D8D5-41DF-DAF744902175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93" creationId="{915BA670-68A8-4887-ECD3-D0A7306C8DC2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98" creationId="{95299396-232D-696B-BB4B-AAD4FB0812BA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105" creationId="{1ADAF9FF-F987-30F4-0583-22B769ACDCF9}"/>
          </ac:spMkLst>
        </pc:spChg>
        <pc:spChg chg="mod">
          <ac:chgData name="Irlan Assidiq" userId="de236b58-34b6-44ed-8347-ed5a26859d6f" providerId="ADAL" clId="{7DA18F00-C1C8-45B8-B431-245BD39695C3}" dt="2025-10-18T01:09:19.053" v="133" actId="403"/>
          <ac:spMkLst>
            <pc:docMk/>
            <pc:sldMk cId="3537916272" sldId="266"/>
            <ac:spMk id="106" creationId="{B46DA7F8-6B77-8C0D-EB0F-F5D4F0663EAF}"/>
          </ac:spMkLst>
        </pc:spChg>
        <pc:grpChg chg="del">
          <ac:chgData name="Irlan Assidiq" userId="de236b58-34b6-44ed-8347-ed5a26859d6f" providerId="ADAL" clId="{7DA18F00-C1C8-45B8-B431-245BD39695C3}" dt="2025-10-18T02:36:16.859" v="301" actId="478"/>
          <ac:grpSpMkLst>
            <pc:docMk/>
            <pc:sldMk cId="3537916272" sldId="266"/>
            <ac:grpSpMk id="4" creationId="{A3FE5DA5-3FE7-4BBD-86BC-FE774AB727F4}"/>
          </ac:grpSpMkLst>
        </pc:grpChg>
        <pc:grpChg chg="del">
          <ac:chgData name="Irlan Assidiq" userId="de236b58-34b6-44ed-8347-ed5a26859d6f" providerId="ADAL" clId="{7DA18F00-C1C8-45B8-B431-245BD39695C3}" dt="2025-10-18T03:18:21.724" v="490" actId="478"/>
          <ac:grpSpMkLst>
            <pc:docMk/>
            <pc:sldMk cId="3537916272" sldId="266"/>
            <ac:grpSpMk id="6" creationId="{3610EE5F-A4F5-7186-7E61-CDD48D1524F1}"/>
          </ac:grpSpMkLst>
        </pc:grpChg>
        <pc:grpChg chg="del">
          <ac:chgData name="Irlan Assidiq" userId="de236b58-34b6-44ed-8347-ed5a26859d6f" providerId="ADAL" clId="{7DA18F00-C1C8-45B8-B431-245BD39695C3}" dt="2025-10-18T01:09:09.777" v="128" actId="478"/>
          <ac:grpSpMkLst>
            <pc:docMk/>
            <pc:sldMk cId="3537916272" sldId="266"/>
            <ac:grpSpMk id="6" creationId="{7050CC09-0525-3FA0-15F3-D2A8DC357D4A}"/>
          </ac:grpSpMkLst>
        </pc:grpChg>
        <pc:picChg chg="add mod">
          <ac:chgData name="Irlan Assidiq" userId="de236b58-34b6-44ed-8347-ed5a26859d6f" providerId="ADAL" clId="{7DA18F00-C1C8-45B8-B431-245BD39695C3}" dt="2025-10-18T02:36:23.335" v="303" actId="26606"/>
          <ac:picMkLst>
            <pc:docMk/>
            <pc:sldMk cId="3537916272" sldId="266"/>
            <ac:picMk id="3" creationId="{2D7968DE-038B-A42D-ED88-2B9B7BCCFB7B}"/>
          </ac:picMkLst>
        </pc:picChg>
        <pc:picChg chg="add mod">
          <ac:chgData name="Irlan Assidiq" userId="de236b58-34b6-44ed-8347-ed5a26859d6f" providerId="ADAL" clId="{7DA18F00-C1C8-45B8-B431-245BD39695C3}" dt="2025-10-18T04:01:15.638" v="573"/>
          <ac:picMkLst>
            <pc:docMk/>
            <pc:sldMk cId="3537916272" sldId="266"/>
            <ac:picMk id="3" creationId="{A6ADC2FB-BFDA-7112-EA4A-AA0D69752917}"/>
          </ac:picMkLst>
        </pc:picChg>
        <pc:picChg chg="add mod">
          <ac:chgData name="Irlan Assidiq" userId="de236b58-34b6-44ed-8347-ed5a26859d6f" providerId="ADAL" clId="{7DA18F00-C1C8-45B8-B431-245BD39695C3}" dt="2025-10-18T01:09:12.540" v="130" actId="26606"/>
          <ac:picMkLst>
            <pc:docMk/>
            <pc:sldMk cId="3537916272" sldId="266"/>
            <ac:picMk id="3" creationId="{B9F59E0E-7626-2E5D-D48C-A1AC4537484D}"/>
          </ac:picMkLst>
        </pc:picChg>
      </pc:sldChg>
      <pc:sldChg chg="addSp delSp modSp add mod ord setBg">
        <pc:chgData name="Irlan Assidiq" userId="de236b58-34b6-44ed-8347-ed5a26859d6f" providerId="ADAL" clId="{7DA18F00-C1C8-45B8-B431-245BD39695C3}" dt="2025-10-18T04:01:00.065" v="567"/>
        <pc:sldMkLst>
          <pc:docMk/>
          <pc:sldMk cId="455877136" sldId="267"/>
        </pc:sldMkLst>
        <pc:spChg chg="add del mod">
          <ac:chgData name="Irlan Assidiq" userId="de236b58-34b6-44ed-8347-ed5a26859d6f" providerId="ADAL" clId="{7DA18F00-C1C8-45B8-B431-245BD39695C3}" dt="2025-10-18T02:33:19.093" v="293" actId="478"/>
          <ac:spMkLst>
            <pc:docMk/>
            <pc:sldMk cId="455877136" sldId="267"/>
            <ac:spMk id="3" creationId="{790AB542-C279-5287-2905-4E99817338CA}"/>
          </ac:spMkLst>
        </pc:spChg>
        <pc:spChg chg="add del mod">
          <ac:chgData name="Irlan Assidiq" userId="de236b58-34b6-44ed-8347-ed5a26859d6f" providerId="ADAL" clId="{7DA18F00-C1C8-45B8-B431-245BD39695C3}" dt="2025-10-18T04:00:48.953" v="561"/>
          <ac:spMkLst>
            <pc:docMk/>
            <pc:sldMk cId="455877136" sldId="267"/>
            <ac:spMk id="3" creationId="{AC6A51A4-7B67-F9B4-ADD0-B0B2C0CD26C7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8" creationId="{9743571B-5029-2CB8-B9B0-DACCA01A8437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23" creationId="{C91EF833-9804-492C-D02D-D81732D23A89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25" creationId="{5376030A-D9BB-BAB4-5518-E8589AFEDA35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27" creationId="{FAFFDBB2-C7C4-660A-040C-BCD5792256A9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30" creationId="{2F25D9E5-9D2F-8631-F129-0199C4BB70E5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31" creationId="{84E38F76-89E9-7E39-4B0F-08B7DD4DD71B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34" creationId="{415807E4-3C0A-2ED1-DAB8-4776C3F47F3B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37" creationId="{DCBDC0B8-B3AE-D083-C598-D62BCE8492A7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43" creationId="{4BB9EBAE-AE2B-C511-3DE6-0E6DE45023EF}"/>
          </ac:spMkLst>
        </pc:spChg>
        <pc:spChg chg="mod">
          <ac:chgData name="Irlan Assidiq" userId="de236b58-34b6-44ed-8347-ed5a26859d6f" providerId="ADAL" clId="{7DA18F00-C1C8-45B8-B431-245BD39695C3}" dt="2025-10-18T04:00:56.781" v="565" actId="403"/>
          <ac:spMkLst>
            <pc:docMk/>
            <pc:sldMk cId="455877136" sldId="267"/>
            <ac:spMk id="52" creationId="{4B6A7552-9AE4-1A9D-4421-10158350C267}"/>
          </ac:spMkLst>
        </pc:spChg>
        <pc:picChg chg="add del mod">
          <ac:chgData name="Irlan Assidiq" userId="de236b58-34b6-44ed-8347-ed5a26859d6f" providerId="ADAL" clId="{7DA18F00-C1C8-45B8-B431-245BD39695C3}" dt="2025-10-18T03:18:25.446" v="491" actId="478"/>
          <ac:picMkLst>
            <pc:docMk/>
            <pc:sldMk cId="455877136" sldId="267"/>
            <ac:picMk id="5" creationId="{35E0B4FF-6D04-7D90-421C-9CC5162696FF}"/>
          </ac:picMkLst>
        </pc:picChg>
        <pc:picChg chg="add mod">
          <ac:chgData name="Irlan Assidiq" userId="de236b58-34b6-44ed-8347-ed5a26859d6f" providerId="ADAL" clId="{7DA18F00-C1C8-45B8-B431-245BD39695C3}" dt="2025-10-18T04:00:52.116" v="562" actId="26606"/>
          <ac:picMkLst>
            <pc:docMk/>
            <pc:sldMk cId="455877136" sldId="267"/>
            <ac:picMk id="6" creationId="{1C1D63A8-9246-D8BA-4CB2-CCB935A91321}"/>
          </ac:picMkLst>
        </pc:picChg>
        <pc:picChg chg="add mod">
          <ac:chgData name="Irlan Assidiq" userId="de236b58-34b6-44ed-8347-ed5a26859d6f" providerId="ADAL" clId="{7DA18F00-C1C8-45B8-B431-245BD39695C3}" dt="2025-10-18T02:33:18.367" v="292"/>
          <ac:picMkLst>
            <pc:docMk/>
            <pc:sldMk cId="455877136" sldId="267"/>
            <ac:picMk id="6" creationId="{CFC8A606-79F8-17A5-66A9-9C16A71F5809}"/>
          </ac:picMkLst>
        </pc:picChg>
      </pc:sldChg>
      <pc:sldChg chg="modSp add mod">
        <pc:chgData name="Irlan Assidiq" userId="de236b58-34b6-44ed-8347-ed5a26859d6f" providerId="ADAL" clId="{7DA18F00-C1C8-45B8-B431-245BD39695C3}" dt="2025-10-18T03:18:37.800" v="519" actId="20577"/>
        <pc:sldMkLst>
          <pc:docMk/>
          <pc:sldMk cId="2095361896" sldId="268"/>
        </pc:sldMkLst>
        <pc:spChg chg="mod">
          <ac:chgData name="Irlan Assidiq" userId="de236b58-34b6-44ed-8347-ed5a26859d6f" providerId="ADAL" clId="{7DA18F00-C1C8-45B8-B431-245BD39695C3}" dt="2025-10-18T03:18:31.592" v="497" actId="20577"/>
          <ac:spMkLst>
            <pc:docMk/>
            <pc:sldMk cId="2095361896" sldId="268"/>
            <ac:spMk id="2" creationId="{C974AB54-B845-1007-8632-6437644DAB51}"/>
          </ac:spMkLst>
        </pc:spChg>
        <pc:spChg chg="mod">
          <ac:chgData name="Irlan Assidiq" userId="de236b58-34b6-44ed-8347-ed5a26859d6f" providerId="ADAL" clId="{7DA18F00-C1C8-45B8-B431-245BD39695C3}" dt="2025-10-18T03:18:37.800" v="519" actId="20577"/>
          <ac:spMkLst>
            <pc:docMk/>
            <pc:sldMk cId="2095361896" sldId="268"/>
            <ac:spMk id="5" creationId="{BBD1BAF6-0DEF-5D7C-E6E0-CB52CDA361FA}"/>
          </ac:spMkLst>
        </pc:spChg>
      </pc:sldChg>
      <pc:sldChg chg="addSp delSp modSp add del mod setBg">
        <pc:chgData name="Irlan Assidiq" userId="de236b58-34b6-44ed-8347-ed5a26859d6f" providerId="ADAL" clId="{7DA18F00-C1C8-45B8-B431-245BD39695C3}" dt="2025-10-18T04:14:36.598" v="578" actId="403"/>
        <pc:sldMkLst>
          <pc:docMk/>
          <pc:sldMk cId="329841087" sldId="269"/>
        </pc:sldMkLst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5" creationId="{EFCF32C3-7A07-1621-9C1F-53B9DA48E22A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6" creationId="{FED36C83-C8A6-8171-E321-478611006C0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8" creationId="{C65E2F37-0862-C209-6C42-474F504B053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9" creationId="{89C96528-FB24-D815-A704-FC32CD676670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15" creationId="{1886E37E-C5FD-AF46-2A40-5EB66C2D8BD1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16" creationId="{15A131DB-B0E9-BA79-5048-A7B7EAA316FB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23" creationId="{091A500E-AE35-8DD1-31CE-97C65BBB3851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27" creationId="{F196139C-1CB3-27A7-72BA-DF36F9AD1E2E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28" creationId="{F7B19516-2FE1-3160-A516-FBE2C278FDF4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29" creationId="{C0EEE18B-A4B5-FD3F-5624-7E20841E1C31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30" creationId="{99755606-4E98-DD83-8880-F7DE22E1F966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32" creationId="{01002377-48B2-F67D-15C5-DB33FD11A55A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36" creationId="{452D4645-F52C-3E44-84DA-A7C9BEBF547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329841087" sldId="269"/>
            <ac:spMk id="37" creationId="{E586BB24-ECD8-C219-0D9E-73B3AFF82F53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38" creationId="{84BFF98D-F9CE-3FE9-C7EB-593B83A855B9}"/>
          </ac:spMkLst>
        </pc:spChg>
        <pc:spChg chg="mod">
          <ac:chgData name="Irlan Assidiq" userId="de236b58-34b6-44ed-8347-ed5a26859d6f" providerId="ADAL" clId="{7DA18F00-C1C8-45B8-B431-245BD39695C3}" dt="2025-10-18T03:13:32.711" v="344" actId="403"/>
          <ac:spMkLst>
            <pc:docMk/>
            <pc:sldMk cId="329841087" sldId="269"/>
            <ac:spMk id="39" creationId="{A6689354-E798-55E2-3B5F-6D99009B5E27}"/>
          </ac:spMkLst>
        </pc:spChg>
        <pc:spChg chg="mod">
          <ac:chgData name="Irlan Assidiq" userId="de236b58-34b6-44ed-8347-ed5a26859d6f" providerId="ADAL" clId="{7DA18F00-C1C8-45B8-B431-245BD39695C3}" dt="2025-10-18T03:14:20.846" v="385" actId="20577"/>
          <ac:spMkLst>
            <pc:docMk/>
            <pc:sldMk cId="329841087" sldId="269"/>
            <ac:spMk id="40" creationId="{BF048A92-BB88-ADC2-F97E-EF3855437A2C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43" creationId="{605B9856-9C9A-62EA-0C80-15C18E4213B9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47" creationId="{CF68F4A1-1166-DED3-F8A4-6FDB56911720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55" creationId="{85F90CBD-A64A-3C10-46C1-B53583FAC427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57" creationId="{C2C7A97F-CD83-BF72-019C-A3D3379411C2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58" creationId="{8401DCD4-167B-4804-419F-A7519B856AA5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64" creationId="{51CBA501-FE1A-BB66-7E8E-30D330A1EFA4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73" creationId="{BFF60F50-8D51-6787-E379-1EBF1E598981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77" creationId="{BEF5F6E5-3313-DA6C-7855-1F0439CA9622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78" creationId="{F3A72D2E-D4C6-A83C-893C-D43880DF16FD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81" creationId="{1EB94C26-C206-E7D9-B195-74607A922A9D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83" creationId="{2AD037B7-6645-859C-124F-AE40ECCB3065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83" creationId="{659796F5-10F0-6C7F-98AD-CF8CBDA4BF65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86" creationId="{C73B2D3E-68E7-64E6-EE4B-1CF446EF11CC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87" creationId="{7462B0A2-4DE8-C18D-F8EA-1C93BFD7E774}"/>
          </ac:spMkLst>
        </pc:spChg>
        <pc:spChg chg="mod">
          <ac:chgData name="Irlan Assidiq" userId="de236b58-34b6-44ed-8347-ed5a26859d6f" providerId="ADAL" clId="{7DA18F00-C1C8-45B8-B431-245BD39695C3}" dt="2025-10-18T04:14:36.598" v="578" actId="403"/>
          <ac:spMkLst>
            <pc:docMk/>
            <pc:sldMk cId="329841087" sldId="269"/>
            <ac:spMk id="88" creationId="{9D321E35-8C70-C2ED-ADDA-EB9D18230ADB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89" creationId="{25251544-E5B5-8A55-BC76-340BEE5E5247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90" creationId="{00D1CACF-9222-6AD1-06B2-4FCF6A97A3FB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91" creationId="{50B04FC6-65D6-CC9F-B3CE-7359274B4569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102" creationId="{AF7E9092-1D0B-00C3-3F8B-958103AB975B}"/>
          </ac:spMkLst>
        </pc:spChg>
        <pc:spChg chg="mod">
          <ac:chgData name="Irlan Assidiq" userId="de236b58-34b6-44ed-8347-ed5a26859d6f" providerId="ADAL" clId="{7DA18F00-C1C8-45B8-B431-245BD39695C3}" dt="2025-10-18T01:27:25.176" v="163" actId="403"/>
          <ac:spMkLst>
            <pc:docMk/>
            <pc:sldMk cId="329841087" sldId="269"/>
            <ac:spMk id="109" creationId="{CC38A72C-A735-3F5F-3294-5BE4EAAC1F68}"/>
          </ac:spMkLst>
        </pc:spChg>
        <pc:grpChg chg="del">
          <ac:chgData name="Irlan Assidiq" userId="de236b58-34b6-44ed-8347-ed5a26859d6f" providerId="ADAL" clId="{7DA18F00-C1C8-45B8-B431-245BD39695C3}" dt="2025-10-18T01:26:10.819" v="156" actId="478"/>
          <ac:grpSpMkLst>
            <pc:docMk/>
            <pc:sldMk cId="329841087" sldId="269"/>
            <ac:grpSpMk id="4" creationId="{294CE9D8-9D88-6583-E887-67AE05E41084}"/>
          </ac:grpSpMkLst>
        </pc:grpChg>
        <pc:grpChg chg="del">
          <ac:chgData name="Irlan Assidiq" userId="de236b58-34b6-44ed-8347-ed5a26859d6f" providerId="ADAL" clId="{7DA18F00-C1C8-45B8-B431-245BD39695C3}" dt="2025-10-18T03:18:43.294" v="522" actId="478"/>
          <ac:grpSpMkLst>
            <pc:docMk/>
            <pc:sldMk cId="329841087" sldId="269"/>
            <ac:grpSpMk id="4" creationId="{726A37E2-5D2C-A522-14FA-6E98FC6B8EB8}"/>
          </ac:grpSpMkLst>
        </pc:grpChg>
        <pc:grpChg chg="del">
          <ac:chgData name="Irlan Assidiq" userId="de236b58-34b6-44ed-8347-ed5a26859d6f" providerId="ADAL" clId="{7DA18F00-C1C8-45B8-B431-245BD39695C3}" dt="2025-10-18T03:13:20.281" v="339" actId="478"/>
          <ac:grpSpMkLst>
            <pc:docMk/>
            <pc:sldMk cId="329841087" sldId="269"/>
            <ac:grpSpMk id="57" creationId="{5ACAC0AE-AAB2-1B72-9188-FE88232816A4}"/>
          </ac:grpSpMkLst>
        </pc:grpChg>
        <pc:picChg chg="add mod">
          <ac:chgData name="Irlan Assidiq" userId="de236b58-34b6-44ed-8347-ed5a26859d6f" providerId="ADAL" clId="{7DA18F00-C1C8-45B8-B431-245BD39695C3}" dt="2025-10-18T04:14:34.178" v="575" actId="26606"/>
          <ac:picMkLst>
            <pc:docMk/>
            <pc:sldMk cId="329841087" sldId="269"/>
            <ac:picMk id="3" creationId="{2370F3C1-EB06-06ED-F5BB-E470A66AE801}"/>
          </ac:picMkLst>
        </pc:picChg>
        <pc:picChg chg="add del mod">
          <ac:chgData name="Irlan Assidiq" userId="de236b58-34b6-44ed-8347-ed5a26859d6f" providerId="ADAL" clId="{7DA18F00-C1C8-45B8-B431-245BD39695C3}" dt="2025-10-18T01:26:18.148" v="158" actId="478"/>
          <ac:picMkLst>
            <pc:docMk/>
            <pc:sldMk cId="329841087" sldId="269"/>
            <ac:picMk id="3" creationId="{7F4F9890-72A3-5A15-072F-3F985B4EBE53}"/>
          </ac:picMkLst>
        </pc:picChg>
        <pc:picChg chg="add mod">
          <ac:chgData name="Irlan Assidiq" userId="de236b58-34b6-44ed-8347-ed5a26859d6f" providerId="ADAL" clId="{7DA18F00-C1C8-45B8-B431-245BD39695C3}" dt="2025-10-18T03:13:23.066" v="341" actId="26606"/>
          <ac:picMkLst>
            <pc:docMk/>
            <pc:sldMk cId="329841087" sldId="269"/>
            <ac:picMk id="3" creationId="{C896E719-67D6-2DD3-DCAE-E10BB2E9B404}"/>
          </ac:picMkLst>
        </pc:picChg>
        <pc:picChg chg="add mod">
          <ac:chgData name="Irlan Assidiq" userId="de236b58-34b6-44ed-8347-ed5a26859d6f" providerId="ADAL" clId="{7DA18F00-C1C8-45B8-B431-245BD39695C3}" dt="2025-10-18T01:27:10.507" v="160" actId="26606"/>
          <ac:picMkLst>
            <pc:docMk/>
            <pc:sldMk cId="329841087" sldId="269"/>
            <ac:picMk id="56" creationId="{2F043800-FDF4-1FAD-BF1E-5721A1C08D81}"/>
          </ac:picMkLst>
        </pc:picChg>
      </pc:sldChg>
      <pc:sldChg chg="addSp delSp modSp add mod setBg">
        <pc:chgData name="Irlan Assidiq" userId="de236b58-34b6-44ed-8347-ed5a26859d6f" providerId="ADAL" clId="{7DA18F00-C1C8-45B8-B431-245BD39695C3}" dt="2025-10-18T04:14:47.609" v="583" actId="403"/>
        <pc:sldMkLst>
          <pc:docMk/>
          <pc:sldMk cId="2541710147" sldId="270"/>
        </pc:sldMkLst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7" creationId="{297A7C65-C8B8-285B-30C5-78802F58B385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12" creationId="{1D1BA2EE-0008-7131-C75A-3340D30D107E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15" creationId="{1431F8C9-B67F-12D4-78D2-5699E26A1C0A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17" creationId="{7E7C3C6D-AD43-9E59-AC30-B942751337E9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18" creationId="{6049A196-A8BD-983F-007B-1CABBFC537B6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22" creationId="{6EB4FFA6-70B1-6987-6EDA-169908E9C5EC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24" creationId="{E0DD5916-AF15-D318-EF27-68690AFEC717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24" creationId="{E2E1F9A2-1B66-0D5A-D4FB-A7E89F406CCD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25" creationId="{0B18F211-ED39-D6CD-32AF-ABED69169C23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30" creationId="{CA589708-0820-2895-B118-05C30402A6CD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32" creationId="{723B3808-7DC7-D42F-73B6-130E9447AE36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34" creationId="{E5C9572C-5612-984D-7141-6439C59F9CFF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38" creationId="{EB57F8F9-3529-51B4-D32D-E85FC75320BE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40" creationId="{776B6311-7F1C-1550-6AF2-F1A60BC176E5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41" creationId="{66332B58-4663-3156-C18E-B34F6BF0E08A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44" creationId="{C4AA4BBC-168F-6485-7510-345123FF151D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46" creationId="{6A3A6875-10EC-6AB4-25D2-45038DF4C6B5}"/>
          </ac:spMkLst>
        </pc:spChg>
        <pc:spChg chg="mod">
          <ac:chgData name="Irlan Assidiq" userId="de236b58-34b6-44ed-8347-ed5a26859d6f" providerId="ADAL" clId="{7DA18F00-C1C8-45B8-B431-245BD39695C3}" dt="2025-10-18T04:14:47.609" v="583" actId="403"/>
          <ac:spMkLst>
            <pc:docMk/>
            <pc:sldMk cId="2541710147" sldId="270"/>
            <ac:spMk id="47" creationId="{26F4B1B1-6626-468C-2315-DBDDCF785379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47" creationId="{2F236027-A067-D6A8-80CF-C30F836D07D2}"/>
          </ac:spMkLst>
        </pc:spChg>
        <pc:spChg chg="mod">
          <ac:chgData name="Irlan Assidiq" userId="de236b58-34b6-44ed-8347-ed5a26859d6f" providerId="ADAL" clId="{7DA18F00-C1C8-45B8-B431-245BD39695C3}" dt="2025-10-18T01:27:46.540" v="169" actId="403"/>
          <ac:spMkLst>
            <pc:docMk/>
            <pc:sldMk cId="2541710147" sldId="270"/>
            <ac:spMk id="52" creationId="{5A1C5603-3B2C-3887-8A7A-FCDD558CC012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57" creationId="{1963A794-7AD9-1D7C-37B4-B145CCE666B7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59" creationId="{F5AE5448-4EC6-7F22-20F6-5E2D9CF7F762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60" creationId="{92A45B81-1528-B33A-41EF-9B007F3129C8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61" creationId="{39E60F10-8508-ED41-0487-4DAD6191BC2D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66" creationId="{53A19205-0722-9698-FA09-9733687AE9B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67" creationId="{C84DD373-3429-F5F4-B3C7-AC186A8E6759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68" creationId="{5B3DE1C3-A7AB-9CB9-BAB2-3F85A2BCF02B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75" creationId="{EA31F032-2FFA-B181-C6EA-296A4D6FD46F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76" creationId="{76FBC5FA-09DA-1E95-9980-11881AF5B988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77" creationId="{E9A59DBB-91E6-BE3C-1E43-6E876C5733CD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79" creationId="{A0984A80-2B5A-FC68-FD41-936571162165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80" creationId="{161D16C7-8966-E877-4BE4-79CD687263F2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82" creationId="{64C59E40-F7D3-6C71-80D3-2A6106FE5E8B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85" creationId="{094AD688-D40B-8E26-CB5D-9BFAE0E8CA06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88" creationId="{750754E6-3BCC-9754-CFB1-AEF46433248F}"/>
          </ac:spMkLst>
        </pc:spChg>
        <pc:spChg chg="mod">
          <ac:chgData name="Irlan Assidiq" userId="de236b58-34b6-44ed-8347-ed5a26859d6f" providerId="ADAL" clId="{7DA18F00-C1C8-45B8-B431-245BD39695C3}" dt="2025-10-18T03:13:44.749" v="350" actId="403"/>
          <ac:spMkLst>
            <pc:docMk/>
            <pc:sldMk cId="2541710147" sldId="270"/>
            <ac:spMk id="90" creationId="{2D7EAB25-4572-53AF-5E94-F5B5B5E7D103}"/>
          </ac:spMkLst>
        </pc:spChg>
        <pc:spChg chg="mod">
          <ac:chgData name="Irlan Assidiq" userId="de236b58-34b6-44ed-8347-ed5a26859d6f" providerId="ADAL" clId="{7DA18F00-C1C8-45B8-B431-245BD39695C3}" dt="2025-10-18T03:17:23.563" v="398"/>
          <ac:spMkLst>
            <pc:docMk/>
            <pc:sldMk cId="2541710147" sldId="270"/>
            <ac:spMk id="91" creationId="{9600BABC-D7B6-97C9-CEE9-125B42244A02}"/>
          </ac:spMkLst>
        </pc:spChg>
        <pc:grpChg chg="del">
          <ac:chgData name="Irlan Assidiq" userId="de236b58-34b6-44ed-8347-ed5a26859d6f" providerId="ADAL" clId="{7DA18F00-C1C8-45B8-B431-245BD39695C3}" dt="2025-10-18T01:27:36.812" v="164" actId="478"/>
          <ac:grpSpMkLst>
            <pc:docMk/>
            <pc:sldMk cId="2541710147" sldId="270"/>
            <ac:grpSpMk id="4" creationId="{156C05F4-E916-B6FB-AB26-476D1BDC1106}"/>
          </ac:grpSpMkLst>
        </pc:grpChg>
        <pc:grpChg chg="del">
          <ac:chgData name="Irlan Assidiq" userId="de236b58-34b6-44ed-8347-ed5a26859d6f" providerId="ADAL" clId="{7DA18F00-C1C8-45B8-B431-245BD39695C3}" dt="2025-10-18T03:18:44.861" v="523" actId="478"/>
          <ac:grpSpMkLst>
            <pc:docMk/>
            <pc:sldMk cId="2541710147" sldId="270"/>
            <ac:grpSpMk id="4" creationId="{F1C7AEAF-6AD3-6AF7-FB07-E2323A095719}"/>
          </ac:grpSpMkLst>
        </pc:grpChg>
        <pc:grpChg chg="del">
          <ac:chgData name="Irlan Assidiq" userId="de236b58-34b6-44ed-8347-ed5a26859d6f" providerId="ADAL" clId="{7DA18F00-C1C8-45B8-B431-245BD39695C3}" dt="2025-10-18T03:13:35.467" v="345" actId="478"/>
          <ac:grpSpMkLst>
            <pc:docMk/>
            <pc:sldMk cId="2541710147" sldId="270"/>
            <ac:grpSpMk id="6" creationId="{090AA333-68EA-8414-8CFE-E0BDB8F2F7ED}"/>
          </ac:grpSpMkLst>
        </pc:grpChg>
        <pc:picChg chg="add mod">
          <ac:chgData name="Irlan Assidiq" userId="de236b58-34b6-44ed-8347-ed5a26859d6f" providerId="ADAL" clId="{7DA18F00-C1C8-45B8-B431-245BD39695C3}" dt="2025-10-18T04:14:43.187" v="580" actId="26606"/>
          <ac:picMkLst>
            <pc:docMk/>
            <pc:sldMk cId="2541710147" sldId="270"/>
            <ac:picMk id="3" creationId="{053B62E7-7D90-BD30-51D0-FD8CC6B3A53F}"/>
          </ac:picMkLst>
        </pc:picChg>
        <pc:picChg chg="add mod">
          <ac:chgData name="Irlan Assidiq" userId="de236b58-34b6-44ed-8347-ed5a26859d6f" providerId="ADAL" clId="{7DA18F00-C1C8-45B8-B431-245BD39695C3}" dt="2025-10-18T01:27:39.695" v="166" actId="26606"/>
          <ac:picMkLst>
            <pc:docMk/>
            <pc:sldMk cId="2541710147" sldId="270"/>
            <ac:picMk id="3" creationId="{CD4B023B-3BF4-D268-FEB8-BD7A96E2D847}"/>
          </ac:picMkLst>
        </pc:picChg>
        <pc:picChg chg="add mod">
          <ac:chgData name="Irlan Assidiq" userId="de236b58-34b6-44ed-8347-ed5a26859d6f" providerId="ADAL" clId="{7DA18F00-C1C8-45B8-B431-245BD39695C3}" dt="2025-10-18T03:13:41.107" v="347" actId="26606"/>
          <ac:picMkLst>
            <pc:docMk/>
            <pc:sldMk cId="2541710147" sldId="270"/>
            <ac:picMk id="3" creationId="{D07E12DD-32CD-3DF0-D8FD-0C240EF1B8C1}"/>
          </ac:picMkLst>
        </pc:picChg>
      </pc:sldChg>
      <pc:sldChg chg="modSp add del">
        <pc:chgData name="Irlan Assidiq" userId="de236b58-34b6-44ed-8347-ed5a26859d6f" providerId="ADAL" clId="{7DA18F00-C1C8-45B8-B431-245BD39695C3}" dt="2025-10-18T03:13:46.322" v="351" actId="47"/>
        <pc:sldMkLst>
          <pc:docMk/>
          <pc:sldMk cId="3027671590" sldId="271"/>
        </pc:sldMkLst>
        <pc:picChg chg="mod">
          <ac:chgData name="Irlan Assidiq" userId="de236b58-34b6-44ed-8347-ed5a26859d6f" providerId="ADAL" clId="{7DA18F00-C1C8-45B8-B431-245BD39695C3}" dt="2025-10-18T01:25:57.199" v="155" actId="14826"/>
          <ac:picMkLst>
            <pc:docMk/>
            <pc:sldMk cId="3027671590" sldId="271"/>
            <ac:picMk id="5" creationId="{90A198BF-35DB-94B1-F1C1-C3BE7E5C0EDF}"/>
          </ac:picMkLst>
        </pc:picChg>
      </pc:sldChg>
      <pc:sldChg chg="addSp delSp modSp new mod ord setBg">
        <pc:chgData name="Irlan Assidiq" userId="de236b58-34b6-44ed-8347-ed5a26859d6f" providerId="ADAL" clId="{7DA18F00-C1C8-45B8-B431-245BD39695C3}" dt="2025-10-18T03:27:31.529" v="534" actId="403"/>
        <pc:sldMkLst>
          <pc:docMk/>
          <pc:sldMk cId="3708325325" sldId="271"/>
        </pc:sldMkLst>
        <pc:spChg chg="del">
          <ac:chgData name="Irlan Assidiq" userId="de236b58-34b6-44ed-8347-ed5a26859d6f" providerId="ADAL" clId="{7DA18F00-C1C8-45B8-B431-245BD39695C3}" dt="2025-10-18T03:27:09.356" v="527" actId="26606"/>
          <ac:spMkLst>
            <pc:docMk/>
            <pc:sldMk cId="3708325325" sldId="271"/>
            <ac:spMk id="2" creationId="{C030C2AE-F331-DC57-80F4-79A88918ACCC}"/>
          </ac:spMkLst>
        </pc:spChg>
        <pc:spChg chg="del">
          <ac:chgData name="Irlan Assidiq" userId="de236b58-34b6-44ed-8347-ed5a26859d6f" providerId="ADAL" clId="{7DA18F00-C1C8-45B8-B431-245BD39695C3}" dt="2025-10-18T03:27:01.552" v="525"/>
          <ac:spMkLst>
            <pc:docMk/>
            <pc:sldMk cId="3708325325" sldId="271"/>
            <ac:spMk id="3" creationId="{5E9921DE-C5AB-B1E4-F104-EACF29E3F357}"/>
          </ac:spMkLst>
        </pc:spChg>
        <pc:spChg chg="add del mod">
          <ac:chgData name="Irlan Assidiq" userId="de236b58-34b6-44ed-8347-ed5a26859d6f" providerId="ADAL" clId="{7DA18F00-C1C8-45B8-B431-245BD39695C3}" dt="2025-10-18T03:27:09.356" v="527" actId="26606"/>
          <ac:spMkLst>
            <pc:docMk/>
            <pc:sldMk cId="3708325325" sldId="271"/>
            <ac:spMk id="9" creationId="{D5BFE754-1154-64D5-59CB-3B5FB49B8518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14" creationId="{49E40FAF-E486-527D-B894-F3B41316244A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23" creationId="{915E15A4-D894-3E8A-0893-ABFBE266AF92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28" creationId="{AB2F74AE-B932-76FA-26A3-7D608BFB16C4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33" creationId="{CF794C47-5860-00E7-F4B6-FFF1E654D651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34" creationId="{E0001C50-6A3E-D009-3B7B-91319D6302F0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36" creationId="{CB65FFD1-6057-2843-FBEF-D77AE98B82E6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48" creationId="{B4E6FB1C-D5C1-497B-9F92-A3AE9C3E7404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49" creationId="{799490AE-CAB6-B84B-BEBC-8151C9FC97D1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53" creationId="{AB6A2E00-E855-3C3D-35F1-E4766FC539A6}"/>
          </ac:spMkLst>
        </pc:spChg>
        <pc:spChg chg="mod">
          <ac:chgData name="Irlan Assidiq" userId="de236b58-34b6-44ed-8347-ed5a26859d6f" providerId="ADAL" clId="{7DA18F00-C1C8-45B8-B431-245BD39695C3}" dt="2025-10-18T03:27:31.529" v="534" actId="403"/>
          <ac:spMkLst>
            <pc:docMk/>
            <pc:sldMk cId="3708325325" sldId="271"/>
            <ac:spMk id="54" creationId="{5CA541A0-31BC-B9D2-71C9-5C22C16A567C}"/>
          </ac:spMkLst>
        </pc:spChg>
        <pc:picChg chg="add del mod">
          <ac:chgData name="Irlan Assidiq" userId="de236b58-34b6-44ed-8347-ed5a26859d6f" providerId="ADAL" clId="{7DA18F00-C1C8-45B8-B431-245BD39695C3}" dt="2025-10-18T03:27:06.264" v="526" actId="478"/>
          <ac:picMkLst>
            <pc:docMk/>
            <pc:sldMk cId="3708325325" sldId="271"/>
            <ac:picMk id="5" creationId="{44C76089-EF6C-0D0D-E33F-EE71170E1B8F}"/>
          </ac:picMkLst>
        </pc:picChg>
        <pc:picChg chg="add mod">
          <ac:chgData name="Irlan Assidiq" userId="de236b58-34b6-44ed-8347-ed5a26859d6f" providerId="ADAL" clId="{7DA18F00-C1C8-45B8-B431-245BD39695C3}" dt="2025-10-18T03:27:09.356" v="527" actId="26606"/>
          <ac:picMkLst>
            <pc:docMk/>
            <pc:sldMk cId="3708325325" sldId="271"/>
            <ac:picMk id="7" creationId="{7D162238-E925-B8E9-CE18-443B57EE31D4}"/>
          </ac:picMkLst>
        </pc:picChg>
      </pc:sldChg>
    </pc:docChg>
  </pc:docChgLst>
  <pc:docChgLst>
    <pc:chgData name="Irlan Assidiq" userId="de236b58-34b6-44ed-8347-ed5a26859d6f" providerId="ADAL" clId="{811CB7F5-621D-4205-A112-58CCCCCDE698}"/>
    <pc:docChg chg="undo redo custSel addSld delSld modSld">
      <pc:chgData name="Irlan Assidiq" userId="de236b58-34b6-44ed-8347-ed5a26859d6f" providerId="ADAL" clId="{811CB7F5-621D-4205-A112-58CCCCCDE698}" dt="2025-10-14T07:02:38.190" v="176" actId="1038"/>
      <pc:docMkLst>
        <pc:docMk/>
      </pc:docMkLst>
      <pc:sldChg chg="modSp new mod">
        <pc:chgData name="Irlan Assidiq" userId="de236b58-34b6-44ed-8347-ed5a26859d6f" providerId="ADAL" clId="{811CB7F5-621D-4205-A112-58CCCCCDE698}" dt="2025-10-14T06:39:17.089" v="103" actId="20577"/>
        <pc:sldMkLst>
          <pc:docMk/>
          <pc:sldMk cId="3087990934" sldId="256"/>
        </pc:sldMkLst>
        <pc:spChg chg="mod">
          <ac:chgData name="Irlan Assidiq" userId="de236b58-34b6-44ed-8347-ed5a26859d6f" providerId="ADAL" clId="{811CB7F5-621D-4205-A112-58CCCCCDE698}" dt="2025-10-14T06:38:51.663" v="38" actId="20577"/>
          <ac:spMkLst>
            <pc:docMk/>
            <pc:sldMk cId="3087990934" sldId="256"/>
            <ac:spMk id="2" creationId="{533FE22B-1CB6-AA05-92E9-19BF7B238167}"/>
          </ac:spMkLst>
        </pc:spChg>
        <pc:spChg chg="mod">
          <ac:chgData name="Irlan Assidiq" userId="de236b58-34b6-44ed-8347-ed5a26859d6f" providerId="ADAL" clId="{811CB7F5-621D-4205-A112-58CCCCCDE698}" dt="2025-10-14T06:39:17.089" v="103" actId="20577"/>
          <ac:spMkLst>
            <pc:docMk/>
            <pc:sldMk cId="3087990934" sldId="256"/>
            <ac:spMk id="3" creationId="{10E773E9-A149-1C30-EEF9-59D9C3F475F6}"/>
          </ac:spMkLst>
        </pc:spChg>
      </pc:sldChg>
      <pc:sldChg chg="addSp delSp modSp new mod setBg">
        <pc:chgData name="Irlan Assidiq" userId="de236b58-34b6-44ed-8347-ed5a26859d6f" providerId="ADAL" clId="{811CB7F5-621D-4205-A112-58CCCCCDE698}" dt="2025-10-14T06:46:40.602" v="143" actId="478"/>
        <pc:sldMkLst>
          <pc:docMk/>
          <pc:sldMk cId="2625697523" sldId="257"/>
        </pc:sldMkLst>
      </pc:sldChg>
      <pc:sldChg chg="add del">
        <pc:chgData name="Irlan Assidiq" userId="de236b58-34b6-44ed-8347-ed5a26859d6f" providerId="ADAL" clId="{811CB7F5-621D-4205-A112-58CCCCCDE698}" dt="2025-10-14T06:46:26.449" v="141" actId="2890"/>
        <pc:sldMkLst>
          <pc:docMk/>
          <pc:sldMk cId="607545143" sldId="258"/>
        </pc:sldMkLst>
      </pc:sldChg>
      <pc:sldChg chg="addSp delSp modSp new del mod">
        <pc:chgData name="Irlan Assidiq" userId="de236b58-34b6-44ed-8347-ed5a26859d6f" providerId="ADAL" clId="{811CB7F5-621D-4205-A112-58CCCCCDE698}" dt="2025-10-14T06:45:50.702" v="139" actId="2696"/>
        <pc:sldMkLst>
          <pc:docMk/>
          <pc:sldMk cId="2973311063" sldId="258"/>
        </pc:sldMkLst>
      </pc:sldChg>
      <pc:sldChg chg="addSp delSp modSp new mod setBg">
        <pc:chgData name="Irlan Assidiq" userId="de236b58-34b6-44ed-8347-ed5a26859d6f" providerId="ADAL" clId="{811CB7F5-621D-4205-A112-58CCCCCDE698}" dt="2025-10-14T07:02:38.190" v="176" actId="1038"/>
        <pc:sldMkLst>
          <pc:docMk/>
          <pc:sldMk cId="3373553320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A9CD-95EE-C703-D834-E8C272A90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51506A-5715-A7A7-C819-B5C3EA51B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C3AE2-B46F-113C-480F-B9DB627B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A7C3-57F1-E20E-5B84-1A160518A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2233F-B49A-4421-268C-5B99D536C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9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0947B-E13F-516E-44EF-2FD670EA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7FC6-BDA3-B132-668C-D4F200A3D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E39B1-F0AD-4D53-215D-0547765A6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37433-8347-FF02-9634-79BD99F7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B494A-3E2D-6862-BEE9-C8F460BA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47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F839-8470-B6FC-B968-7E7F5B86E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25C1E-89E5-8FB3-AEB3-C6A599E38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6331B-4E5F-4D80-779F-3505A7686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F22A8-D44F-213A-A0B6-ACAB27D1E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D94DE-58C6-6EF6-680B-026811440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46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200EE-AD86-AFF1-AFDA-958F1CDF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A8700-4C7A-457B-084B-0B50BBDEC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E87E7-A6AE-AE44-E96A-90EE190BF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264F4-211C-59B2-B932-AB5DE3283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1ABF4-1E62-19DF-E45E-112A72B48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D8D4E-A980-742F-77A7-24F5B40F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49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94ED-6D4D-289D-D587-4C0D024B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E8BCC-E56C-B3B8-D214-B0F785AAC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609B9-B9CD-2018-3085-91D71881D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13DBC-3BBC-0E67-F80B-12DBB9E5A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C776A2-7014-2333-E339-5B826CF18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432AA-1217-2F1E-12A6-1726E4581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B12A81-E4D9-2390-31CC-3689BAD7E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30026B-9A4F-5E9E-19F2-4ADA069FB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386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E1BB-5A3E-6AC5-B937-29D1F921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F00CCB-9287-33E2-5F92-545EADF1F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0EDDF-D223-CF91-C4E3-28EC07727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8C6D8A-C884-0B29-1EF7-181FED64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93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3487B8-EFE2-2B6D-69B0-2906165E2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1EE925-7080-EECC-8FA1-A64D15A8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E8C55-405C-7108-F264-7D9A0B54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0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E992-2CF7-E3D5-F853-28E007FA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48647-B934-FAEA-8049-7E2DE4334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9BC48-00B7-77EE-64E5-D71803B77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419D7-B95E-15BC-E855-852DBB48A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900B3-508A-7A9F-A137-330A9FEC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74196-CC6F-4DA8-F9DB-3D2A8475B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02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A6CE6-11C2-4CCB-A232-9B1ECAC7F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E1E4C-A775-8C3C-4B6E-93BC5D8931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16736-7EB9-5D81-9978-F0B3BA2D7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68232-82A3-0D0B-63CA-F9F3AB55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44865-4E8F-18EF-250A-ABF49C54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3625B-9345-E6BD-1454-29E2D811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11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DE87-E64B-A391-4CC6-E235E6FA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06C44-A15F-1950-2C75-2D1808BFD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95E20-012C-6EB5-3FDC-518FA720F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CA1F8-0473-EAA9-2C3D-22D32C26B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BE23B-A6BF-639F-536A-15696D413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2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A8C8AE-279E-7DDD-C13A-0A7DCDCA5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2E3F9-6C1F-E77A-E966-F8A1DA500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2E0EE-8D3A-0EA4-E138-703E2CFDC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4B4ED-0CAB-1D9C-EB11-6F8FC85C1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9ABC2-5F85-4B0F-B782-AE5BE352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501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25BBF0-62D0-1B3B-F710-A54623968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5DF2F-2A61-D7BA-BED2-2002D91F1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CBBE8-668A-9048-A71C-1FEEF57ED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25EFE-ED60-49D8-B7D6-FD0AE4D5EC2D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11D27-04FD-27BA-F3CF-52FE42CFB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60FFF-5EC2-FBC4-CCEE-508CA988B4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1CB18-C755-4293-A305-7B3A9E121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3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E22B-1CB6-AA05-92E9-19BF7B2381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Perikanan</a:t>
            </a:r>
            <a:r>
              <a:rPr lang="en-US" dirty="0"/>
              <a:t> </a:t>
            </a:r>
            <a:r>
              <a:rPr lang="en-US" dirty="0" err="1"/>
              <a:t>Mawasangka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773E9-A149-1C30-EEF9-59D9C3F475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dirty="0"/>
              <a:t>Total landings</a:t>
            </a:r>
          </a:p>
          <a:p>
            <a:pPr marL="457200" indent="-457200">
              <a:buAutoNum type="arabicPeriod"/>
            </a:pPr>
            <a:r>
              <a:rPr lang="en-US" dirty="0"/>
              <a:t>CPUE</a:t>
            </a:r>
          </a:p>
          <a:p>
            <a:pPr marL="457200" indent="-457200">
              <a:buAutoNum type="arabicPeriod"/>
            </a:pPr>
            <a:r>
              <a:rPr lang="en-US" dirty="0"/>
              <a:t>Size Structure</a:t>
            </a:r>
          </a:p>
        </p:txBody>
      </p:sp>
    </p:spTree>
    <p:extLst>
      <p:ext uri="{BB962C8B-B14F-4D97-AF65-F5344CB8AC3E}">
        <p14:creationId xmlns:p14="http://schemas.microsoft.com/office/powerpoint/2010/main" val="3087990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Content Placeholder 6">
            <a:extLst>
              <a:ext uri="{FF2B5EF4-FFF2-40B4-BE49-F238E27FC236}">
                <a16:creationId xmlns:a16="http://schemas.microsoft.com/office/drawing/2014/main" id="{A7393F41-CCBA-9653-698A-20D7ABE23BD6}"/>
              </a:ext>
            </a:extLst>
          </p:cNvPr>
          <p:cNvGrpSpPr/>
          <p:nvPr/>
        </p:nvGrpSpPr>
        <p:grpSpPr>
          <a:xfrm>
            <a:off x="961062" y="612426"/>
            <a:ext cx="10583668" cy="5602107"/>
            <a:chOff x="961062" y="612426"/>
            <a:chExt cx="10583668" cy="5602107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8D74926-B459-E0ED-B4FD-DC9942E39077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13A505-AB19-E7B8-BFDA-BBA23808BB4A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13" name="Content Placeholder 6">
              <a:extLst>
                <a:ext uri="{FF2B5EF4-FFF2-40B4-BE49-F238E27FC236}">
                  <a16:creationId xmlns:a16="http://schemas.microsoft.com/office/drawing/2014/main" id="{294CD588-6BE7-C1D5-E4D4-8018A94F5677}"/>
                </a:ext>
              </a:extLst>
            </p:cNvPr>
            <p:cNvGrpSpPr/>
            <p:nvPr/>
          </p:nvGrpSpPr>
          <p:grpSpPr>
            <a:xfrm>
              <a:off x="1471087" y="971481"/>
              <a:ext cx="9650581" cy="4805204"/>
              <a:chOff x="1471087" y="971481"/>
              <a:chExt cx="9650581" cy="4805204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49E40FAF-E486-527D-B894-F3B41316244A}"/>
                  </a:ext>
                </a:extLst>
              </p:cNvPr>
              <p:cNvSpPr/>
              <p:nvPr/>
            </p:nvSpPr>
            <p:spPr>
              <a:xfrm>
                <a:off x="1471087" y="971481"/>
                <a:ext cx="9650581" cy="4805204"/>
              </a:xfrm>
              <a:custGeom>
                <a:avLst/>
                <a:gdLst>
                  <a:gd name="connsiteX0" fmla="*/ 0 w 9650581"/>
                  <a:gd name="connsiteY0" fmla="*/ 0 h 4805204"/>
                  <a:gd name="connsiteX1" fmla="*/ 9650582 w 9650581"/>
                  <a:gd name="connsiteY1" fmla="*/ 0 h 4805204"/>
                  <a:gd name="connsiteX2" fmla="*/ 9650582 w 9650581"/>
                  <a:gd name="connsiteY2" fmla="*/ 4805204 h 4805204"/>
                  <a:gd name="connsiteX3" fmla="*/ 0 w 965058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0581" h="4805204">
                    <a:moveTo>
                      <a:pt x="0" y="0"/>
                    </a:moveTo>
                    <a:lnTo>
                      <a:pt x="9650582" y="0"/>
                    </a:lnTo>
                    <a:lnTo>
                      <a:pt x="965058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1851F9D8-1398-1C13-4580-9F526D0B7B60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4805204"/>
              </a:xfrm>
              <a:custGeom>
                <a:avLst/>
                <a:gdLst>
                  <a:gd name="connsiteX0" fmla="*/ 0 w 8773198"/>
                  <a:gd name="connsiteY0" fmla="*/ 2858190 h 4805204"/>
                  <a:gd name="connsiteX1" fmla="*/ 111050 w 8773198"/>
                  <a:gd name="connsiteY1" fmla="*/ 2416954 h 4805204"/>
                  <a:gd name="connsiteX2" fmla="*/ 222101 w 8773198"/>
                  <a:gd name="connsiteY2" fmla="*/ 2004525 h 4805204"/>
                  <a:gd name="connsiteX3" fmla="*/ 333151 w 8773198"/>
                  <a:gd name="connsiteY3" fmla="*/ 1635204 h 4805204"/>
                  <a:gd name="connsiteX4" fmla="*/ 444202 w 8773198"/>
                  <a:gd name="connsiteY4" fmla="*/ 1318098 h 4805204"/>
                  <a:gd name="connsiteX5" fmla="*/ 555252 w 8773198"/>
                  <a:gd name="connsiteY5" fmla="*/ 1035202 h 4805204"/>
                  <a:gd name="connsiteX6" fmla="*/ 666303 w 8773198"/>
                  <a:gd name="connsiteY6" fmla="*/ 776031 h 4805204"/>
                  <a:gd name="connsiteX7" fmla="*/ 777353 w 8773198"/>
                  <a:gd name="connsiteY7" fmla="*/ 577654 h 4805204"/>
                  <a:gd name="connsiteX8" fmla="*/ 888404 w 8773198"/>
                  <a:gd name="connsiteY8" fmla="*/ 429904 h 4805204"/>
                  <a:gd name="connsiteX9" fmla="*/ 999454 w 8773198"/>
                  <a:gd name="connsiteY9" fmla="*/ 305667 h 4805204"/>
                  <a:gd name="connsiteX10" fmla="*/ 1110505 w 8773198"/>
                  <a:gd name="connsiteY10" fmla="*/ 270398 h 4805204"/>
                  <a:gd name="connsiteX11" fmla="*/ 1221555 w 8773198"/>
                  <a:gd name="connsiteY11" fmla="*/ 288297 h 4805204"/>
                  <a:gd name="connsiteX12" fmla="*/ 1332605 w 8773198"/>
                  <a:gd name="connsiteY12" fmla="*/ 323143 h 4805204"/>
                  <a:gd name="connsiteX13" fmla="*/ 1443656 w 8773198"/>
                  <a:gd name="connsiteY13" fmla="*/ 587716 h 4805204"/>
                  <a:gd name="connsiteX14" fmla="*/ 1554706 w 8773198"/>
                  <a:gd name="connsiteY14" fmla="*/ 984575 h 4805204"/>
                  <a:gd name="connsiteX15" fmla="*/ 1665757 w 8773198"/>
                  <a:gd name="connsiteY15" fmla="*/ 1322970 h 4805204"/>
                  <a:gd name="connsiteX16" fmla="*/ 1776807 w 8773198"/>
                  <a:gd name="connsiteY16" fmla="*/ 1451761 h 4805204"/>
                  <a:gd name="connsiteX17" fmla="*/ 1887858 w 8773198"/>
                  <a:gd name="connsiteY17" fmla="*/ 1437039 h 4805204"/>
                  <a:gd name="connsiteX18" fmla="*/ 1998908 w 8773198"/>
                  <a:gd name="connsiteY18" fmla="*/ 1353790 h 4805204"/>
                  <a:gd name="connsiteX19" fmla="*/ 2109959 w 8773198"/>
                  <a:gd name="connsiteY19" fmla="*/ 1243111 h 4805204"/>
                  <a:gd name="connsiteX20" fmla="*/ 2221009 w 8773198"/>
                  <a:gd name="connsiteY20" fmla="*/ 1116861 h 4805204"/>
                  <a:gd name="connsiteX21" fmla="*/ 2332060 w 8773198"/>
                  <a:gd name="connsiteY21" fmla="*/ 799861 h 4805204"/>
                  <a:gd name="connsiteX22" fmla="*/ 2443110 w 8773198"/>
                  <a:gd name="connsiteY22" fmla="*/ 398871 h 4805204"/>
                  <a:gd name="connsiteX23" fmla="*/ 2554161 w 8773198"/>
                  <a:gd name="connsiteY23" fmla="*/ 89074 h 4805204"/>
                  <a:gd name="connsiteX24" fmla="*/ 2665211 w 8773198"/>
                  <a:gd name="connsiteY24" fmla="*/ 10485 h 4805204"/>
                  <a:gd name="connsiteX25" fmla="*/ 2776262 w 8773198"/>
                  <a:gd name="connsiteY25" fmla="*/ 0 h 4805204"/>
                  <a:gd name="connsiteX26" fmla="*/ 2887312 w 8773198"/>
                  <a:gd name="connsiteY26" fmla="*/ 4237 h 4805204"/>
                  <a:gd name="connsiteX27" fmla="*/ 2998362 w 8773198"/>
                  <a:gd name="connsiteY27" fmla="*/ 22666 h 4805204"/>
                  <a:gd name="connsiteX28" fmla="*/ 3109519 w 8773198"/>
                  <a:gd name="connsiteY28" fmla="*/ 117564 h 4805204"/>
                  <a:gd name="connsiteX29" fmla="*/ 3220569 w 8773198"/>
                  <a:gd name="connsiteY29" fmla="*/ 294652 h 4805204"/>
                  <a:gd name="connsiteX30" fmla="*/ 3331620 w 8773198"/>
                  <a:gd name="connsiteY30" fmla="*/ 500655 h 4805204"/>
                  <a:gd name="connsiteX31" fmla="*/ 3442670 w 8773198"/>
                  <a:gd name="connsiteY31" fmla="*/ 695960 h 4805204"/>
                  <a:gd name="connsiteX32" fmla="*/ 3553721 w 8773198"/>
                  <a:gd name="connsiteY32" fmla="*/ 853454 h 4805204"/>
                  <a:gd name="connsiteX33" fmla="*/ 3664771 w 8773198"/>
                  <a:gd name="connsiteY33" fmla="*/ 1042298 h 4805204"/>
                  <a:gd name="connsiteX34" fmla="*/ 3775822 w 8773198"/>
                  <a:gd name="connsiteY34" fmla="*/ 1304223 h 4805204"/>
                  <a:gd name="connsiteX35" fmla="*/ 3886872 w 8773198"/>
                  <a:gd name="connsiteY35" fmla="*/ 1560428 h 4805204"/>
                  <a:gd name="connsiteX36" fmla="*/ 3997923 w 8773198"/>
                  <a:gd name="connsiteY36" fmla="*/ 1753297 h 4805204"/>
                  <a:gd name="connsiteX37" fmla="*/ 4108973 w 8773198"/>
                  <a:gd name="connsiteY37" fmla="*/ 1857940 h 4805204"/>
                  <a:gd name="connsiteX38" fmla="*/ 4220024 w 8773198"/>
                  <a:gd name="connsiteY38" fmla="*/ 1951356 h 4805204"/>
                  <a:gd name="connsiteX39" fmla="*/ 4331074 w 8773198"/>
                  <a:gd name="connsiteY39" fmla="*/ 2025496 h 4805204"/>
                  <a:gd name="connsiteX40" fmla="*/ 4442124 w 8773198"/>
                  <a:gd name="connsiteY40" fmla="*/ 2069768 h 4805204"/>
                  <a:gd name="connsiteX41" fmla="*/ 4553175 w 8773198"/>
                  <a:gd name="connsiteY41" fmla="*/ 2074322 h 4805204"/>
                  <a:gd name="connsiteX42" fmla="*/ 4664225 w 8773198"/>
                  <a:gd name="connsiteY42" fmla="*/ 2034393 h 4805204"/>
                  <a:gd name="connsiteX43" fmla="*/ 4775276 w 8773198"/>
                  <a:gd name="connsiteY43" fmla="*/ 1958135 h 4805204"/>
                  <a:gd name="connsiteX44" fmla="*/ 4886326 w 8773198"/>
                  <a:gd name="connsiteY44" fmla="*/ 1860165 h 4805204"/>
                  <a:gd name="connsiteX45" fmla="*/ 4997377 w 8773198"/>
                  <a:gd name="connsiteY45" fmla="*/ 1763889 h 4805204"/>
                  <a:gd name="connsiteX46" fmla="*/ 5108428 w 8773198"/>
                  <a:gd name="connsiteY46" fmla="*/ 1698646 h 4805204"/>
                  <a:gd name="connsiteX47" fmla="*/ 5219478 w 8773198"/>
                  <a:gd name="connsiteY47" fmla="*/ 1668990 h 4805204"/>
                  <a:gd name="connsiteX48" fmla="*/ 5330528 w 8773198"/>
                  <a:gd name="connsiteY48" fmla="*/ 1625883 h 4805204"/>
                  <a:gd name="connsiteX49" fmla="*/ 5441578 w 8773198"/>
                  <a:gd name="connsiteY49" fmla="*/ 1569007 h 4805204"/>
                  <a:gd name="connsiteX50" fmla="*/ 5552629 w 8773198"/>
                  <a:gd name="connsiteY50" fmla="*/ 1503764 h 4805204"/>
                  <a:gd name="connsiteX51" fmla="*/ 5663679 w 8773198"/>
                  <a:gd name="connsiteY51" fmla="*/ 1441275 h 4805204"/>
                  <a:gd name="connsiteX52" fmla="*/ 5774730 w 8773198"/>
                  <a:gd name="connsiteY52" fmla="*/ 1397745 h 4805204"/>
                  <a:gd name="connsiteX53" fmla="*/ 5885781 w 8773198"/>
                  <a:gd name="connsiteY53" fmla="*/ 1384188 h 4805204"/>
                  <a:gd name="connsiteX54" fmla="*/ 5996831 w 8773198"/>
                  <a:gd name="connsiteY54" fmla="*/ 1372431 h 4805204"/>
                  <a:gd name="connsiteX55" fmla="*/ 6107881 w 8773198"/>
                  <a:gd name="connsiteY55" fmla="*/ 1359510 h 4805204"/>
                  <a:gd name="connsiteX56" fmla="*/ 6219038 w 8773198"/>
                  <a:gd name="connsiteY56" fmla="*/ 1350401 h 4805204"/>
                  <a:gd name="connsiteX57" fmla="*/ 6330088 w 8773198"/>
                  <a:gd name="connsiteY57" fmla="*/ 1353473 h 4805204"/>
                  <a:gd name="connsiteX58" fmla="*/ 6441139 w 8773198"/>
                  <a:gd name="connsiteY58" fmla="*/ 1378680 h 4805204"/>
                  <a:gd name="connsiteX59" fmla="*/ 6552189 w 8773198"/>
                  <a:gd name="connsiteY59" fmla="*/ 1415644 h 4805204"/>
                  <a:gd name="connsiteX60" fmla="*/ 6663240 w 8773198"/>
                  <a:gd name="connsiteY60" fmla="*/ 1458116 h 4805204"/>
                  <a:gd name="connsiteX61" fmla="*/ 6774290 w 8773198"/>
                  <a:gd name="connsiteY61" fmla="*/ 1506200 h 4805204"/>
                  <a:gd name="connsiteX62" fmla="*/ 6885340 w 8773198"/>
                  <a:gd name="connsiteY62" fmla="*/ 1560005 h 4805204"/>
                  <a:gd name="connsiteX63" fmla="*/ 6996391 w 8773198"/>
                  <a:gd name="connsiteY63" fmla="*/ 1619634 h 4805204"/>
                  <a:gd name="connsiteX64" fmla="*/ 7107441 w 8773198"/>
                  <a:gd name="connsiteY64" fmla="*/ 1684983 h 4805204"/>
                  <a:gd name="connsiteX65" fmla="*/ 7218492 w 8773198"/>
                  <a:gd name="connsiteY65" fmla="*/ 1754568 h 4805204"/>
                  <a:gd name="connsiteX66" fmla="*/ 7329543 w 8773198"/>
                  <a:gd name="connsiteY66" fmla="*/ 1826484 h 4805204"/>
                  <a:gd name="connsiteX67" fmla="*/ 7440593 w 8773198"/>
                  <a:gd name="connsiteY67" fmla="*/ 1899776 h 4805204"/>
                  <a:gd name="connsiteX68" fmla="*/ 7551643 w 8773198"/>
                  <a:gd name="connsiteY68" fmla="*/ 1973598 h 4805204"/>
                  <a:gd name="connsiteX69" fmla="*/ 7662694 w 8773198"/>
                  <a:gd name="connsiteY69" fmla="*/ 2047632 h 4805204"/>
                  <a:gd name="connsiteX70" fmla="*/ 7773744 w 8773198"/>
                  <a:gd name="connsiteY70" fmla="*/ 2121454 h 4805204"/>
                  <a:gd name="connsiteX71" fmla="*/ 7884794 w 8773198"/>
                  <a:gd name="connsiteY71" fmla="*/ 2195170 h 4805204"/>
                  <a:gd name="connsiteX72" fmla="*/ 7995845 w 8773198"/>
                  <a:gd name="connsiteY72" fmla="*/ 2268886 h 4805204"/>
                  <a:gd name="connsiteX73" fmla="*/ 8106896 w 8773198"/>
                  <a:gd name="connsiteY73" fmla="*/ 2342814 h 4805204"/>
                  <a:gd name="connsiteX74" fmla="*/ 8217946 w 8773198"/>
                  <a:gd name="connsiteY74" fmla="*/ 2417165 h 4805204"/>
                  <a:gd name="connsiteX75" fmla="*/ 8328997 w 8773198"/>
                  <a:gd name="connsiteY75" fmla="*/ 2492152 h 4805204"/>
                  <a:gd name="connsiteX76" fmla="*/ 8440047 w 8773198"/>
                  <a:gd name="connsiteY76" fmla="*/ 2568093 h 4805204"/>
                  <a:gd name="connsiteX77" fmla="*/ 8551097 w 8773198"/>
                  <a:gd name="connsiteY77" fmla="*/ 2645198 h 4805204"/>
                  <a:gd name="connsiteX78" fmla="*/ 8662148 w 8773198"/>
                  <a:gd name="connsiteY78" fmla="*/ 2723680 h 4805204"/>
                  <a:gd name="connsiteX79" fmla="*/ 8773198 w 8773198"/>
                  <a:gd name="connsiteY79" fmla="*/ 2803751 h 4805204"/>
                  <a:gd name="connsiteX80" fmla="*/ 8773198 w 8773198"/>
                  <a:gd name="connsiteY80" fmla="*/ 4805204 h 4805204"/>
                  <a:gd name="connsiteX81" fmla="*/ 8662148 w 8773198"/>
                  <a:gd name="connsiteY81" fmla="*/ 4805204 h 4805204"/>
                  <a:gd name="connsiteX82" fmla="*/ 8551097 w 8773198"/>
                  <a:gd name="connsiteY82" fmla="*/ 4805204 h 4805204"/>
                  <a:gd name="connsiteX83" fmla="*/ 8440047 w 8773198"/>
                  <a:gd name="connsiteY83" fmla="*/ 4805204 h 4805204"/>
                  <a:gd name="connsiteX84" fmla="*/ 8328997 w 8773198"/>
                  <a:gd name="connsiteY84" fmla="*/ 4574630 h 4805204"/>
                  <a:gd name="connsiteX85" fmla="*/ 8217946 w 8773198"/>
                  <a:gd name="connsiteY85" fmla="*/ 4323720 h 4805204"/>
                  <a:gd name="connsiteX86" fmla="*/ 8106896 w 8773198"/>
                  <a:gd name="connsiteY86" fmla="*/ 4088168 h 4805204"/>
                  <a:gd name="connsiteX87" fmla="*/ 7995845 w 8773198"/>
                  <a:gd name="connsiteY87" fmla="*/ 3868079 h 4805204"/>
                  <a:gd name="connsiteX88" fmla="*/ 7884794 w 8773198"/>
                  <a:gd name="connsiteY88" fmla="*/ 3663877 h 4805204"/>
                  <a:gd name="connsiteX89" fmla="*/ 7773744 w 8773198"/>
                  <a:gd name="connsiteY89" fmla="*/ 3475774 h 4805204"/>
                  <a:gd name="connsiteX90" fmla="*/ 7662694 w 8773198"/>
                  <a:gd name="connsiteY90" fmla="*/ 3303876 h 4805204"/>
                  <a:gd name="connsiteX91" fmla="*/ 7551643 w 8773198"/>
                  <a:gd name="connsiteY91" fmla="*/ 3148182 h 4805204"/>
                  <a:gd name="connsiteX92" fmla="*/ 7440593 w 8773198"/>
                  <a:gd name="connsiteY92" fmla="*/ 3008482 h 4805204"/>
                  <a:gd name="connsiteX93" fmla="*/ 7329543 w 8773198"/>
                  <a:gd name="connsiteY93" fmla="*/ 2884351 h 4805204"/>
                  <a:gd name="connsiteX94" fmla="*/ 7218492 w 8773198"/>
                  <a:gd name="connsiteY94" fmla="*/ 2775048 h 4805204"/>
                  <a:gd name="connsiteX95" fmla="*/ 7107441 w 8773198"/>
                  <a:gd name="connsiteY95" fmla="*/ 2679620 h 4805204"/>
                  <a:gd name="connsiteX96" fmla="*/ 6996391 w 8773198"/>
                  <a:gd name="connsiteY96" fmla="*/ 2597325 h 4805204"/>
                  <a:gd name="connsiteX97" fmla="*/ 6885340 w 8773198"/>
                  <a:gd name="connsiteY97" fmla="*/ 2527316 h 4805204"/>
                  <a:gd name="connsiteX98" fmla="*/ 6774290 w 8773198"/>
                  <a:gd name="connsiteY98" fmla="*/ 2468110 h 4805204"/>
                  <a:gd name="connsiteX99" fmla="*/ 6663240 w 8773198"/>
                  <a:gd name="connsiteY99" fmla="*/ 2418542 h 4805204"/>
                  <a:gd name="connsiteX100" fmla="*/ 6552189 w 8773198"/>
                  <a:gd name="connsiteY100" fmla="*/ 2377448 h 4805204"/>
                  <a:gd name="connsiteX101" fmla="*/ 6441139 w 8773198"/>
                  <a:gd name="connsiteY101" fmla="*/ 2343555 h 4805204"/>
                  <a:gd name="connsiteX102" fmla="*/ 6330088 w 8773198"/>
                  <a:gd name="connsiteY102" fmla="*/ 2320784 h 4805204"/>
                  <a:gd name="connsiteX103" fmla="*/ 6219038 w 8773198"/>
                  <a:gd name="connsiteY103" fmla="*/ 2319089 h 4805204"/>
                  <a:gd name="connsiteX104" fmla="*/ 6107881 w 8773198"/>
                  <a:gd name="connsiteY104" fmla="*/ 2334658 h 4805204"/>
                  <a:gd name="connsiteX105" fmla="*/ 5996831 w 8773198"/>
                  <a:gd name="connsiteY105" fmla="*/ 2360713 h 4805204"/>
                  <a:gd name="connsiteX106" fmla="*/ 5885781 w 8773198"/>
                  <a:gd name="connsiteY106" fmla="*/ 2387086 h 4805204"/>
                  <a:gd name="connsiteX107" fmla="*/ 5774730 w 8773198"/>
                  <a:gd name="connsiteY107" fmla="*/ 2406680 h 4805204"/>
                  <a:gd name="connsiteX108" fmla="*/ 5663679 w 8773198"/>
                  <a:gd name="connsiteY108" fmla="*/ 2445974 h 4805204"/>
                  <a:gd name="connsiteX109" fmla="*/ 5552629 w 8773198"/>
                  <a:gd name="connsiteY109" fmla="*/ 2507086 h 4805204"/>
                  <a:gd name="connsiteX110" fmla="*/ 5441578 w 8773198"/>
                  <a:gd name="connsiteY110" fmla="*/ 2583450 h 4805204"/>
                  <a:gd name="connsiteX111" fmla="*/ 5330528 w 8773198"/>
                  <a:gd name="connsiteY111" fmla="*/ 2663097 h 4805204"/>
                  <a:gd name="connsiteX112" fmla="*/ 5219478 w 8773198"/>
                  <a:gd name="connsiteY112" fmla="*/ 2728764 h 4805204"/>
                  <a:gd name="connsiteX113" fmla="*/ 5108428 w 8773198"/>
                  <a:gd name="connsiteY113" fmla="*/ 2762656 h 4805204"/>
                  <a:gd name="connsiteX114" fmla="*/ 4997377 w 8773198"/>
                  <a:gd name="connsiteY114" fmla="*/ 2804916 h 4805204"/>
                  <a:gd name="connsiteX115" fmla="*/ 4886326 w 8773198"/>
                  <a:gd name="connsiteY115" fmla="*/ 2870794 h 4805204"/>
                  <a:gd name="connsiteX116" fmla="*/ 4775276 w 8773198"/>
                  <a:gd name="connsiteY116" fmla="*/ 2951606 h 4805204"/>
                  <a:gd name="connsiteX117" fmla="*/ 4664225 w 8773198"/>
                  <a:gd name="connsiteY117" fmla="*/ 3032525 h 4805204"/>
                  <a:gd name="connsiteX118" fmla="*/ 4553175 w 8773198"/>
                  <a:gd name="connsiteY118" fmla="*/ 3089824 h 4805204"/>
                  <a:gd name="connsiteX119" fmla="*/ 4442124 w 8773198"/>
                  <a:gd name="connsiteY119" fmla="*/ 3093849 h 4805204"/>
                  <a:gd name="connsiteX120" fmla="*/ 4331074 w 8773198"/>
                  <a:gd name="connsiteY120" fmla="*/ 3033372 h 4805204"/>
                  <a:gd name="connsiteX121" fmla="*/ 4220024 w 8773198"/>
                  <a:gd name="connsiteY121" fmla="*/ 2943345 h 4805204"/>
                  <a:gd name="connsiteX122" fmla="*/ 4108973 w 8773198"/>
                  <a:gd name="connsiteY122" fmla="*/ 2849823 h 4805204"/>
                  <a:gd name="connsiteX123" fmla="*/ 3997923 w 8773198"/>
                  <a:gd name="connsiteY123" fmla="*/ 2738614 h 4805204"/>
                  <a:gd name="connsiteX124" fmla="*/ 3886872 w 8773198"/>
                  <a:gd name="connsiteY124" fmla="*/ 2523397 h 4805204"/>
                  <a:gd name="connsiteX125" fmla="*/ 3775822 w 8773198"/>
                  <a:gd name="connsiteY125" fmla="*/ 2265603 h 4805204"/>
                  <a:gd name="connsiteX126" fmla="*/ 3664771 w 8773198"/>
                  <a:gd name="connsiteY126" fmla="*/ 2032169 h 4805204"/>
                  <a:gd name="connsiteX127" fmla="*/ 3553721 w 8773198"/>
                  <a:gd name="connsiteY127" fmla="*/ 1868744 h 4805204"/>
                  <a:gd name="connsiteX128" fmla="*/ 3442670 w 8773198"/>
                  <a:gd name="connsiteY128" fmla="*/ 1702671 h 4805204"/>
                  <a:gd name="connsiteX129" fmla="*/ 3331620 w 8773198"/>
                  <a:gd name="connsiteY129" fmla="*/ 1489360 h 4805204"/>
                  <a:gd name="connsiteX130" fmla="*/ 3220569 w 8773198"/>
                  <a:gd name="connsiteY130" fmla="*/ 1282511 h 4805204"/>
                  <a:gd name="connsiteX131" fmla="*/ 3109519 w 8773198"/>
                  <a:gd name="connsiteY131" fmla="*/ 1123004 h 4805204"/>
                  <a:gd name="connsiteX132" fmla="*/ 2998362 w 8773198"/>
                  <a:gd name="connsiteY132" fmla="*/ 1038591 h 4805204"/>
                  <a:gd name="connsiteX133" fmla="*/ 2887312 w 8773198"/>
                  <a:gd name="connsiteY133" fmla="*/ 1002051 h 4805204"/>
                  <a:gd name="connsiteX134" fmla="*/ 2776262 w 8773198"/>
                  <a:gd name="connsiteY134" fmla="*/ 987752 h 4805204"/>
                  <a:gd name="connsiteX135" fmla="*/ 2665211 w 8773198"/>
                  <a:gd name="connsiteY135" fmla="*/ 1014654 h 4805204"/>
                  <a:gd name="connsiteX136" fmla="*/ 2554161 w 8773198"/>
                  <a:gd name="connsiteY136" fmla="*/ 1093454 h 4805204"/>
                  <a:gd name="connsiteX137" fmla="*/ 2443110 w 8773198"/>
                  <a:gd name="connsiteY137" fmla="*/ 1375927 h 4805204"/>
                  <a:gd name="connsiteX138" fmla="*/ 2332060 w 8773198"/>
                  <a:gd name="connsiteY138" fmla="*/ 1780941 h 4805204"/>
                  <a:gd name="connsiteX139" fmla="*/ 2221009 w 8773198"/>
                  <a:gd name="connsiteY139" fmla="*/ 2138294 h 4805204"/>
                  <a:gd name="connsiteX140" fmla="*/ 2109959 w 8773198"/>
                  <a:gd name="connsiteY140" fmla="*/ 2281278 h 4805204"/>
                  <a:gd name="connsiteX141" fmla="*/ 1998908 w 8773198"/>
                  <a:gd name="connsiteY141" fmla="*/ 2380943 h 4805204"/>
                  <a:gd name="connsiteX142" fmla="*/ 1887858 w 8773198"/>
                  <a:gd name="connsiteY142" fmla="*/ 2479443 h 4805204"/>
                  <a:gd name="connsiteX143" fmla="*/ 1776807 w 8773198"/>
                  <a:gd name="connsiteY143" fmla="*/ 2523821 h 4805204"/>
                  <a:gd name="connsiteX144" fmla="*/ 1665757 w 8773198"/>
                  <a:gd name="connsiteY144" fmla="*/ 2374482 h 4805204"/>
                  <a:gd name="connsiteX145" fmla="*/ 1554706 w 8773198"/>
                  <a:gd name="connsiteY145" fmla="*/ 1985460 h 4805204"/>
                  <a:gd name="connsiteX146" fmla="*/ 1443656 w 8773198"/>
                  <a:gd name="connsiteY146" fmla="*/ 1568796 h 4805204"/>
                  <a:gd name="connsiteX147" fmla="*/ 1332605 w 8773198"/>
                  <a:gd name="connsiteY147" fmla="*/ 1310366 h 4805204"/>
                  <a:gd name="connsiteX148" fmla="*/ 1221555 w 8773198"/>
                  <a:gd name="connsiteY148" fmla="*/ 1260586 h 4805204"/>
                  <a:gd name="connsiteX149" fmla="*/ 1110505 w 8773198"/>
                  <a:gd name="connsiteY149" fmla="*/ 1218115 h 4805204"/>
                  <a:gd name="connsiteX150" fmla="*/ 999454 w 8773198"/>
                  <a:gd name="connsiteY150" fmla="*/ 1226906 h 4805204"/>
                  <a:gd name="connsiteX151" fmla="*/ 888404 w 8773198"/>
                  <a:gd name="connsiteY151" fmla="*/ 1315344 h 4805204"/>
                  <a:gd name="connsiteX152" fmla="*/ 777353 w 8773198"/>
                  <a:gd name="connsiteY152" fmla="*/ 1433438 h 4805204"/>
                  <a:gd name="connsiteX153" fmla="*/ 666303 w 8773198"/>
                  <a:gd name="connsiteY153" fmla="*/ 1619740 h 4805204"/>
                  <a:gd name="connsiteX154" fmla="*/ 555252 w 8773198"/>
                  <a:gd name="connsiteY154" fmla="*/ 1901789 h 4805204"/>
                  <a:gd name="connsiteX155" fmla="*/ 444202 w 8773198"/>
                  <a:gd name="connsiteY155" fmla="*/ 2265814 h 4805204"/>
                  <a:gd name="connsiteX156" fmla="*/ 333151 w 8773198"/>
                  <a:gd name="connsiteY156" fmla="*/ 2732471 h 4805204"/>
                  <a:gd name="connsiteX157" fmla="*/ 222101 w 8773198"/>
                  <a:gd name="connsiteY157" fmla="*/ 3321458 h 4805204"/>
                  <a:gd name="connsiteX158" fmla="*/ 111050 w 8773198"/>
                  <a:gd name="connsiteY158" fmla="*/ 4019853 h 4805204"/>
                  <a:gd name="connsiteX159" fmla="*/ 0 w 8773198"/>
                  <a:gd name="connsiteY159" fmla="*/ 4804569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773198" h="4805204">
                    <a:moveTo>
                      <a:pt x="0" y="2858190"/>
                    </a:moveTo>
                    <a:lnTo>
                      <a:pt x="111050" y="2416954"/>
                    </a:lnTo>
                    <a:lnTo>
                      <a:pt x="222101" y="2004525"/>
                    </a:lnTo>
                    <a:lnTo>
                      <a:pt x="333151" y="1635204"/>
                    </a:lnTo>
                    <a:lnTo>
                      <a:pt x="444202" y="1318098"/>
                    </a:lnTo>
                    <a:lnTo>
                      <a:pt x="555252" y="1035202"/>
                    </a:lnTo>
                    <a:lnTo>
                      <a:pt x="666303" y="776031"/>
                    </a:lnTo>
                    <a:lnTo>
                      <a:pt x="777353" y="577654"/>
                    </a:lnTo>
                    <a:lnTo>
                      <a:pt x="888404" y="429904"/>
                    </a:lnTo>
                    <a:lnTo>
                      <a:pt x="999454" y="305667"/>
                    </a:lnTo>
                    <a:lnTo>
                      <a:pt x="1110505" y="270398"/>
                    </a:lnTo>
                    <a:lnTo>
                      <a:pt x="1221555" y="288297"/>
                    </a:lnTo>
                    <a:lnTo>
                      <a:pt x="1332605" y="323143"/>
                    </a:lnTo>
                    <a:lnTo>
                      <a:pt x="1443656" y="587716"/>
                    </a:lnTo>
                    <a:lnTo>
                      <a:pt x="1554706" y="984575"/>
                    </a:lnTo>
                    <a:lnTo>
                      <a:pt x="1665757" y="1322970"/>
                    </a:lnTo>
                    <a:lnTo>
                      <a:pt x="1776807" y="1451761"/>
                    </a:lnTo>
                    <a:lnTo>
                      <a:pt x="1887858" y="1437039"/>
                    </a:lnTo>
                    <a:lnTo>
                      <a:pt x="1998908" y="1353790"/>
                    </a:lnTo>
                    <a:lnTo>
                      <a:pt x="2109959" y="1243111"/>
                    </a:lnTo>
                    <a:lnTo>
                      <a:pt x="2221009" y="1116861"/>
                    </a:lnTo>
                    <a:lnTo>
                      <a:pt x="2332060" y="799861"/>
                    </a:lnTo>
                    <a:lnTo>
                      <a:pt x="2443110" y="398871"/>
                    </a:lnTo>
                    <a:lnTo>
                      <a:pt x="2554161" y="89074"/>
                    </a:lnTo>
                    <a:lnTo>
                      <a:pt x="2665211" y="10485"/>
                    </a:lnTo>
                    <a:lnTo>
                      <a:pt x="2776262" y="0"/>
                    </a:lnTo>
                    <a:lnTo>
                      <a:pt x="2887312" y="4237"/>
                    </a:lnTo>
                    <a:lnTo>
                      <a:pt x="2998362" y="22666"/>
                    </a:lnTo>
                    <a:lnTo>
                      <a:pt x="3109519" y="117564"/>
                    </a:lnTo>
                    <a:lnTo>
                      <a:pt x="3220569" y="294652"/>
                    </a:lnTo>
                    <a:lnTo>
                      <a:pt x="3331620" y="500655"/>
                    </a:lnTo>
                    <a:lnTo>
                      <a:pt x="3442670" y="695960"/>
                    </a:lnTo>
                    <a:lnTo>
                      <a:pt x="3553721" y="853454"/>
                    </a:lnTo>
                    <a:lnTo>
                      <a:pt x="3664771" y="1042298"/>
                    </a:lnTo>
                    <a:lnTo>
                      <a:pt x="3775822" y="1304223"/>
                    </a:lnTo>
                    <a:lnTo>
                      <a:pt x="3886872" y="1560428"/>
                    </a:lnTo>
                    <a:lnTo>
                      <a:pt x="3997923" y="1753297"/>
                    </a:lnTo>
                    <a:lnTo>
                      <a:pt x="4108973" y="1857940"/>
                    </a:lnTo>
                    <a:lnTo>
                      <a:pt x="4220024" y="1951356"/>
                    </a:lnTo>
                    <a:lnTo>
                      <a:pt x="4331074" y="2025496"/>
                    </a:lnTo>
                    <a:lnTo>
                      <a:pt x="4442124" y="2069768"/>
                    </a:lnTo>
                    <a:lnTo>
                      <a:pt x="4553175" y="2074322"/>
                    </a:lnTo>
                    <a:lnTo>
                      <a:pt x="4664225" y="2034393"/>
                    </a:lnTo>
                    <a:lnTo>
                      <a:pt x="4775276" y="1958135"/>
                    </a:lnTo>
                    <a:lnTo>
                      <a:pt x="4886326" y="1860165"/>
                    </a:lnTo>
                    <a:lnTo>
                      <a:pt x="4997377" y="1763889"/>
                    </a:lnTo>
                    <a:lnTo>
                      <a:pt x="5108428" y="1698646"/>
                    </a:lnTo>
                    <a:lnTo>
                      <a:pt x="5219478" y="1668990"/>
                    </a:lnTo>
                    <a:lnTo>
                      <a:pt x="5330528" y="1625883"/>
                    </a:lnTo>
                    <a:lnTo>
                      <a:pt x="5441578" y="1569007"/>
                    </a:lnTo>
                    <a:lnTo>
                      <a:pt x="5552629" y="1503764"/>
                    </a:lnTo>
                    <a:lnTo>
                      <a:pt x="5663679" y="1441275"/>
                    </a:lnTo>
                    <a:lnTo>
                      <a:pt x="5774730" y="1397745"/>
                    </a:lnTo>
                    <a:lnTo>
                      <a:pt x="5885781" y="1384188"/>
                    </a:lnTo>
                    <a:lnTo>
                      <a:pt x="5996831" y="1372431"/>
                    </a:lnTo>
                    <a:lnTo>
                      <a:pt x="6107881" y="1359510"/>
                    </a:lnTo>
                    <a:lnTo>
                      <a:pt x="6219038" y="1350401"/>
                    </a:lnTo>
                    <a:lnTo>
                      <a:pt x="6330088" y="1353473"/>
                    </a:lnTo>
                    <a:lnTo>
                      <a:pt x="6441139" y="1378680"/>
                    </a:lnTo>
                    <a:lnTo>
                      <a:pt x="6552189" y="1415644"/>
                    </a:lnTo>
                    <a:lnTo>
                      <a:pt x="6663240" y="1458116"/>
                    </a:lnTo>
                    <a:lnTo>
                      <a:pt x="6774290" y="1506200"/>
                    </a:lnTo>
                    <a:lnTo>
                      <a:pt x="6885340" y="1560005"/>
                    </a:lnTo>
                    <a:lnTo>
                      <a:pt x="6996391" y="1619634"/>
                    </a:lnTo>
                    <a:lnTo>
                      <a:pt x="7107441" y="1684983"/>
                    </a:lnTo>
                    <a:lnTo>
                      <a:pt x="7218492" y="1754568"/>
                    </a:lnTo>
                    <a:lnTo>
                      <a:pt x="7329543" y="1826484"/>
                    </a:lnTo>
                    <a:lnTo>
                      <a:pt x="7440593" y="1899776"/>
                    </a:lnTo>
                    <a:lnTo>
                      <a:pt x="7551643" y="1973598"/>
                    </a:lnTo>
                    <a:lnTo>
                      <a:pt x="7662694" y="2047632"/>
                    </a:lnTo>
                    <a:lnTo>
                      <a:pt x="7773744" y="2121454"/>
                    </a:lnTo>
                    <a:lnTo>
                      <a:pt x="7884794" y="2195170"/>
                    </a:lnTo>
                    <a:lnTo>
                      <a:pt x="7995845" y="2268886"/>
                    </a:lnTo>
                    <a:lnTo>
                      <a:pt x="8106896" y="2342814"/>
                    </a:lnTo>
                    <a:lnTo>
                      <a:pt x="8217946" y="2417165"/>
                    </a:lnTo>
                    <a:lnTo>
                      <a:pt x="8328997" y="2492152"/>
                    </a:lnTo>
                    <a:lnTo>
                      <a:pt x="8440047" y="2568093"/>
                    </a:lnTo>
                    <a:lnTo>
                      <a:pt x="8551097" y="2645198"/>
                    </a:lnTo>
                    <a:lnTo>
                      <a:pt x="8662148" y="2723680"/>
                    </a:lnTo>
                    <a:lnTo>
                      <a:pt x="8773198" y="2803751"/>
                    </a:lnTo>
                    <a:lnTo>
                      <a:pt x="8773198" y="4805204"/>
                    </a:lnTo>
                    <a:lnTo>
                      <a:pt x="8662148" y="4805204"/>
                    </a:lnTo>
                    <a:lnTo>
                      <a:pt x="8551097" y="4805204"/>
                    </a:lnTo>
                    <a:lnTo>
                      <a:pt x="8440047" y="4805204"/>
                    </a:lnTo>
                    <a:lnTo>
                      <a:pt x="8328997" y="4574630"/>
                    </a:lnTo>
                    <a:lnTo>
                      <a:pt x="8217946" y="4323720"/>
                    </a:lnTo>
                    <a:lnTo>
                      <a:pt x="8106896" y="4088168"/>
                    </a:lnTo>
                    <a:lnTo>
                      <a:pt x="7995845" y="3868079"/>
                    </a:lnTo>
                    <a:lnTo>
                      <a:pt x="7884794" y="3663877"/>
                    </a:lnTo>
                    <a:lnTo>
                      <a:pt x="7773744" y="3475774"/>
                    </a:lnTo>
                    <a:lnTo>
                      <a:pt x="7662694" y="3303876"/>
                    </a:lnTo>
                    <a:lnTo>
                      <a:pt x="7551643" y="3148182"/>
                    </a:lnTo>
                    <a:lnTo>
                      <a:pt x="7440593" y="3008482"/>
                    </a:lnTo>
                    <a:lnTo>
                      <a:pt x="7329543" y="2884351"/>
                    </a:lnTo>
                    <a:lnTo>
                      <a:pt x="7218492" y="2775048"/>
                    </a:lnTo>
                    <a:lnTo>
                      <a:pt x="7107441" y="2679620"/>
                    </a:lnTo>
                    <a:lnTo>
                      <a:pt x="6996391" y="2597325"/>
                    </a:lnTo>
                    <a:lnTo>
                      <a:pt x="6885340" y="2527316"/>
                    </a:lnTo>
                    <a:lnTo>
                      <a:pt x="6774290" y="2468110"/>
                    </a:lnTo>
                    <a:lnTo>
                      <a:pt x="6663240" y="2418542"/>
                    </a:lnTo>
                    <a:lnTo>
                      <a:pt x="6552189" y="2377448"/>
                    </a:lnTo>
                    <a:lnTo>
                      <a:pt x="6441139" y="2343555"/>
                    </a:lnTo>
                    <a:lnTo>
                      <a:pt x="6330088" y="2320784"/>
                    </a:lnTo>
                    <a:lnTo>
                      <a:pt x="6219038" y="2319089"/>
                    </a:lnTo>
                    <a:lnTo>
                      <a:pt x="6107881" y="2334658"/>
                    </a:lnTo>
                    <a:lnTo>
                      <a:pt x="5996831" y="2360713"/>
                    </a:lnTo>
                    <a:lnTo>
                      <a:pt x="5885781" y="2387086"/>
                    </a:lnTo>
                    <a:lnTo>
                      <a:pt x="5774730" y="2406680"/>
                    </a:lnTo>
                    <a:lnTo>
                      <a:pt x="5663679" y="2445974"/>
                    </a:lnTo>
                    <a:lnTo>
                      <a:pt x="5552629" y="2507086"/>
                    </a:lnTo>
                    <a:lnTo>
                      <a:pt x="5441578" y="2583450"/>
                    </a:lnTo>
                    <a:lnTo>
                      <a:pt x="5330528" y="2663097"/>
                    </a:lnTo>
                    <a:lnTo>
                      <a:pt x="5219478" y="2728764"/>
                    </a:lnTo>
                    <a:lnTo>
                      <a:pt x="5108428" y="2762656"/>
                    </a:lnTo>
                    <a:lnTo>
                      <a:pt x="4997377" y="2804916"/>
                    </a:lnTo>
                    <a:lnTo>
                      <a:pt x="4886326" y="2870794"/>
                    </a:lnTo>
                    <a:lnTo>
                      <a:pt x="4775276" y="2951606"/>
                    </a:lnTo>
                    <a:lnTo>
                      <a:pt x="4664225" y="3032525"/>
                    </a:lnTo>
                    <a:lnTo>
                      <a:pt x="4553175" y="3089824"/>
                    </a:lnTo>
                    <a:lnTo>
                      <a:pt x="4442124" y="3093849"/>
                    </a:lnTo>
                    <a:lnTo>
                      <a:pt x="4331074" y="3033372"/>
                    </a:lnTo>
                    <a:lnTo>
                      <a:pt x="4220024" y="2943345"/>
                    </a:lnTo>
                    <a:lnTo>
                      <a:pt x="4108973" y="2849823"/>
                    </a:lnTo>
                    <a:lnTo>
                      <a:pt x="3997923" y="2738614"/>
                    </a:lnTo>
                    <a:lnTo>
                      <a:pt x="3886872" y="2523397"/>
                    </a:lnTo>
                    <a:lnTo>
                      <a:pt x="3775822" y="2265603"/>
                    </a:lnTo>
                    <a:lnTo>
                      <a:pt x="3664771" y="2032169"/>
                    </a:lnTo>
                    <a:lnTo>
                      <a:pt x="3553721" y="1868744"/>
                    </a:lnTo>
                    <a:lnTo>
                      <a:pt x="3442670" y="1702671"/>
                    </a:lnTo>
                    <a:lnTo>
                      <a:pt x="3331620" y="1489360"/>
                    </a:lnTo>
                    <a:lnTo>
                      <a:pt x="3220569" y="1282511"/>
                    </a:lnTo>
                    <a:lnTo>
                      <a:pt x="3109519" y="1123004"/>
                    </a:lnTo>
                    <a:lnTo>
                      <a:pt x="2998362" y="1038591"/>
                    </a:lnTo>
                    <a:lnTo>
                      <a:pt x="2887312" y="1002051"/>
                    </a:lnTo>
                    <a:lnTo>
                      <a:pt x="2776262" y="987752"/>
                    </a:lnTo>
                    <a:lnTo>
                      <a:pt x="2665211" y="1014654"/>
                    </a:lnTo>
                    <a:lnTo>
                      <a:pt x="2554161" y="1093454"/>
                    </a:lnTo>
                    <a:lnTo>
                      <a:pt x="2443110" y="1375927"/>
                    </a:lnTo>
                    <a:lnTo>
                      <a:pt x="2332060" y="1780941"/>
                    </a:lnTo>
                    <a:lnTo>
                      <a:pt x="2221009" y="2138294"/>
                    </a:lnTo>
                    <a:lnTo>
                      <a:pt x="2109959" y="2281278"/>
                    </a:lnTo>
                    <a:lnTo>
                      <a:pt x="1998908" y="2380943"/>
                    </a:lnTo>
                    <a:lnTo>
                      <a:pt x="1887858" y="2479443"/>
                    </a:lnTo>
                    <a:lnTo>
                      <a:pt x="1776807" y="2523821"/>
                    </a:lnTo>
                    <a:lnTo>
                      <a:pt x="1665757" y="2374482"/>
                    </a:lnTo>
                    <a:lnTo>
                      <a:pt x="1554706" y="1985460"/>
                    </a:lnTo>
                    <a:lnTo>
                      <a:pt x="1443656" y="1568796"/>
                    </a:lnTo>
                    <a:lnTo>
                      <a:pt x="1332605" y="1310366"/>
                    </a:lnTo>
                    <a:lnTo>
                      <a:pt x="1221555" y="1260586"/>
                    </a:lnTo>
                    <a:lnTo>
                      <a:pt x="1110505" y="1218115"/>
                    </a:lnTo>
                    <a:lnTo>
                      <a:pt x="999454" y="1226906"/>
                    </a:lnTo>
                    <a:lnTo>
                      <a:pt x="888404" y="1315344"/>
                    </a:lnTo>
                    <a:lnTo>
                      <a:pt x="777353" y="1433438"/>
                    </a:lnTo>
                    <a:lnTo>
                      <a:pt x="666303" y="1619740"/>
                    </a:lnTo>
                    <a:lnTo>
                      <a:pt x="555252" y="1901789"/>
                    </a:lnTo>
                    <a:lnTo>
                      <a:pt x="444202" y="2265814"/>
                    </a:lnTo>
                    <a:lnTo>
                      <a:pt x="333151" y="2732471"/>
                    </a:lnTo>
                    <a:lnTo>
                      <a:pt x="222101" y="3321458"/>
                    </a:lnTo>
                    <a:lnTo>
                      <a:pt x="111050" y="4019853"/>
                    </a:lnTo>
                    <a:lnTo>
                      <a:pt x="0" y="4804569"/>
                    </a:lnTo>
                    <a:close/>
                  </a:path>
                </a:pathLst>
              </a:custGeom>
              <a:solidFill>
                <a:srgbClr val="B50A37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1109C4E9-5EF9-C4E9-8486-16B471505552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2858190"/>
              </a:xfrm>
              <a:custGeom>
                <a:avLst/>
                <a:gdLst>
                  <a:gd name="connsiteX0" fmla="*/ 0 w 8773198"/>
                  <a:gd name="connsiteY0" fmla="*/ 2858190 h 2858190"/>
                  <a:gd name="connsiteX1" fmla="*/ 111050 w 8773198"/>
                  <a:gd name="connsiteY1" fmla="*/ 2416954 h 2858190"/>
                  <a:gd name="connsiteX2" fmla="*/ 222101 w 8773198"/>
                  <a:gd name="connsiteY2" fmla="*/ 2004525 h 2858190"/>
                  <a:gd name="connsiteX3" fmla="*/ 333151 w 8773198"/>
                  <a:gd name="connsiteY3" fmla="*/ 1635204 h 2858190"/>
                  <a:gd name="connsiteX4" fmla="*/ 444202 w 8773198"/>
                  <a:gd name="connsiteY4" fmla="*/ 1318098 h 2858190"/>
                  <a:gd name="connsiteX5" fmla="*/ 555252 w 8773198"/>
                  <a:gd name="connsiteY5" fmla="*/ 1035202 h 2858190"/>
                  <a:gd name="connsiteX6" fmla="*/ 666303 w 8773198"/>
                  <a:gd name="connsiteY6" fmla="*/ 776031 h 2858190"/>
                  <a:gd name="connsiteX7" fmla="*/ 777353 w 8773198"/>
                  <a:gd name="connsiteY7" fmla="*/ 577654 h 2858190"/>
                  <a:gd name="connsiteX8" fmla="*/ 888404 w 8773198"/>
                  <a:gd name="connsiteY8" fmla="*/ 429904 h 2858190"/>
                  <a:gd name="connsiteX9" fmla="*/ 999454 w 8773198"/>
                  <a:gd name="connsiteY9" fmla="*/ 305667 h 2858190"/>
                  <a:gd name="connsiteX10" fmla="*/ 1110505 w 8773198"/>
                  <a:gd name="connsiteY10" fmla="*/ 270398 h 2858190"/>
                  <a:gd name="connsiteX11" fmla="*/ 1221555 w 8773198"/>
                  <a:gd name="connsiteY11" fmla="*/ 288297 h 2858190"/>
                  <a:gd name="connsiteX12" fmla="*/ 1332605 w 8773198"/>
                  <a:gd name="connsiteY12" fmla="*/ 323143 h 2858190"/>
                  <a:gd name="connsiteX13" fmla="*/ 1443656 w 8773198"/>
                  <a:gd name="connsiteY13" fmla="*/ 587716 h 2858190"/>
                  <a:gd name="connsiteX14" fmla="*/ 1554706 w 8773198"/>
                  <a:gd name="connsiteY14" fmla="*/ 984575 h 2858190"/>
                  <a:gd name="connsiteX15" fmla="*/ 1665757 w 8773198"/>
                  <a:gd name="connsiteY15" fmla="*/ 1322970 h 2858190"/>
                  <a:gd name="connsiteX16" fmla="*/ 1776807 w 8773198"/>
                  <a:gd name="connsiteY16" fmla="*/ 1451761 h 2858190"/>
                  <a:gd name="connsiteX17" fmla="*/ 1887858 w 8773198"/>
                  <a:gd name="connsiteY17" fmla="*/ 1437039 h 2858190"/>
                  <a:gd name="connsiteX18" fmla="*/ 1998908 w 8773198"/>
                  <a:gd name="connsiteY18" fmla="*/ 1353790 h 2858190"/>
                  <a:gd name="connsiteX19" fmla="*/ 2109959 w 8773198"/>
                  <a:gd name="connsiteY19" fmla="*/ 1243111 h 2858190"/>
                  <a:gd name="connsiteX20" fmla="*/ 2221009 w 8773198"/>
                  <a:gd name="connsiteY20" fmla="*/ 1116861 h 2858190"/>
                  <a:gd name="connsiteX21" fmla="*/ 2332060 w 8773198"/>
                  <a:gd name="connsiteY21" fmla="*/ 799861 h 2858190"/>
                  <a:gd name="connsiteX22" fmla="*/ 2443110 w 8773198"/>
                  <a:gd name="connsiteY22" fmla="*/ 398871 h 2858190"/>
                  <a:gd name="connsiteX23" fmla="*/ 2554161 w 8773198"/>
                  <a:gd name="connsiteY23" fmla="*/ 89074 h 2858190"/>
                  <a:gd name="connsiteX24" fmla="*/ 2665211 w 8773198"/>
                  <a:gd name="connsiteY24" fmla="*/ 10485 h 2858190"/>
                  <a:gd name="connsiteX25" fmla="*/ 2776262 w 8773198"/>
                  <a:gd name="connsiteY25" fmla="*/ 0 h 2858190"/>
                  <a:gd name="connsiteX26" fmla="*/ 2887312 w 8773198"/>
                  <a:gd name="connsiteY26" fmla="*/ 4237 h 2858190"/>
                  <a:gd name="connsiteX27" fmla="*/ 2998362 w 8773198"/>
                  <a:gd name="connsiteY27" fmla="*/ 22666 h 2858190"/>
                  <a:gd name="connsiteX28" fmla="*/ 3109519 w 8773198"/>
                  <a:gd name="connsiteY28" fmla="*/ 117564 h 2858190"/>
                  <a:gd name="connsiteX29" fmla="*/ 3220569 w 8773198"/>
                  <a:gd name="connsiteY29" fmla="*/ 294652 h 2858190"/>
                  <a:gd name="connsiteX30" fmla="*/ 3331620 w 8773198"/>
                  <a:gd name="connsiteY30" fmla="*/ 500655 h 2858190"/>
                  <a:gd name="connsiteX31" fmla="*/ 3442670 w 8773198"/>
                  <a:gd name="connsiteY31" fmla="*/ 695960 h 2858190"/>
                  <a:gd name="connsiteX32" fmla="*/ 3553721 w 8773198"/>
                  <a:gd name="connsiteY32" fmla="*/ 853454 h 2858190"/>
                  <a:gd name="connsiteX33" fmla="*/ 3664771 w 8773198"/>
                  <a:gd name="connsiteY33" fmla="*/ 1042298 h 2858190"/>
                  <a:gd name="connsiteX34" fmla="*/ 3775822 w 8773198"/>
                  <a:gd name="connsiteY34" fmla="*/ 1304223 h 2858190"/>
                  <a:gd name="connsiteX35" fmla="*/ 3886872 w 8773198"/>
                  <a:gd name="connsiteY35" fmla="*/ 1560428 h 2858190"/>
                  <a:gd name="connsiteX36" fmla="*/ 3997923 w 8773198"/>
                  <a:gd name="connsiteY36" fmla="*/ 1753297 h 2858190"/>
                  <a:gd name="connsiteX37" fmla="*/ 4108973 w 8773198"/>
                  <a:gd name="connsiteY37" fmla="*/ 1857940 h 2858190"/>
                  <a:gd name="connsiteX38" fmla="*/ 4220024 w 8773198"/>
                  <a:gd name="connsiteY38" fmla="*/ 1951356 h 2858190"/>
                  <a:gd name="connsiteX39" fmla="*/ 4331074 w 8773198"/>
                  <a:gd name="connsiteY39" fmla="*/ 2025496 h 2858190"/>
                  <a:gd name="connsiteX40" fmla="*/ 4442124 w 8773198"/>
                  <a:gd name="connsiteY40" fmla="*/ 2069768 h 2858190"/>
                  <a:gd name="connsiteX41" fmla="*/ 4553175 w 8773198"/>
                  <a:gd name="connsiteY41" fmla="*/ 2074322 h 2858190"/>
                  <a:gd name="connsiteX42" fmla="*/ 4664225 w 8773198"/>
                  <a:gd name="connsiteY42" fmla="*/ 2034393 h 2858190"/>
                  <a:gd name="connsiteX43" fmla="*/ 4775276 w 8773198"/>
                  <a:gd name="connsiteY43" fmla="*/ 1958135 h 2858190"/>
                  <a:gd name="connsiteX44" fmla="*/ 4886326 w 8773198"/>
                  <a:gd name="connsiteY44" fmla="*/ 1860165 h 2858190"/>
                  <a:gd name="connsiteX45" fmla="*/ 4997377 w 8773198"/>
                  <a:gd name="connsiteY45" fmla="*/ 1763889 h 2858190"/>
                  <a:gd name="connsiteX46" fmla="*/ 5108428 w 8773198"/>
                  <a:gd name="connsiteY46" fmla="*/ 1698646 h 2858190"/>
                  <a:gd name="connsiteX47" fmla="*/ 5219478 w 8773198"/>
                  <a:gd name="connsiteY47" fmla="*/ 1668990 h 2858190"/>
                  <a:gd name="connsiteX48" fmla="*/ 5330528 w 8773198"/>
                  <a:gd name="connsiteY48" fmla="*/ 1625883 h 2858190"/>
                  <a:gd name="connsiteX49" fmla="*/ 5441578 w 8773198"/>
                  <a:gd name="connsiteY49" fmla="*/ 1569007 h 2858190"/>
                  <a:gd name="connsiteX50" fmla="*/ 5552629 w 8773198"/>
                  <a:gd name="connsiteY50" fmla="*/ 1503764 h 2858190"/>
                  <a:gd name="connsiteX51" fmla="*/ 5663679 w 8773198"/>
                  <a:gd name="connsiteY51" fmla="*/ 1441275 h 2858190"/>
                  <a:gd name="connsiteX52" fmla="*/ 5774730 w 8773198"/>
                  <a:gd name="connsiteY52" fmla="*/ 1397745 h 2858190"/>
                  <a:gd name="connsiteX53" fmla="*/ 5885781 w 8773198"/>
                  <a:gd name="connsiteY53" fmla="*/ 1384188 h 2858190"/>
                  <a:gd name="connsiteX54" fmla="*/ 5996831 w 8773198"/>
                  <a:gd name="connsiteY54" fmla="*/ 1372431 h 2858190"/>
                  <a:gd name="connsiteX55" fmla="*/ 6107881 w 8773198"/>
                  <a:gd name="connsiteY55" fmla="*/ 1359510 h 2858190"/>
                  <a:gd name="connsiteX56" fmla="*/ 6219038 w 8773198"/>
                  <a:gd name="connsiteY56" fmla="*/ 1350401 h 2858190"/>
                  <a:gd name="connsiteX57" fmla="*/ 6330088 w 8773198"/>
                  <a:gd name="connsiteY57" fmla="*/ 1353473 h 2858190"/>
                  <a:gd name="connsiteX58" fmla="*/ 6441139 w 8773198"/>
                  <a:gd name="connsiteY58" fmla="*/ 1378680 h 2858190"/>
                  <a:gd name="connsiteX59" fmla="*/ 6552189 w 8773198"/>
                  <a:gd name="connsiteY59" fmla="*/ 1415644 h 2858190"/>
                  <a:gd name="connsiteX60" fmla="*/ 6663240 w 8773198"/>
                  <a:gd name="connsiteY60" fmla="*/ 1458116 h 2858190"/>
                  <a:gd name="connsiteX61" fmla="*/ 6774290 w 8773198"/>
                  <a:gd name="connsiteY61" fmla="*/ 1506200 h 2858190"/>
                  <a:gd name="connsiteX62" fmla="*/ 6885340 w 8773198"/>
                  <a:gd name="connsiteY62" fmla="*/ 1560005 h 2858190"/>
                  <a:gd name="connsiteX63" fmla="*/ 6996391 w 8773198"/>
                  <a:gd name="connsiteY63" fmla="*/ 1619634 h 2858190"/>
                  <a:gd name="connsiteX64" fmla="*/ 7107441 w 8773198"/>
                  <a:gd name="connsiteY64" fmla="*/ 1684983 h 2858190"/>
                  <a:gd name="connsiteX65" fmla="*/ 7218492 w 8773198"/>
                  <a:gd name="connsiteY65" fmla="*/ 1754568 h 2858190"/>
                  <a:gd name="connsiteX66" fmla="*/ 7329543 w 8773198"/>
                  <a:gd name="connsiteY66" fmla="*/ 1826484 h 2858190"/>
                  <a:gd name="connsiteX67" fmla="*/ 7440593 w 8773198"/>
                  <a:gd name="connsiteY67" fmla="*/ 1899776 h 2858190"/>
                  <a:gd name="connsiteX68" fmla="*/ 7551643 w 8773198"/>
                  <a:gd name="connsiteY68" fmla="*/ 1973598 h 2858190"/>
                  <a:gd name="connsiteX69" fmla="*/ 7662694 w 8773198"/>
                  <a:gd name="connsiteY69" fmla="*/ 2047632 h 2858190"/>
                  <a:gd name="connsiteX70" fmla="*/ 7773744 w 8773198"/>
                  <a:gd name="connsiteY70" fmla="*/ 2121454 h 2858190"/>
                  <a:gd name="connsiteX71" fmla="*/ 7884794 w 8773198"/>
                  <a:gd name="connsiteY71" fmla="*/ 2195170 h 2858190"/>
                  <a:gd name="connsiteX72" fmla="*/ 7995845 w 8773198"/>
                  <a:gd name="connsiteY72" fmla="*/ 2268886 h 2858190"/>
                  <a:gd name="connsiteX73" fmla="*/ 8106896 w 8773198"/>
                  <a:gd name="connsiteY73" fmla="*/ 2342814 h 2858190"/>
                  <a:gd name="connsiteX74" fmla="*/ 8217946 w 8773198"/>
                  <a:gd name="connsiteY74" fmla="*/ 2417165 h 2858190"/>
                  <a:gd name="connsiteX75" fmla="*/ 8328997 w 8773198"/>
                  <a:gd name="connsiteY75" fmla="*/ 2492152 h 2858190"/>
                  <a:gd name="connsiteX76" fmla="*/ 8440047 w 8773198"/>
                  <a:gd name="connsiteY76" fmla="*/ 2568093 h 2858190"/>
                  <a:gd name="connsiteX77" fmla="*/ 8551097 w 8773198"/>
                  <a:gd name="connsiteY77" fmla="*/ 2645198 h 2858190"/>
                  <a:gd name="connsiteX78" fmla="*/ 8662148 w 8773198"/>
                  <a:gd name="connsiteY78" fmla="*/ 2723680 h 2858190"/>
                  <a:gd name="connsiteX79" fmla="*/ 8773198 w 8773198"/>
                  <a:gd name="connsiteY79" fmla="*/ 2803751 h 2858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858190">
                    <a:moveTo>
                      <a:pt x="0" y="2858190"/>
                    </a:moveTo>
                    <a:lnTo>
                      <a:pt x="111050" y="2416954"/>
                    </a:lnTo>
                    <a:lnTo>
                      <a:pt x="222101" y="2004525"/>
                    </a:lnTo>
                    <a:lnTo>
                      <a:pt x="333151" y="1635204"/>
                    </a:lnTo>
                    <a:lnTo>
                      <a:pt x="444202" y="1318098"/>
                    </a:lnTo>
                    <a:lnTo>
                      <a:pt x="555252" y="1035202"/>
                    </a:lnTo>
                    <a:lnTo>
                      <a:pt x="666303" y="776031"/>
                    </a:lnTo>
                    <a:lnTo>
                      <a:pt x="777353" y="577654"/>
                    </a:lnTo>
                    <a:lnTo>
                      <a:pt x="888404" y="429904"/>
                    </a:lnTo>
                    <a:lnTo>
                      <a:pt x="999454" y="305667"/>
                    </a:lnTo>
                    <a:lnTo>
                      <a:pt x="1110505" y="270398"/>
                    </a:lnTo>
                    <a:lnTo>
                      <a:pt x="1221555" y="288297"/>
                    </a:lnTo>
                    <a:lnTo>
                      <a:pt x="1332605" y="323143"/>
                    </a:lnTo>
                    <a:lnTo>
                      <a:pt x="1443656" y="587716"/>
                    </a:lnTo>
                    <a:lnTo>
                      <a:pt x="1554706" y="984575"/>
                    </a:lnTo>
                    <a:lnTo>
                      <a:pt x="1665757" y="1322970"/>
                    </a:lnTo>
                    <a:lnTo>
                      <a:pt x="1776807" y="1451761"/>
                    </a:lnTo>
                    <a:lnTo>
                      <a:pt x="1887858" y="1437039"/>
                    </a:lnTo>
                    <a:lnTo>
                      <a:pt x="1998908" y="1353790"/>
                    </a:lnTo>
                    <a:lnTo>
                      <a:pt x="2109959" y="1243111"/>
                    </a:lnTo>
                    <a:lnTo>
                      <a:pt x="2221009" y="1116861"/>
                    </a:lnTo>
                    <a:lnTo>
                      <a:pt x="2332060" y="799861"/>
                    </a:lnTo>
                    <a:lnTo>
                      <a:pt x="2443110" y="398871"/>
                    </a:lnTo>
                    <a:lnTo>
                      <a:pt x="2554161" y="89074"/>
                    </a:lnTo>
                    <a:lnTo>
                      <a:pt x="2665211" y="10485"/>
                    </a:lnTo>
                    <a:lnTo>
                      <a:pt x="2776262" y="0"/>
                    </a:lnTo>
                    <a:lnTo>
                      <a:pt x="2887312" y="4237"/>
                    </a:lnTo>
                    <a:lnTo>
                      <a:pt x="2998362" y="22666"/>
                    </a:lnTo>
                    <a:lnTo>
                      <a:pt x="3109519" y="117564"/>
                    </a:lnTo>
                    <a:lnTo>
                      <a:pt x="3220569" y="294652"/>
                    </a:lnTo>
                    <a:lnTo>
                      <a:pt x="3331620" y="500655"/>
                    </a:lnTo>
                    <a:lnTo>
                      <a:pt x="3442670" y="695960"/>
                    </a:lnTo>
                    <a:lnTo>
                      <a:pt x="3553721" y="853454"/>
                    </a:lnTo>
                    <a:lnTo>
                      <a:pt x="3664771" y="1042298"/>
                    </a:lnTo>
                    <a:lnTo>
                      <a:pt x="3775822" y="1304223"/>
                    </a:lnTo>
                    <a:lnTo>
                      <a:pt x="3886872" y="1560428"/>
                    </a:lnTo>
                    <a:lnTo>
                      <a:pt x="3997923" y="1753297"/>
                    </a:lnTo>
                    <a:lnTo>
                      <a:pt x="4108973" y="1857940"/>
                    </a:lnTo>
                    <a:lnTo>
                      <a:pt x="4220024" y="1951356"/>
                    </a:lnTo>
                    <a:lnTo>
                      <a:pt x="4331074" y="2025496"/>
                    </a:lnTo>
                    <a:lnTo>
                      <a:pt x="4442124" y="2069768"/>
                    </a:lnTo>
                    <a:lnTo>
                      <a:pt x="4553175" y="2074322"/>
                    </a:lnTo>
                    <a:lnTo>
                      <a:pt x="4664225" y="2034393"/>
                    </a:lnTo>
                    <a:lnTo>
                      <a:pt x="4775276" y="1958135"/>
                    </a:lnTo>
                    <a:lnTo>
                      <a:pt x="4886326" y="1860165"/>
                    </a:lnTo>
                    <a:lnTo>
                      <a:pt x="4997377" y="1763889"/>
                    </a:lnTo>
                    <a:lnTo>
                      <a:pt x="5108428" y="1698646"/>
                    </a:lnTo>
                    <a:lnTo>
                      <a:pt x="5219478" y="1668990"/>
                    </a:lnTo>
                    <a:lnTo>
                      <a:pt x="5330528" y="1625883"/>
                    </a:lnTo>
                    <a:lnTo>
                      <a:pt x="5441578" y="1569007"/>
                    </a:lnTo>
                    <a:lnTo>
                      <a:pt x="5552629" y="1503764"/>
                    </a:lnTo>
                    <a:lnTo>
                      <a:pt x="5663679" y="1441275"/>
                    </a:lnTo>
                    <a:lnTo>
                      <a:pt x="5774730" y="1397745"/>
                    </a:lnTo>
                    <a:lnTo>
                      <a:pt x="5885781" y="1384188"/>
                    </a:lnTo>
                    <a:lnTo>
                      <a:pt x="5996831" y="1372431"/>
                    </a:lnTo>
                    <a:lnTo>
                      <a:pt x="6107881" y="1359510"/>
                    </a:lnTo>
                    <a:lnTo>
                      <a:pt x="6219038" y="1350401"/>
                    </a:lnTo>
                    <a:lnTo>
                      <a:pt x="6330088" y="1353473"/>
                    </a:lnTo>
                    <a:lnTo>
                      <a:pt x="6441139" y="1378680"/>
                    </a:lnTo>
                    <a:lnTo>
                      <a:pt x="6552189" y="1415644"/>
                    </a:lnTo>
                    <a:lnTo>
                      <a:pt x="6663240" y="1458116"/>
                    </a:lnTo>
                    <a:lnTo>
                      <a:pt x="6774290" y="1506200"/>
                    </a:lnTo>
                    <a:lnTo>
                      <a:pt x="6885340" y="1560005"/>
                    </a:lnTo>
                    <a:lnTo>
                      <a:pt x="6996391" y="1619634"/>
                    </a:lnTo>
                    <a:lnTo>
                      <a:pt x="7107441" y="1684983"/>
                    </a:lnTo>
                    <a:lnTo>
                      <a:pt x="7218492" y="1754568"/>
                    </a:lnTo>
                    <a:lnTo>
                      <a:pt x="7329543" y="1826484"/>
                    </a:lnTo>
                    <a:lnTo>
                      <a:pt x="7440593" y="1899776"/>
                    </a:lnTo>
                    <a:lnTo>
                      <a:pt x="7551643" y="1973598"/>
                    </a:lnTo>
                    <a:lnTo>
                      <a:pt x="7662694" y="2047632"/>
                    </a:lnTo>
                    <a:lnTo>
                      <a:pt x="7773744" y="2121454"/>
                    </a:lnTo>
                    <a:lnTo>
                      <a:pt x="7884794" y="2195170"/>
                    </a:lnTo>
                    <a:lnTo>
                      <a:pt x="7995845" y="2268886"/>
                    </a:lnTo>
                    <a:lnTo>
                      <a:pt x="8106896" y="2342814"/>
                    </a:lnTo>
                    <a:lnTo>
                      <a:pt x="8217946" y="2417165"/>
                    </a:lnTo>
                    <a:lnTo>
                      <a:pt x="8328997" y="2492152"/>
                    </a:lnTo>
                    <a:lnTo>
                      <a:pt x="8440047" y="2568093"/>
                    </a:lnTo>
                    <a:lnTo>
                      <a:pt x="8551097" y="2645198"/>
                    </a:lnTo>
                    <a:lnTo>
                      <a:pt x="8662148" y="2723680"/>
                    </a:lnTo>
                    <a:lnTo>
                      <a:pt x="8773198" y="2803751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37F2C9D9-E36D-D53D-D8EC-15BC5E8A6B0E}"/>
                  </a:ext>
                </a:extLst>
              </p:cNvPr>
              <p:cNvSpPr/>
              <p:nvPr/>
            </p:nvSpPr>
            <p:spPr>
              <a:xfrm>
                <a:off x="1909778" y="1959233"/>
                <a:ext cx="8773198" cy="3817451"/>
              </a:xfrm>
              <a:custGeom>
                <a:avLst/>
                <a:gdLst>
                  <a:gd name="connsiteX0" fmla="*/ 8773198 w 8773198"/>
                  <a:gd name="connsiteY0" fmla="*/ 3817452 h 3817451"/>
                  <a:gd name="connsiteX1" fmla="*/ 8662148 w 8773198"/>
                  <a:gd name="connsiteY1" fmla="*/ 3817452 h 3817451"/>
                  <a:gd name="connsiteX2" fmla="*/ 8551097 w 8773198"/>
                  <a:gd name="connsiteY2" fmla="*/ 3817452 h 3817451"/>
                  <a:gd name="connsiteX3" fmla="*/ 8440047 w 8773198"/>
                  <a:gd name="connsiteY3" fmla="*/ 3817452 h 3817451"/>
                  <a:gd name="connsiteX4" fmla="*/ 8328997 w 8773198"/>
                  <a:gd name="connsiteY4" fmla="*/ 3586878 h 3817451"/>
                  <a:gd name="connsiteX5" fmla="*/ 8217946 w 8773198"/>
                  <a:gd name="connsiteY5" fmla="*/ 3335968 h 3817451"/>
                  <a:gd name="connsiteX6" fmla="*/ 8106896 w 8773198"/>
                  <a:gd name="connsiteY6" fmla="*/ 3100415 h 3817451"/>
                  <a:gd name="connsiteX7" fmla="*/ 7995845 w 8773198"/>
                  <a:gd name="connsiteY7" fmla="*/ 2880326 h 3817451"/>
                  <a:gd name="connsiteX8" fmla="*/ 7884794 w 8773198"/>
                  <a:gd name="connsiteY8" fmla="*/ 2676125 h 3817451"/>
                  <a:gd name="connsiteX9" fmla="*/ 7773744 w 8773198"/>
                  <a:gd name="connsiteY9" fmla="*/ 2488022 h 3817451"/>
                  <a:gd name="connsiteX10" fmla="*/ 7662694 w 8773198"/>
                  <a:gd name="connsiteY10" fmla="*/ 2316124 h 3817451"/>
                  <a:gd name="connsiteX11" fmla="*/ 7551643 w 8773198"/>
                  <a:gd name="connsiteY11" fmla="*/ 2160430 h 3817451"/>
                  <a:gd name="connsiteX12" fmla="*/ 7440593 w 8773198"/>
                  <a:gd name="connsiteY12" fmla="*/ 2020730 h 3817451"/>
                  <a:gd name="connsiteX13" fmla="*/ 7329543 w 8773198"/>
                  <a:gd name="connsiteY13" fmla="*/ 1896599 h 3817451"/>
                  <a:gd name="connsiteX14" fmla="*/ 7218492 w 8773198"/>
                  <a:gd name="connsiteY14" fmla="*/ 1787296 h 3817451"/>
                  <a:gd name="connsiteX15" fmla="*/ 7107441 w 8773198"/>
                  <a:gd name="connsiteY15" fmla="*/ 1691867 h 3817451"/>
                  <a:gd name="connsiteX16" fmla="*/ 6996391 w 8773198"/>
                  <a:gd name="connsiteY16" fmla="*/ 1609572 h 3817451"/>
                  <a:gd name="connsiteX17" fmla="*/ 6885340 w 8773198"/>
                  <a:gd name="connsiteY17" fmla="*/ 1539563 h 3817451"/>
                  <a:gd name="connsiteX18" fmla="*/ 6774290 w 8773198"/>
                  <a:gd name="connsiteY18" fmla="*/ 1480358 h 3817451"/>
                  <a:gd name="connsiteX19" fmla="*/ 6663240 w 8773198"/>
                  <a:gd name="connsiteY19" fmla="*/ 1430790 h 3817451"/>
                  <a:gd name="connsiteX20" fmla="*/ 6552189 w 8773198"/>
                  <a:gd name="connsiteY20" fmla="*/ 1389695 h 3817451"/>
                  <a:gd name="connsiteX21" fmla="*/ 6441139 w 8773198"/>
                  <a:gd name="connsiteY21" fmla="*/ 1355803 h 3817451"/>
                  <a:gd name="connsiteX22" fmla="*/ 6330088 w 8773198"/>
                  <a:gd name="connsiteY22" fmla="*/ 1333031 h 3817451"/>
                  <a:gd name="connsiteX23" fmla="*/ 6219038 w 8773198"/>
                  <a:gd name="connsiteY23" fmla="*/ 1331337 h 3817451"/>
                  <a:gd name="connsiteX24" fmla="*/ 6107881 w 8773198"/>
                  <a:gd name="connsiteY24" fmla="*/ 1346906 h 3817451"/>
                  <a:gd name="connsiteX25" fmla="*/ 5996831 w 8773198"/>
                  <a:gd name="connsiteY25" fmla="*/ 1372961 h 3817451"/>
                  <a:gd name="connsiteX26" fmla="*/ 5885781 w 8773198"/>
                  <a:gd name="connsiteY26" fmla="*/ 1399333 h 3817451"/>
                  <a:gd name="connsiteX27" fmla="*/ 5774730 w 8773198"/>
                  <a:gd name="connsiteY27" fmla="*/ 1418928 h 3817451"/>
                  <a:gd name="connsiteX28" fmla="*/ 5663679 w 8773198"/>
                  <a:gd name="connsiteY28" fmla="*/ 1458222 h 3817451"/>
                  <a:gd name="connsiteX29" fmla="*/ 5552629 w 8773198"/>
                  <a:gd name="connsiteY29" fmla="*/ 1519334 h 3817451"/>
                  <a:gd name="connsiteX30" fmla="*/ 5441578 w 8773198"/>
                  <a:gd name="connsiteY30" fmla="*/ 1595698 h 3817451"/>
                  <a:gd name="connsiteX31" fmla="*/ 5330528 w 8773198"/>
                  <a:gd name="connsiteY31" fmla="*/ 1675345 h 3817451"/>
                  <a:gd name="connsiteX32" fmla="*/ 5219478 w 8773198"/>
                  <a:gd name="connsiteY32" fmla="*/ 1741011 h 3817451"/>
                  <a:gd name="connsiteX33" fmla="*/ 5108428 w 8773198"/>
                  <a:gd name="connsiteY33" fmla="*/ 1774904 h 3817451"/>
                  <a:gd name="connsiteX34" fmla="*/ 4997377 w 8773198"/>
                  <a:gd name="connsiteY34" fmla="*/ 1817163 h 3817451"/>
                  <a:gd name="connsiteX35" fmla="*/ 4886326 w 8773198"/>
                  <a:gd name="connsiteY35" fmla="*/ 1883042 h 3817451"/>
                  <a:gd name="connsiteX36" fmla="*/ 4775276 w 8773198"/>
                  <a:gd name="connsiteY36" fmla="*/ 1963854 h 3817451"/>
                  <a:gd name="connsiteX37" fmla="*/ 4664225 w 8773198"/>
                  <a:gd name="connsiteY37" fmla="*/ 2044772 h 3817451"/>
                  <a:gd name="connsiteX38" fmla="*/ 4553175 w 8773198"/>
                  <a:gd name="connsiteY38" fmla="*/ 2102072 h 3817451"/>
                  <a:gd name="connsiteX39" fmla="*/ 4442124 w 8773198"/>
                  <a:gd name="connsiteY39" fmla="*/ 2106096 h 3817451"/>
                  <a:gd name="connsiteX40" fmla="*/ 4331074 w 8773198"/>
                  <a:gd name="connsiteY40" fmla="*/ 2045620 h 3817451"/>
                  <a:gd name="connsiteX41" fmla="*/ 4220024 w 8773198"/>
                  <a:gd name="connsiteY41" fmla="*/ 1955593 h 3817451"/>
                  <a:gd name="connsiteX42" fmla="*/ 4108973 w 8773198"/>
                  <a:gd name="connsiteY42" fmla="*/ 1862071 h 3817451"/>
                  <a:gd name="connsiteX43" fmla="*/ 3997923 w 8773198"/>
                  <a:gd name="connsiteY43" fmla="*/ 1750861 h 3817451"/>
                  <a:gd name="connsiteX44" fmla="*/ 3886872 w 8773198"/>
                  <a:gd name="connsiteY44" fmla="*/ 1535645 h 3817451"/>
                  <a:gd name="connsiteX45" fmla="*/ 3775822 w 8773198"/>
                  <a:gd name="connsiteY45" fmla="*/ 1277850 h 3817451"/>
                  <a:gd name="connsiteX46" fmla="*/ 3664771 w 8773198"/>
                  <a:gd name="connsiteY46" fmla="*/ 1044416 h 3817451"/>
                  <a:gd name="connsiteX47" fmla="*/ 3553721 w 8773198"/>
                  <a:gd name="connsiteY47" fmla="*/ 880991 h 3817451"/>
                  <a:gd name="connsiteX48" fmla="*/ 3442670 w 8773198"/>
                  <a:gd name="connsiteY48" fmla="*/ 714918 h 3817451"/>
                  <a:gd name="connsiteX49" fmla="*/ 3331620 w 8773198"/>
                  <a:gd name="connsiteY49" fmla="*/ 501608 h 3817451"/>
                  <a:gd name="connsiteX50" fmla="*/ 3220569 w 8773198"/>
                  <a:gd name="connsiteY50" fmla="*/ 294758 h 3817451"/>
                  <a:gd name="connsiteX51" fmla="*/ 3109519 w 8773198"/>
                  <a:gd name="connsiteY51" fmla="*/ 135252 h 3817451"/>
                  <a:gd name="connsiteX52" fmla="*/ 2998362 w 8773198"/>
                  <a:gd name="connsiteY52" fmla="*/ 50839 h 3817451"/>
                  <a:gd name="connsiteX53" fmla="*/ 2887312 w 8773198"/>
                  <a:gd name="connsiteY53" fmla="*/ 14298 h 3817451"/>
                  <a:gd name="connsiteX54" fmla="*/ 2776262 w 8773198"/>
                  <a:gd name="connsiteY54" fmla="*/ 0 h 3817451"/>
                  <a:gd name="connsiteX55" fmla="*/ 2665211 w 8773198"/>
                  <a:gd name="connsiteY55" fmla="*/ 26902 h 3817451"/>
                  <a:gd name="connsiteX56" fmla="*/ 2554161 w 8773198"/>
                  <a:gd name="connsiteY56" fmla="*/ 105702 h 3817451"/>
                  <a:gd name="connsiteX57" fmla="*/ 2443110 w 8773198"/>
                  <a:gd name="connsiteY57" fmla="*/ 388174 h 3817451"/>
                  <a:gd name="connsiteX58" fmla="*/ 2332060 w 8773198"/>
                  <a:gd name="connsiteY58" fmla="*/ 793189 h 3817451"/>
                  <a:gd name="connsiteX59" fmla="*/ 2221009 w 8773198"/>
                  <a:gd name="connsiteY59" fmla="*/ 1150542 h 3817451"/>
                  <a:gd name="connsiteX60" fmla="*/ 2109959 w 8773198"/>
                  <a:gd name="connsiteY60" fmla="*/ 1293526 h 3817451"/>
                  <a:gd name="connsiteX61" fmla="*/ 1998908 w 8773198"/>
                  <a:gd name="connsiteY61" fmla="*/ 1393190 h 3817451"/>
                  <a:gd name="connsiteX62" fmla="*/ 1887858 w 8773198"/>
                  <a:gd name="connsiteY62" fmla="*/ 1491690 h 3817451"/>
                  <a:gd name="connsiteX63" fmla="*/ 1776807 w 8773198"/>
                  <a:gd name="connsiteY63" fmla="*/ 1536068 h 3817451"/>
                  <a:gd name="connsiteX64" fmla="*/ 1665757 w 8773198"/>
                  <a:gd name="connsiteY64" fmla="*/ 1386730 h 3817451"/>
                  <a:gd name="connsiteX65" fmla="*/ 1554706 w 8773198"/>
                  <a:gd name="connsiteY65" fmla="*/ 997708 h 3817451"/>
                  <a:gd name="connsiteX66" fmla="*/ 1443656 w 8773198"/>
                  <a:gd name="connsiteY66" fmla="*/ 581043 h 3817451"/>
                  <a:gd name="connsiteX67" fmla="*/ 1332605 w 8773198"/>
                  <a:gd name="connsiteY67" fmla="*/ 322614 h 3817451"/>
                  <a:gd name="connsiteX68" fmla="*/ 1221555 w 8773198"/>
                  <a:gd name="connsiteY68" fmla="*/ 272834 h 3817451"/>
                  <a:gd name="connsiteX69" fmla="*/ 1110505 w 8773198"/>
                  <a:gd name="connsiteY69" fmla="*/ 230362 h 3817451"/>
                  <a:gd name="connsiteX70" fmla="*/ 999454 w 8773198"/>
                  <a:gd name="connsiteY70" fmla="*/ 239153 h 3817451"/>
                  <a:gd name="connsiteX71" fmla="*/ 888404 w 8773198"/>
                  <a:gd name="connsiteY71" fmla="*/ 327591 h 3817451"/>
                  <a:gd name="connsiteX72" fmla="*/ 777353 w 8773198"/>
                  <a:gd name="connsiteY72" fmla="*/ 445685 h 3817451"/>
                  <a:gd name="connsiteX73" fmla="*/ 666303 w 8773198"/>
                  <a:gd name="connsiteY73" fmla="*/ 631988 h 3817451"/>
                  <a:gd name="connsiteX74" fmla="*/ 555252 w 8773198"/>
                  <a:gd name="connsiteY74" fmla="*/ 914036 h 3817451"/>
                  <a:gd name="connsiteX75" fmla="*/ 444202 w 8773198"/>
                  <a:gd name="connsiteY75" fmla="*/ 1278062 h 3817451"/>
                  <a:gd name="connsiteX76" fmla="*/ 333151 w 8773198"/>
                  <a:gd name="connsiteY76" fmla="*/ 1744718 h 3817451"/>
                  <a:gd name="connsiteX77" fmla="*/ 222101 w 8773198"/>
                  <a:gd name="connsiteY77" fmla="*/ 2333705 h 3817451"/>
                  <a:gd name="connsiteX78" fmla="*/ 111050 w 8773198"/>
                  <a:gd name="connsiteY78" fmla="*/ 3032101 h 3817451"/>
                  <a:gd name="connsiteX79" fmla="*/ 0 w 8773198"/>
                  <a:gd name="connsiteY79" fmla="*/ 3816817 h 3817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3817451">
                    <a:moveTo>
                      <a:pt x="8773198" y="3817452"/>
                    </a:moveTo>
                    <a:lnTo>
                      <a:pt x="8662148" y="3817452"/>
                    </a:lnTo>
                    <a:lnTo>
                      <a:pt x="8551097" y="3817452"/>
                    </a:lnTo>
                    <a:lnTo>
                      <a:pt x="8440047" y="3817452"/>
                    </a:lnTo>
                    <a:lnTo>
                      <a:pt x="8328997" y="3586878"/>
                    </a:lnTo>
                    <a:lnTo>
                      <a:pt x="8217946" y="3335968"/>
                    </a:lnTo>
                    <a:lnTo>
                      <a:pt x="8106896" y="3100415"/>
                    </a:lnTo>
                    <a:lnTo>
                      <a:pt x="7995845" y="2880326"/>
                    </a:lnTo>
                    <a:lnTo>
                      <a:pt x="7884794" y="2676125"/>
                    </a:lnTo>
                    <a:lnTo>
                      <a:pt x="7773744" y="2488022"/>
                    </a:lnTo>
                    <a:lnTo>
                      <a:pt x="7662694" y="2316124"/>
                    </a:lnTo>
                    <a:lnTo>
                      <a:pt x="7551643" y="2160430"/>
                    </a:lnTo>
                    <a:lnTo>
                      <a:pt x="7440593" y="2020730"/>
                    </a:lnTo>
                    <a:lnTo>
                      <a:pt x="7329543" y="1896599"/>
                    </a:lnTo>
                    <a:lnTo>
                      <a:pt x="7218492" y="1787296"/>
                    </a:lnTo>
                    <a:lnTo>
                      <a:pt x="7107441" y="1691867"/>
                    </a:lnTo>
                    <a:lnTo>
                      <a:pt x="6996391" y="1609572"/>
                    </a:lnTo>
                    <a:lnTo>
                      <a:pt x="6885340" y="1539563"/>
                    </a:lnTo>
                    <a:lnTo>
                      <a:pt x="6774290" y="1480358"/>
                    </a:lnTo>
                    <a:lnTo>
                      <a:pt x="6663240" y="1430790"/>
                    </a:lnTo>
                    <a:lnTo>
                      <a:pt x="6552189" y="1389695"/>
                    </a:lnTo>
                    <a:lnTo>
                      <a:pt x="6441139" y="1355803"/>
                    </a:lnTo>
                    <a:lnTo>
                      <a:pt x="6330088" y="1333031"/>
                    </a:lnTo>
                    <a:lnTo>
                      <a:pt x="6219038" y="1331337"/>
                    </a:lnTo>
                    <a:lnTo>
                      <a:pt x="6107881" y="1346906"/>
                    </a:lnTo>
                    <a:lnTo>
                      <a:pt x="5996831" y="1372961"/>
                    </a:lnTo>
                    <a:lnTo>
                      <a:pt x="5885781" y="1399333"/>
                    </a:lnTo>
                    <a:lnTo>
                      <a:pt x="5774730" y="1418928"/>
                    </a:lnTo>
                    <a:lnTo>
                      <a:pt x="5663679" y="1458222"/>
                    </a:lnTo>
                    <a:lnTo>
                      <a:pt x="5552629" y="1519334"/>
                    </a:lnTo>
                    <a:lnTo>
                      <a:pt x="5441578" y="1595698"/>
                    </a:lnTo>
                    <a:lnTo>
                      <a:pt x="5330528" y="1675345"/>
                    </a:lnTo>
                    <a:lnTo>
                      <a:pt x="5219478" y="1741011"/>
                    </a:lnTo>
                    <a:lnTo>
                      <a:pt x="5108428" y="1774904"/>
                    </a:lnTo>
                    <a:lnTo>
                      <a:pt x="4997377" y="1817163"/>
                    </a:lnTo>
                    <a:lnTo>
                      <a:pt x="4886326" y="1883042"/>
                    </a:lnTo>
                    <a:lnTo>
                      <a:pt x="4775276" y="1963854"/>
                    </a:lnTo>
                    <a:lnTo>
                      <a:pt x="4664225" y="2044772"/>
                    </a:lnTo>
                    <a:lnTo>
                      <a:pt x="4553175" y="2102072"/>
                    </a:lnTo>
                    <a:lnTo>
                      <a:pt x="4442124" y="2106096"/>
                    </a:lnTo>
                    <a:lnTo>
                      <a:pt x="4331074" y="2045620"/>
                    </a:lnTo>
                    <a:lnTo>
                      <a:pt x="4220024" y="1955593"/>
                    </a:lnTo>
                    <a:lnTo>
                      <a:pt x="4108973" y="1862071"/>
                    </a:lnTo>
                    <a:lnTo>
                      <a:pt x="3997923" y="1750861"/>
                    </a:lnTo>
                    <a:lnTo>
                      <a:pt x="3886872" y="1535645"/>
                    </a:lnTo>
                    <a:lnTo>
                      <a:pt x="3775822" y="1277850"/>
                    </a:lnTo>
                    <a:lnTo>
                      <a:pt x="3664771" y="1044416"/>
                    </a:lnTo>
                    <a:lnTo>
                      <a:pt x="3553721" y="880991"/>
                    </a:lnTo>
                    <a:lnTo>
                      <a:pt x="3442670" y="714918"/>
                    </a:lnTo>
                    <a:lnTo>
                      <a:pt x="3331620" y="501608"/>
                    </a:lnTo>
                    <a:lnTo>
                      <a:pt x="3220569" y="294758"/>
                    </a:lnTo>
                    <a:lnTo>
                      <a:pt x="3109519" y="135252"/>
                    </a:lnTo>
                    <a:lnTo>
                      <a:pt x="2998362" y="50839"/>
                    </a:lnTo>
                    <a:lnTo>
                      <a:pt x="2887312" y="14298"/>
                    </a:lnTo>
                    <a:lnTo>
                      <a:pt x="2776262" y="0"/>
                    </a:lnTo>
                    <a:lnTo>
                      <a:pt x="2665211" y="26902"/>
                    </a:lnTo>
                    <a:lnTo>
                      <a:pt x="2554161" y="105702"/>
                    </a:lnTo>
                    <a:lnTo>
                      <a:pt x="2443110" y="388174"/>
                    </a:lnTo>
                    <a:lnTo>
                      <a:pt x="2332060" y="793189"/>
                    </a:lnTo>
                    <a:lnTo>
                      <a:pt x="2221009" y="1150542"/>
                    </a:lnTo>
                    <a:lnTo>
                      <a:pt x="2109959" y="1293526"/>
                    </a:lnTo>
                    <a:lnTo>
                      <a:pt x="1998908" y="1393190"/>
                    </a:lnTo>
                    <a:lnTo>
                      <a:pt x="1887858" y="1491690"/>
                    </a:lnTo>
                    <a:lnTo>
                      <a:pt x="1776807" y="1536068"/>
                    </a:lnTo>
                    <a:lnTo>
                      <a:pt x="1665757" y="1386730"/>
                    </a:lnTo>
                    <a:lnTo>
                      <a:pt x="1554706" y="997708"/>
                    </a:lnTo>
                    <a:lnTo>
                      <a:pt x="1443656" y="581043"/>
                    </a:lnTo>
                    <a:lnTo>
                      <a:pt x="1332605" y="322614"/>
                    </a:lnTo>
                    <a:lnTo>
                      <a:pt x="1221555" y="272834"/>
                    </a:lnTo>
                    <a:lnTo>
                      <a:pt x="1110505" y="230362"/>
                    </a:lnTo>
                    <a:lnTo>
                      <a:pt x="999454" y="239153"/>
                    </a:lnTo>
                    <a:lnTo>
                      <a:pt x="888404" y="327591"/>
                    </a:lnTo>
                    <a:lnTo>
                      <a:pt x="777353" y="445685"/>
                    </a:lnTo>
                    <a:lnTo>
                      <a:pt x="666303" y="631988"/>
                    </a:lnTo>
                    <a:lnTo>
                      <a:pt x="555252" y="914036"/>
                    </a:lnTo>
                    <a:lnTo>
                      <a:pt x="444202" y="1278062"/>
                    </a:lnTo>
                    <a:lnTo>
                      <a:pt x="333151" y="1744718"/>
                    </a:lnTo>
                    <a:lnTo>
                      <a:pt x="222101" y="2333705"/>
                    </a:lnTo>
                    <a:lnTo>
                      <a:pt x="111050" y="3032101"/>
                    </a:lnTo>
                    <a:lnTo>
                      <a:pt x="0" y="3816817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B505166-6945-A151-9F4B-02BC4891E351}"/>
                  </a:ext>
                </a:extLst>
              </p:cNvPr>
              <p:cNvSpPr/>
              <p:nvPr/>
            </p:nvSpPr>
            <p:spPr>
              <a:xfrm>
                <a:off x="1909778" y="1465357"/>
                <a:ext cx="8773198" cy="3770849"/>
              </a:xfrm>
              <a:custGeom>
                <a:avLst/>
                <a:gdLst>
                  <a:gd name="connsiteX0" fmla="*/ 0 w 8773198"/>
                  <a:gd name="connsiteY0" fmla="*/ 3337450 h 3770849"/>
                  <a:gd name="connsiteX1" fmla="*/ 111050 w 8773198"/>
                  <a:gd name="connsiteY1" fmla="*/ 2724527 h 3770849"/>
                  <a:gd name="connsiteX2" fmla="*/ 222101 w 8773198"/>
                  <a:gd name="connsiteY2" fmla="*/ 2169115 h 3770849"/>
                  <a:gd name="connsiteX3" fmla="*/ 333151 w 8773198"/>
                  <a:gd name="connsiteY3" fmla="*/ 1689961 h 3770849"/>
                  <a:gd name="connsiteX4" fmla="*/ 444202 w 8773198"/>
                  <a:gd name="connsiteY4" fmla="*/ 1298080 h 3770849"/>
                  <a:gd name="connsiteX5" fmla="*/ 555252 w 8773198"/>
                  <a:gd name="connsiteY5" fmla="*/ 974619 h 3770849"/>
                  <a:gd name="connsiteX6" fmla="*/ 666303 w 8773198"/>
                  <a:gd name="connsiteY6" fmla="*/ 704009 h 3770849"/>
                  <a:gd name="connsiteX7" fmla="*/ 777353 w 8773198"/>
                  <a:gd name="connsiteY7" fmla="*/ 511670 h 3770849"/>
                  <a:gd name="connsiteX8" fmla="*/ 888404 w 8773198"/>
                  <a:gd name="connsiteY8" fmla="*/ 378748 h 3770849"/>
                  <a:gd name="connsiteX9" fmla="*/ 999454 w 8773198"/>
                  <a:gd name="connsiteY9" fmla="*/ 272410 h 3770849"/>
                  <a:gd name="connsiteX10" fmla="*/ 1110505 w 8773198"/>
                  <a:gd name="connsiteY10" fmla="*/ 250380 h 3770849"/>
                  <a:gd name="connsiteX11" fmla="*/ 1221555 w 8773198"/>
                  <a:gd name="connsiteY11" fmla="*/ 280566 h 3770849"/>
                  <a:gd name="connsiteX12" fmla="*/ 1332605 w 8773198"/>
                  <a:gd name="connsiteY12" fmla="*/ 322931 h 3770849"/>
                  <a:gd name="connsiteX13" fmla="*/ 1443656 w 8773198"/>
                  <a:gd name="connsiteY13" fmla="*/ 584433 h 3770849"/>
                  <a:gd name="connsiteX14" fmla="*/ 1554706 w 8773198"/>
                  <a:gd name="connsiteY14" fmla="*/ 991142 h 3770849"/>
                  <a:gd name="connsiteX15" fmla="*/ 1665757 w 8773198"/>
                  <a:gd name="connsiteY15" fmla="*/ 1354850 h 3770849"/>
                  <a:gd name="connsiteX16" fmla="*/ 1776807 w 8773198"/>
                  <a:gd name="connsiteY16" fmla="*/ 1493914 h 3770849"/>
                  <a:gd name="connsiteX17" fmla="*/ 1887858 w 8773198"/>
                  <a:gd name="connsiteY17" fmla="*/ 1464365 h 3770849"/>
                  <a:gd name="connsiteX18" fmla="*/ 1998908 w 8773198"/>
                  <a:gd name="connsiteY18" fmla="*/ 1373491 h 3770849"/>
                  <a:gd name="connsiteX19" fmla="*/ 2109959 w 8773198"/>
                  <a:gd name="connsiteY19" fmla="*/ 1268318 h 3770849"/>
                  <a:gd name="connsiteX20" fmla="*/ 2221009 w 8773198"/>
                  <a:gd name="connsiteY20" fmla="*/ 1133702 h 3770849"/>
                  <a:gd name="connsiteX21" fmla="*/ 2332060 w 8773198"/>
                  <a:gd name="connsiteY21" fmla="*/ 796472 h 3770849"/>
                  <a:gd name="connsiteX22" fmla="*/ 2443110 w 8773198"/>
                  <a:gd name="connsiteY22" fmla="*/ 393470 h 3770849"/>
                  <a:gd name="connsiteX23" fmla="*/ 2554161 w 8773198"/>
                  <a:gd name="connsiteY23" fmla="*/ 97335 h 3770849"/>
                  <a:gd name="connsiteX24" fmla="*/ 2665211 w 8773198"/>
                  <a:gd name="connsiteY24" fmla="*/ 18747 h 3770849"/>
                  <a:gd name="connsiteX25" fmla="*/ 2776262 w 8773198"/>
                  <a:gd name="connsiteY25" fmla="*/ 0 h 3770849"/>
                  <a:gd name="connsiteX26" fmla="*/ 2887312 w 8773198"/>
                  <a:gd name="connsiteY26" fmla="*/ 9215 h 3770849"/>
                  <a:gd name="connsiteX27" fmla="*/ 2998362 w 8773198"/>
                  <a:gd name="connsiteY27" fmla="*/ 36752 h 3770849"/>
                  <a:gd name="connsiteX28" fmla="*/ 3109519 w 8773198"/>
                  <a:gd name="connsiteY28" fmla="*/ 126461 h 3770849"/>
                  <a:gd name="connsiteX29" fmla="*/ 3220569 w 8773198"/>
                  <a:gd name="connsiteY29" fmla="*/ 294652 h 3770849"/>
                  <a:gd name="connsiteX30" fmla="*/ 3331620 w 8773198"/>
                  <a:gd name="connsiteY30" fmla="*/ 501184 h 3770849"/>
                  <a:gd name="connsiteX31" fmla="*/ 3442670 w 8773198"/>
                  <a:gd name="connsiteY31" fmla="*/ 705492 h 3770849"/>
                  <a:gd name="connsiteX32" fmla="*/ 3553721 w 8773198"/>
                  <a:gd name="connsiteY32" fmla="*/ 867222 h 3770849"/>
                  <a:gd name="connsiteX33" fmla="*/ 3664771 w 8773198"/>
                  <a:gd name="connsiteY33" fmla="*/ 1043357 h 3770849"/>
                  <a:gd name="connsiteX34" fmla="*/ 3775822 w 8773198"/>
                  <a:gd name="connsiteY34" fmla="*/ 1290984 h 3770849"/>
                  <a:gd name="connsiteX35" fmla="*/ 3886872 w 8773198"/>
                  <a:gd name="connsiteY35" fmla="*/ 1548036 h 3770849"/>
                  <a:gd name="connsiteX36" fmla="*/ 3997923 w 8773198"/>
                  <a:gd name="connsiteY36" fmla="*/ 1752027 h 3770849"/>
                  <a:gd name="connsiteX37" fmla="*/ 4108973 w 8773198"/>
                  <a:gd name="connsiteY37" fmla="*/ 1859953 h 3770849"/>
                  <a:gd name="connsiteX38" fmla="*/ 4220024 w 8773198"/>
                  <a:gd name="connsiteY38" fmla="*/ 1953475 h 3770849"/>
                  <a:gd name="connsiteX39" fmla="*/ 4331074 w 8773198"/>
                  <a:gd name="connsiteY39" fmla="*/ 2035558 h 3770849"/>
                  <a:gd name="connsiteX40" fmla="*/ 4442124 w 8773198"/>
                  <a:gd name="connsiteY40" fmla="*/ 2087879 h 3770849"/>
                  <a:gd name="connsiteX41" fmla="*/ 4553175 w 8773198"/>
                  <a:gd name="connsiteY41" fmla="*/ 2088197 h 3770849"/>
                  <a:gd name="connsiteX42" fmla="*/ 4664225 w 8773198"/>
                  <a:gd name="connsiteY42" fmla="*/ 2039583 h 3770849"/>
                  <a:gd name="connsiteX43" fmla="*/ 4775276 w 8773198"/>
                  <a:gd name="connsiteY43" fmla="*/ 1960994 h 3770849"/>
                  <a:gd name="connsiteX44" fmla="*/ 4886326 w 8773198"/>
                  <a:gd name="connsiteY44" fmla="*/ 1871603 h 3770849"/>
                  <a:gd name="connsiteX45" fmla="*/ 4997377 w 8773198"/>
                  <a:gd name="connsiteY45" fmla="*/ 1790473 h 3770849"/>
                  <a:gd name="connsiteX46" fmla="*/ 5108428 w 8773198"/>
                  <a:gd name="connsiteY46" fmla="*/ 1736775 h 3770849"/>
                  <a:gd name="connsiteX47" fmla="*/ 5219478 w 8773198"/>
                  <a:gd name="connsiteY47" fmla="*/ 1705001 h 3770849"/>
                  <a:gd name="connsiteX48" fmla="*/ 5330528 w 8773198"/>
                  <a:gd name="connsiteY48" fmla="*/ 1650561 h 3770849"/>
                  <a:gd name="connsiteX49" fmla="*/ 5441578 w 8773198"/>
                  <a:gd name="connsiteY49" fmla="*/ 1582353 h 3770849"/>
                  <a:gd name="connsiteX50" fmla="*/ 5552629 w 8773198"/>
                  <a:gd name="connsiteY50" fmla="*/ 1511602 h 3770849"/>
                  <a:gd name="connsiteX51" fmla="*/ 5663679 w 8773198"/>
                  <a:gd name="connsiteY51" fmla="*/ 1449748 h 3770849"/>
                  <a:gd name="connsiteX52" fmla="*/ 5774730 w 8773198"/>
                  <a:gd name="connsiteY52" fmla="*/ 1408336 h 3770849"/>
                  <a:gd name="connsiteX53" fmla="*/ 5885781 w 8773198"/>
                  <a:gd name="connsiteY53" fmla="*/ 1391814 h 3770849"/>
                  <a:gd name="connsiteX54" fmla="*/ 5996831 w 8773198"/>
                  <a:gd name="connsiteY54" fmla="*/ 1372643 h 3770849"/>
                  <a:gd name="connsiteX55" fmla="*/ 6107881 w 8773198"/>
                  <a:gd name="connsiteY55" fmla="*/ 1353155 h 3770849"/>
                  <a:gd name="connsiteX56" fmla="*/ 6219038 w 8773198"/>
                  <a:gd name="connsiteY56" fmla="*/ 1340869 h 3770849"/>
                  <a:gd name="connsiteX57" fmla="*/ 6330088 w 8773198"/>
                  <a:gd name="connsiteY57" fmla="*/ 1343305 h 3770849"/>
                  <a:gd name="connsiteX58" fmla="*/ 6441139 w 8773198"/>
                  <a:gd name="connsiteY58" fmla="*/ 1367242 h 3770849"/>
                  <a:gd name="connsiteX59" fmla="*/ 6552189 w 8773198"/>
                  <a:gd name="connsiteY59" fmla="*/ 1402723 h 3770849"/>
                  <a:gd name="connsiteX60" fmla="*/ 6663240 w 8773198"/>
                  <a:gd name="connsiteY60" fmla="*/ 1444453 h 3770849"/>
                  <a:gd name="connsiteX61" fmla="*/ 6774290 w 8773198"/>
                  <a:gd name="connsiteY61" fmla="*/ 1493279 h 3770849"/>
                  <a:gd name="connsiteX62" fmla="*/ 6885340 w 8773198"/>
                  <a:gd name="connsiteY62" fmla="*/ 1549731 h 3770849"/>
                  <a:gd name="connsiteX63" fmla="*/ 6996391 w 8773198"/>
                  <a:gd name="connsiteY63" fmla="*/ 1614550 h 3770849"/>
                  <a:gd name="connsiteX64" fmla="*/ 7107441 w 8773198"/>
                  <a:gd name="connsiteY64" fmla="*/ 1688372 h 3770849"/>
                  <a:gd name="connsiteX65" fmla="*/ 7218492 w 8773198"/>
                  <a:gd name="connsiteY65" fmla="*/ 1770879 h 3770849"/>
                  <a:gd name="connsiteX66" fmla="*/ 7329543 w 8773198"/>
                  <a:gd name="connsiteY66" fmla="*/ 1861541 h 3770849"/>
                  <a:gd name="connsiteX67" fmla="*/ 7440593 w 8773198"/>
                  <a:gd name="connsiteY67" fmla="*/ 1960253 h 3770849"/>
                  <a:gd name="connsiteX68" fmla="*/ 7551643 w 8773198"/>
                  <a:gd name="connsiteY68" fmla="*/ 2067014 h 3770849"/>
                  <a:gd name="connsiteX69" fmla="*/ 7662694 w 8773198"/>
                  <a:gd name="connsiteY69" fmla="*/ 2181825 h 3770849"/>
                  <a:gd name="connsiteX70" fmla="*/ 7773744 w 8773198"/>
                  <a:gd name="connsiteY70" fmla="*/ 2304791 h 3770849"/>
                  <a:gd name="connsiteX71" fmla="*/ 7884794 w 8773198"/>
                  <a:gd name="connsiteY71" fmla="*/ 2435700 h 3770849"/>
                  <a:gd name="connsiteX72" fmla="*/ 7995845 w 8773198"/>
                  <a:gd name="connsiteY72" fmla="*/ 2574659 h 3770849"/>
                  <a:gd name="connsiteX73" fmla="*/ 8106896 w 8773198"/>
                  <a:gd name="connsiteY73" fmla="*/ 2721562 h 3770849"/>
                  <a:gd name="connsiteX74" fmla="*/ 8217946 w 8773198"/>
                  <a:gd name="connsiteY74" fmla="*/ 2876514 h 3770849"/>
                  <a:gd name="connsiteX75" fmla="*/ 8328997 w 8773198"/>
                  <a:gd name="connsiteY75" fmla="*/ 3039515 h 3770849"/>
                  <a:gd name="connsiteX76" fmla="*/ 8440047 w 8773198"/>
                  <a:gd name="connsiteY76" fmla="*/ 3210460 h 3770849"/>
                  <a:gd name="connsiteX77" fmla="*/ 8551097 w 8773198"/>
                  <a:gd name="connsiteY77" fmla="*/ 3389348 h 3770849"/>
                  <a:gd name="connsiteX78" fmla="*/ 8662148 w 8773198"/>
                  <a:gd name="connsiteY78" fmla="*/ 3576074 h 3770849"/>
                  <a:gd name="connsiteX79" fmla="*/ 8773198 w 8773198"/>
                  <a:gd name="connsiteY79" fmla="*/ 3770850 h 3770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3770849">
                    <a:moveTo>
                      <a:pt x="0" y="3337450"/>
                    </a:moveTo>
                    <a:lnTo>
                      <a:pt x="111050" y="2724527"/>
                    </a:lnTo>
                    <a:lnTo>
                      <a:pt x="222101" y="2169115"/>
                    </a:lnTo>
                    <a:lnTo>
                      <a:pt x="333151" y="1689961"/>
                    </a:lnTo>
                    <a:lnTo>
                      <a:pt x="444202" y="1298080"/>
                    </a:lnTo>
                    <a:lnTo>
                      <a:pt x="555252" y="974619"/>
                    </a:lnTo>
                    <a:lnTo>
                      <a:pt x="666303" y="704009"/>
                    </a:lnTo>
                    <a:lnTo>
                      <a:pt x="777353" y="511670"/>
                    </a:lnTo>
                    <a:lnTo>
                      <a:pt x="888404" y="378748"/>
                    </a:lnTo>
                    <a:lnTo>
                      <a:pt x="999454" y="272410"/>
                    </a:lnTo>
                    <a:lnTo>
                      <a:pt x="1110505" y="250380"/>
                    </a:lnTo>
                    <a:lnTo>
                      <a:pt x="1221555" y="280566"/>
                    </a:lnTo>
                    <a:lnTo>
                      <a:pt x="1332605" y="322931"/>
                    </a:lnTo>
                    <a:lnTo>
                      <a:pt x="1443656" y="584433"/>
                    </a:lnTo>
                    <a:lnTo>
                      <a:pt x="1554706" y="991142"/>
                    </a:lnTo>
                    <a:lnTo>
                      <a:pt x="1665757" y="1354850"/>
                    </a:lnTo>
                    <a:lnTo>
                      <a:pt x="1776807" y="1493914"/>
                    </a:lnTo>
                    <a:lnTo>
                      <a:pt x="1887858" y="1464365"/>
                    </a:lnTo>
                    <a:lnTo>
                      <a:pt x="1998908" y="1373491"/>
                    </a:lnTo>
                    <a:lnTo>
                      <a:pt x="2109959" y="1268318"/>
                    </a:lnTo>
                    <a:lnTo>
                      <a:pt x="2221009" y="1133702"/>
                    </a:lnTo>
                    <a:lnTo>
                      <a:pt x="2332060" y="796472"/>
                    </a:lnTo>
                    <a:lnTo>
                      <a:pt x="2443110" y="393470"/>
                    </a:lnTo>
                    <a:lnTo>
                      <a:pt x="2554161" y="97335"/>
                    </a:lnTo>
                    <a:lnTo>
                      <a:pt x="2665211" y="18747"/>
                    </a:lnTo>
                    <a:lnTo>
                      <a:pt x="2776262" y="0"/>
                    </a:lnTo>
                    <a:lnTo>
                      <a:pt x="2887312" y="9215"/>
                    </a:lnTo>
                    <a:lnTo>
                      <a:pt x="2998362" y="36752"/>
                    </a:lnTo>
                    <a:lnTo>
                      <a:pt x="3109519" y="126461"/>
                    </a:lnTo>
                    <a:lnTo>
                      <a:pt x="3220569" y="294652"/>
                    </a:lnTo>
                    <a:lnTo>
                      <a:pt x="3331620" y="501184"/>
                    </a:lnTo>
                    <a:lnTo>
                      <a:pt x="3442670" y="705492"/>
                    </a:lnTo>
                    <a:lnTo>
                      <a:pt x="3553721" y="867222"/>
                    </a:lnTo>
                    <a:lnTo>
                      <a:pt x="3664771" y="1043357"/>
                    </a:lnTo>
                    <a:lnTo>
                      <a:pt x="3775822" y="1290984"/>
                    </a:lnTo>
                    <a:lnTo>
                      <a:pt x="3886872" y="1548036"/>
                    </a:lnTo>
                    <a:lnTo>
                      <a:pt x="3997923" y="1752027"/>
                    </a:lnTo>
                    <a:lnTo>
                      <a:pt x="4108973" y="1859953"/>
                    </a:lnTo>
                    <a:lnTo>
                      <a:pt x="4220024" y="1953475"/>
                    </a:lnTo>
                    <a:lnTo>
                      <a:pt x="4331074" y="2035558"/>
                    </a:lnTo>
                    <a:lnTo>
                      <a:pt x="4442124" y="2087879"/>
                    </a:lnTo>
                    <a:lnTo>
                      <a:pt x="4553175" y="2088197"/>
                    </a:lnTo>
                    <a:lnTo>
                      <a:pt x="4664225" y="2039583"/>
                    </a:lnTo>
                    <a:lnTo>
                      <a:pt x="4775276" y="1960994"/>
                    </a:lnTo>
                    <a:lnTo>
                      <a:pt x="4886326" y="1871603"/>
                    </a:lnTo>
                    <a:lnTo>
                      <a:pt x="4997377" y="1790473"/>
                    </a:lnTo>
                    <a:lnTo>
                      <a:pt x="5108428" y="1736775"/>
                    </a:lnTo>
                    <a:lnTo>
                      <a:pt x="5219478" y="1705001"/>
                    </a:lnTo>
                    <a:lnTo>
                      <a:pt x="5330528" y="1650561"/>
                    </a:lnTo>
                    <a:lnTo>
                      <a:pt x="5441578" y="1582353"/>
                    </a:lnTo>
                    <a:lnTo>
                      <a:pt x="5552629" y="1511602"/>
                    </a:lnTo>
                    <a:lnTo>
                      <a:pt x="5663679" y="1449748"/>
                    </a:lnTo>
                    <a:lnTo>
                      <a:pt x="5774730" y="1408336"/>
                    </a:lnTo>
                    <a:lnTo>
                      <a:pt x="5885781" y="1391814"/>
                    </a:lnTo>
                    <a:lnTo>
                      <a:pt x="5996831" y="1372643"/>
                    </a:lnTo>
                    <a:lnTo>
                      <a:pt x="6107881" y="1353155"/>
                    </a:lnTo>
                    <a:lnTo>
                      <a:pt x="6219038" y="1340869"/>
                    </a:lnTo>
                    <a:lnTo>
                      <a:pt x="6330088" y="1343305"/>
                    </a:lnTo>
                    <a:lnTo>
                      <a:pt x="6441139" y="1367242"/>
                    </a:lnTo>
                    <a:lnTo>
                      <a:pt x="6552189" y="1402723"/>
                    </a:lnTo>
                    <a:lnTo>
                      <a:pt x="6663240" y="1444453"/>
                    </a:lnTo>
                    <a:lnTo>
                      <a:pt x="6774290" y="1493279"/>
                    </a:lnTo>
                    <a:lnTo>
                      <a:pt x="6885340" y="1549731"/>
                    </a:lnTo>
                    <a:lnTo>
                      <a:pt x="6996391" y="1614550"/>
                    </a:lnTo>
                    <a:lnTo>
                      <a:pt x="7107441" y="1688372"/>
                    </a:lnTo>
                    <a:lnTo>
                      <a:pt x="7218492" y="1770879"/>
                    </a:lnTo>
                    <a:lnTo>
                      <a:pt x="7329543" y="1861541"/>
                    </a:lnTo>
                    <a:lnTo>
                      <a:pt x="7440593" y="1960253"/>
                    </a:lnTo>
                    <a:lnTo>
                      <a:pt x="7551643" y="2067014"/>
                    </a:lnTo>
                    <a:lnTo>
                      <a:pt x="7662694" y="2181825"/>
                    </a:lnTo>
                    <a:lnTo>
                      <a:pt x="7773744" y="2304791"/>
                    </a:lnTo>
                    <a:lnTo>
                      <a:pt x="7884794" y="2435700"/>
                    </a:lnTo>
                    <a:lnTo>
                      <a:pt x="7995845" y="2574659"/>
                    </a:lnTo>
                    <a:lnTo>
                      <a:pt x="8106896" y="2721562"/>
                    </a:lnTo>
                    <a:lnTo>
                      <a:pt x="8217946" y="2876514"/>
                    </a:lnTo>
                    <a:lnTo>
                      <a:pt x="8328997" y="3039515"/>
                    </a:lnTo>
                    <a:lnTo>
                      <a:pt x="8440047" y="3210460"/>
                    </a:lnTo>
                    <a:lnTo>
                      <a:pt x="8551097" y="3389348"/>
                    </a:lnTo>
                    <a:lnTo>
                      <a:pt x="8662148" y="3576074"/>
                    </a:lnTo>
                    <a:lnTo>
                      <a:pt x="8773198" y="3770850"/>
                    </a:lnTo>
                  </a:path>
                </a:pathLst>
              </a:custGeom>
              <a:noFill/>
              <a:ln w="22550" cap="flat">
                <a:solidFill>
                  <a:srgbClr val="B50A37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B45294-43C7-2870-8913-45897B83786E}"/>
                  </a:ext>
                </a:extLst>
              </p:cNvPr>
              <p:cNvSpPr txBox="1"/>
              <p:nvPr/>
            </p:nvSpPr>
            <p:spPr>
              <a:xfrm>
                <a:off x="5873905" y="1935193"/>
                <a:ext cx="11753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B50A37"/>
                    </a:solidFill>
                    <a:latin typeface="Arial"/>
                    <a:cs typeface="Arial"/>
                    <a:sym typeface="Arial"/>
                    <a:rtl val="0"/>
                  </a:rPr>
                  <a:t>Decreased</a:t>
                </a:r>
              </a:p>
            </p:txBody>
          </p:sp>
        </p:grpSp>
        <p:grpSp>
          <p:nvGrpSpPr>
            <p:cNvPr id="20" name="Content Placeholder 6">
              <a:extLst>
                <a:ext uri="{FF2B5EF4-FFF2-40B4-BE49-F238E27FC236}">
                  <a16:creationId xmlns:a16="http://schemas.microsoft.com/office/drawing/2014/main" id="{30F61E3F-1C68-995C-A087-504E9277BE9F}"/>
                </a:ext>
              </a:extLst>
            </p:cNvPr>
            <p:cNvGrpSpPr/>
            <p:nvPr/>
          </p:nvGrpSpPr>
          <p:grpSpPr>
            <a:xfrm>
              <a:off x="961062" y="612426"/>
              <a:ext cx="10583668" cy="5419645"/>
              <a:chOff x="961062" y="612426"/>
              <a:chExt cx="10583668" cy="5419645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22F52FBD-F731-1B65-4830-A0C3FFA03D64}"/>
                  </a:ext>
                </a:extLst>
              </p:cNvPr>
              <p:cNvSpPr/>
              <p:nvPr/>
            </p:nvSpPr>
            <p:spPr>
              <a:xfrm>
                <a:off x="147108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B096417-E8FF-C73B-05F3-8FB3E7910ACF}"/>
                  </a:ext>
                </a:extLst>
              </p:cNvPr>
              <p:cNvSpPr txBox="1"/>
              <p:nvPr/>
            </p:nvSpPr>
            <p:spPr>
              <a:xfrm>
                <a:off x="124490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15E15A4-D894-3E8A-0893-ABFBE266AF92}"/>
                  </a:ext>
                </a:extLst>
              </p:cNvPr>
              <p:cNvSpPr txBox="1"/>
              <p:nvPr/>
            </p:nvSpPr>
            <p:spPr>
              <a:xfrm>
                <a:off x="1162396" y="4417487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E11CD00-A3D6-63DC-EA16-12F6DC64B672}"/>
                  </a:ext>
                </a:extLst>
              </p:cNvPr>
              <p:cNvSpPr txBox="1"/>
              <p:nvPr/>
            </p:nvSpPr>
            <p:spPr>
              <a:xfrm>
                <a:off x="1162396" y="3185285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40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A1DBC9-3D71-4FED-6E53-AF5A4D7295C0}"/>
                  </a:ext>
                </a:extLst>
              </p:cNvPr>
              <p:cNvSpPr txBox="1"/>
              <p:nvPr/>
            </p:nvSpPr>
            <p:spPr>
              <a:xfrm>
                <a:off x="1162396" y="1953084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60</a:t>
                </a: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B31DB5E-B0A6-3C50-09BE-17C60DE0B296}"/>
                  </a:ext>
                </a:extLst>
              </p:cNvPr>
              <p:cNvSpPr/>
              <p:nvPr/>
            </p:nvSpPr>
            <p:spPr>
              <a:xfrm>
                <a:off x="144205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AE91C38-0990-BD30-10BE-14BB21CBB005}"/>
                  </a:ext>
                </a:extLst>
              </p:cNvPr>
              <p:cNvSpPr/>
              <p:nvPr/>
            </p:nvSpPr>
            <p:spPr>
              <a:xfrm>
                <a:off x="1442052" y="4544377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B2F74AE-B932-76FA-26A3-7D608BFB16C4}"/>
                  </a:ext>
                </a:extLst>
              </p:cNvPr>
              <p:cNvSpPr/>
              <p:nvPr/>
            </p:nvSpPr>
            <p:spPr>
              <a:xfrm>
                <a:off x="1442052" y="331217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6BB909C-24D7-13E1-D9CD-B7F66DAE35C1}"/>
                  </a:ext>
                </a:extLst>
              </p:cNvPr>
              <p:cNvSpPr/>
              <p:nvPr/>
            </p:nvSpPr>
            <p:spPr>
              <a:xfrm>
                <a:off x="1442052" y="207997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38C8BAE0-1F39-1DF7-BA31-AF3E4740B9F5}"/>
                  </a:ext>
                </a:extLst>
              </p:cNvPr>
              <p:cNvSpPr/>
              <p:nvPr/>
            </p:nvSpPr>
            <p:spPr>
              <a:xfrm>
                <a:off x="1471087" y="5776685"/>
                <a:ext cx="9650581" cy="10591"/>
              </a:xfrm>
              <a:custGeom>
                <a:avLst/>
                <a:gdLst>
                  <a:gd name="connsiteX0" fmla="*/ 0 w 9650581"/>
                  <a:gd name="connsiteY0" fmla="*/ 0 h 10591"/>
                  <a:gd name="connsiteX1" fmla="*/ 9650582 w 965058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0581" h="10591">
                    <a:moveTo>
                      <a:pt x="0" y="0"/>
                    </a:moveTo>
                    <a:lnTo>
                      <a:pt x="965058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B368878-8F6B-F21E-C5F7-C23E8B5EA350}"/>
                  </a:ext>
                </a:extLst>
              </p:cNvPr>
              <p:cNvSpPr/>
              <p:nvPr/>
            </p:nvSpPr>
            <p:spPr>
              <a:xfrm>
                <a:off x="214385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1C4277E-ABFA-8932-F262-D07E6E569860}"/>
                  </a:ext>
                </a:extLst>
              </p:cNvPr>
              <p:cNvSpPr/>
              <p:nvPr/>
            </p:nvSpPr>
            <p:spPr>
              <a:xfrm>
                <a:off x="283876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CF794C47-5860-00E7-F4B6-FFF1E654D651}"/>
                  </a:ext>
                </a:extLst>
              </p:cNvPr>
              <p:cNvSpPr/>
              <p:nvPr/>
            </p:nvSpPr>
            <p:spPr>
              <a:xfrm>
                <a:off x="352615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E0001C50-6A3E-D009-3B7B-91319D6302F0}"/>
                  </a:ext>
                </a:extLst>
              </p:cNvPr>
              <p:cNvSpPr/>
              <p:nvPr/>
            </p:nvSpPr>
            <p:spPr>
              <a:xfrm>
                <a:off x="422106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DCB38FD3-D2AD-5146-702D-00D3D0E15472}"/>
                  </a:ext>
                </a:extLst>
              </p:cNvPr>
              <p:cNvSpPr/>
              <p:nvPr/>
            </p:nvSpPr>
            <p:spPr>
              <a:xfrm>
                <a:off x="490464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CB65FFD1-6057-2843-FBEF-D77AE98B82E6}"/>
                  </a:ext>
                </a:extLst>
              </p:cNvPr>
              <p:cNvSpPr/>
              <p:nvPr/>
            </p:nvSpPr>
            <p:spPr>
              <a:xfrm>
                <a:off x="559955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6597426E-F254-0003-B969-AE344F246CA4}"/>
                  </a:ext>
                </a:extLst>
              </p:cNvPr>
              <p:cNvSpPr/>
              <p:nvPr/>
            </p:nvSpPr>
            <p:spPr>
              <a:xfrm>
                <a:off x="628313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246ECFB2-423D-00D5-C90D-5E36C1590414}"/>
                  </a:ext>
                </a:extLst>
              </p:cNvPr>
              <p:cNvSpPr/>
              <p:nvPr/>
            </p:nvSpPr>
            <p:spPr>
              <a:xfrm>
                <a:off x="697804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7AD25E68-5069-6CF3-75DD-165BC5AA0ED3}"/>
                  </a:ext>
                </a:extLst>
              </p:cNvPr>
              <p:cNvSpPr/>
              <p:nvPr/>
            </p:nvSpPr>
            <p:spPr>
              <a:xfrm>
                <a:off x="766162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A02322F-0B3C-6C09-EFEB-719AE44E1511}"/>
                  </a:ext>
                </a:extLst>
              </p:cNvPr>
              <p:cNvSpPr/>
              <p:nvPr/>
            </p:nvSpPr>
            <p:spPr>
              <a:xfrm>
                <a:off x="835653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B25E1DD-AA53-06FA-FC99-81854E1C7AC7}"/>
                  </a:ext>
                </a:extLst>
              </p:cNvPr>
              <p:cNvSpPr/>
              <p:nvPr/>
            </p:nvSpPr>
            <p:spPr>
              <a:xfrm>
                <a:off x="904392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9003147D-C837-8EA6-E3D8-2360332F68E3}"/>
                  </a:ext>
                </a:extLst>
              </p:cNvPr>
              <p:cNvSpPr/>
              <p:nvPr/>
            </p:nvSpPr>
            <p:spPr>
              <a:xfrm>
                <a:off x="973883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987B5224-6B40-FAAD-D792-E6685B710DB5}"/>
                  </a:ext>
                </a:extLst>
              </p:cNvPr>
              <p:cNvSpPr/>
              <p:nvPr/>
            </p:nvSpPr>
            <p:spPr>
              <a:xfrm>
                <a:off x="1042241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BD1F77F0-1ED2-6004-1F17-ACE12163451F}"/>
                  </a:ext>
                </a:extLst>
              </p:cNvPr>
              <p:cNvSpPr/>
              <p:nvPr/>
            </p:nvSpPr>
            <p:spPr>
              <a:xfrm>
                <a:off x="1111732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3D91F02-7261-BC49-C447-EB55F2691DAD}"/>
                  </a:ext>
                </a:extLst>
              </p:cNvPr>
              <p:cNvSpPr txBox="1"/>
              <p:nvPr/>
            </p:nvSpPr>
            <p:spPr>
              <a:xfrm>
                <a:off x="173481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2019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5E73C95-1033-53EA-8761-6D9B3A7609FB}"/>
                  </a:ext>
                </a:extLst>
              </p:cNvPr>
              <p:cNvSpPr txBox="1"/>
              <p:nvPr/>
            </p:nvSpPr>
            <p:spPr>
              <a:xfrm>
                <a:off x="2433894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2020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51BA445-3EE9-BE1A-B8CA-253A0A40AEF3}"/>
                  </a:ext>
                </a:extLst>
              </p:cNvPr>
              <p:cNvSpPr txBox="1"/>
              <p:nvPr/>
            </p:nvSpPr>
            <p:spPr>
              <a:xfrm>
                <a:off x="3117118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2020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4E6FB1C-D5C1-497B-9F92-A3AE9C3E7404}"/>
                  </a:ext>
                </a:extLst>
              </p:cNvPr>
              <p:cNvSpPr txBox="1"/>
              <p:nvPr/>
            </p:nvSpPr>
            <p:spPr>
              <a:xfrm>
                <a:off x="3816196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2021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99490AE-CAB6-B84B-BEBC-8151C9FC97D1}"/>
                  </a:ext>
                </a:extLst>
              </p:cNvPr>
              <p:cNvSpPr txBox="1"/>
              <p:nvPr/>
            </p:nvSpPr>
            <p:spPr>
              <a:xfrm>
                <a:off x="449560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2021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2740E22-0499-0454-8F64-3106064C8972}"/>
                  </a:ext>
                </a:extLst>
              </p:cNvPr>
              <p:cNvSpPr txBox="1"/>
              <p:nvPr/>
            </p:nvSpPr>
            <p:spPr>
              <a:xfrm>
                <a:off x="5194684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2022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2B5E041-E566-7849-B957-4DDDB23C7F7E}"/>
                  </a:ext>
                </a:extLst>
              </p:cNvPr>
              <p:cNvSpPr txBox="1"/>
              <p:nvPr/>
            </p:nvSpPr>
            <p:spPr>
              <a:xfrm>
                <a:off x="5874094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2022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22C65CA-A490-28CA-60F0-7B1067A33436}"/>
                  </a:ext>
                </a:extLst>
              </p:cNvPr>
              <p:cNvSpPr txBox="1"/>
              <p:nvPr/>
            </p:nvSpPr>
            <p:spPr>
              <a:xfrm>
                <a:off x="6573172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2023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B6A2E00-E855-3C3D-35F1-E4766FC539A6}"/>
                  </a:ext>
                </a:extLst>
              </p:cNvPr>
              <p:cNvSpPr txBox="1"/>
              <p:nvPr/>
            </p:nvSpPr>
            <p:spPr>
              <a:xfrm>
                <a:off x="7252582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2023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A541A0-31BC-B9D2-71C9-5C22C16A567C}"/>
                  </a:ext>
                </a:extLst>
              </p:cNvPr>
              <p:cNvSpPr txBox="1"/>
              <p:nvPr/>
            </p:nvSpPr>
            <p:spPr>
              <a:xfrm>
                <a:off x="7951660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2024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888BFD5-F654-9E02-A67F-D63F5AD03FF3}"/>
                  </a:ext>
                </a:extLst>
              </p:cNvPr>
              <p:cNvSpPr txBox="1"/>
              <p:nvPr/>
            </p:nvSpPr>
            <p:spPr>
              <a:xfrm>
                <a:off x="863488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2024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6F8A11E-2235-B8C8-CF13-F4706D91B464}"/>
                  </a:ext>
                </a:extLst>
              </p:cNvPr>
              <p:cNvSpPr txBox="1"/>
              <p:nvPr/>
            </p:nvSpPr>
            <p:spPr>
              <a:xfrm>
                <a:off x="9333963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2025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14B88A7-A30D-44B8-08DB-00ED3F6E2377}"/>
                  </a:ext>
                </a:extLst>
              </p:cNvPr>
              <p:cNvSpPr txBox="1"/>
              <p:nvPr/>
            </p:nvSpPr>
            <p:spPr>
              <a:xfrm>
                <a:off x="1001337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2025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6779BEA-1F2E-7FE4-17E7-765B16F7D65A}"/>
                  </a:ext>
                </a:extLst>
              </p:cNvPr>
              <p:cNvSpPr txBox="1"/>
              <p:nvPr/>
            </p:nvSpPr>
            <p:spPr>
              <a:xfrm>
                <a:off x="10712451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2026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A2F1DE9-6F03-7B5D-2F45-A9B942CF01BB}"/>
                  </a:ext>
                </a:extLst>
              </p:cNvPr>
              <p:cNvSpPr txBox="1"/>
              <p:nvPr/>
            </p:nvSpPr>
            <p:spPr>
              <a:xfrm rot="16200000">
                <a:off x="161580" y="3204753"/>
                <a:ext cx="1937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5A9DB68-3A6C-747F-AEC6-767FD551502B}"/>
                  </a:ext>
                </a:extLst>
              </p:cNvPr>
              <p:cNvSpPr txBox="1"/>
              <p:nvPr/>
            </p:nvSpPr>
            <p:spPr>
              <a:xfrm>
                <a:off x="1379647" y="612426"/>
                <a:ext cx="45963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in MAR </a:t>
                </a:r>
                <a:r>
                  <a:rPr lang="en-US" sz="2000" b="1" spc="0" baseline="0" dirty="0" err="1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Mawasangka</a:t>
                </a:r>
                <a:endParaRPr lang="en-US" sz="20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8325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aphic 2">
            <a:extLst>
              <a:ext uri="{FF2B5EF4-FFF2-40B4-BE49-F238E27FC236}">
                <a16:creationId xmlns:a16="http://schemas.microsoft.com/office/drawing/2014/main" id="{14EA354A-C184-7D67-D6CC-6367F1EF1E92}"/>
              </a:ext>
            </a:extLst>
          </p:cNvPr>
          <p:cNvGrpSpPr/>
          <p:nvPr/>
        </p:nvGrpSpPr>
        <p:grpSpPr>
          <a:xfrm>
            <a:off x="961062" y="612426"/>
            <a:ext cx="10583668" cy="5602107"/>
            <a:chOff x="961062" y="612426"/>
            <a:chExt cx="10583668" cy="560210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0F729ED-5166-E850-3EC1-9F4E6BE31EFC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BB4EEB9-2D6B-B46D-5BDB-66A1180E4D2A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9" name="Graphic 2">
              <a:extLst>
                <a:ext uri="{FF2B5EF4-FFF2-40B4-BE49-F238E27FC236}">
                  <a16:creationId xmlns:a16="http://schemas.microsoft.com/office/drawing/2014/main" id="{02CADAB6-4A0B-C7F7-4F75-7A9279110ED3}"/>
                </a:ext>
              </a:extLst>
            </p:cNvPr>
            <p:cNvGrpSpPr/>
            <p:nvPr/>
          </p:nvGrpSpPr>
          <p:grpSpPr>
            <a:xfrm>
              <a:off x="1471087" y="971481"/>
              <a:ext cx="9650581" cy="4805204"/>
              <a:chOff x="1471087" y="971481"/>
              <a:chExt cx="9650581" cy="4805204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4788089-2123-A32D-3FBC-75A5D53B267E}"/>
                  </a:ext>
                </a:extLst>
              </p:cNvPr>
              <p:cNvSpPr/>
              <p:nvPr/>
            </p:nvSpPr>
            <p:spPr>
              <a:xfrm>
                <a:off x="1471087" y="971481"/>
                <a:ext cx="9650581" cy="4805204"/>
              </a:xfrm>
              <a:custGeom>
                <a:avLst/>
                <a:gdLst>
                  <a:gd name="connsiteX0" fmla="*/ 0 w 9650581"/>
                  <a:gd name="connsiteY0" fmla="*/ 0 h 4805204"/>
                  <a:gd name="connsiteX1" fmla="*/ 9650582 w 9650581"/>
                  <a:gd name="connsiteY1" fmla="*/ 0 h 4805204"/>
                  <a:gd name="connsiteX2" fmla="*/ 9650582 w 9650581"/>
                  <a:gd name="connsiteY2" fmla="*/ 4805204 h 4805204"/>
                  <a:gd name="connsiteX3" fmla="*/ 0 w 965058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0581" h="4805204">
                    <a:moveTo>
                      <a:pt x="0" y="0"/>
                    </a:moveTo>
                    <a:lnTo>
                      <a:pt x="9650582" y="0"/>
                    </a:lnTo>
                    <a:lnTo>
                      <a:pt x="965058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57A65D44-FFBE-0F53-C1DE-41CCB1CE882E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3975051"/>
              </a:xfrm>
              <a:custGeom>
                <a:avLst/>
                <a:gdLst>
                  <a:gd name="connsiteX0" fmla="*/ 0 w 8773198"/>
                  <a:gd name="connsiteY0" fmla="*/ 2564915 h 3975051"/>
                  <a:gd name="connsiteX1" fmla="*/ 111050 w 8773198"/>
                  <a:gd name="connsiteY1" fmla="*/ 2302461 h 3975051"/>
                  <a:gd name="connsiteX2" fmla="*/ 222101 w 8773198"/>
                  <a:gd name="connsiteY2" fmla="*/ 2061507 h 3975051"/>
                  <a:gd name="connsiteX3" fmla="*/ 333151 w 8773198"/>
                  <a:gd name="connsiteY3" fmla="*/ 1847031 h 3975051"/>
                  <a:gd name="connsiteX4" fmla="*/ 444202 w 8773198"/>
                  <a:gd name="connsiteY4" fmla="*/ 1664224 h 3975051"/>
                  <a:gd name="connsiteX5" fmla="*/ 555252 w 8773198"/>
                  <a:gd name="connsiteY5" fmla="*/ 1508531 h 3975051"/>
                  <a:gd name="connsiteX6" fmla="*/ 666303 w 8773198"/>
                  <a:gd name="connsiteY6" fmla="*/ 1372114 h 3975051"/>
                  <a:gd name="connsiteX7" fmla="*/ 777353 w 8773198"/>
                  <a:gd name="connsiteY7" fmla="*/ 1272661 h 3975051"/>
                  <a:gd name="connsiteX8" fmla="*/ 888404 w 8773198"/>
                  <a:gd name="connsiteY8" fmla="*/ 1211548 h 3975051"/>
                  <a:gd name="connsiteX9" fmla="*/ 999454 w 8773198"/>
                  <a:gd name="connsiteY9" fmla="*/ 1183057 h 3975051"/>
                  <a:gd name="connsiteX10" fmla="*/ 1110505 w 8773198"/>
                  <a:gd name="connsiteY10" fmla="*/ 1220551 h 3975051"/>
                  <a:gd name="connsiteX11" fmla="*/ 1221555 w 8773198"/>
                  <a:gd name="connsiteY11" fmla="*/ 1355379 h 3975051"/>
                  <a:gd name="connsiteX12" fmla="*/ 1332605 w 8773198"/>
                  <a:gd name="connsiteY12" fmla="*/ 1451549 h 3975051"/>
                  <a:gd name="connsiteX13" fmla="*/ 1443656 w 8773198"/>
                  <a:gd name="connsiteY13" fmla="*/ 1620376 h 3975051"/>
                  <a:gd name="connsiteX14" fmla="*/ 1554706 w 8773198"/>
                  <a:gd name="connsiteY14" fmla="*/ 1777869 h 3975051"/>
                  <a:gd name="connsiteX15" fmla="*/ 1665757 w 8773198"/>
                  <a:gd name="connsiteY15" fmla="*/ 1843642 h 3975051"/>
                  <a:gd name="connsiteX16" fmla="*/ 1776807 w 8773198"/>
                  <a:gd name="connsiteY16" fmla="*/ 1855610 h 3975051"/>
                  <a:gd name="connsiteX17" fmla="*/ 1887858 w 8773198"/>
                  <a:gd name="connsiteY17" fmla="*/ 1829344 h 3975051"/>
                  <a:gd name="connsiteX18" fmla="*/ 1998908 w 8773198"/>
                  <a:gd name="connsiteY18" fmla="*/ 1735928 h 3975051"/>
                  <a:gd name="connsiteX19" fmla="*/ 2109959 w 8773198"/>
                  <a:gd name="connsiteY19" fmla="*/ 1580552 h 3975051"/>
                  <a:gd name="connsiteX20" fmla="*/ 2221009 w 8773198"/>
                  <a:gd name="connsiteY20" fmla="*/ 1307506 h 3975051"/>
                  <a:gd name="connsiteX21" fmla="*/ 2332060 w 8773198"/>
                  <a:gd name="connsiteY21" fmla="*/ 903763 h 3975051"/>
                  <a:gd name="connsiteX22" fmla="*/ 2443110 w 8773198"/>
                  <a:gd name="connsiteY22" fmla="*/ 559543 h 3975051"/>
                  <a:gd name="connsiteX23" fmla="*/ 2554161 w 8773198"/>
                  <a:gd name="connsiteY23" fmla="*/ 373240 h 3975051"/>
                  <a:gd name="connsiteX24" fmla="*/ 2665211 w 8773198"/>
                  <a:gd name="connsiteY24" fmla="*/ 176558 h 3975051"/>
                  <a:gd name="connsiteX25" fmla="*/ 2776262 w 8773198"/>
                  <a:gd name="connsiteY25" fmla="*/ 26902 h 3975051"/>
                  <a:gd name="connsiteX26" fmla="*/ 2887312 w 8773198"/>
                  <a:gd name="connsiteY26" fmla="*/ 0 h 3975051"/>
                  <a:gd name="connsiteX27" fmla="*/ 2998362 w 8773198"/>
                  <a:gd name="connsiteY27" fmla="*/ 55181 h 3975051"/>
                  <a:gd name="connsiteX28" fmla="*/ 3109519 w 8773198"/>
                  <a:gd name="connsiteY28" fmla="*/ 139065 h 3975051"/>
                  <a:gd name="connsiteX29" fmla="*/ 3220569 w 8773198"/>
                  <a:gd name="connsiteY29" fmla="*/ 213840 h 3975051"/>
                  <a:gd name="connsiteX30" fmla="*/ 3331620 w 8773198"/>
                  <a:gd name="connsiteY30" fmla="*/ 292746 h 3975051"/>
                  <a:gd name="connsiteX31" fmla="*/ 3442670 w 8773198"/>
                  <a:gd name="connsiteY31" fmla="*/ 451193 h 3975051"/>
                  <a:gd name="connsiteX32" fmla="*/ 3553721 w 8773198"/>
                  <a:gd name="connsiteY32" fmla="*/ 648299 h 3975051"/>
                  <a:gd name="connsiteX33" fmla="*/ 3664771 w 8773198"/>
                  <a:gd name="connsiteY33" fmla="*/ 840638 h 3975051"/>
                  <a:gd name="connsiteX34" fmla="*/ 3775822 w 8773198"/>
                  <a:gd name="connsiteY34" fmla="*/ 992730 h 3975051"/>
                  <a:gd name="connsiteX35" fmla="*/ 3886872 w 8773198"/>
                  <a:gd name="connsiteY35" fmla="*/ 1075343 h 3975051"/>
                  <a:gd name="connsiteX36" fmla="*/ 3997923 w 8773198"/>
                  <a:gd name="connsiteY36" fmla="*/ 1135290 h 3975051"/>
                  <a:gd name="connsiteX37" fmla="*/ 4108973 w 8773198"/>
                  <a:gd name="connsiteY37" fmla="*/ 1226800 h 3975051"/>
                  <a:gd name="connsiteX38" fmla="*/ 4220024 w 8773198"/>
                  <a:gd name="connsiteY38" fmla="*/ 1289183 h 3975051"/>
                  <a:gd name="connsiteX39" fmla="*/ 4331074 w 8773198"/>
                  <a:gd name="connsiteY39" fmla="*/ 1290348 h 3975051"/>
                  <a:gd name="connsiteX40" fmla="*/ 4442124 w 8773198"/>
                  <a:gd name="connsiteY40" fmla="*/ 1262387 h 3975051"/>
                  <a:gd name="connsiteX41" fmla="*/ 4553175 w 8773198"/>
                  <a:gd name="connsiteY41" fmla="*/ 1211442 h 3975051"/>
                  <a:gd name="connsiteX42" fmla="*/ 4664225 w 8773198"/>
                  <a:gd name="connsiteY42" fmla="*/ 1141327 h 3975051"/>
                  <a:gd name="connsiteX43" fmla="*/ 4775276 w 8773198"/>
                  <a:gd name="connsiteY43" fmla="*/ 1056808 h 3975051"/>
                  <a:gd name="connsiteX44" fmla="*/ 4886326 w 8773198"/>
                  <a:gd name="connsiteY44" fmla="*/ 964239 h 3975051"/>
                  <a:gd name="connsiteX45" fmla="*/ 4997377 w 8773198"/>
                  <a:gd name="connsiteY45" fmla="*/ 871883 h 3975051"/>
                  <a:gd name="connsiteX46" fmla="*/ 5108428 w 8773198"/>
                  <a:gd name="connsiteY46" fmla="*/ 789058 h 3975051"/>
                  <a:gd name="connsiteX47" fmla="*/ 5219478 w 8773198"/>
                  <a:gd name="connsiteY47" fmla="*/ 726039 h 3975051"/>
                  <a:gd name="connsiteX48" fmla="*/ 5330528 w 8773198"/>
                  <a:gd name="connsiteY48" fmla="*/ 692676 h 3975051"/>
                  <a:gd name="connsiteX49" fmla="*/ 5441578 w 8773198"/>
                  <a:gd name="connsiteY49" fmla="*/ 671388 h 3975051"/>
                  <a:gd name="connsiteX50" fmla="*/ 5552629 w 8773198"/>
                  <a:gd name="connsiteY50" fmla="*/ 646180 h 3975051"/>
                  <a:gd name="connsiteX51" fmla="*/ 5663679 w 8773198"/>
                  <a:gd name="connsiteY51" fmla="*/ 619278 h 3975051"/>
                  <a:gd name="connsiteX52" fmla="*/ 5774730 w 8773198"/>
                  <a:gd name="connsiteY52" fmla="*/ 594494 h 3975051"/>
                  <a:gd name="connsiteX53" fmla="*/ 5885781 w 8773198"/>
                  <a:gd name="connsiteY53" fmla="*/ 578184 h 3975051"/>
                  <a:gd name="connsiteX54" fmla="*/ 5996831 w 8773198"/>
                  <a:gd name="connsiteY54" fmla="*/ 578289 h 3975051"/>
                  <a:gd name="connsiteX55" fmla="*/ 6107881 w 8773198"/>
                  <a:gd name="connsiteY55" fmla="*/ 589093 h 3975051"/>
                  <a:gd name="connsiteX56" fmla="*/ 6219038 w 8773198"/>
                  <a:gd name="connsiteY56" fmla="*/ 602120 h 3975051"/>
                  <a:gd name="connsiteX57" fmla="*/ 6330088 w 8773198"/>
                  <a:gd name="connsiteY57" fmla="*/ 617478 h 3975051"/>
                  <a:gd name="connsiteX58" fmla="*/ 6441139 w 8773198"/>
                  <a:gd name="connsiteY58" fmla="*/ 635165 h 3975051"/>
                  <a:gd name="connsiteX59" fmla="*/ 6552189 w 8773198"/>
                  <a:gd name="connsiteY59" fmla="*/ 655395 h 3975051"/>
                  <a:gd name="connsiteX60" fmla="*/ 6663240 w 8773198"/>
                  <a:gd name="connsiteY60" fmla="*/ 678166 h 3975051"/>
                  <a:gd name="connsiteX61" fmla="*/ 6774290 w 8773198"/>
                  <a:gd name="connsiteY61" fmla="*/ 703374 h 3975051"/>
                  <a:gd name="connsiteX62" fmla="*/ 6885340 w 8773198"/>
                  <a:gd name="connsiteY62" fmla="*/ 730382 h 3975051"/>
                  <a:gd name="connsiteX63" fmla="*/ 6996391 w 8773198"/>
                  <a:gd name="connsiteY63" fmla="*/ 756754 h 3975051"/>
                  <a:gd name="connsiteX64" fmla="*/ 7107441 w 8773198"/>
                  <a:gd name="connsiteY64" fmla="*/ 781750 h 3975051"/>
                  <a:gd name="connsiteX65" fmla="*/ 7218492 w 8773198"/>
                  <a:gd name="connsiteY65" fmla="*/ 804945 h 3975051"/>
                  <a:gd name="connsiteX66" fmla="*/ 7329543 w 8773198"/>
                  <a:gd name="connsiteY66" fmla="*/ 826022 h 3975051"/>
                  <a:gd name="connsiteX67" fmla="*/ 7440593 w 8773198"/>
                  <a:gd name="connsiteY67" fmla="*/ 844981 h 3975051"/>
                  <a:gd name="connsiteX68" fmla="*/ 7551643 w 8773198"/>
                  <a:gd name="connsiteY68" fmla="*/ 861927 h 3975051"/>
                  <a:gd name="connsiteX69" fmla="*/ 7662694 w 8773198"/>
                  <a:gd name="connsiteY69" fmla="*/ 877178 h 3975051"/>
                  <a:gd name="connsiteX70" fmla="*/ 7773744 w 8773198"/>
                  <a:gd name="connsiteY70" fmla="*/ 890735 h 3975051"/>
                  <a:gd name="connsiteX71" fmla="*/ 7884794 w 8773198"/>
                  <a:gd name="connsiteY71" fmla="*/ 903127 h 3975051"/>
                  <a:gd name="connsiteX72" fmla="*/ 7995845 w 8773198"/>
                  <a:gd name="connsiteY72" fmla="*/ 914354 h 3975051"/>
                  <a:gd name="connsiteX73" fmla="*/ 8106896 w 8773198"/>
                  <a:gd name="connsiteY73" fmla="*/ 924840 h 3975051"/>
                  <a:gd name="connsiteX74" fmla="*/ 8217946 w 8773198"/>
                  <a:gd name="connsiteY74" fmla="*/ 934690 h 3975051"/>
                  <a:gd name="connsiteX75" fmla="*/ 8328997 w 8773198"/>
                  <a:gd name="connsiteY75" fmla="*/ 944116 h 3975051"/>
                  <a:gd name="connsiteX76" fmla="*/ 8440047 w 8773198"/>
                  <a:gd name="connsiteY76" fmla="*/ 953224 h 3975051"/>
                  <a:gd name="connsiteX77" fmla="*/ 8551097 w 8773198"/>
                  <a:gd name="connsiteY77" fmla="*/ 962333 h 3975051"/>
                  <a:gd name="connsiteX78" fmla="*/ 8662148 w 8773198"/>
                  <a:gd name="connsiteY78" fmla="*/ 971336 h 3975051"/>
                  <a:gd name="connsiteX79" fmla="*/ 8773198 w 8773198"/>
                  <a:gd name="connsiteY79" fmla="*/ 980550 h 3975051"/>
                  <a:gd name="connsiteX80" fmla="*/ 8773198 w 8773198"/>
                  <a:gd name="connsiteY80" fmla="*/ 3709102 h 3975051"/>
                  <a:gd name="connsiteX81" fmla="*/ 8662148 w 8773198"/>
                  <a:gd name="connsiteY81" fmla="*/ 3503629 h 3975051"/>
                  <a:gd name="connsiteX82" fmla="*/ 8551097 w 8773198"/>
                  <a:gd name="connsiteY82" fmla="*/ 3306312 h 3975051"/>
                  <a:gd name="connsiteX83" fmla="*/ 8440047 w 8773198"/>
                  <a:gd name="connsiteY83" fmla="*/ 3117256 h 3975051"/>
                  <a:gd name="connsiteX84" fmla="*/ 8328997 w 8773198"/>
                  <a:gd name="connsiteY84" fmla="*/ 2936673 h 3975051"/>
                  <a:gd name="connsiteX85" fmla="*/ 8217946 w 8773198"/>
                  <a:gd name="connsiteY85" fmla="*/ 2764563 h 3975051"/>
                  <a:gd name="connsiteX86" fmla="*/ 8106896 w 8773198"/>
                  <a:gd name="connsiteY86" fmla="*/ 2601138 h 3975051"/>
                  <a:gd name="connsiteX87" fmla="*/ 7995845 w 8773198"/>
                  <a:gd name="connsiteY87" fmla="*/ 2446503 h 3975051"/>
                  <a:gd name="connsiteX88" fmla="*/ 7884794 w 8773198"/>
                  <a:gd name="connsiteY88" fmla="*/ 2301084 h 3975051"/>
                  <a:gd name="connsiteX89" fmla="*/ 7773744 w 8773198"/>
                  <a:gd name="connsiteY89" fmla="*/ 2164773 h 3975051"/>
                  <a:gd name="connsiteX90" fmla="*/ 7662694 w 8773198"/>
                  <a:gd name="connsiteY90" fmla="*/ 2037994 h 3975051"/>
                  <a:gd name="connsiteX91" fmla="*/ 7551643 w 8773198"/>
                  <a:gd name="connsiteY91" fmla="*/ 1921065 h 3975051"/>
                  <a:gd name="connsiteX92" fmla="*/ 7440593 w 8773198"/>
                  <a:gd name="connsiteY92" fmla="*/ 1813986 h 3975051"/>
                  <a:gd name="connsiteX93" fmla="*/ 7329543 w 8773198"/>
                  <a:gd name="connsiteY93" fmla="*/ 1717075 h 3975051"/>
                  <a:gd name="connsiteX94" fmla="*/ 7218492 w 8773198"/>
                  <a:gd name="connsiteY94" fmla="*/ 1630437 h 3975051"/>
                  <a:gd name="connsiteX95" fmla="*/ 7107441 w 8773198"/>
                  <a:gd name="connsiteY95" fmla="*/ 1553862 h 3975051"/>
                  <a:gd name="connsiteX96" fmla="*/ 6996391 w 8773198"/>
                  <a:gd name="connsiteY96" fmla="*/ 1487348 h 3975051"/>
                  <a:gd name="connsiteX97" fmla="*/ 6885340 w 8773198"/>
                  <a:gd name="connsiteY97" fmla="*/ 1430366 h 3975051"/>
                  <a:gd name="connsiteX98" fmla="*/ 6774290 w 8773198"/>
                  <a:gd name="connsiteY98" fmla="*/ 1382175 h 3975051"/>
                  <a:gd name="connsiteX99" fmla="*/ 6663240 w 8773198"/>
                  <a:gd name="connsiteY99" fmla="*/ 1343305 h 3975051"/>
                  <a:gd name="connsiteX100" fmla="*/ 6552189 w 8773198"/>
                  <a:gd name="connsiteY100" fmla="*/ 1312908 h 3975051"/>
                  <a:gd name="connsiteX101" fmla="*/ 6441139 w 8773198"/>
                  <a:gd name="connsiteY101" fmla="*/ 1289819 h 3975051"/>
                  <a:gd name="connsiteX102" fmla="*/ 6330088 w 8773198"/>
                  <a:gd name="connsiteY102" fmla="*/ 1273084 h 3975051"/>
                  <a:gd name="connsiteX103" fmla="*/ 6219038 w 8773198"/>
                  <a:gd name="connsiteY103" fmla="*/ 1261645 h 3975051"/>
                  <a:gd name="connsiteX104" fmla="*/ 6107881 w 8773198"/>
                  <a:gd name="connsiteY104" fmla="*/ 1254443 h 3975051"/>
                  <a:gd name="connsiteX105" fmla="*/ 5996831 w 8773198"/>
                  <a:gd name="connsiteY105" fmla="*/ 1250631 h 3975051"/>
                  <a:gd name="connsiteX106" fmla="*/ 5885781 w 8773198"/>
                  <a:gd name="connsiteY106" fmla="*/ 1255820 h 3975051"/>
                  <a:gd name="connsiteX107" fmla="*/ 5774730 w 8773198"/>
                  <a:gd name="connsiteY107" fmla="*/ 1276367 h 3975051"/>
                  <a:gd name="connsiteX108" fmla="*/ 5663679 w 8773198"/>
                  <a:gd name="connsiteY108" fmla="*/ 1309307 h 3975051"/>
                  <a:gd name="connsiteX109" fmla="*/ 5552629 w 8773198"/>
                  <a:gd name="connsiteY109" fmla="*/ 1349554 h 3975051"/>
                  <a:gd name="connsiteX110" fmla="*/ 5441578 w 8773198"/>
                  <a:gd name="connsiteY110" fmla="*/ 1389801 h 3975051"/>
                  <a:gd name="connsiteX111" fmla="*/ 5330528 w 8773198"/>
                  <a:gd name="connsiteY111" fmla="*/ 1421046 h 3975051"/>
                  <a:gd name="connsiteX112" fmla="*/ 5219478 w 8773198"/>
                  <a:gd name="connsiteY112" fmla="*/ 1451761 h 3975051"/>
                  <a:gd name="connsiteX113" fmla="*/ 5108428 w 8773198"/>
                  <a:gd name="connsiteY113" fmla="*/ 1500799 h 3975051"/>
                  <a:gd name="connsiteX114" fmla="*/ 4997377 w 8773198"/>
                  <a:gd name="connsiteY114" fmla="*/ 1564453 h 3975051"/>
                  <a:gd name="connsiteX115" fmla="*/ 4886326 w 8773198"/>
                  <a:gd name="connsiteY115" fmla="*/ 1639122 h 3975051"/>
                  <a:gd name="connsiteX116" fmla="*/ 4775276 w 8773198"/>
                  <a:gd name="connsiteY116" fmla="*/ 1720464 h 3975051"/>
                  <a:gd name="connsiteX117" fmla="*/ 4664225 w 8773198"/>
                  <a:gd name="connsiteY117" fmla="*/ 1802865 h 3975051"/>
                  <a:gd name="connsiteX118" fmla="*/ 4553175 w 8773198"/>
                  <a:gd name="connsiteY118" fmla="*/ 1878911 h 3975051"/>
                  <a:gd name="connsiteX119" fmla="*/ 4442124 w 8773198"/>
                  <a:gd name="connsiteY119" fmla="*/ 1939706 h 3975051"/>
                  <a:gd name="connsiteX120" fmla="*/ 4331074 w 8773198"/>
                  <a:gd name="connsiteY120" fmla="*/ 1975081 h 3975051"/>
                  <a:gd name="connsiteX121" fmla="*/ 4220024 w 8773198"/>
                  <a:gd name="connsiteY121" fmla="*/ 1971904 h 3975051"/>
                  <a:gd name="connsiteX122" fmla="*/ 4108973 w 8773198"/>
                  <a:gd name="connsiteY122" fmla="*/ 1894798 h 3975051"/>
                  <a:gd name="connsiteX123" fmla="*/ 3997923 w 8773198"/>
                  <a:gd name="connsiteY123" fmla="*/ 1792697 h 3975051"/>
                  <a:gd name="connsiteX124" fmla="*/ 3886872 w 8773198"/>
                  <a:gd name="connsiteY124" fmla="*/ 1728831 h 3975051"/>
                  <a:gd name="connsiteX125" fmla="*/ 3775822 w 8773198"/>
                  <a:gd name="connsiteY125" fmla="*/ 1633191 h 3975051"/>
                  <a:gd name="connsiteX126" fmla="*/ 3664771 w 8773198"/>
                  <a:gd name="connsiteY126" fmla="*/ 1466801 h 3975051"/>
                  <a:gd name="connsiteX127" fmla="*/ 3553721 w 8773198"/>
                  <a:gd name="connsiteY127" fmla="*/ 1274461 h 3975051"/>
                  <a:gd name="connsiteX128" fmla="*/ 3442670 w 8773198"/>
                  <a:gd name="connsiteY128" fmla="*/ 1095149 h 3975051"/>
                  <a:gd name="connsiteX129" fmla="*/ 3331620 w 8773198"/>
                  <a:gd name="connsiteY129" fmla="*/ 959579 h 3975051"/>
                  <a:gd name="connsiteX130" fmla="*/ 3220569 w 8773198"/>
                  <a:gd name="connsiteY130" fmla="*/ 887981 h 3975051"/>
                  <a:gd name="connsiteX131" fmla="*/ 3109519 w 8773198"/>
                  <a:gd name="connsiteY131" fmla="*/ 799226 h 3975051"/>
                  <a:gd name="connsiteX132" fmla="*/ 2998362 w 8773198"/>
                  <a:gd name="connsiteY132" fmla="*/ 704433 h 3975051"/>
                  <a:gd name="connsiteX133" fmla="*/ 2887312 w 8773198"/>
                  <a:gd name="connsiteY133" fmla="*/ 650735 h 3975051"/>
                  <a:gd name="connsiteX134" fmla="*/ 2776262 w 8773198"/>
                  <a:gd name="connsiteY134" fmla="*/ 673294 h 3975051"/>
                  <a:gd name="connsiteX135" fmla="*/ 2665211 w 8773198"/>
                  <a:gd name="connsiteY135" fmla="*/ 808652 h 3975051"/>
                  <a:gd name="connsiteX136" fmla="*/ 2554161 w 8773198"/>
                  <a:gd name="connsiteY136" fmla="*/ 1014866 h 3975051"/>
                  <a:gd name="connsiteX137" fmla="*/ 2443110 w 8773198"/>
                  <a:gd name="connsiteY137" fmla="*/ 1213243 h 3975051"/>
                  <a:gd name="connsiteX138" fmla="*/ 2332060 w 8773198"/>
                  <a:gd name="connsiteY138" fmla="*/ 1555239 h 3975051"/>
                  <a:gd name="connsiteX139" fmla="*/ 2221009 w 8773198"/>
                  <a:gd name="connsiteY139" fmla="*/ 1984084 h 3975051"/>
                  <a:gd name="connsiteX140" fmla="*/ 2109959 w 8773198"/>
                  <a:gd name="connsiteY140" fmla="*/ 2286150 h 3975051"/>
                  <a:gd name="connsiteX141" fmla="*/ 1998908 w 8773198"/>
                  <a:gd name="connsiteY141" fmla="*/ 2436336 h 3975051"/>
                  <a:gd name="connsiteX142" fmla="*/ 1887858 w 8773198"/>
                  <a:gd name="connsiteY142" fmla="*/ 2537695 h 3975051"/>
                  <a:gd name="connsiteX143" fmla="*/ 1776807 w 8773198"/>
                  <a:gd name="connsiteY143" fmla="*/ 2606963 h 3975051"/>
                  <a:gd name="connsiteX144" fmla="*/ 1665757 w 8773198"/>
                  <a:gd name="connsiteY144" fmla="*/ 2626027 h 3975051"/>
                  <a:gd name="connsiteX145" fmla="*/ 1554706 w 8773198"/>
                  <a:gd name="connsiteY145" fmla="*/ 2513229 h 3975051"/>
                  <a:gd name="connsiteX146" fmla="*/ 1443656 w 8773198"/>
                  <a:gd name="connsiteY146" fmla="*/ 2289221 h 3975051"/>
                  <a:gd name="connsiteX147" fmla="*/ 1332605 w 8773198"/>
                  <a:gd name="connsiteY147" fmla="*/ 2104084 h 3975051"/>
                  <a:gd name="connsiteX148" fmla="*/ 1221555 w 8773198"/>
                  <a:gd name="connsiteY148" fmla="*/ 1976564 h 3975051"/>
                  <a:gd name="connsiteX149" fmla="*/ 1110505 w 8773198"/>
                  <a:gd name="connsiteY149" fmla="*/ 1793757 h 3975051"/>
                  <a:gd name="connsiteX150" fmla="*/ 999454 w 8773198"/>
                  <a:gd name="connsiteY150" fmla="*/ 1741435 h 3975051"/>
                  <a:gd name="connsiteX151" fmla="*/ 888404 w 8773198"/>
                  <a:gd name="connsiteY151" fmla="*/ 1756581 h 3975051"/>
                  <a:gd name="connsiteX152" fmla="*/ 777353 w 8773198"/>
                  <a:gd name="connsiteY152" fmla="*/ 1806572 h 3975051"/>
                  <a:gd name="connsiteX153" fmla="*/ 666303 w 8773198"/>
                  <a:gd name="connsiteY153" fmla="*/ 1904331 h 3975051"/>
                  <a:gd name="connsiteX154" fmla="*/ 555252 w 8773198"/>
                  <a:gd name="connsiteY154" fmla="*/ 2062142 h 3975051"/>
                  <a:gd name="connsiteX155" fmla="*/ 444202 w 8773198"/>
                  <a:gd name="connsiteY155" fmla="*/ 2281384 h 3975051"/>
                  <a:gd name="connsiteX156" fmla="*/ 333151 w 8773198"/>
                  <a:gd name="connsiteY156" fmla="*/ 2580379 h 3975051"/>
                  <a:gd name="connsiteX157" fmla="*/ 222101 w 8773198"/>
                  <a:gd name="connsiteY157" fmla="*/ 2967600 h 3975051"/>
                  <a:gd name="connsiteX158" fmla="*/ 111050 w 8773198"/>
                  <a:gd name="connsiteY158" fmla="*/ 3435844 h 3975051"/>
                  <a:gd name="connsiteX159" fmla="*/ 0 w 8773198"/>
                  <a:gd name="connsiteY159" fmla="*/ 3975052 h 3975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773198" h="3975051">
                    <a:moveTo>
                      <a:pt x="0" y="2564915"/>
                    </a:moveTo>
                    <a:lnTo>
                      <a:pt x="111050" y="2302461"/>
                    </a:lnTo>
                    <a:lnTo>
                      <a:pt x="222101" y="2061507"/>
                    </a:lnTo>
                    <a:lnTo>
                      <a:pt x="333151" y="1847031"/>
                    </a:lnTo>
                    <a:lnTo>
                      <a:pt x="444202" y="1664224"/>
                    </a:lnTo>
                    <a:lnTo>
                      <a:pt x="555252" y="1508531"/>
                    </a:lnTo>
                    <a:lnTo>
                      <a:pt x="666303" y="1372114"/>
                    </a:lnTo>
                    <a:lnTo>
                      <a:pt x="777353" y="1272661"/>
                    </a:lnTo>
                    <a:lnTo>
                      <a:pt x="888404" y="1211548"/>
                    </a:lnTo>
                    <a:lnTo>
                      <a:pt x="999454" y="1183057"/>
                    </a:lnTo>
                    <a:lnTo>
                      <a:pt x="1110505" y="1220551"/>
                    </a:lnTo>
                    <a:lnTo>
                      <a:pt x="1221555" y="1355379"/>
                    </a:lnTo>
                    <a:lnTo>
                      <a:pt x="1332605" y="1451549"/>
                    </a:lnTo>
                    <a:lnTo>
                      <a:pt x="1443656" y="1620376"/>
                    </a:lnTo>
                    <a:lnTo>
                      <a:pt x="1554706" y="1777869"/>
                    </a:lnTo>
                    <a:lnTo>
                      <a:pt x="1665757" y="1843642"/>
                    </a:lnTo>
                    <a:lnTo>
                      <a:pt x="1776807" y="1855610"/>
                    </a:lnTo>
                    <a:lnTo>
                      <a:pt x="1887858" y="1829344"/>
                    </a:lnTo>
                    <a:lnTo>
                      <a:pt x="1998908" y="1735928"/>
                    </a:lnTo>
                    <a:lnTo>
                      <a:pt x="2109959" y="1580552"/>
                    </a:lnTo>
                    <a:lnTo>
                      <a:pt x="2221009" y="1307506"/>
                    </a:lnTo>
                    <a:lnTo>
                      <a:pt x="2332060" y="903763"/>
                    </a:lnTo>
                    <a:lnTo>
                      <a:pt x="2443110" y="559543"/>
                    </a:lnTo>
                    <a:lnTo>
                      <a:pt x="2554161" y="373240"/>
                    </a:lnTo>
                    <a:lnTo>
                      <a:pt x="2665211" y="176558"/>
                    </a:lnTo>
                    <a:lnTo>
                      <a:pt x="2776262" y="26902"/>
                    </a:lnTo>
                    <a:lnTo>
                      <a:pt x="2887312" y="0"/>
                    </a:lnTo>
                    <a:lnTo>
                      <a:pt x="2998362" y="55181"/>
                    </a:lnTo>
                    <a:lnTo>
                      <a:pt x="3109519" y="139065"/>
                    </a:lnTo>
                    <a:lnTo>
                      <a:pt x="3220569" y="213840"/>
                    </a:lnTo>
                    <a:lnTo>
                      <a:pt x="3331620" y="292746"/>
                    </a:lnTo>
                    <a:lnTo>
                      <a:pt x="3442670" y="451193"/>
                    </a:lnTo>
                    <a:lnTo>
                      <a:pt x="3553721" y="648299"/>
                    </a:lnTo>
                    <a:lnTo>
                      <a:pt x="3664771" y="840638"/>
                    </a:lnTo>
                    <a:lnTo>
                      <a:pt x="3775822" y="992730"/>
                    </a:lnTo>
                    <a:lnTo>
                      <a:pt x="3886872" y="1075343"/>
                    </a:lnTo>
                    <a:lnTo>
                      <a:pt x="3997923" y="1135290"/>
                    </a:lnTo>
                    <a:lnTo>
                      <a:pt x="4108973" y="1226800"/>
                    </a:lnTo>
                    <a:lnTo>
                      <a:pt x="4220024" y="1289183"/>
                    </a:lnTo>
                    <a:lnTo>
                      <a:pt x="4331074" y="1290348"/>
                    </a:lnTo>
                    <a:lnTo>
                      <a:pt x="4442124" y="1262387"/>
                    </a:lnTo>
                    <a:lnTo>
                      <a:pt x="4553175" y="1211442"/>
                    </a:lnTo>
                    <a:lnTo>
                      <a:pt x="4664225" y="1141327"/>
                    </a:lnTo>
                    <a:lnTo>
                      <a:pt x="4775276" y="1056808"/>
                    </a:lnTo>
                    <a:lnTo>
                      <a:pt x="4886326" y="964239"/>
                    </a:lnTo>
                    <a:lnTo>
                      <a:pt x="4997377" y="871883"/>
                    </a:lnTo>
                    <a:lnTo>
                      <a:pt x="5108428" y="789058"/>
                    </a:lnTo>
                    <a:lnTo>
                      <a:pt x="5219478" y="726039"/>
                    </a:lnTo>
                    <a:lnTo>
                      <a:pt x="5330528" y="692676"/>
                    </a:lnTo>
                    <a:lnTo>
                      <a:pt x="5441578" y="671388"/>
                    </a:lnTo>
                    <a:lnTo>
                      <a:pt x="5552629" y="646180"/>
                    </a:lnTo>
                    <a:lnTo>
                      <a:pt x="5663679" y="619278"/>
                    </a:lnTo>
                    <a:lnTo>
                      <a:pt x="5774730" y="594494"/>
                    </a:lnTo>
                    <a:lnTo>
                      <a:pt x="5885781" y="578184"/>
                    </a:lnTo>
                    <a:lnTo>
                      <a:pt x="5996831" y="578289"/>
                    </a:lnTo>
                    <a:lnTo>
                      <a:pt x="6107881" y="589093"/>
                    </a:lnTo>
                    <a:lnTo>
                      <a:pt x="6219038" y="602120"/>
                    </a:lnTo>
                    <a:lnTo>
                      <a:pt x="6330088" y="617478"/>
                    </a:lnTo>
                    <a:lnTo>
                      <a:pt x="6441139" y="635165"/>
                    </a:lnTo>
                    <a:lnTo>
                      <a:pt x="6552189" y="655395"/>
                    </a:lnTo>
                    <a:lnTo>
                      <a:pt x="6663240" y="678166"/>
                    </a:lnTo>
                    <a:lnTo>
                      <a:pt x="6774290" y="703374"/>
                    </a:lnTo>
                    <a:lnTo>
                      <a:pt x="6885340" y="730382"/>
                    </a:lnTo>
                    <a:lnTo>
                      <a:pt x="6996391" y="756754"/>
                    </a:lnTo>
                    <a:lnTo>
                      <a:pt x="7107441" y="781750"/>
                    </a:lnTo>
                    <a:lnTo>
                      <a:pt x="7218492" y="804945"/>
                    </a:lnTo>
                    <a:lnTo>
                      <a:pt x="7329543" y="826022"/>
                    </a:lnTo>
                    <a:lnTo>
                      <a:pt x="7440593" y="844981"/>
                    </a:lnTo>
                    <a:lnTo>
                      <a:pt x="7551643" y="861927"/>
                    </a:lnTo>
                    <a:lnTo>
                      <a:pt x="7662694" y="877178"/>
                    </a:lnTo>
                    <a:lnTo>
                      <a:pt x="7773744" y="890735"/>
                    </a:lnTo>
                    <a:lnTo>
                      <a:pt x="7884794" y="903127"/>
                    </a:lnTo>
                    <a:lnTo>
                      <a:pt x="7995845" y="914354"/>
                    </a:lnTo>
                    <a:lnTo>
                      <a:pt x="8106896" y="924840"/>
                    </a:lnTo>
                    <a:lnTo>
                      <a:pt x="8217946" y="934690"/>
                    </a:lnTo>
                    <a:lnTo>
                      <a:pt x="8328997" y="944116"/>
                    </a:lnTo>
                    <a:lnTo>
                      <a:pt x="8440047" y="953224"/>
                    </a:lnTo>
                    <a:lnTo>
                      <a:pt x="8551097" y="962333"/>
                    </a:lnTo>
                    <a:lnTo>
                      <a:pt x="8662148" y="971336"/>
                    </a:lnTo>
                    <a:lnTo>
                      <a:pt x="8773198" y="980550"/>
                    </a:lnTo>
                    <a:lnTo>
                      <a:pt x="8773198" y="3709102"/>
                    </a:lnTo>
                    <a:lnTo>
                      <a:pt x="8662148" y="3503629"/>
                    </a:lnTo>
                    <a:lnTo>
                      <a:pt x="8551097" y="3306312"/>
                    </a:lnTo>
                    <a:lnTo>
                      <a:pt x="8440047" y="3117256"/>
                    </a:lnTo>
                    <a:lnTo>
                      <a:pt x="8328997" y="2936673"/>
                    </a:lnTo>
                    <a:lnTo>
                      <a:pt x="8217946" y="2764563"/>
                    </a:lnTo>
                    <a:lnTo>
                      <a:pt x="8106896" y="2601138"/>
                    </a:lnTo>
                    <a:lnTo>
                      <a:pt x="7995845" y="2446503"/>
                    </a:lnTo>
                    <a:lnTo>
                      <a:pt x="7884794" y="2301084"/>
                    </a:lnTo>
                    <a:lnTo>
                      <a:pt x="7773744" y="2164773"/>
                    </a:lnTo>
                    <a:lnTo>
                      <a:pt x="7662694" y="2037994"/>
                    </a:lnTo>
                    <a:lnTo>
                      <a:pt x="7551643" y="1921065"/>
                    </a:lnTo>
                    <a:lnTo>
                      <a:pt x="7440593" y="1813986"/>
                    </a:lnTo>
                    <a:lnTo>
                      <a:pt x="7329543" y="1717075"/>
                    </a:lnTo>
                    <a:lnTo>
                      <a:pt x="7218492" y="1630437"/>
                    </a:lnTo>
                    <a:lnTo>
                      <a:pt x="7107441" y="1553862"/>
                    </a:lnTo>
                    <a:lnTo>
                      <a:pt x="6996391" y="1487348"/>
                    </a:lnTo>
                    <a:lnTo>
                      <a:pt x="6885340" y="1430366"/>
                    </a:lnTo>
                    <a:lnTo>
                      <a:pt x="6774290" y="1382175"/>
                    </a:lnTo>
                    <a:lnTo>
                      <a:pt x="6663240" y="1343305"/>
                    </a:lnTo>
                    <a:lnTo>
                      <a:pt x="6552189" y="1312908"/>
                    </a:lnTo>
                    <a:lnTo>
                      <a:pt x="6441139" y="1289819"/>
                    </a:lnTo>
                    <a:lnTo>
                      <a:pt x="6330088" y="1273084"/>
                    </a:lnTo>
                    <a:lnTo>
                      <a:pt x="6219038" y="1261645"/>
                    </a:lnTo>
                    <a:lnTo>
                      <a:pt x="6107881" y="1254443"/>
                    </a:lnTo>
                    <a:lnTo>
                      <a:pt x="5996831" y="1250631"/>
                    </a:lnTo>
                    <a:lnTo>
                      <a:pt x="5885781" y="1255820"/>
                    </a:lnTo>
                    <a:lnTo>
                      <a:pt x="5774730" y="1276367"/>
                    </a:lnTo>
                    <a:lnTo>
                      <a:pt x="5663679" y="1309307"/>
                    </a:lnTo>
                    <a:lnTo>
                      <a:pt x="5552629" y="1349554"/>
                    </a:lnTo>
                    <a:lnTo>
                      <a:pt x="5441578" y="1389801"/>
                    </a:lnTo>
                    <a:lnTo>
                      <a:pt x="5330528" y="1421046"/>
                    </a:lnTo>
                    <a:lnTo>
                      <a:pt x="5219478" y="1451761"/>
                    </a:lnTo>
                    <a:lnTo>
                      <a:pt x="5108428" y="1500799"/>
                    </a:lnTo>
                    <a:lnTo>
                      <a:pt x="4997377" y="1564453"/>
                    </a:lnTo>
                    <a:lnTo>
                      <a:pt x="4886326" y="1639122"/>
                    </a:lnTo>
                    <a:lnTo>
                      <a:pt x="4775276" y="1720464"/>
                    </a:lnTo>
                    <a:lnTo>
                      <a:pt x="4664225" y="1802865"/>
                    </a:lnTo>
                    <a:lnTo>
                      <a:pt x="4553175" y="1878911"/>
                    </a:lnTo>
                    <a:lnTo>
                      <a:pt x="4442124" y="1939706"/>
                    </a:lnTo>
                    <a:lnTo>
                      <a:pt x="4331074" y="1975081"/>
                    </a:lnTo>
                    <a:lnTo>
                      <a:pt x="4220024" y="1971904"/>
                    </a:lnTo>
                    <a:lnTo>
                      <a:pt x="4108973" y="1894798"/>
                    </a:lnTo>
                    <a:lnTo>
                      <a:pt x="3997923" y="1792697"/>
                    </a:lnTo>
                    <a:lnTo>
                      <a:pt x="3886872" y="1728831"/>
                    </a:lnTo>
                    <a:lnTo>
                      <a:pt x="3775822" y="1633191"/>
                    </a:lnTo>
                    <a:lnTo>
                      <a:pt x="3664771" y="1466801"/>
                    </a:lnTo>
                    <a:lnTo>
                      <a:pt x="3553721" y="1274461"/>
                    </a:lnTo>
                    <a:lnTo>
                      <a:pt x="3442670" y="1095149"/>
                    </a:lnTo>
                    <a:lnTo>
                      <a:pt x="3331620" y="959579"/>
                    </a:lnTo>
                    <a:lnTo>
                      <a:pt x="3220569" y="887981"/>
                    </a:lnTo>
                    <a:lnTo>
                      <a:pt x="3109519" y="799226"/>
                    </a:lnTo>
                    <a:lnTo>
                      <a:pt x="2998362" y="704433"/>
                    </a:lnTo>
                    <a:lnTo>
                      <a:pt x="2887312" y="650735"/>
                    </a:lnTo>
                    <a:lnTo>
                      <a:pt x="2776262" y="673294"/>
                    </a:lnTo>
                    <a:lnTo>
                      <a:pt x="2665211" y="808652"/>
                    </a:lnTo>
                    <a:lnTo>
                      <a:pt x="2554161" y="1014866"/>
                    </a:lnTo>
                    <a:lnTo>
                      <a:pt x="2443110" y="1213243"/>
                    </a:lnTo>
                    <a:lnTo>
                      <a:pt x="2332060" y="1555239"/>
                    </a:lnTo>
                    <a:lnTo>
                      <a:pt x="2221009" y="1984084"/>
                    </a:lnTo>
                    <a:lnTo>
                      <a:pt x="2109959" y="2286150"/>
                    </a:lnTo>
                    <a:lnTo>
                      <a:pt x="1998908" y="2436336"/>
                    </a:lnTo>
                    <a:lnTo>
                      <a:pt x="1887858" y="2537695"/>
                    </a:lnTo>
                    <a:lnTo>
                      <a:pt x="1776807" y="2606963"/>
                    </a:lnTo>
                    <a:lnTo>
                      <a:pt x="1665757" y="2626027"/>
                    </a:lnTo>
                    <a:lnTo>
                      <a:pt x="1554706" y="2513229"/>
                    </a:lnTo>
                    <a:lnTo>
                      <a:pt x="1443656" y="2289221"/>
                    </a:lnTo>
                    <a:lnTo>
                      <a:pt x="1332605" y="2104084"/>
                    </a:lnTo>
                    <a:lnTo>
                      <a:pt x="1221555" y="1976564"/>
                    </a:lnTo>
                    <a:lnTo>
                      <a:pt x="1110505" y="1793757"/>
                    </a:lnTo>
                    <a:lnTo>
                      <a:pt x="999454" y="1741435"/>
                    </a:lnTo>
                    <a:lnTo>
                      <a:pt x="888404" y="1756581"/>
                    </a:lnTo>
                    <a:lnTo>
                      <a:pt x="777353" y="1806572"/>
                    </a:lnTo>
                    <a:lnTo>
                      <a:pt x="666303" y="1904331"/>
                    </a:lnTo>
                    <a:lnTo>
                      <a:pt x="555252" y="2062142"/>
                    </a:lnTo>
                    <a:lnTo>
                      <a:pt x="444202" y="2281384"/>
                    </a:lnTo>
                    <a:lnTo>
                      <a:pt x="333151" y="2580379"/>
                    </a:lnTo>
                    <a:lnTo>
                      <a:pt x="222101" y="2967600"/>
                    </a:lnTo>
                    <a:lnTo>
                      <a:pt x="111050" y="3435844"/>
                    </a:lnTo>
                    <a:lnTo>
                      <a:pt x="0" y="3975052"/>
                    </a:lnTo>
                    <a:close/>
                  </a:path>
                </a:pathLst>
              </a:custGeom>
              <a:solidFill>
                <a:srgbClr val="00833E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45E1D6FC-6008-241C-46F8-94F9482442E3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2564915"/>
              </a:xfrm>
              <a:custGeom>
                <a:avLst/>
                <a:gdLst>
                  <a:gd name="connsiteX0" fmla="*/ 0 w 8773198"/>
                  <a:gd name="connsiteY0" fmla="*/ 2564915 h 2564915"/>
                  <a:gd name="connsiteX1" fmla="*/ 111050 w 8773198"/>
                  <a:gd name="connsiteY1" fmla="*/ 2302461 h 2564915"/>
                  <a:gd name="connsiteX2" fmla="*/ 222101 w 8773198"/>
                  <a:gd name="connsiteY2" fmla="*/ 2061507 h 2564915"/>
                  <a:gd name="connsiteX3" fmla="*/ 333151 w 8773198"/>
                  <a:gd name="connsiteY3" fmla="*/ 1847031 h 2564915"/>
                  <a:gd name="connsiteX4" fmla="*/ 444202 w 8773198"/>
                  <a:gd name="connsiteY4" fmla="*/ 1664224 h 2564915"/>
                  <a:gd name="connsiteX5" fmla="*/ 555252 w 8773198"/>
                  <a:gd name="connsiteY5" fmla="*/ 1508531 h 2564915"/>
                  <a:gd name="connsiteX6" fmla="*/ 666303 w 8773198"/>
                  <a:gd name="connsiteY6" fmla="*/ 1372114 h 2564915"/>
                  <a:gd name="connsiteX7" fmla="*/ 777353 w 8773198"/>
                  <a:gd name="connsiteY7" fmla="*/ 1272661 h 2564915"/>
                  <a:gd name="connsiteX8" fmla="*/ 888404 w 8773198"/>
                  <a:gd name="connsiteY8" fmla="*/ 1211548 h 2564915"/>
                  <a:gd name="connsiteX9" fmla="*/ 999454 w 8773198"/>
                  <a:gd name="connsiteY9" fmla="*/ 1183057 h 2564915"/>
                  <a:gd name="connsiteX10" fmla="*/ 1110505 w 8773198"/>
                  <a:gd name="connsiteY10" fmla="*/ 1220551 h 2564915"/>
                  <a:gd name="connsiteX11" fmla="*/ 1221555 w 8773198"/>
                  <a:gd name="connsiteY11" fmla="*/ 1355379 h 2564915"/>
                  <a:gd name="connsiteX12" fmla="*/ 1332605 w 8773198"/>
                  <a:gd name="connsiteY12" fmla="*/ 1451549 h 2564915"/>
                  <a:gd name="connsiteX13" fmla="*/ 1443656 w 8773198"/>
                  <a:gd name="connsiteY13" fmla="*/ 1620376 h 2564915"/>
                  <a:gd name="connsiteX14" fmla="*/ 1554706 w 8773198"/>
                  <a:gd name="connsiteY14" fmla="*/ 1777869 h 2564915"/>
                  <a:gd name="connsiteX15" fmla="*/ 1665757 w 8773198"/>
                  <a:gd name="connsiteY15" fmla="*/ 1843642 h 2564915"/>
                  <a:gd name="connsiteX16" fmla="*/ 1776807 w 8773198"/>
                  <a:gd name="connsiteY16" fmla="*/ 1855610 h 2564915"/>
                  <a:gd name="connsiteX17" fmla="*/ 1887858 w 8773198"/>
                  <a:gd name="connsiteY17" fmla="*/ 1829344 h 2564915"/>
                  <a:gd name="connsiteX18" fmla="*/ 1998908 w 8773198"/>
                  <a:gd name="connsiteY18" fmla="*/ 1735928 h 2564915"/>
                  <a:gd name="connsiteX19" fmla="*/ 2109959 w 8773198"/>
                  <a:gd name="connsiteY19" fmla="*/ 1580552 h 2564915"/>
                  <a:gd name="connsiteX20" fmla="*/ 2221009 w 8773198"/>
                  <a:gd name="connsiteY20" fmla="*/ 1307506 h 2564915"/>
                  <a:gd name="connsiteX21" fmla="*/ 2332060 w 8773198"/>
                  <a:gd name="connsiteY21" fmla="*/ 903763 h 2564915"/>
                  <a:gd name="connsiteX22" fmla="*/ 2443110 w 8773198"/>
                  <a:gd name="connsiteY22" fmla="*/ 559543 h 2564915"/>
                  <a:gd name="connsiteX23" fmla="*/ 2554161 w 8773198"/>
                  <a:gd name="connsiteY23" fmla="*/ 373240 h 2564915"/>
                  <a:gd name="connsiteX24" fmla="*/ 2665211 w 8773198"/>
                  <a:gd name="connsiteY24" fmla="*/ 176558 h 2564915"/>
                  <a:gd name="connsiteX25" fmla="*/ 2776262 w 8773198"/>
                  <a:gd name="connsiteY25" fmla="*/ 26902 h 2564915"/>
                  <a:gd name="connsiteX26" fmla="*/ 2887312 w 8773198"/>
                  <a:gd name="connsiteY26" fmla="*/ 0 h 2564915"/>
                  <a:gd name="connsiteX27" fmla="*/ 2998362 w 8773198"/>
                  <a:gd name="connsiteY27" fmla="*/ 55181 h 2564915"/>
                  <a:gd name="connsiteX28" fmla="*/ 3109519 w 8773198"/>
                  <a:gd name="connsiteY28" fmla="*/ 139065 h 2564915"/>
                  <a:gd name="connsiteX29" fmla="*/ 3220569 w 8773198"/>
                  <a:gd name="connsiteY29" fmla="*/ 213840 h 2564915"/>
                  <a:gd name="connsiteX30" fmla="*/ 3331620 w 8773198"/>
                  <a:gd name="connsiteY30" fmla="*/ 292746 h 2564915"/>
                  <a:gd name="connsiteX31" fmla="*/ 3442670 w 8773198"/>
                  <a:gd name="connsiteY31" fmla="*/ 451193 h 2564915"/>
                  <a:gd name="connsiteX32" fmla="*/ 3553721 w 8773198"/>
                  <a:gd name="connsiteY32" fmla="*/ 648299 h 2564915"/>
                  <a:gd name="connsiteX33" fmla="*/ 3664771 w 8773198"/>
                  <a:gd name="connsiteY33" fmla="*/ 840638 h 2564915"/>
                  <a:gd name="connsiteX34" fmla="*/ 3775822 w 8773198"/>
                  <a:gd name="connsiteY34" fmla="*/ 992730 h 2564915"/>
                  <a:gd name="connsiteX35" fmla="*/ 3886872 w 8773198"/>
                  <a:gd name="connsiteY35" fmla="*/ 1075343 h 2564915"/>
                  <a:gd name="connsiteX36" fmla="*/ 3997923 w 8773198"/>
                  <a:gd name="connsiteY36" fmla="*/ 1135290 h 2564915"/>
                  <a:gd name="connsiteX37" fmla="*/ 4108973 w 8773198"/>
                  <a:gd name="connsiteY37" fmla="*/ 1226800 h 2564915"/>
                  <a:gd name="connsiteX38" fmla="*/ 4220024 w 8773198"/>
                  <a:gd name="connsiteY38" fmla="*/ 1289183 h 2564915"/>
                  <a:gd name="connsiteX39" fmla="*/ 4331074 w 8773198"/>
                  <a:gd name="connsiteY39" fmla="*/ 1290348 h 2564915"/>
                  <a:gd name="connsiteX40" fmla="*/ 4442124 w 8773198"/>
                  <a:gd name="connsiteY40" fmla="*/ 1262387 h 2564915"/>
                  <a:gd name="connsiteX41" fmla="*/ 4553175 w 8773198"/>
                  <a:gd name="connsiteY41" fmla="*/ 1211442 h 2564915"/>
                  <a:gd name="connsiteX42" fmla="*/ 4664225 w 8773198"/>
                  <a:gd name="connsiteY42" fmla="*/ 1141327 h 2564915"/>
                  <a:gd name="connsiteX43" fmla="*/ 4775276 w 8773198"/>
                  <a:gd name="connsiteY43" fmla="*/ 1056808 h 2564915"/>
                  <a:gd name="connsiteX44" fmla="*/ 4886326 w 8773198"/>
                  <a:gd name="connsiteY44" fmla="*/ 964239 h 2564915"/>
                  <a:gd name="connsiteX45" fmla="*/ 4997377 w 8773198"/>
                  <a:gd name="connsiteY45" fmla="*/ 871883 h 2564915"/>
                  <a:gd name="connsiteX46" fmla="*/ 5108428 w 8773198"/>
                  <a:gd name="connsiteY46" fmla="*/ 789058 h 2564915"/>
                  <a:gd name="connsiteX47" fmla="*/ 5219478 w 8773198"/>
                  <a:gd name="connsiteY47" fmla="*/ 726039 h 2564915"/>
                  <a:gd name="connsiteX48" fmla="*/ 5330528 w 8773198"/>
                  <a:gd name="connsiteY48" fmla="*/ 692676 h 2564915"/>
                  <a:gd name="connsiteX49" fmla="*/ 5441578 w 8773198"/>
                  <a:gd name="connsiteY49" fmla="*/ 671388 h 2564915"/>
                  <a:gd name="connsiteX50" fmla="*/ 5552629 w 8773198"/>
                  <a:gd name="connsiteY50" fmla="*/ 646180 h 2564915"/>
                  <a:gd name="connsiteX51" fmla="*/ 5663679 w 8773198"/>
                  <a:gd name="connsiteY51" fmla="*/ 619278 h 2564915"/>
                  <a:gd name="connsiteX52" fmla="*/ 5774730 w 8773198"/>
                  <a:gd name="connsiteY52" fmla="*/ 594494 h 2564915"/>
                  <a:gd name="connsiteX53" fmla="*/ 5885781 w 8773198"/>
                  <a:gd name="connsiteY53" fmla="*/ 578184 h 2564915"/>
                  <a:gd name="connsiteX54" fmla="*/ 5996831 w 8773198"/>
                  <a:gd name="connsiteY54" fmla="*/ 578289 h 2564915"/>
                  <a:gd name="connsiteX55" fmla="*/ 6107881 w 8773198"/>
                  <a:gd name="connsiteY55" fmla="*/ 589093 h 2564915"/>
                  <a:gd name="connsiteX56" fmla="*/ 6219038 w 8773198"/>
                  <a:gd name="connsiteY56" fmla="*/ 602120 h 2564915"/>
                  <a:gd name="connsiteX57" fmla="*/ 6330088 w 8773198"/>
                  <a:gd name="connsiteY57" fmla="*/ 617478 h 2564915"/>
                  <a:gd name="connsiteX58" fmla="*/ 6441139 w 8773198"/>
                  <a:gd name="connsiteY58" fmla="*/ 635165 h 2564915"/>
                  <a:gd name="connsiteX59" fmla="*/ 6552189 w 8773198"/>
                  <a:gd name="connsiteY59" fmla="*/ 655395 h 2564915"/>
                  <a:gd name="connsiteX60" fmla="*/ 6663240 w 8773198"/>
                  <a:gd name="connsiteY60" fmla="*/ 678166 h 2564915"/>
                  <a:gd name="connsiteX61" fmla="*/ 6774290 w 8773198"/>
                  <a:gd name="connsiteY61" fmla="*/ 703374 h 2564915"/>
                  <a:gd name="connsiteX62" fmla="*/ 6885340 w 8773198"/>
                  <a:gd name="connsiteY62" fmla="*/ 730382 h 2564915"/>
                  <a:gd name="connsiteX63" fmla="*/ 6996391 w 8773198"/>
                  <a:gd name="connsiteY63" fmla="*/ 756754 h 2564915"/>
                  <a:gd name="connsiteX64" fmla="*/ 7107441 w 8773198"/>
                  <a:gd name="connsiteY64" fmla="*/ 781750 h 2564915"/>
                  <a:gd name="connsiteX65" fmla="*/ 7218492 w 8773198"/>
                  <a:gd name="connsiteY65" fmla="*/ 804945 h 2564915"/>
                  <a:gd name="connsiteX66" fmla="*/ 7329543 w 8773198"/>
                  <a:gd name="connsiteY66" fmla="*/ 826022 h 2564915"/>
                  <a:gd name="connsiteX67" fmla="*/ 7440593 w 8773198"/>
                  <a:gd name="connsiteY67" fmla="*/ 844981 h 2564915"/>
                  <a:gd name="connsiteX68" fmla="*/ 7551643 w 8773198"/>
                  <a:gd name="connsiteY68" fmla="*/ 861927 h 2564915"/>
                  <a:gd name="connsiteX69" fmla="*/ 7662694 w 8773198"/>
                  <a:gd name="connsiteY69" fmla="*/ 877178 h 2564915"/>
                  <a:gd name="connsiteX70" fmla="*/ 7773744 w 8773198"/>
                  <a:gd name="connsiteY70" fmla="*/ 890735 h 2564915"/>
                  <a:gd name="connsiteX71" fmla="*/ 7884794 w 8773198"/>
                  <a:gd name="connsiteY71" fmla="*/ 903127 h 2564915"/>
                  <a:gd name="connsiteX72" fmla="*/ 7995845 w 8773198"/>
                  <a:gd name="connsiteY72" fmla="*/ 914354 h 2564915"/>
                  <a:gd name="connsiteX73" fmla="*/ 8106896 w 8773198"/>
                  <a:gd name="connsiteY73" fmla="*/ 924840 h 2564915"/>
                  <a:gd name="connsiteX74" fmla="*/ 8217946 w 8773198"/>
                  <a:gd name="connsiteY74" fmla="*/ 934690 h 2564915"/>
                  <a:gd name="connsiteX75" fmla="*/ 8328997 w 8773198"/>
                  <a:gd name="connsiteY75" fmla="*/ 944116 h 2564915"/>
                  <a:gd name="connsiteX76" fmla="*/ 8440047 w 8773198"/>
                  <a:gd name="connsiteY76" fmla="*/ 953224 h 2564915"/>
                  <a:gd name="connsiteX77" fmla="*/ 8551097 w 8773198"/>
                  <a:gd name="connsiteY77" fmla="*/ 962333 h 2564915"/>
                  <a:gd name="connsiteX78" fmla="*/ 8662148 w 8773198"/>
                  <a:gd name="connsiteY78" fmla="*/ 971336 h 2564915"/>
                  <a:gd name="connsiteX79" fmla="*/ 8773198 w 8773198"/>
                  <a:gd name="connsiteY79" fmla="*/ 980550 h 256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564915">
                    <a:moveTo>
                      <a:pt x="0" y="2564915"/>
                    </a:moveTo>
                    <a:lnTo>
                      <a:pt x="111050" y="2302461"/>
                    </a:lnTo>
                    <a:lnTo>
                      <a:pt x="222101" y="2061507"/>
                    </a:lnTo>
                    <a:lnTo>
                      <a:pt x="333151" y="1847031"/>
                    </a:lnTo>
                    <a:lnTo>
                      <a:pt x="444202" y="1664224"/>
                    </a:lnTo>
                    <a:lnTo>
                      <a:pt x="555252" y="1508531"/>
                    </a:lnTo>
                    <a:lnTo>
                      <a:pt x="666303" y="1372114"/>
                    </a:lnTo>
                    <a:lnTo>
                      <a:pt x="777353" y="1272661"/>
                    </a:lnTo>
                    <a:lnTo>
                      <a:pt x="888404" y="1211548"/>
                    </a:lnTo>
                    <a:lnTo>
                      <a:pt x="999454" y="1183057"/>
                    </a:lnTo>
                    <a:lnTo>
                      <a:pt x="1110505" y="1220551"/>
                    </a:lnTo>
                    <a:lnTo>
                      <a:pt x="1221555" y="1355379"/>
                    </a:lnTo>
                    <a:lnTo>
                      <a:pt x="1332605" y="1451549"/>
                    </a:lnTo>
                    <a:lnTo>
                      <a:pt x="1443656" y="1620376"/>
                    </a:lnTo>
                    <a:lnTo>
                      <a:pt x="1554706" y="1777869"/>
                    </a:lnTo>
                    <a:lnTo>
                      <a:pt x="1665757" y="1843642"/>
                    </a:lnTo>
                    <a:lnTo>
                      <a:pt x="1776807" y="1855610"/>
                    </a:lnTo>
                    <a:lnTo>
                      <a:pt x="1887858" y="1829344"/>
                    </a:lnTo>
                    <a:lnTo>
                      <a:pt x="1998908" y="1735928"/>
                    </a:lnTo>
                    <a:lnTo>
                      <a:pt x="2109959" y="1580552"/>
                    </a:lnTo>
                    <a:lnTo>
                      <a:pt x="2221009" y="1307506"/>
                    </a:lnTo>
                    <a:lnTo>
                      <a:pt x="2332060" y="903763"/>
                    </a:lnTo>
                    <a:lnTo>
                      <a:pt x="2443110" y="559543"/>
                    </a:lnTo>
                    <a:lnTo>
                      <a:pt x="2554161" y="373240"/>
                    </a:lnTo>
                    <a:lnTo>
                      <a:pt x="2665211" y="176558"/>
                    </a:lnTo>
                    <a:lnTo>
                      <a:pt x="2776262" y="26902"/>
                    </a:lnTo>
                    <a:lnTo>
                      <a:pt x="2887312" y="0"/>
                    </a:lnTo>
                    <a:lnTo>
                      <a:pt x="2998362" y="55181"/>
                    </a:lnTo>
                    <a:lnTo>
                      <a:pt x="3109519" y="139065"/>
                    </a:lnTo>
                    <a:lnTo>
                      <a:pt x="3220569" y="213840"/>
                    </a:lnTo>
                    <a:lnTo>
                      <a:pt x="3331620" y="292746"/>
                    </a:lnTo>
                    <a:lnTo>
                      <a:pt x="3442670" y="451193"/>
                    </a:lnTo>
                    <a:lnTo>
                      <a:pt x="3553721" y="648299"/>
                    </a:lnTo>
                    <a:lnTo>
                      <a:pt x="3664771" y="840638"/>
                    </a:lnTo>
                    <a:lnTo>
                      <a:pt x="3775822" y="992730"/>
                    </a:lnTo>
                    <a:lnTo>
                      <a:pt x="3886872" y="1075343"/>
                    </a:lnTo>
                    <a:lnTo>
                      <a:pt x="3997923" y="1135290"/>
                    </a:lnTo>
                    <a:lnTo>
                      <a:pt x="4108973" y="1226800"/>
                    </a:lnTo>
                    <a:lnTo>
                      <a:pt x="4220024" y="1289183"/>
                    </a:lnTo>
                    <a:lnTo>
                      <a:pt x="4331074" y="1290348"/>
                    </a:lnTo>
                    <a:lnTo>
                      <a:pt x="4442124" y="1262387"/>
                    </a:lnTo>
                    <a:lnTo>
                      <a:pt x="4553175" y="1211442"/>
                    </a:lnTo>
                    <a:lnTo>
                      <a:pt x="4664225" y="1141327"/>
                    </a:lnTo>
                    <a:lnTo>
                      <a:pt x="4775276" y="1056808"/>
                    </a:lnTo>
                    <a:lnTo>
                      <a:pt x="4886326" y="964239"/>
                    </a:lnTo>
                    <a:lnTo>
                      <a:pt x="4997377" y="871883"/>
                    </a:lnTo>
                    <a:lnTo>
                      <a:pt x="5108428" y="789058"/>
                    </a:lnTo>
                    <a:lnTo>
                      <a:pt x="5219478" y="726039"/>
                    </a:lnTo>
                    <a:lnTo>
                      <a:pt x="5330528" y="692676"/>
                    </a:lnTo>
                    <a:lnTo>
                      <a:pt x="5441578" y="671388"/>
                    </a:lnTo>
                    <a:lnTo>
                      <a:pt x="5552629" y="646180"/>
                    </a:lnTo>
                    <a:lnTo>
                      <a:pt x="5663679" y="619278"/>
                    </a:lnTo>
                    <a:lnTo>
                      <a:pt x="5774730" y="594494"/>
                    </a:lnTo>
                    <a:lnTo>
                      <a:pt x="5885781" y="578184"/>
                    </a:lnTo>
                    <a:lnTo>
                      <a:pt x="5996831" y="578289"/>
                    </a:lnTo>
                    <a:lnTo>
                      <a:pt x="6107881" y="589093"/>
                    </a:lnTo>
                    <a:lnTo>
                      <a:pt x="6219038" y="602120"/>
                    </a:lnTo>
                    <a:lnTo>
                      <a:pt x="6330088" y="617478"/>
                    </a:lnTo>
                    <a:lnTo>
                      <a:pt x="6441139" y="635165"/>
                    </a:lnTo>
                    <a:lnTo>
                      <a:pt x="6552189" y="655395"/>
                    </a:lnTo>
                    <a:lnTo>
                      <a:pt x="6663240" y="678166"/>
                    </a:lnTo>
                    <a:lnTo>
                      <a:pt x="6774290" y="703374"/>
                    </a:lnTo>
                    <a:lnTo>
                      <a:pt x="6885340" y="730382"/>
                    </a:lnTo>
                    <a:lnTo>
                      <a:pt x="6996391" y="756754"/>
                    </a:lnTo>
                    <a:lnTo>
                      <a:pt x="7107441" y="781750"/>
                    </a:lnTo>
                    <a:lnTo>
                      <a:pt x="7218492" y="804945"/>
                    </a:lnTo>
                    <a:lnTo>
                      <a:pt x="7329543" y="826022"/>
                    </a:lnTo>
                    <a:lnTo>
                      <a:pt x="7440593" y="844981"/>
                    </a:lnTo>
                    <a:lnTo>
                      <a:pt x="7551643" y="861927"/>
                    </a:lnTo>
                    <a:lnTo>
                      <a:pt x="7662694" y="877178"/>
                    </a:lnTo>
                    <a:lnTo>
                      <a:pt x="7773744" y="890735"/>
                    </a:lnTo>
                    <a:lnTo>
                      <a:pt x="7884794" y="903127"/>
                    </a:lnTo>
                    <a:lnTo>
                      <a:pt x="7995845" y="914354"/>
                    </a:lnTo>
                    <a:lnTo>
                      <a:pt x="8106896" y="924840"/>
                    </a:lnTo>
                    <a:lnTo>
                      <a:pt x="8217946" y="934690"/>
                    </a:lnTo>
                    <a:lnTo>
                      <a:pt x="8328997" y="944116"/>
                    </a:lnTo>
                    <a:lnTo>
                      <a:pt x="8440047" y="953224"/>
                    </a:lnTo>
                    <a:lnTo>
                      <a:pt x="8551097" y="962333"/>
                    </a:lnTo>
                    <a:lnTo>
                      <a:pt x="8662148" y="971336"/>
                    </a:lnTo>
                    <a:lnTo>
                      <a:pt x="8773198" y="98055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5B517640-81FB-FEB0-14F4-9E57908E1DBB}"/>
                  </a:ext>
                </a:extLst>
              </p:cNvPr>
              <p:cNvSpPr/>
              <p:nvPr/>
            </p:nvSpPr>
            <p:spPr>
              <a:xfrm>
                <a:off x="1909778" y="1622215"/>
                <a:ext cx="8773198" cy="3324317"/>
              </a:xfrm>
              <a:custGeom>
                <a:avLst/>
                <a:gdLst>
                  <a:gd name="connsiteX0" fmla="*/ 8773198 w 8773198"/>
                  <a:gd name="connsiteY0" fmla="*/ 3058368 h 3324317"/>
                  <a:gd name="connsiteX1" fmla="*/ 8662148 w 8773198"/>
                  <a:gd name="connsiteY1" fmla="*/ 2852895 h 3324317"/>
                  <a:gd name="connsiteX2" fmla="*/ 8551097 w 8773198"/>
                  <a:gd name="connsiteY2" fmla="*/ 2655577 h 3324317"/>
                  <a:gd name="connsiteX3" fmla="*/ 8440047 w 8773198"/>
                  <a:gd name="connsiteY3" fmla="*/ 2466521 h 3324317"/>
                  <a:gd name="connsiteX4" fmla="*/ 8328997 w 8773198"/>
                  <a:gd name="connsiteY4" fmla="*/ 2285938 h 3324317"/>
                  <a:gd name="connsiteX5" fmla="*/ 8217946 w 8773198"/>
                  <a:gd name="connsiteY5" fmla="*/ 2113828 h 3324317"/>
                  <a:gd name="connsiteX6" fmla="*/ 8106896 w 8773198"/>
                  <a:gd name="connsiteY6" fmla="*/ 1950403 h 3324317"/>
                  <a:gd name="connsiteX7" fmla="*/ 7995845 w 8773198"/>
                  <a:gd name="connsiteY7" fmla="*/ 1795769 h 3324317"/>
                  <a:gd name="connsiteX8" fmla="*/ 7884794 w 8773198"/>
                  <a:gd name="connsiteY8" fmla="*/ 1650349 h 3324317"/>
                  <a:gd name="connsiteX9" fmla="*/ 7773744 w 8773198"/>
                  <a:gd name="connsiteY9" fmla="*/ 1514038 h 3324317"/>
                  <a:gd name="connsiteX10" fmla="*/ 7662694 w 8773198"/>
                  <a:gd name="connsiteY10" fmla="*/ 1387259 h 3324317"/>
                  <a:gd name="connsiteX11" fmla="*/ 7551643 w 8773198"/>
                  <a:gd name="connsiteY11" fmla="*/ 1270330 h 3324317"/>
                  <a:gd name="connsiteX12" fmla="*/ 7440593 w 8773198"/>
                  <a:gd name="connsiteY12" fmla="*/ 1163252 h 3324317"/>
                  <a:gd name="connsiteX13" fmla="*/ 7329543 w 8773198"/>
                  <a:gd name="connsiteY13" fmla="*/ 1066340 h 3324317"/>
                  <a:gd name="connsiteX14" fmla="*/ 7218492 w 8773198"/>
                  <a:gd name="connsiteY14" fmla="*/ 979703 h 3324317"/>
                  <a:gd name="connsiteX15" fmla="*/ 7107441 w 8773198"/>
                  <a:gd name="connsiteY15" fmla="*/ 903127 h 3324317"/>
                  <a:gd name="connsiteX16" fmla="*/ 6996391 w 8773198"/>
                  <a:gd name="connsiteY16" fmla="*/ 836613 h 3324317"/>
                  <a:gd name="connsiteX17" fmla="*/ 6885340 w 8773198"/>
                  <a:gd name="connsiteY17" fmla="*/ 779632 h 3324317"/>
                  <a:gd name="connsiteX18" fmla="*/ 6774290 w 8773198"/>
                  <a:gd name="connsiteY18" fmla="*/ 731441 h 3324317"/>
                  <a:gd name="connsiteX19" fmla="*/ 6663240 w 8773198"/>
                  <a:gd name="connsiteY19" fmla="*/ 692571 h 3324317"/>
                  <a:gd name="connsiteX20" fmla="*/ 6552189 w 8773198"/>
                  <a:gd name="connsiteY20" fmla="*/ 662173 h 3324317"/>
                  <a:gd name="connsiteX21" fmla="*/ 6441139 w 8773198"/>
                  <a:gd name="connsiteY21" fmla="*/ 639084 h 3324317"/>
                  <a:gd name="connsiteX22" fmla="*/ 6330088 w 8773198"/>
                  <a:gd name="connsiteY22" fmla="*/ 622350 h 3324317"/>
                  <a:gd name="connsiteX23" fmla="*/ 6219038 w 8773198"/>
                  <a:gd name="connsiteY23" fmla="*/ 610911 h 3324317"/>
                  <a:gd name="connsiteX24" fmla="*/ 6107881 w 8773198"/>
                  <a:gd name="connsiteY24" fmla="*/ 603709 h 3324317"/>
                  <a:gd name="connsiteX25" fmla="*/ 5996831 w 8773198"/>
                  <a:gd name="connsiteY25" fmla="*/ 599896 h 3324317"/>
                  <a:gd name="connsiteX26" fmla="*/ 5885781 w 8773198"/>
                  <a:gd name="connsiteY26" fmla="*/ 605086 h 3324317"/>
                  <a:gd name="connsiteX27" fmla="*/ 5774730 w 8773198"/>
                  <a:gd name="connsiteY27" fmla="*/ 625633 h 3324317"/>
                  <a:gd name="connsiteX28" fmla="*/ 5663679 w 8773198"/>
                  <a:gd name="connsiteY28" fmla="*/ 658572 h 3324317"/>
                  <a:gd name="connsiteX29" fmla="*/ 5552629 w 8773198"/>
                  <a:gd name="connsiteY29" fmla="*/ 698819 h 3324317"/>
                  <a:gd name="connsiteX30" fmla="*/ 5441578 w 8773198"/>
                  <a:gd name="connsiteY30" fmla="*/ 739067 h 3324317"/>
                  <a:gd name="connsiteX31" fmla="*/ 5330528 w 8773198"/>
                  <a:gd name="connsiteY31" fmla="*/ 770311 h 3324317"/>
                  <a:gd name="connsiteX32" fmla="*/ 5219478 w 8773198"/>
                  <a:gd name="connsiteY32" fmla="*/ 801026 h 3324317"/>
                  <a:gd name="connsiteX33" fmla="*/ 5108428 w 8773198"/>
                  <a:gd name="connsiteY33" fmla="*/ 850064 h 3324317"/>
                  <a:gd name="connsiteX34" fmla="*/ 4997377 w 8773198"/>
                  <a:gd name="connsiteY34" fmla="*/ 913718 h 3324317"/>
                  <a:gd name="connsiteX35" fmla="*/ 4886326 w 8773198"/>
                  <a:gd name="connsiteY35" fmla="*/ 988388 h 3324317"/>
                  <a:gd name="connsiteX36" fmla="*/ 4775276 w 8773198"/>
                  <a:gd name="connsiteY36" fmla="*/ 1069730 h 3324317"/>
                  <a:gd name="connsiteX37" fmla="*/ 4664225 w 8773198"/>
                  <a:gd name="connsiteY37" fmla="*/ 1152131 h 3324317"/>
                  <a:gd name="connsiteX38" fmla="*/ 4553175 w 8773198"/>
                  <a:gd name="connsiteY38" fmla="*/ 1228177 h 3324317"/>
                  <a:gd name="connsiteX39" fmla="*/ 4442124 w 8773198"/>
                  <a:gd name="connsiteY39" fmla="*/ 1288971 h 3324317"/>
                  <a:gd name="connsiteX40" fmla="*/ 4331074 w 8773198"/>
                  <a:gd name="connsiteY40" fmla="*/ 1324346 h 3324317"/>
                  <a:gd name="connsiteX41" fmla="*/ 4220024 w 8773198"/>
                  <a:gd name="connsiteY41" fmla="*/ 1321169 h 3324317"/>
                  <a:gd name="connsiteX42" fmla="*/ 4108973 w 8773198"/>
                  <a:gd name="connsiteY42" fmla="*/ 1244064 h 3324317"/>
                  <a:gd name="connsiteX43" fmla="*/ 3997923 w 8773198"/>
                  <a:gd name="connsiteY43" fmla="*/ 1141963 h 3324317"/>
                  <a:gd name="connsiteX44" fmla="*/ 3886872 w 8773198"/>
                  <a:gd name="connsiteY44" fmla="*/ 1078097 h 3324317"/>
                  <a:gd name="connsiteX45" fmla="*/ 3775822 w 8773198"/>
                  <a:gd name="connsiteY45" fmla="*/ 982457 h 3324317"/>
                  <a:gd name="connsiteX46" fmla="*/ 3664771 w 8773198"/>
                  <a:gd name="connsiteY46" fmla="*/ 816066 h 3324317"/>
                  <a:gd name="connsiteX47" fmla="*/ 3553721 w 8773198"/>
                  <a:gd name="connsiteY47" fmla="*/ 623727 h 3324317"/>
                  <a:gd name="connsiteX48" fmla="*/ 3442670 w 8773198"/>
                  <a:gd name="connsiteY48" fmla="*/ 444414 h 3324317"/>
                  <a:gd name="connsiteX49" fmla="*/ 3331620 w 8773198"/>
                  <a:gd name="connsiteY49" fmla="*/ 308845 h 3324317"/>
                  <a:gd name="connsiteX50" fmla="*/ 3220569 w 8773198"/>
                  <a:gd name="connsiteY50" fmla="*/ 237247 h 3324317"/>
                  <a:gd name="connsiteX51" fmla="*/ 3109519 w 8773198"/>
                  <a:gd name="connsiteY51" fmla="*/ 148491 h 3324317"/>
                  <a:gd name="connsiteX52" fmla="*/ 2998362 w 8773198"/>
                  <a:gd name="connsiteY52" fmla="*/ 53698 h 3324317"/>
                  <a:gd name="connsiteX53" fmla="*/ 2887312 w 8773198"/>
                  <a:gd name="connsiteY53" fmla="*/ 0 h 3324317"/>
                  <a:gd name="connsiteX54" fmla="*/ 2776262 w 8773198"/>
                  <a:gd name="connsiteY54" fmla="*/ 22560 h 3324317"/>
                  <a:gd name="connsiteX55" fmla="*/ 2665211 w 8773198"/>
                  <a:gd name="connsiteY55" fmla="*/ 157917 h 3324317"/>
                  <a:gd name="connsiteX56" fmla="*/ 2554161 w 8773198"/>
                  <a:gd name="connsiteY56" fmla="*/ 364132 h 3324317"/>
                  <a:gd name="connsiteX57" fmla="*/ 2443110 w 8773198"/>
                  <a:gd name="connsiteY57" fmla="*/ 562508 h 3324317"/>
                  <a:gd name="connsiteX58" fmla="*/ 2332060 w 8773198"/>
                  <a:gd name="connsiteY58" fmla="*/ 904504 h 3324317"/>
                  <a:gd name="connsiteX59" fmla="*/ 2221009 w 8773198"/>
                  <a:gd name="connsiteY59" fmla="*/ 1333349 h 3324317"/>
                  <a:gd name="connsiteX60" fmla="*/ 2109959 w 8773198"/>
                  <a:gd name="connsiteY60" fmla="*/ 1635415 h 3324317"/>
                  <a:gd name="connsiteX61" fmla="*/ 1998908 w 8773198"/>
                  <a:gd name="connsiteY61" fmla="*/ 1785601 h 3324317"/>
                  <a:gd name="connsiteX62" fmla="*/ 1887858 w 8773198"/>
                  <a:gd name="connsiteY62" fmla="*/ 1886961 h 3324317"/>
                  <a:gd name="connsiteX63" fmla="*/ 1776807 w 8773198"/>
                  <a:gd name="connsiteY63" fmla="*/ 1956228 h 3324317"/>
                  <a:gd name="connsiteX64" fmla="*/ 1665757 w 8773198"/>
                  <a:gd name="connsiteY64" fmla="*/ 1975293 h 3324317"/>
                  <a:gd name="connsiteX65" fmla="*/ 1554706 w 8773198"/>
                  <a:gd name="connsiteY65" fmla="*/ 1862495 h 3324317"/>
                  <a:gd name="connsiteX66" fmla="*/ 1443656 w 8773198"/>
                  <a:gd name="connsiteY66" fmla="*/ 1638487 h 3324317"/>
                  <a:gd name="connsiteX67" fmla="*/ 1332605 w 8773198"/>
                  <a:gd name="connsiteY67" fmla="*/ 1453350 h 3324317"/>
                  <a:gd name="connsiteX68" fmla="*/ 1221555 w 8773198"/>
                  <a:gd name="connsiteY68" fmla="*/ 1325829 h 3324317"/>
                  <a:gd name="connsiteX69" fmla="*/ 1110505 w 8773198"/>
                  <a:gd name="connsiteY69" fmla="*/ 1143022 h 3324317"/>
                  <a:gd name="connsiteX70" fmla="*/ 999454 w 8773198"/>
                  <a:gd name="connsiteY70" fmla="*/ 1090701 h 3324317"/>
                  <a:gd name="connsiteX71" fmla="*/ 888404 w 8773198"/>
                  <a:gd name="connsiteY71" fmla="*/ 1105846 h 3324317"/>
                  <a:gd name="connsiteX72" fmla="*/ 777353 w 8773198"/>
                  <a:gd name="connsiteY72" fmla="*/ 1155837 h 3324317"/>
                  <a:gd name="connsiteX73" fmla="*/ 666303 w 8773198"/>
                  <a:gd name="connsiteY73" fmla="*/ 1253596 h 3324317"/>
                  <a:gd name="connsiteX74" fmla="*/ 555252 w 8773198"/>
                  <a:gd name="connsiteY74" fmla="*/ 1411408 h 3324317"/>
                  <a:gd name="connsiteX75" fmla="*/ 444202 w 8773198"/>
                  <a:gd name="connsiteY75" fmla="*/ 1630649 h 3324317"/>
                  <a:gd name="connsiteX76" fmla="*/ 333151 w 8773198"/>
                  <a:gd name="connsiteY76" fmla="*/ 1929644 h 3324317"/>
                  <a:gd name="connsiteX77" fmla="*/ 222101 w 8773198"/>
                  <a:gd name="connsiteY77" fmla="*/ 2316865 h 3324317"/>
                  <a:gd name="connsiteX78" fmla="*/ 111050 w 8773198"/>
                  <a:gd name="connsiteY78" fmla="*/ 2785110 h 3324317"/>
                  <a:gd name="connsiteX79" fmla="*/ 0 w 8773198"/>
                  <a:gd name="connsiteY79" fmla="*/ 3324317 h 3324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3324317">
                    <a:moveTo>
                      <a:pt x="8773198" y="3058368"/>
                    </a:moveTo>
                    <a:lnTo>
                      <a:pt x="8662148" y="2852895"/>
                    </a:lnTo>
                    <a:lnTo>
                      <a:pt x="8551097" y="2655577"/>
                    </a:lnTo>
                    <a:lnTo>
                      <a:pt x="8440047" y="2466521"/>
                    </a:lnTo>
                    <a:lnTo>
                      <a:pt x="8328997" y="2285938"/>
                    </a:lnTo>
                    <a:lnTo>
                      <a:pt x="8217946" y="2113828"/>
                    </a:lnTo>
                    <a:lnTo>
                      <a:pt x="8106896" y="1950403"/>
                    </a:lnTo>
                    <a:lnTo>
                      <a:pt x="7995845" y="1795769"/>
                    </a:lnTo>
                    <a:lnTo>
                      <a:pt x="7884794" y="1650349"/>
                    </a:lnTo>
                    <a:lnTo>
                      <a:pt x="7773744" y="1514038"/>
                    </a:lnTo>
                    <a:lnTo>
                      <a:pt x="7662694" y="1387259"/>
                    </a:lnTo>
                    <a:lnTo>
                      <a:pt x="7551643" y="1270330"/>
                    </a:lnTo>
                    <a:lnTo>
                      <a:pt x="7440593" y="1163252"/>
                    </a:lnTo>
                    <a:lnTo>
                      <a:pt x="7329543" y="1066340"/>
                    </a:lnTo>
                    <a:lnTo>
                      <a:pt x="7218492" y="979703"/>
                    </a:lnTo>
                    <a:lnTo>
                      <a:pt x="7107441" y="903127"/>
                    </a:lnTo>
                    <a:lnTo>
                      <a:pt x="6996391" y="836613"/>
                    </a:lnTo>
                    <a:lnTo>
                      <a:pt x="6885340" y="779632"/>
                    </a:lnTo>
                    <a:lnTo>
                      <a:pt x="6774290" y="731441"/>
                    </a:lnTo>
                    <a:lnTo>
                      <a:pt x="6663240" y="692571"/>
                    </a:lnTo>
                    <a:lnTo>
                      <a:pt x="6552189" y="662173"/>
                    </a:lnTo>
                    <a:lnTo>
                      <a:pt x="6441139" y="639084"/>
                    </a:lnTo>
                    <a:lnTo>
                      <a:pt x="6330088" y="622350"/>
                    </a:lnTo>
                    <a:lnTo>
                      <a:pt x="6219038" y="610911"/>
                    </a:lnTo>
                    <a:lnTo>
                      <a:pt x="6107881" y="603709"/>
                    </a:lnTo>
                    <a:lnTo>
                      <a:pt x="5996831" y="599896"/>
                    </a:lnTo>
                    <a:lnTo>
                      <a:pt x="5885781" y="605086"/>
                    </a:lnTo>
                    <a:lnTo>
                      <a:pt x="5774730" y="625633"/>
                    </a:lnTo>
                    <a:lnTo>
                      <a:pt x="5663679" y="658572"/>
                    </a:lnTo>
                    <a:lnTo>
                      <a:pt x="5552629" y="698819"/>
                    </a:lnTo>
                    <a:lnTo>
                      <a:pt x="5441578" y="739067"/>
                    </a:lnTo>
                    <a:lnTo>
                      <a:pt x="5330528" y="770311"/>
                    </a:lnTo>
                    <a:lnTo>
                      <a:pt x="5219478" y="801026"/>
                    </a:lnTo>
                    <a:lnTo>
                      <a:pt x="5108428" y="850064"/>
                    </a:lnTo>
                    <a:lnTo>
                      <a:pt x="4997377" y="913718"/>
                    </a:lnTo>
                    <a:lnTo>
                      <a:pt x="4886326" y="988388"/>
                    </a:lnTo>
                    <a:lnTo>
                      <a:pt x="4775276" y="1069730"/>
                    </a:lnTo>
                    <a:lnTo>
                      <a:pt x="4664225" y="1152131"/>
                    </a:lnTo>
                    <a:lnTo>
                      <a:pt x="4553175" y="1228177"/>
                    </a:lnTo>
                    <a:lnTo>
                      <a:pt x="4442124" y="1288971"/>
                    </a:lnTo>
                    <a:lnTo>
                      <a:pt x="4331074" y="1324346"/>
                    </a:lnTo>
                    <a:lnTo>
                      <a:pt x="4220024" y="1321169"/>
                    </a:lnTo>
                    <a:lnTo>
                      <a:pt x="4108973" y="1244064"/>
                    </a:lnTo>
                    <a:lnTo>
                      <a:pt x="3997923" y="1141963"/>
                    </a:lnTo>
                    <a:lnTo>
                      <a:pt x="3886872" y="1078097"/>
                    </a:lnTo>
                    <a:lnTo>
                      <a:pt x="3775822" y="982457"/>
                    </a:lnTo>
                    <a:lnTo>
                      <a:pt x="3664771" y="816066"/>
                    </a:lnTo>
                    <a:lnTo>
                      <a:pt x="3553721" y="623727"/>
                    </a:lnTo>
                    <a:lnTo>
                      <a:pt x="3442670" y="444414"/>
                    </a:lnTo>
                    <a:lnTo>
                      <a:pt x="3331620" y="308845"/>
                    </a:lnTo>
                    <a:lnTo>
                      <a:pt x="3220569" y="237247"/>
                    </a:lnTo>
                    <a:lnTo>
                      <a:pt x="3109519" y="148491"/>
                    </a:lnTo>
                    <a:lnTo>
                      <a:pt x="2998362" y="53698"/>
                    </a:lnTo>
                    <a:lnTo>
                      <a:pt x="2887312" y="0"/>
                    </a:lnTo>
                    <a:lnTo>
                      <a:pt x="2776262" y="22560"/>
                    </a:lnTo>
                    <a:lnTo>
                      <a:pt x="2665211" y="157917"/>
                    </a:lnTo>
                    <a:lnTo>
                      <a:pt x="2554161" y="364132"/>
                    </a:lnTo>
                    <a:lnTo>
                      <a:pt x="2443110" y="562508"/>
                    </a:lnTo>
                    <a:lnTo>
                      <a:pt x="2332060" y="904504"/>
                    </a:lnTo>
                    <a:lnTo>
                      <a:pt x="2221009" y="1333349"/>
                    </a:lnTo>
                    <a:lnTo>
                      <a:pt x="2109959" y="1635415"/>
                    </a:lnTo>
                    <a:lnTo>
                      <a:pt x="1998908" y="1785601"/>
                    </a:lnTo>
                    <a:lnTo>
                      <a:pt x="1887858" y="1886961"/>
                    </a:lnTo>
                    <a:lnTo>
                      <a:pt x="1776807" y="1956228"/>
                    </a:lnTo>
                    <a:lnTo>
                      <a:pt x="1665757" y="1975293"/>
                    </a:lnTo>
                    <a:lnTo>
                      <a:pt x="1554706" y="1862495"/>
                    </a:lnTo>
                    <a:lnTo>
                      <a:pt x="1443656" y="1638487"/>
                    </a:lnTo>
                    <a:lnTo>
                      <a:pt x="1332605" y="1453350"/>
                    </a:lnTo>
                    <a:lnTo>
                      <a:pt x="1221555" y="1325829"/>
                    </a:lnTo>
                    <a:lnTo>
                      <a:pt x="1110505" y="1143022"/>
                    </a:lnTo>
                    <a:lnTo>
                      <a:pt x="999454" y="1090701"/>
                    </a:lnTo>
                    <a:lnTo>
                      <a:pt x="888404" y="1105846"/>
                    </a:lnTo>
                    <a:lnTo>
                      <a:pt x="777353" y="1155837"/>
                    </a:lnTo>
                    <a:lnTo>
                      <a:pt x="666303" y="1253596"/>
                    </a:lnTo>
                    <a:lnTo>
                      <a:pt x="555252" y="1411408"/>
                    </a:lnTo>
                    <a:lnTo>
                      <a:pt x="444202" y="1630649"/>
                    </a:lnTo>
                    <a:lnTo>
                      <a:pt x="333151" y="1929644"/>
                    </a:lnTo>
                    <a:lnTo>
                      <a:pt x="222101" y="2316865"/>
                    </a:lnTo>
                    <a:lnTo>
                      <a:pt x="111050" y="2785110"/>
                    </a:lnTo>
                    <a:lnTo>
                      <a:pt x="0" y="3324317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7B35BC2D-7682-5743-89B1-40F308A400F3}"/>
                  </a:ext>
                </a:extLst>
              </p:cNvPr>
              <p:cNvSpPr/>
              <p:nvPr/>
            </p:nvSpPr>
            <p:spPr>
              <a:xfrm>
                <a:off x="1909778" y="1296848"/>
                <a:ext cx="8773198" cy="2944615"/>
              </a:xfrm>
              <a:custGeom>
                <a:avLst/>
                <a:gdLst>
                  <a:gd name="connsiteX0" fmla="*/ 0 w 8773198"/>
                  <a:gd name="connsiteY0" fmla="*/ 2944616 h 2944615"/>
                  <a:gd name="connsiteX1" fmla="*/ 111050 w 8773198"/>
                  <a:gd name="connsiteY1" fmla="*/ 2543838 h 2944615"/>
                  <a:gd name="connsiteX2" fmla="*/ 222101 w 8773198"/>
                  <a:gd name="connsiteY2" fmla="*/ 2189239 h 2944615"/>
                  <a:gd name="connsiteX3" fmla="*/ 333151 w 8773198"/>
                  <a:gd name="connsiteY3" fmla="*/ 1888338 h 2944615"/>
                  <a:gd name="connsiteX4" fmla="*/ 444202 w 8773198"/>
                  <a:gd name="connsiteY4" fmla="*/ 1647490 h 2944615"/>
                  <a:gd name="connsiteX5" fmla="*/ 555252 w 8773198"/>
                  <a:gd name="connsiteY5" fmla="*/ 1459916 h 2944615"/>
                  <a:gd name="connsiteX6" fmla="*/ 666303 w 8773198"/>
                  <a:gd name="connsiteY6" fmla="*/ 1312802 h 2944615"/>
                  <a:gd name="connsiteX7" fmla="*/ 777353 w 8773198"/>
                  <a:gd name="connsiteY7" fmla="*/ 1214196 h 2944615"/>
                  <a:gd name="connsiteX8" fmla="*/ 888404 w 8773198"/>
                  <a:gd name="connsiteY8" fmla="*/ 1158697 h 2944615"/>
                  <a:gd name="connsiteX9" fmla="*/ 999454 w 8773198"/>
                  <a:gd name="connsiteY9" fmla="*/ 1136879 h 2944615"/>
                  <a:gd name="connsiteX10" fmla="*/ 1110505 w 8773198"/>
                  <a:gd name="connsiteY10" fmla="*/ 1181787 h 2944615"/>
                  <a:gd name="connsiteX11" fmla="*/ 1221555 w 8773198"/>
                  <a:gd name="connsiteY11" fmla="*/ 1340551 h 2944615"/>
                  <a:gd name="connsiteX12" fmla="*/ 1332605 w 8773198"/>
                  <a:gd name="connsiteY12" fmla="*/ 1452396 h 2944615"/>
                  <a:gd name="connsiteX13" fmla="*/ 1443656 w 8773198"/>
                  <a:gd name="connsiteY13" fmla="*/ 1629484 h 2944615"/>
                  <a:gd name="connsiteX14" fmla="*/ 1554706 w 8773198"/>
                  <a:gd name="connsiteY14" fmla="*/ 1820235 h 2944615"/>
                  <a:gd name="connsiteX15" fmla="*/ 1665757 w 8773198"/>
                  <a:gd name="connsiteY15" fmla="*/ 1909520 h 2944615"/>
                  <a:gd name="connsiteX16" fmla="*/ 1776807 w 8773198"/>
                  <a:gd name="connsiteY16" fmla="*/ 1905919 h 2944615"/>
                  <a:gd name="connsiteX17" fmla="*/ 1887858 w 8773198"/>
                  <a:gd name="connsiteY17" fmla="*/ 1858152 h 2944615"/>
                  <a:gd name="connsiteX18" fmla="*/ 1998908 w 8773198"/>
                  <a:gd name="connsiteY18" fmla="*/ 1760817 h 2944615"/>
                  <a:gd name="connsiteX19" fmla="*/ 2109959 w 8773198"/>
                  <a:gd name="connsiteY19" fmla="*/ 1607984 h 2944615"/>
                  <a:gd name="connsiteX20" fmla="*/ 2221009 w 8773198"/>
                  <a:gd name="connsiteY20" fmla="*/ 1320428 h 2944615"/>
                  <a:gd name="connsiteX21" fmla="*/ 2332060 w 8773198"/>
                  <a:gd name="connsiteY21" fmla="*/ 904080 h 2944615"/>
                  <a:gd name="connsiteX22" fmla="*/ 2443110 w 8773198"/>
                  <a:gd name="connsiteY22" fmla="*/ 561026 h 2944615"/>
                  <a:gd name="connsiteX23" fmla="*/ 2554161 w 8773198"/>
                  <a:gd name="connsiteY23" fmla="*/ 368686 h 2944615"/>
                  <a:gd name="connsiteX24" fmla="*/ 2665211 w 8773198"/>
                  <a:gd name="connsiteY24" fmla="*/ 167238 h 2944615"/>
                  <a:gd name="connsiteX25" fmla="*/ 2776262 w 8773198"/>
                  <a:gd name="connsiteY25" fmla="*/ 24678 h 2944615"/>
                  <a:gd name="connsiteX26" fmla="*/ 2887312 w 8773198"/>
                  <a:gd name="connsiteY26" fmla="*/ 0 h 2944615"/>
                  <a:gd name="connsiteX27" fmla="*/ 2998362 w 8773198"/>
                  <a:gd name="connsiteY27" fmla="*/ 54440 h 2944615"/>
                  <a:gd name="connsiteX28" fmla="*/ 3109519 w 8773198"/>
                  <a:gd name="connsiteY28" fmla="*/ 143831 h 2944615"/>
                  <a:gd name="connsiteX29" fmla="*/ 3220569 w 8773198"/>
                  <a:gd name="connsiteY29" fmla="*/ 225491 h 2944615"/>
                  <a:gd name="connsiteX30" fmla="*/ 3331620 w 8773198"/>
                  <a:gd name="connsiteY30" fmla="*/ 300795 h 2944615"/>
                  <a:gd name="connsiteX31" fmla="*/ 3442670 w 8773198"/>
                  <a:gd name="connsiteY31" fmla="*/ 447804 h 2944615"/>
                  <a:gd name="connsiteX32" fmla="*/ 3553721 w 8773198"/>
                  <a:gd name="connsiteY32" fmla="*/ 636013 h 2944615"/>
                  <a:gd name="connsiteX33" fmla="*/ 3664771 w 8773198"/>
                  <a:gd name="connsiteY33" fmla="*/ 828352 h 2944615"/>
                  <a:gd name="connsiteX34" fmla="*/ 3775822 w 8773198"/>
                  <a:gd name="connsiteY34" fmla="*/ 987646 h 2944615"/>
                  <a:gd name="connsiteX35" fmla="*/ 3886872 w 8773198"/>
                  <a:gd name="connsiteY35" fmla="*/ 1076720 h 2944615"/>
                  <a:gd name="connsiteX36" fmla="*/ 3997923 w 8773198"/>
                  <a:gd name="connsiteY36" fmla="*/ 1138574 h 2944615"/>
                  <a:gd name="connsiteX37" fmla="*/ 4108973 w 8773198"/>
                  <a:gd name="connsiteY37" fmla="*/ 1235379 h 2944615"/>
                  <a:gd name="connsiteX38" fmla="*/ 4220024 w 8773198"/>
                  <a:gd name="connsiteY38" fmla="*/ 1305176 h 2944615"/>
                  <a:gd name="connsiteX39" fmla="*/ 4331074 w 8773198"/>
                  <a:gd name="connsiteY39" fmla="*/ 1307400 h 2944615"/>
                  <a:gd name="connsiteX40" fmla="*/ 4442124 w 8773198"/>
                  <a:gd name="connsiteY40" fmla="*/ 1275626 h 2944615"/>
                  <a:gd name="connsiteX41" fmla="*/ 4553175 w 8773198"/>
                  <a:gd name="connsiteY41" fmla="*/ 1219810 h 2944615"/>
                  <a:gd name="connsiteX42" fmla="*/ 4664225 w 8773198"/>
                  <a:gd name="connsiteY42" fmla="*/ 1146729 h 2944615"/>
                  <a:gd name="connsiteX43" fmla="*/ 4775276 w 8773198"/>
                  <a:gd name="connsiteY43" fmla="*/ 1063269 h 2944615"/>
                  <a:gd name="connsiteX44" fmla="*/ 4886326 w 8773198"/>
                  <a:gd name="connsiteY44" fmla="*/ 976314 h 2944615"/>
                  <a:gd name="connsiteX45" fmla="*/ 4997377 w 8773198"/>
                  <a:gd name="connsiteY45" fmla="*/ 892748 h 2944615"/>
                  <a:gd name="connsiteX46" fmla="*/ 5108428 w 8773198"/>
                  <a:gd name="connsiteY46" fmla="*/ 819561 h 2944615"/>
                  <a:gd name="connsiteX47" fmla="*/ 5219478 w 8773198"/>
                  <a:gd name="connsiteY47" fmla="*/ 763533 h 2944615"/>
                  <a:gd name="connsiteX48" fmla="*/ 5330528 w 8773198"/>
                  <a:gd name="connsiteY48" fmla="*/ 731547 h 2944615"/>
                  <a:gd name="connsiteX49" fmla="*/ 5441578 w 8773198"/>
                  <a:gd name="connsiteY49" fmla="*/ 705280 h 2944615"/>
                  <a:gd name="connsiteX50" fmla="*/ 5552629 w 8773198"/>
                  <a:gd name="connsiteY50" fmla="*/ 672553 h 2944615"/>
                  <a:gd name="connsiteX51" fmla="*/ 5663679 w 8773198"/>
                  <a:gd name="connsiteY51" fmla="*/ 638872 h 2944615"/>
                  <a:gd name="connsiteX52" fmla="*/ 5774730 w 8773198"/>
                  <a:gd name="connsiteY52" fmla="*/ 610064 h 2944615"/>
                  <a:gd name="connsiteX53" fmla="*/ 5885781 w 8773198"/>
                  <a:gd name="connsiteY53" fmla="*/ 591635 h 2944615"/>
                  <a:gd name="connsiteX54" fmla="*/ 5996831 w 8773198"/>
                  <a:gd name="connsiteY54" fmla="*/ 589093 h 2944615"/>
                  <a:gd name="connsiteX55" fmla="*/ 6107881 w 8773198"/>
                  <a:gd name="connsiteY55" fmla="*/ 596401 h 2944615"/>
                  <a:gd name="connsiteX56" fmla="*/ 6219038 w 8773198"/>
                  <a:gd name="connsiteY56" fmla="*/ 606463 h 2944615"/>
                  <a:gd name="connsiteX57" fmla="*/ 6330088 w 8773198"/>
                  <a:gd name="connsiteY57" fmla="*/ 619914 h 2944615"/>
                  <a:gd name="connsiteX58" fmla="*/ 6441139 w 8773198"/>
                  <a:gd name="connsiteY58" fmla="*/ 637178 h 2944615"/>
                  <a:gd name="connsiteX59" fmla="*/ 6552189 w 8773198"/>
                  <a:gd name="connsiteY59" fmla="*/ 658784 h 2944615"/>
                  <a:gd name="connsiteX60" fmla="*/ 6663240 w 8773198"/>
                  <a:gd name="connsiteY60" fmla="*/ 685368 h 2944615"/>
                  <a:gd name="connsiteX61" fmla="*/ 6774290 w 8773198"/>
                  <a:gd name="connsiteY61" fmla="*/ 717460 h 2944615"/>
                  <a:gd name="connsiteX62" fmla="*/ 6885340 w 8773198"/>
                  <a:gd name="connsiteY62" fmla="*/ 754954 h 2944615"/>
                  <a:gd name="connsiteX63" fmla="*/ 6996391 w 8773198"/>
                  <a:gd name="connsiteY63" fmla="*/ 796684 h 2944615"/>
                  <a:gd name="connsiteX64" fmla="*/ 7107441 w 8773198"/>
                  <a:gd name="connsiteY64" fmla="*/ 842439 h 2944615"/>
                  <a:gd name="connsiteX65" fmla="*/ 7218492 w 8773198"/>
                  <a:gd name="connsiteY65" fmla="*/ 892324 h 2944615"/>
                  <a:gd name="connsiteX66" fmla="*/ 7329543 w 8773198"/>
                  <a:gd name="connsiteY66" fmla="*/ 946128 h 2944615"/>
                  <a:gd name="connsiteX67" fmla="*/ 7440593 w 8773198"/>
                  <a:gd name="connsiteY67" fmla="*/ 1004063 h 2944615"/>
                  <a:gd name="connsiteX68" fmla="*/ 7551643 w 8773198"/>
                  <a:gd name="connsiteY68" fmla="*/ 1066129 h 2944615"/>
                  <a:gd name="connsiteX69" fmla="*/ 7662694 w 8773198"/>
                  <a:gd name="connsiteY69" fmla="*/ 1132219 h 2944615"/>
                  <a:gd name="connsiteX70" fmla="*/ 7773744 w 8773198"/>
                  <a:gd name="connsiteY70" fmla="*/ 1202440 h 2944615"/>
                  <a:gd name="connsiteX71" fmla="*/ 7884794 w 8773198"/>
                  <a:gd name="connsiteY71" fmla="*/ 1276685 h 2944615"/>
                  <a:gd name="connsiteX72" fmla="*/ 7995845 w 8773198"/>
                  <a:gd name="connsiteY72" fmla="*/ 1355062 h 2944615"/>
                  <a:gd name="connsiteX73" fmla="*/ 8106896 w 8773198"/>
                  <a:gd name="connsiteY73" fmla="*/ 1437568 h 2944615"/>
                  <a:gd name="connsiteX74" fmla="*/ 8217946 w 8773198"/>
                  <a:gd name="connsiteY74" fmla="*/ 1524206 h 2944615"/>
                  <a:gd name="connsiteX75" fmla="*/ 8328997 w 8773198"/>
                  <a:gd name="connsiteY75" fmla="*/ 1614974 h 2944615"/>
                  <a:gd name="connsiteX76" fmla="*/ 8440047 w 8773198"/>
                  <a:gd name="connsiteY76" fmla="*/ 1709873 h 2944615"/>
                  <a:gd name="connsiteX77" fmla="*/ 8551097 w 8773198"/>
                  <a:gd name="connsiteY77" fmla="*/ 1808902 h 2944615"/>
                  <a:gd name="connsiteX78" fmla="*/ 8662148 w 8773198"/>
                  <a:gd name="connsiteY78" fmla="*/ 1912168 h 2944615"/>
                  <a:gd name="connsiteX79" fmla="*/ 8773198 w 8773198"/>
                  <a:gd name="connsiteY79" fmla="*/ 2019459 h 2944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944615">
                    <a:moveTo>
                      <a:pt x="0" y="2944616"/>
                    </a:moveTo>
                    <a:lnTo>
                      <a:pt x="111050" y="2543838"/>
                    </a:lnTo>
                    <a:lnTo>
                      <a:pt x="222101" y="2189239"/>
                    </a:lnTo>
                    <a:lnTo>
                      <a:pt x="333151" y="1888338"/>
                    </a:lnTo>
                    <a:lnTo>
                      <a:pt x="444202" y="1647490"/>
                    </a:lnTo>
                    <a:lnTo>
                      <a:pt x="555252" y="1459916"/>
                    </a:lnTo>
                    <a:lnTo>
                      <a:pt x="666303" y="1312802"/>
                    </a:lnTo>
                    <a:lnTo>
                      <a:pt x="777353" y="1214196"/>
                    </a:lnTo>
                    <a:lnTo>
                      <a:pt x="888404" y="1158697"/>
                    </a:lnTo>
                    <a:lnTo>
                      <a:pt x="999454" y="1136879"/>
                    </a:lnTo>
                    <a:lnTo>
                      <a:pt x="1110505" y="1181787"/>
                    </a:lnTo>
                    <a:lnTo>
                      <a:pt x="1221555" y="1340551"/>
                    </a:lnTo>
                    <a:lnTo>
                      <a:pt x="1332605" y="1452396"/>
                    </a:lnTo>
                    <a:lnTo>
                      <a:pt x="1443656" y="1629484"/>
                    </a:lnTo>
                    <a:lnTo>
                      <a:pt x="1554706" y="1820235"/>
                    </a:lnTo>
                    <a:lnTo>
                      <a:pt x="1665757" y="1909520"/>
                    </a:lnTo>
                    <a:lnTo>
                      <a:pt x="1776807" y="1905919"/>
                    </a:lnTo>
                    <a:lnTo>
                      <a:pt x="1887858" y="1858152"/>
                    </a:lnTo>
                    <a:lnTo>
                      <a:pt x="1998908" y="1760817"/>
                    </a:lnTo>
                    <a:lnTo>
                      <a:pt x="2109959" y="1607984"/>
                    </a:lnTo>
                    <a:lnTo>
                      <a:pt x="2221009" y="1320428"/>
                    </a:lnTo>
                    <a:lnTo>
                      <a:pt x="2332060" y="904080"/>
                    </a:lnTo>
                    <a:lnTo>
                      <a:pt x="2443110" y="561026"/>
                    </a:lnTo>
                    <a:lnTo>
                      <a:pt x="2554161" y="368686"/>
                    </a:lnTo>
                    <a:lnTo>
                      <a:pt x="2665211" y="167238"/>
                    </a:lnTo>
                    <a:lnTo>
                      <a:pt x="2776262" y="24678"/>
                    </a:lnTo>
                    <a:lnTo>
                      <a:pt x="2887312" y="0"/>
                    </a:lnTo>
                    <a:lnTo>
                      <a:pt x="2998362" y="54440"/>
                    </a:lnTo>
                    <a:lnTo>
                      <a:pt x="3109519" y="143831"/>
                    </a:lnTo>
                    <a:lnTo>
                      <a:pt x="3220569" y="225491"/>
                    </a:lnTo>
                    <a:lnTo>
                      <a:pt x="3331620" y="300795"/>
                    </a:lnTo>
                    <a:lnTo>
                      <a:pt x="3442670" y="447804"/>
                    </a:lnTo>
                    <a:lnTo>
                      <a:pt x="3553721" y="636013"/>
                    </a:lnTo>
                    <a:lnTo>
                      <a:pt x="3664771" y="828352"/>
                    </a:lnTo>
                    <a:lnTo>
                      <a:pt x="3775822" y="987646"/>
                    </a:lnTo>
                    <a:lnTo>
                      <a:pt x="3886872" y="1076720"/>
                    </a:lnTo>
                    <a:lnTo>
                      <a:pt x="3997923" y="1138574"/>
                    </a:lnTo>
                    <a:lnTo>
                      <a:pt x="4108973" y="1235379"/>
                    </a:lnTo>
                    <a:lnTo>
                      <a:pt x="4220024" y="1305176"/>
                    </a:lnTo>
                    <a:lnTo>
                      <a:pt x="4331074" y="1307400"/>
                    </a:lnTo>
                    <a:lnTo>
                      <a:pt x="4442124" y="1275626"/>
                    </a:lnTo>
                    <a:lnTo>
                      <a:pt x="4553175" y="1219810"/>
                    </a:lnTo>
                    <a:lnTo>
                      <a:pt x="4664225" y="1146729"/>
                    </a:lnTo>
                    <a:lnTo>
                      <a:pt x="4775276" y="1063269"/>
                    </a:lnTo>
                    <a:lnTo>
                      <a:pt x="4886326" y="976314"/>
                    </a:lnTo>
                    <a:lnTo>
                      <a:pt x="4997377" y="892748"/>
                    </a:lnTo>
                    <a:lnTo>
                      <a:pt x="5108428" y="819561"/>
                    </a:lnTo>
                    <a:lnTo>
                      <a:pt x="5219478" y="763533"/>
                    </a:lnTo>
                    <a:lnTo>
                      <a:pt x="5330528" y="731547"/>
                    </a:lnTo>
                    <a:lnTo>
                      <a:pt x="5441578" y="705280"/>
                    </a:lnTo>
                    <a:lnTo>
                      <a:pt x="5552629" y="672553"/>
                    </a:lnTo>
                    <a:lnTo>
                      <a:pt x="5663679" y="638872"/>
                    </a:lnTo>
                    <a:lnTo>
                      <a:pt x="5774730" y="610064"/>
                    </a:lnTo>
                    <a:lnTo>
                      <a:pt x="5885781" y="591635"/>
                    </a:lnTo>
                    <a:lnTo>
                      <a:pt x="5996831" y="589093"/>
                    </a:lnTo>
                    <a:lnTo>
                      <a:pt x="6107881" y="596401"/>
                    </a:lnTo>
                    <a:lnTo>
                      <a:pt x="6219038" y="606463"/>
                    </a:lnTo>
                    <a:lnTo>
                      <a:pt x="6330088" y="619914"/>
                    </a:lnTo>
                    <a:lnTo>
                      <a:pt x="6441139" y="637178"/>
                    </a:lnTo>
                    <a:lnTo>
                      <a:pt x="6552189" y="658784"/>
                    </a:lnTo>
                    <a:lnTo>
                      <a:pt x="6663240" y="685368"/>
                    </a:lnTo>
                    <a:lnTo>
                      <a:pt x="6774290" y="717460"/>
                    </a:lnTo>
                    <a:lnTo>
                      <a:pt x="6885340" y="754954"/>
                    </a:lnTo>
                    <a:lnTo>
                      <a:pt x="6996391" y="796684"/>
                    </a:lnTo>
                    <a:lnTo>
                      <a:pt x="7107441" y="842439"/>
                    </a:lnTo>
                    <a:lnTo>
                      <a:pt x="7218492" y="892324"/>
                    </a:lnTo>
                    <a:lnTo>
                      <a:pt x="7329543" y="946128"/>
                    </a:lnTo>
                    <a:lnTo>
                      <a:pt x="7440593" y="1004063"/>
                    </a:lnTo>
                    <a:lnTo>
                      <a:pt x="7551643" y="1066129"/>
                    </a:lnTo>
                    <a:lnTo>
                      <a:pt x="7662694" y="1132219"/>
                    </a:lnTo>
                    <a:lnTo>
                      <a:pt x="7773744" y="1202440"/>
                    </a:lnTo>
                    <a:lnTo>
                      <a:pt x="7884794" y="1276685"/>
                    </a:lnTo>
                    <a:lnTo>
                      <a:pt x="7995845" y="1355062"/>
                    </a:lnTo>
                    <a:lnTo>
                      <a:pt x="8106896" y="1437568"/>
                    </a:lnTo>
                    <a:lnTo>
                      <a:pt x="8217946" y="1524206"/>
                    </a:lnTo>
                    <a:lnTo>
                      <a:pt x="8328997" y="1614974"/>
                    </a:lnTo>
                    <a:lnTo>
                      <a:pt x="8440047" y="1709873"/>
                    </a:lnTo>
                    <a:lnTo>
                      <a:pt x="8551097" y="1808902"/>
                    </a:lnTo>
                    <a:lnTo>
                      <a:pt x="8662148" y="1912168"/>
                    </a:lnTo>
                    <a:lnTo>
                      <a:pt x="8773198" y="2019459"/>
                    </a:lnTo>
                  </a:path>
                </a:pathLst>
              </a:custGeom>
              <a:noFill/>
              <a:ln w="22550" cap="flat">
                <a:solidFill>
                  <a:srgbClr val="00833E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6624C48-EA8F-DD13-0D42-B4DE2C1B993C}"/>
                  </a:ext>
                </a:extLst>
              </p:cNvPr>
              <p:cNvSpPr txBox="1"/>
              <p:nvPr/>
            </p:nvSpPr>
            <p:spPr>
              <a:xfrm>
                <a:off x="5881958" y="1319093"/>
                <a:ext cx="108555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00833E"/>
                    </a:solidFill>
                    <a:latin typeface="Arial"/>
                    <a:cs typeface="Arial"/>
                    <a:sym typeface="Arial"/>
                    <a:rtl val="0"/>
                  </a:rPr>
                  <a:t>Increased</a:t>
                </a:r>
              </a:p>
            </p:txBody>
          </p:sp>
        </p:grpSp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3CE200AD-58EC-940E-8E15-A1ABA5E5454E}"/>
                </a:ext>
              </a:extLst>
            </p:cNvPr>
            <p:cNvGrpSpPr/>
            <p:nvPr/>
          </p:nvGrpSpPr>
          <p:grpSpPr>
            <a:xfrm>
              <a:off x="961062" y="612426"/>
              <a:ext cx="10583668" cy="5419645"/>
              <a:chOff x="961062" y="612426"/>
              <a:chExt cx="10583668" cy="5419645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40D5CCC-D4EF-1855-E25F-1D02607EAC91}"/>
                  </a:ext>
                </a:extLst>
              </p:cNvPr>
              <p:cNvSpPr/>
              <p:nvPr/>
            </p:nvSpPr>
            <p:spPr>
              <a:xfrm>
                <a:off x="147108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7781C97-CCFE-9747-B2C6-7CFFEF1F12F0}"/>
                  </a:ext>
                </a:extLst>
              </p:cNvPr>
              <p:cNvSpPr txBox="1"/>
              <p:nvPr/>
            </p:nvSpPr>
            <p:spPr>
              <a:xfrm>
                <a:off x="124490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5DFBB6-9F71-0696-F323-D4B05A8FB9D2}"/>
                  </a:ext>
                </a:extLst>
              </p:cNvPr>
              <p:cNvSpPr txBox="1"/>
              <p:nvPr/>
            </p:nvSpPr>
            <p:spPr>
              <a:xfrm>
                <a:off x="1244901" y="4499676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4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8FFB429-178E-851F-FFF0-18673BE246E0}"/>
                  </a:ext>
                </a:extLst>
              </p:cNvPr>
              <p:cNvSpPr txBox="1"/>
              <p:nvPr/>
            </p:nvSpPr>
            <p:spPr>
              <a:xfrm>
                <a:off x="1244901" y="3349558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8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3A85942-42DB-DDD1-27E3-9DA9F5E00F78}"/>
                  </a:ext>
                </a:extLst>
              </p:cNvPr>
              <p:cNvSpPr txBox="1"/>
              <p:nvPr/>
            </p:nvSpPr>
            <p:spPr>
              <a:xfrm>
                <a:off x="1162396" y="2199440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12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444184-4151-9F53-3C08-81F1D5FED8AB}"/>
                  </a:ext>
                </a:extLst>
              </p:cNvPr>
              <p:cNvSpPr txBox="1"/>
              <p:nvPr/>
            </p:nvSpPr>
            <p:spPr>
              <a:xfrm>
                <a:off x="1162396" y="1049322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16</a:t>
                </a: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E8FD6826-507E-79D2-4458-EF96AE90E0BE}"/>
                  </a:ext>
                </a:extLst>
              </p:cNvPr>
              <p:cNvSpPr/>
              <p:nvPr/>
            </p:nvSpPr>
            <p:spPr>
              <a:xfrm>
                <a:off x="144205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124AAED-5FB9-1B98-7CC3-07B9E915FCA3}"/>
                  </a:ext>
                </a:extLst>
              </p:cNvPr>
              <p:cNvSpPr/>
              <p:nvPr/>
            </p:nvSpPr>
            <p:spPr>
              <a:xfrm>
                <a:off x="1442052" y="4626567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E883E9A-81FA-2874-AFEB-17EF5412A92F}"/>
                  </a:ext>
                </a:extLst>
              </p:cNvPr>
              <p:cNvSpPr/>
              <p:nvPr/>
            </p:nvSpPr>
            <p:spPr>
              <a:xfrm>
                <a:off x="1442052" y="3476449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B4A660C-90E6-0DC6-2567-DDA693125A68}"/>
                  </a:ext>
                </a:extLst>
              </p:cNvPr>
              <p:cNvSpPr/>
              <p:nvPr/>
            </p:nvSpPr>
            <p:spPr>
              <a:xfrm>
                <a:off x="1442052" y="2326330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348336BE-279D-2963-CF65-687B983F9C00}"/>
                  </a:ext>
                </a:extLst>
              </p:cNvPr>
              <p:cNvSpPr/>
              <p:nvPr/>
            </p:nvSpPr>
            <p:spPr>
              <a:xfrm>
                <a:off x="1442052" y="1176212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CCB7DC8-F09E-EA59-21F5-C6D8D38B7FB6}"/>
                  </a:ext>
                </a:extLst>
              </p:cNvPr>
              <p:cNvSpPr/>
              <p:nvPr/>
            </p:nvSpPr>
            <p:spPr>
              <a:xfrm>
                <a:off x="1471087" y="5776685"/>
                <a:ext cx="9650581" cy="10591"/>
              </a:xfrm>
              <a:custGeom>
                <a:avLst/>
                <a:gdLst>
                  <a:gd name="connsiteX0" fmla="*/ 0 w 9650581"/>
                  <a:gd name="connsiteY0" fmla="*/ 0 h 10591"/>
                  <a:gd name="connsiteX1" fmla="*/ 9650582 w 965058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0581" h="10591">
                    <a:moveTo>
                      <a:pt x="0" y="0"/>
                    </a:moveTo>
                    <a:lnTo>
                      <a:pt x="965058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DF0A316-854B-DCC6-23FA-9615F0CCCD43}"/>
                  </a:ext>
                </a:extLst>
              </p:cNvPr>
              <p:cNvSpPr/>
              <p:nvPr/>
            </p:nvSpPr>
            <p:spPr>
              <a:xfrm>
                <a:off x="214385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56BE9F2C-5B65-C299-221F-0D4C5C6C33BC}"/>
                  </a:ext>
                </a:extLst>
              </p:cNvPr>
              <p:cNvSpPr/>
              <p:nvPr/>
            </p:nvSpPr>
            <p:spPr>
              <a:xfrm>
                <a:off x="283876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A1F2711-29E2-C0F3-5E14-10C5AC98666A}"/>
                  </a:ext>
                </a:extLst>
              </p:cNvPr>
              <p:cNvSpPr/>
              <p:nvPr/>
            </p:nvSpPr>
            <p:spPr>
              <a:xfrm>
                <a:off x="352615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7BC90C9-529A-A54B-E5DB-B4AEB3322279}"/>
                  </a:ext>
                </a:extLst>
              </p:cNvPr>
              <p:cNvSpPr/>
              <p:nvPr/>
            </p:nvSpPr>
            <p:spPr>
              <a:xfrm>
                <a:off x="422106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1F91ADE3-6FE8-361A-1555-DAE39231D37D}"/>
                  </a:ext>
                </a:extLst>
              </p:cNvPr>
              <p:cNvSpPr/>
              <p:nvPr/>
            </p:nvSpPr>
            <p:spPr>
              <a:xfrm>
                <a:off x="490464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407C994C-7841-88B5-55EC-98697C165278}"/>
                  </a:ext>
                </a:extLst>
              </p:cNvPr>
              <p:cNvSpPr/>
              <p:nvPr/>
            </p:nvSpPr>
            <p:spPr>
              <a:xfrm>
                <a:off x="559955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20CA1D06-A67A-FF06-CB93-02EAA4407A37}"/>
                  </a:ext>
                </a:extLst>
              </p:cNvPr>
              <p:cNvSpPr/>
              <p:nvPr/>
            </p:nvSpPr>
            <p:spPr>
              <a:xfrm>
                <a:off x="628313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8B2795A-228A-7E69-67B5-1A6E05DBFC07}"/>
                  </a:ext>
                </a:extLst>
              </p:cNvPr>
              <p:cNvSpPr/>
              <p:nvPr/>
            </p:nvSpPr>
            <p:spPr>
              <a:xfrm>
                <a:off x="697804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37A35A3A-FB56-0933-56CD-A16AECF8C472}"/>
                  </a:ext>
                </a:extLst>
              </p:cNvPr>
              <p:cNvSpPr/>
              <p:nvPr/>
            </p:nvSpPr>
            <p:spPr>
              <a:xfrm>
                <a:off x="766162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269B5659-6393-18C1-8CC3-28F230199B0F}"/>
                  </a:ext>
                </a:extLst>
              </p:cNvPr>
              <p:cNvSpPr/>
              <p:nvPr/>
            </p:nvSpPr>
            <p:spPr>
              <a:xfrm>
                <a:off x="835653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5D37FB6A-189D-E308-6B5E-017FC3F3789B}"/>
                  </a:ext>
                </a:extLst>
              </p:cNvPr>
              <p:cNvSpPr/>
              <p:nvPr/>
            </p:nvSpPr>
            <p:spPr>
              <a:xfrm>
                <a:off x="904392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8F617261-DF3B-AF34-E3D8-3098AD0B8B9F}"/>
                  </a:ext>
                </a:extLst>
              </p:cNvPr>
              <p:cNvSpPr/>
              <p:nvPr/>
            </p:nvSpPr>
            <p:spPr>
              <a:xfrm>
                <a:off x="973883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6E13193-27D1-023C-90AC-E5BD5DAEF23A}"/>
                  </a:ext>
                </a:extLst>
              </p:cNvPr>
              <p:cNvSpPr/>
              <p:nvPr/>
            </p:nvSpPr>
            <p:spPr>
              <a:xfrm>
                <a:off x="1042241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CE36479C-50B3-0260-C44E-790F190249D9}"/>
                  </a:ext>
                </a:extLst>
              </p:cNvPr>
              <p:cNvSpPr/>
              <p:nvPr/>
            </p:nvSpPr>
            <p:spPr>
              <a:xfrm>
                <a:off x="1111732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17BA528-9AB6-3F11-5E3C-788C6D39CDE6}"/>
                  </a:ext>
                </a:extLst>
              </p:cNvPr>
              <p:cNvSpPr txBox="1"/>
              <p:nvPr/>
            </p:nvSpPr>
            <p:spPr>
              <a:xfrm>
                <a:off x="173481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2019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A06E3F2-8783-8F41-34A9-DE781720A27F}"/>
                  </a:ext>
                </a:extLst>
              </p:cNvPr>
              <p:cNvSpPr txBox="1"/>
              <p:nvPr/>
            </p:nvSpPr>
            <p:spPr>
              <a:xfrm>
                <a:off x="2433894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2020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E04AAAE-1753-F47E-A9BB-FEC3F4CE7582}"/>
                  </a:ext>
                </a:extLst>
              </p:cNvPr>
              <p:cNvSpPr txBox="1"/>
              <p:nvPr/>
            </p:nvSpPr>
            <p:spPr>
              <a:xfrm>
                <a:off x="3117118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2020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925DCCE-F8ED-F30A-9EB3-52AEC04A8588}"/>
                  </a:ext>
                </a:extLst>
              </p:cNvPr>
              <p:cNvSpPr txBox="1"/>
              <p:nvPr/>
            </p:nvSpPr>
            <p:spPr>
              <a:xfrm>
                <a:off x="3816196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2021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B7F298E-3FB8-3FC6-22CB-80B34B34C7B4}"/>
                  </a:ext>
                </a:extLst>
              </p:cNvPr>
              <p:cNvSpPr txBox="1"/>
              <p:nvPr/>
            </p:nvSpPr>
            <p:spPr>
              <a:xfrm>
                <a:off x="449560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2021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1DB0311-C549-FCFA-9A66-032DC612488C}"/>
                  </a:ext>
                </a:extLst>
              </p:cNvPr>
              <p:cNvSpPr txBox="1"/>
              <p:nvPr/>
            </p:nvSpPr>
            <p:spPr>
              <a:xfrm>
                <a:off x="5194684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2022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64AB678-F881-8573-2E3A-CCB15BB626DA}"/>
                  </a:ext>
                </a:extLst>
              </p:cNvPr>
              <p:cNvSpPr txBox="1"/>
              <p:nvPr/>
            </p:nvSpPr>
            <p:spPr>
              <a:xfrm>
                <a:off x="5874094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2022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EC1605D-5F91-94EE-44DF-BDFDC949CDDF}"/>
                  </a:ext>
                </a:extLst>
              </p:cNvPr>
              <p:cNvSpPr txBox="1"/>
              <p:nvPr/>
            </p:nvSpPr>
            <p:spPr>
              <a:xfrm>
                <a:off x="6573172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2023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613880D-1F77-CB71-133F-FED11AA44290}"/>
                  </a:ext>
                </a:extLst>
              </p:cNvPr>
              <p:cNvSpPr txBox="1"/>
              <p:nvPr/>
            </p:nvSpPr>
            <p:spPr>
              <a:xfrm>
                <a:off x="7252582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2023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CACBFC7-B88D-0A92-255B-DF0E65203C23}"/>
                  </a:ext>
                </a:extLst>
              </p:cNvPr>
              <p:cNvSpPr txBox="1"/>
              <p:nvPr/>
            </p:nvSpPr>
            <p:spPr>
              <a:xfrm>
                <a:off x="7951660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2024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BC8BBC9-6E9D-0FF7-28AB-543FDD1699EA}"/>
                  </a:ext>
                </a:extLst>
              </p:cNvPr>
              <p:cNvSpPr txBox="1"/>
              <p:nvPr/>
            </p:nvSpPr>
            <p:spPr>
              <a:xfrm>
                <a:off x="863488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2024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6BBAE0A-643D-937B-B440-3C2AD6F0DB63}"/>
                  </a:ext>
                </a:extLst>
              </p:cNvPr>
              <p:cNvSpPr txBox="1"/>
              <p:nvPr/>
            </p:nvSpPr>
            <p:spPr>
              <a:xfrm>
                <a:off x="9333963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2025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2EA8AE1-22E8-A84F-B656-2652B4C61495}"/>
                  </a:ext>
                </a:extLst>
              </p:cNvPr>
              <p:cNvSpPr txBox="1"/>
              <p:nvPr/>
            </p:nvSpPr>
            <p:spPr>
              <a:xfrm>
                <a:off x="1001337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2025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FF08DEF-37B1-373F-2C83-AF8117A7539B}"/>
                  </a:ext>
                </a:extLst>
              </p:cNvPr>
              <p:cNvSpPr txBox="1"/>
              <p:nvPr/>
            </p:nvSpPr>
            <p:spPr>
              <a:xfrm>
                <a:off x="10712451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2026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017622D-94F8-B582-68F1-F2F03D4E2206}"/>
                  </a:ext>
                </a:extLst>
              </p:cNvPr>
              <p:cNvSpPr txBox="1"/>
              <p:nvPr/>
            </p:nvSpPr>
            <p:spPr>
              <a:xfrm rot="16200000">
                <a:off x="33724" y="3204753"/>
                <a:ext cx="21932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0F242F50-C777-B515-4569-B202D1D86E87}"/>
                  </a:ext>
                </a:extLst>
              </p:cNvPr>
              <p:cNvSpPr txBox="1"/>
              <p:nvPr/>
            </p:nvSpPr>
            <p:spPr>
              <a:xfrm>
                <a:off x="1379647" y="612426"/>
                <a:ext cx="531106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in MAR Mawasangka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73553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9FD90-1D63-C153-AD86-77D0F967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3284A-ED1F-2067-65A3-B86BC493E6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Kerapu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4F4B19A-CD38-E4E8-D102-8D1E5E02A2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Epinephelus </a:t>
            </a:r>
            <a:r>
              <a:rPr lang="en-US" i="1" dirty="0" err="1"/>
              <a:t>coioides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192252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aphic 100">
            <a:extLst>
              <a:ext uri="{FF2B5EF4-FFF2-40B4-BE49-F238E27FC236}">
                <a16:creationId xmlns:a16="http://schemas.microsoft.com/office/drawing/2014/main" id="{CF0FBC37-EB5E-A987-2980-451E806185B8}"/>
              </a:ext>
            </a:extLst>
          </p:cNvPr>
          <p:cNvGrpSpPr/>
          <p:nvPr/>
        </p:nvGrpSpPr>
        <p:grpSpPr>
          <a:xfrm>
            <a:off x="961062" y="612426"/>
            <a:ext cx="10221218" cy="5602107"/>
            <a:chOff x="961062" y="612426"/>
            <a:chExt cx="10221218" cy="5602107"/>
          </a:xfrm>
        </p:grpSpPr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D3277B0-7573-A0DB-A978-A46AA0E181B0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661CF2FE-5BA2-7DFE-88B9-F3E43263C417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105" name="Graphic 100">
              <a:extLst>
                <a:ext uri="{FF2B5EF4-FFF2-40B4-BE49-F238E27FC236}">
                  <a16:creationId xmlns:a16="http://schemas.microsoft.com/office/drawing/2014/main" id="{07DB0A13-49A4-E87C-1B4B-C4A28FCD5241}"/>
                </a:ext>
              </a:extLst>
            </p:cNvPr>
            <p:cNvGrpSpPr/>
            <p:nvPr/>
          </p:nvGrpSpPr>
          <p:grpSpPr>
            <a:xfrm>
              <a:off x="1471087" y="971481"/>
              <a:ext cx="9650581" cy="4805204"/>
              <a:chOff x="1471087" y="971481"/>
              <a:chExt cx="9650581" cy="4805204"/>
            </a:xfrm>
          </p:grpSpPr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D0CF0864-8251-6961-BD4E-1BD94488322E}"/>
                  </a:ext>
                </a:extLst>
              </p:cNvPr>
              <p:cNvSpPr/>
              <p:nvPr/>
            </p:nvSpPr>
            <p:spPr>
              <a:xfrm>
                <a:off x="1471087" y="971481"/>
                <a:ext cx="9650581" cy="4805204"/>
              </a:xfrm>
              <a:custGeom>
                <a:avLst/>
                <a:gdLst>
                  <a:gd name="connsiteX0" fmla="*/ 0 w 9650581"/>
                  <a:gd name="connsiteY0" fmla="*/ 0 h 4805204"/>
                  <a:gd name="connsiteX1" fmla="*/ 9650582 w 9650581"/>
                  <a:gd name="connsiteY1" fmla="*/ 0 h 4805204"/>
                  <a:gd name="connsiteX2" fmla="*/ 9650582 w 9650581"/>
                  <a:gd name="connsiteY2" fmla="*/ 4805204 h 4805204"/>
                  <a:gd name="connsiteX3" fmla="*/ 0 w 965058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0581" h="4805204">
                    <a:moveTo>
                      <a:pt x="0" y="0"/>
                    </a:moveTo>
                    <a:lnTo>
                      <a:pt x="9650582" y="0"/>
                    </a:lnTo>
                    <a:lnTo>
                      <a:pt x="965058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76714846-8E19-2B06-0284-BB2E8AD2614E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4805204"/>
              </a:xfrm>
              <a:custGeom>
                <a:avLst/>
                <a:gdLst>
                  <a:gd name="connsiteX0" fmla="*/ 0 w 8773198"/>
                  <a:gd name="connsiteY0" fmla="*/ 2506557 h 4805204"/>
                  <a:gd name="connsiteX1" fmla="*/ 111050 w 8773198"/>
                  <a:gd name="connsiteY1" fmla="*/ 3008059 h 4805204"/>
                  <a:gd name="connsiteX2" fmla="*/ 222101 w 8773198"/>
                  <a:gd name="connsiteY2" fmla="*/ 3131554 h 4805204"/>
                  <a:gd name="connsiteX3" fmla="*/ 333151 w 8773198"/>
                  <a:gd name="connsiteY3" fmla="*/ 3028076 h 4805204"/>
                  <a:gd name="connsiteX4" fmla="*/ 444202 w 8773198"/>
                  <a:gd name="connsiteY4" fmla="*/ 2880856 h 4805204"/>
                  <a:gd name="connsiteX5" fmla="*/ 555252 w 8773198"/>
                  <a:gd name="connsiteY5" fmla="*/ 2550193 h 4805204"/>
                  <a:gd name="connsiteX6" fmla="*/ 666303 w 8773198"/>
                  <a:gd name="connsiteY6" fmla="*/ 2052398 h 4805204"/>
                  <a:gd name="connsiteX7" fmla="*/ 777353 w 8773198"/>
                  <a:gd name="connsiteY7" fmla="*/ 1349130 h 4805204"/>
                  <a:gd name="connsiteX8" fmla="*/ 888404 w 8773198"/>
                  <a:gd name="connsiteY8" fmla="*/ 750294 h 4805204"/>
                  <a:gd name="connsiteX9" fmla="*/ 999454 w 8773198"/>
                  <a:gd name="connsiteY9" fmla="*/ 526815 h 4805204"/>
                  <a:gd name="connsiteX10" fmla="*/ 1110505 w 8773198"/>
                  <a:gd name="connsiteY10" fmla="*/ 636436 h 4805204"/>
                  <a:gd name="connsiteX11" fmla="*/ 1221555 w 8773198"/>
                  <a:gd name="connsiteY11" fmla="*/ 1128724 h 4805204"/>
                  <a:gd name="connsiteX12" fmla="*/ 1332605 w 8773198"/>
                  <a:gd name="connsiteY12" fmla="*/ 1904966 h 4805204"/>
                  <a:gd name="connsiteX13" fmla="*/ 1443656 w 8773198"/>
                  <a:gd name="connsiteY13" fmla="*/ 2457095 h 4805204"/>
                  <a:gd name="connsiteX14" fmla="*/ 1554706 w 8773198"/>
                  <a:gd name="connsiteY14" fmla="*/ 2738508 h 4805204"/>
                  <a:gd name="connsiteX15" fmla="*/ 1665757 w 8773198"/>
                  <a:gd name="connsiteY15" fmla="*/ 2903945 h 4805204"/>
                  <a:gd name="connsiteX16" fmla="*/ 1776807 w 8773198"/>
                  <a:gd name="connsiteY16" fmla="*/ 2856390 h 4805204"/>
                  <a:gd name="connsiteX17" fmla="*/ 1887858 w 8773198"/>
                  <a:gd name="connsiteY17" fmla="*/ 2623062 h 4805204"/>
                  <a:gd name="connsiteX18" fmla="*/ 1998908 w 8773198"/>
                  <a:gd name="connsiteY18" fmla="*/ 2339954 h 4805204"/>
                  <a:gd name="connsiteX19" fmla="*/ 2109959 w 8773198"/>
                  <a:gd name="connsiteY19" fmla="*/ 2219424 h 4805204"/>
                  <a:gd name="connsiteX20" fmla="*/ 2221009 w 8773198"/>
                  <a:gd name="connsiteY20" fmla="*/ 2155770 h 4805204"/>
                  <a:gd name="connsiteX21" fmla="*/ 2332060 w 8773198"/>
                  <a:gd name="connsiteY21" fmla="*/ 2095929 h 4805204"/>
                  <a:gd name="connsiteX22" fmla="*/ 2443110 w 8773198"/>
                  <a:gd name="connsiteY22" fmla="*/ 2087985 h 4805204"/>
                  <a:gd name="connsiteX23" fmla="*/ 2554161 w 8773198"/>
                  <a:gd name="connsiteY23" fmla="*/ 2162125 h 4805204"/>
                  <a:gd name="connsiteX24" fmla="*/ 2665211 w 8773198"/>
                  <a:gd name="connsiteY24" fmla="*/ 2227050 h 4805204"/>
                  <a:gd name="connsiteX25" fmla="*/ 2776262 w 8773198"/>
                  <a:gd name="connsiteY25" fmla="*/ 2277571 h 4805204"/>
                  <a:gd name="connsiteX26" fmla="*/ 2887312 w 8773198"/>
                  <a:gd name="connsiteY26" fmla="*/ 2323749 h 4805204"/>
                  <a:gd name="connsiteX27" fmla="*/ 2998362 w 8773198"/>
                  <a:gd name="connsiteY27" fmla="*/ 2372787 h 4805204"/>
                  <a:gd name="connsiteX28" fmla="*/ 3109519 w 8773198"/>
                  <a:gd name="connsiteY28" fmla="*/ 2415471 h 4805204"/>
                  <a:gd name="connsiteX29" fmla="*/ 3220569 w 8773198"/>
                  <a:gd name="connsiteY29" fmla="*/ 2449575 h 4805204"/>
                  <a:gd name="connsiteX30" fmla="*/ 3331620 w 8773198"/>
                  <a:gd name="connsiteY30" fmla="*/ 2477748 h 4805204"/>
                  <a:gd name="connsiteX31" fmla="*/ 3442670 w 8773198"/>
                  <a:gd name="connsiteY31" fmla="*/ 2501579 h 4805204"/>
                  <a:gd name="connsiteX32" fmla="*/ 3553721 w 8773198"/>
                  <a:gd name="connsiteY32" fmla="*/ 2522550 h 4805204"/>
                  <a:gd name="connsiteX33" fmla="*/ 3664771 w 8773198"/>
                  <a:gd name="connsiteY33" fmla="*/ 2541508 h 4805204"/>
                  <a:gd name="connsiteX34" fmla="*/ 3775822 w 8773198"/>
                  <a:gd name="connsiteY34" fmla="*/ 2559090 h 4805204"/>
                  <a:gd name="connsiteX35" fmla="*/ 3886872 w 8773198"/>
                  <a:gd name="connsiteY35" fmla="*/ 2575612 h 4805204"/>
                  <a:gd name="connsiteX36" fmla="*/ 3997923 w 8773198"/>
                  <a:gd name="connsiteY36" fmla="*/ 2591394 h 4805204"/>
                  <a:gd name="connsiteX37" fmla="*/ 4108973 w 8773198"/>
                  <a:gd name="connsiteY37" fmla="*/ 2606539 h 4805204"/>
                  <a:gd name="connsiteX38" fmla="*/ 4220024 w 8773198"/>
                  <a:gd name="connsiteY38" fmla="*/ 2621156 h 4805204"/>
                  <a:gd name="connsiteX39" fmla="*/ 4331074 w 8773198"/>
                  <a:gd name="connsiteY39" fmla="*/ 2635242 h 4805204"/>
                  <a:gd name="connsiteX40" fmla="*/ 4442124 w 8773198"/>
                  <a:gd name="connsiteY40" fmla="*/ 2648799 h 4805204"/>
                  <a:gd name="connsiteX41" fmla="*/ 4553175 w 8773198"/>
                  <a:gd name="connsiteY41" fmla="*/ 2661614 h 4805204"/>
                  <a:gd name="connsiteX42" fmla="*/ 4664225 w 8773198"/>
                  <a:gd name="connsiteY42" fmla="*/ 2673583 h 4805204"/>
                  <a:gd name="connsiteX43" fmla="*/ 4775276 w 8773198"/>
                  <a:gd name="connsiteY43" fmla="*/ 2684704 h 4805204"/>
                  <a:gd name="connsiteX44" fmla="*/ 4886326 w 8773198"/>
                  <a:gd name="connsiteY44" fmla="*/ 2694765 h 4805204"/>
                  <a:gd name="connsiteX45" fmla="*/ 4997377 w 8773198"/>
                  <a:gd name="connsiteY45" fmla="*/ 2703450 h 4805204"/>
                  <a:gd name="connsiteX46" fmla="*/ 5108428 w 8773198"/>
                  <a:gd name="connsiteY46" fmla="*/ 2710547 h 4805204"/>
                  <a:gd name="connsiteX47" fmla="*/ 5219478 w 8773198"/>
                  <a:gd name="connsiteY47" fmla="*/ 2715948 h 4805204"/>
                  <a:gd name="connsiteX48" fmla="*/ 5330528 w 8773198"/>
                  <a:gd name="connsiteY48" fmla="*/ 2719231 h 4805204"/>
                  <a:gd name="connsiteX49" fmla="*/ 5441578 w 8773198"/>
                  <a:gd name="connsiteY49" fmla="*/ 2720185 h 4805204"/>
                  <a:gd name="connsiteX50" fmla="*/ 5552629 w 8773198"/>
                  <a:gd name="connsiteY50" fmla="*/ 2718490 h 4805204"/>
                  <a:gd name="connsiteX51" fmla="*/ 5663679 w 8773198"/>
                  <a:gd name="connsiteY51" fmla="*/ 2713724 h 4805204"/>
                  <a:gd name="connsiteX52" fmla="*/ 5774730 w 8773198"/>
                  <a:gd name="connsiteY52" fmla="*/ 2705569 h 4805204"/>
                  <a:gd name="connsiteX53" fmla="*/ 5885781 w 8773198"/>
                  <a:gd name="connsiteY53" fmla="*/ 2693601 h 4805204"/>
                  <a:gd name="connsiteX54" fmla="*/ 5996831 w 8773198"/>
                  <a:gd name="connsiteY54" fmla="*/ 2677396 h 4805204"/>
                  <a:gd name="connsiteX55" fmla="*/ 6107881 w 8773198"/>
                  <a:gd name="connsiteY55" fmla="*/ 2656425 h 4805204"/>
                  <a:gd name="connsiteX56" fmla="*/ 6219038 w 8773198"/>
                  <a:gd name="connsiteY56" fmla="*/ 2630476 h 4805204"/>
                  <a:gd name="connsiteX57" fmla="*/ 6330088 w 8773198"/>
                  <a:gd name="connsiteY57" fmla="*/ 2599019 h 4805204"/>
                  <a:gd name="connsiteX58" fmla="*/ 6441139 w 8773198"/>
                  <a:gd name="connsiteY58" fmla="*/ 2561632 h 4805204"/>
                  <a:gd name="connsiteX59" fmla="*/ 6552189 w 8773198"/>
                  <a:gd name="connsiteY59" fmla="*/ 2517890 h 4805204"/>
                  <a:gd name="connsiteX60" fmla="*/ 6663240 w 8773198"/>
                  <a:gd name="connsiteY60" fmla="*/ 2467368 h 4805204"/>
                  <a:gd name="connsiteX61" fmla="*/ 6774290 w 8773198"/>
                  <a:gd name="connsiteY61" fmla="*/ 2409857 h 4805204"/>
                  <a:gd name="connsiteX62" fmla="*/ 6885340 w 8773198"/>
                  <a:gd name="connsiteY62" fmla="*/ 2345038 h 4805204"/>
                  <a:gd name="connsiteX63" fmla="*/ 6996391 w 8773198"/>
                  <a:gd name="connsiteY63" fmla="*/ 2272593 h 4805204"/>
                  <a:gd name="connsiteX64" fmla="*/ 7107441 w 8773198"/>
                  <a:gd name="connsiteY64" fmla="*/ 2192310 h 4805204"/>
                  <a:gd name="connsiteX65" fmla="*/ 7218492 w 8773198"/>
                  <a:gd name="connsiteY65" fmla="*/ 2103978 h 4805204"/>
                  <a:gd name="connsiteX66" fmla="*/ 7329543 w 8773198"/>
                  <a:gd name="connsiteY66" fmla="*/ 2007702 h 4805204"/>
                  <a:gd name="connsiteX67" fmla="*/ 7440593 w 8773198"/>
                  <a:gd name="connsiteY67" fmla="*/ 1903166 h 4805204"/>
                  <a:gd name="connsiteX68" fmla="*/ 7551643 w 8773198"/>
                  <a:gd name="connsiteY68" fmla="*/ 1790367 h 4805204"/>
                  <a:gd name="connsiteX69" fmla="*/ 7662694 w 8773198"/>
                  <a:gd name="connsiteY69" fmla="*/ 1669308 h 4805204"/>
                  <a:gd name="connsiteX70" fmla="*/ 7773744 w 8773198"/>
                  <a:gd name="connsiteY70" fmla="*/ 1539987 h 4805204"/>
                  <a:gd name="connsiteX71" fmla="*/ 7884794 w 8773198"/>
                  <a:gd name="connsiteY71" fmla="*/ 1402299 h 4805204"/>
                  <a:gd name="connsiteX72" fmla="*/ 7995845 w 8773198"/>
                  <a:gd name="connsiteY72" fmla="*/ 1256350 h 4805204"/>
                  <a:gd name="connsiteX73" fmla="*/ 8106896 w 8773198"/>
                  <a:gd name="connsiteY73" fmla="*/ 1102033 h 4805204"/>
                  <a:gd name="connsiteX74" fmla="*/ 8217946 w 8773198"/>
                  <a:gd name="connsiteY74" fmla="*/ 939350 h 4805204"/>
                  <a:gd name="connsiteX75" fmla="*/ 8328997 w 8773198"/>
                  <a:gd name="connsiteY75" fmla="*/ 768299 h 4805204"/>
                  <a:gd name="connsiteX76" fmla="*/ 8440047 w 8773198"/>
                  <a:gd name="connsiteY76" fmla="*/ 588881 h 4805204"/>
                  <a:gd name="connsiteX77" fmla="*/ 8551097 w 8773198"/>
                  <a:gd name="connsiteY77" fmla="*/ 401096 h 4805204"/>
                  <a:gd name="connsiteX78" fmla="*/ 8662148 w 8773198"/>
                  <a:gd name="connsiteY78" fmla="*/ 204837 h 4805204"/>
                  <a:gd name="connsiteX79" fmla="*/ 8773198 w 8773198"/>
                  <a:gd name="connsiteY79" fmla="*/ 0 h 4805204"/>
                  <a:gd name="connsiteX80" fmla="*/ 8773198 w 8773198"/>
                  <a:gd name="connsiteY80" fmla="*/ 4805204 h 4805204"/>
                  <a:gd name="connsiteX81" fmla="*/ 8662148 w 8773198"/>
                  <a:gd name="connsiteY81" fmla="*/ 4805204 h 4805204"/>
                  <a:gd name="connsiteX82" fmla="*/ 8551097 w 8773198"/>
                  <a:gd name="connsiteY82" fmla="*/ 4805204 h 4805204"/>
                  <a:gd name="connsiteX83" fmla="*/ 8440047 w 8773198"/>
                  <a:gd name="connsiteY83" fmla="*/ 4805204 h 4805204"/>
                  <a:gd name="connsiteX84" fmla="*/ 8328997 w 8773198"/>
                  <a:gd name="connsiteY84" fmla="*/ 4805204 h 4805204"/>
                  <a:gd name="connsiteX85" fmla="*/ 8217946 w 8773198"/>
                  <a:gd name="connsiteY85" fmla="*/ 4805204 h 4805204"/>
                  <a:gd name="connsiteX86" fmla="*/ 8106896 w 8773198"/>
                  <a:gd name="connsiteY86" fmla="*/ 4805204 h 4805204"/>
                  <a:gd name="connsiteX87" fmla="*/ 7995845 w 8773198"/>
                  <a:gd name="connsiteY87" fmla="*/ 4805204 h 4805204"/>
                  <a:gd name="connsiteX88" fmla="*/ 7884794 w 8773198"/>
                  <a:gd name="connsiteY88" fmla="*/ 4805204 h 4805204"/>
                  <a:gd name="connsiteX89" fmla="*/ 7773744 w 8773198"/>
                  <a:gd name="connsiteY89" fmla="*/ 4805204 h 4805204"/>
                  <a:gd name="connsiteX90" fmla="*/ 7662694 w 8773198"/>
                  <a:gd name="connsiteY90" fmla="*/ 4805204 h 4805204"/>
                  <a:gd name="connsiteX91" fmla="*/ 7551643 w 8773198"/>
                  <a:gd name="connsiteY91" fmla="*/ 4805204 h 4805204"/>
                  <a:gd name="connsiteX92" fmla="*/ 7440593 w 8773198"/>
                  <a:gd name="connsiteY92" fmla="*/ 4805204 h 4805204"/>
                  <a:gd name="connsiteX93" fmla="*/ 7329543 w 8773198"/>
                  <a:gd name="connsiteY93" fmla="*/ 4805204 h 4805204"/>
                  <a:gd name="connsiteX94" fmla="*/ 7218492 w 8773198"/>
                  <a:gd name="connsiteY94" fmla="*/ 4805204 h 4805204"/>
                  <a:gd name="connsiteX95" fmla="*/ 7107441 w 8773198"/>
                  <a:gd name="connsiteY95" fmla="*/ 4805204 h 4805204"/>
                  <a:gd name="connsiteX96" fmla="*/ 6996391 w 8773198"/>
                  <a:gd name="connsiteY96" fmla="*/ 4805204 h 4805204"/>
                  <a:gd name="connsiteX97" fmla="*/ 6885340 w 8773198"/>
                  <a:gd name="connsiteY97" fmla="*/ 4805204 h 4805204"/>
                  <a:gd name="connsiteX98" fmla="*/ 6774290 w 8773198"/>
                  <a:gd name="connsiteY98" fmla="*/ 4805204 h 4805204"/>
                  <a:gd name="connsiteX99" fmla="*/ 6663240 w 8773198"/>
                  <a:gd name="connsiteY99" fmla="*/ 4805204 h 4805204"/>
                  <a:gd name="connsiteX100" fmla="*/ 6552189 w 8773198"/>
                  <a:gd name="connsiteY100" fmla="*/ 4805204 h 4805204"/>
                  <a:gd name="connsiteX101" fmla="*/ 6441139 w 8773198"/>
                  <a:gd name="connsiteY101" fmla="*/ 4805204 h 4805204"/>
                  <a:gd name="connsiteX102" fmla="*/ 6330088 w 8773198"/>
                  <a:gd name="connsiteY102" fmla="*/ 4805204 h 4805204"/>
                  <a:gd name="connsiteX103" fmla="*/ 6219038 w 8773198"/>
                  <a:gd name="connsiteY103" fmla="*/ 4805204 h 4805204"/>
                  <a:gd name="connsiteX104" fmla="*/ 6107881 w 8773198"/>
                  <a:gd name="connsiteY104" fmla="*/ 4805204 h 4805204"/>
                  <a:gd name="connsiteX105" fmla="*/ 5996831 w 8773198"/>
                  <a:gd name="connsiteY105" fmla="*/ 4805204 h 4805204"/>
                  <a:gd name="connsiteX106" fmla="*/ 5885781 w 8773198"/>
                  <a:gd name="connsiteY106" fmla="*/ 4805204 h 4805204"/>
                  <a:gd name="connsiteX107" fmla="*/ 5774730 w 8773198"/>
                  <a:gd name="connsiteY107" fmla="*/ 4805204 h 4805204"/>
                  <a:gd name="connsiteX108" fmla="*/ 5663679 w 8773198"/>
                  <a:gd name="connsiteY108" fmla="*/ 4805204 h 4805204"/>
                  <a:gd name="connsiteX109" fmla="*/ 5552629 w 8773198"/>
                  <a:gd name="connsiteY109" fmla="*/ 4805204 h 4805204"/>
                  <a:gd name="connsiteX110" fmla="*/ 5441578 w 8773198"/>
                  <a:gd name="connsiteY110" fmla="*/ 4805204 h 4805204"/>
                  <a:gd name="connsiteX111" fmla="*/ 5330528 w 8773198"/>
                  <a:gd name="connsiteY111" fmla="*/ 4805204 h 4805204"/>
                  <a:gd name="connsiteX112" fmla="*/ 5219478 w 8773198"/>
                  <a:gd name="connsiteY112" fmla="*/ 4805204 h 4805204"/>
                  <a:gd name="connsiteX113" fmla="*/ 5108428 w 8773198"/>
                  <a:gd name="connsiteY113" fmla="*/ 4805204 h 4805204"/>
                  <a:gd name="connsiteX114" fmla="*/ 4997377 w 8773198"/>
                  <a:gd name="connsiteY114" fmla="*/ 4805204 h 4805204"/>
                  <a:gd name="connsiteX115" fmla="*/ 4886326 w 8773198"/>
                  <a:gd name="connsiteY115" fmla="*/ 4805204 h 4805204"/>
                  <a:gd name="connsiteX116" fmla="*/ 4775276 w 8773198"/>
                  <a:gd name="connsiteY116" fmla="*/ 4805204 h 4805204"/>
                  <a:gd name="connsiteX117" fmla="*/ 4664225 w 8773198"/>
                  <a:gd name="connsiteY117" fmla="*/ 4805204 h 4805204"/>
                  <a:gd name="connsiteX118" fmla="*/ 4553175 w 8773198"/>
                  <a:gd name="connsiteY118" fmla="*/ 4805204 h 4805204"/>
                  <a:gd name="connsiteX119" fmla="*/ 4442124 w 8773198"/>
                  <a:gd name="connsiteY119" fmla="*/ 4805204 h 4805204"/>
                  <a:gd name="connsiteX120" fmla="*/ 4331074 w 8773198"/>
                  <a:gd name="connsiteY120" fmla="*/ 4805204 h 4805204"/>
                  <a:gd name="connsiteX121" fmla="*/ 4220024 w 8773198"/>
                  <a:gd name="connsiteY121" fmla="*/ 4805204 h 4805204"/>
                  <a:gd name="connsiteX122" fmla="*/ 4108973 w 8773198"/>
                  <a:gd name="connsiteY122" fmla="*/ 4752671 h 4805204"/>
                  <a:gd name="connsiteX123" fmla="*/ 3997923 w 8773198"/>
                  <a:gd name="connsiteY123" fmla="*/ 4677790 h 4805204"/>
                  <a:gd name="connsiteX124" fmla="*/ 3886872 w 8773198"/>
                  <a:gd name="connsiteY124" fmla="*/ 4596131 h 4805204"/>
                  <a:gd name="connsiteX125" fmla="*/ 3775822 w 8773198"/>
                  <a:gd name="connsiteY125" fmla="*/ 4507587 h 4805204"/>
                  <a:gd name="connsiteX126" fmla="*/ 3664771 w 8773198"/>
                  <a:gd name="connsiteY126" fmla="*/ 4412264 h 4805204"/>
                  <a:gd name="connsiteX127" fmla="*/ 3553721 w 8773198"/>
                  <a:gd name="connsiteY127" fmla="*/ 4310481 h 4805204"/>
                  <a:gd name="connsiteX128" fmla="*/ 3442670 w 8773198"/>
                  <a:gd name="connsiteY128" fmla="*/ 4202555 h 4805204"/>
                  <a:gd name="connsiteX129" fmla="*/ 3331620 w 8773198"/>
                  <a:gd name="connsiteY129" fmla="*/ 4089439 h 4805204"/>
                  <a:gd name="connsiteX130" fmla="*/ 3220569 w 8773198"/>
                  <a:gd name="connsiteY130" fmla="*/ 3972086 h 4805204"/>
                  <a:gd name="connsiteX131" fmla="*/ 3109519 w 8773198"/>
                  <a:gd name="connsiteY131" fmla="*/ 3852298 h 4805204"/>
                  <a:gd name="connsiteX132" fmla="*/ 2998362 w 8773198"/>
                  <a:gd name="connsiteY132" fmla="*/ 3732403 h 4805204"/>
                  <a:gd name="connsiteX133" fmla="*/ 2887312 w 8773198"/>
                  <a:gd name="connsiteY133" fmla="*/ 3615580 h 4805204"/>
                  <a:gd name="connsiteX134" fmla="*/ 2776262 w 8773198"/>
                  <a:gd name="connsiteY134" fmla="*/ 3504159 h 4805204"/>
                  <a:gd name="connsiteX135" fmla="*/ 2665211 w 8773198"/>
                  <a:gd name="connsiteY135" fmla="*/ 3400787 h 4805204"/>
                  <a:gd name="connsiteX136" fmla="*/ 2554161 w 8773198"/>
                  <a:gd name="connsiteY136" fmla="*/ 3309701 h 4805204"/>
                  <a:gd name="connsiteX137" fmla="*/ 2443110 w 8773198"/>
                  <a:gd name="connsiteY137" fmla="*/ 3245517 h 4805204"/>
                  <a:gd name="connsiteX138" fmla="*/ 2332060 w 8773198"/>
                  <a:gd name="connsiteY138" fmla="*/ 3266276 h 4805204"/>
                  <a:gd name="connsiteX139" fmla="*/ 2221009 w 8773198"/>
                  <a:gd name="connsiteY139" fmla="*/ 3346877 h 4805204"/>
                  <a:gd name="connsiteX140" fmla="*/ 2109959 w 8773198"/>
                  <a:gd name="connsiteY140" fmla="*/ 3436162 h 4805204"/>
                  <a:gd name="connsiteX141" fmla="*/ 1998908 w 8773198"/>
                  <a:gd name="connsiteY141" fmla="*/ 3542076 h 4805204"/>
                  <a:gd name="connsiteX142" fmla="*/ 1887858 w 8773198"/>
                  <a:gd name="connsiteY142" fmla="*/ 3793833 h 4805204"/>
                  <a:gd name="connsiteX143" fmla="*/ 1776807 w 8773198"/>
                  <a:gd name="connsiteY143" fmla="*/ 4083613 h 4805204"/>
                  <a:gd name="connsiteX144" fmla="*/ 1665757 w 8773198"/>
                  <a:gd name="connsiteY144" fmla="*/ 4196094 h 4805204"/>
                  <a:gd name="connsiteX145" fmla="*/ 1554706 w 8773198"/>
                  <a:gd name="connsiteY145" fmla="*/ 3985961 h 4805204"/>
                  <a:gd name="connsiteX146" fmla="*/ 1443656 w 8773198"/>
                  <a:gd name="connsiteY146" fmla="*/ 3692050 h 4805204"/>
                  <a:gd name="connsiteX147" fmla="*/ 1332605 w 8773198"/>
                  <a:gd name="connsiteY147" fmla="*/ 3027229 h 4805204"/>
                  <a:gd name="connsiteX148" fmla="*/ 1221555 w 8773198"/>
                  <a:gd name="connsiteY148" fmla="*/ 2229698 h 4805204"/>
                  <a:gd name="connsiteX149" fmla="*/ 1110505 w 8773198"/>
                  <a:gd name="connsiteY149" fmla="*/ 1737093 h 4805204"/>
                  <a:gd name="connsiteX150" fmla="*/ 999454 w 8773198"/>
                  <a:gd name="connsiteY150" fmla="*/ 1523359 h 4805204"/>
                  <a:gd name="connsiteX151" fmla="*/ 888404 w 8773198"/>
                  <a:gd name="connsiteY151" fmla="*/ 1754357 h 4805204"/>
                  <a:gd name="connsiteX152" fmla="*/ 777353 w 8773198"/>
                  <a:gd name="connsiteY152" fmla="*/ 2438030 h 4805204"/>
                  <a:gd name="connsiteX153" fmla="*/ 666303 w 8773198"/>
                  <a:gd name="connsiteY153" fmla="*/ 3191289 h 4805204"/>
                  <a:gd name="connsiteX154" fmla="*/ 555252 w 8773198"/>
                  <a:gd name="connsiteY154" fmla="*/ 3603400 h 4805204"/>
                  <a:gd name="connsiteX155" fmla="*/ 444202 w 8773198"/>
                  <a:gd name="connsiteY155" fmla="*/ 3859076 h 4805204"/>
                  <a:gd name="connsiteX156" fmla="*/ 333151 w 8773198"/>
                  <a:gd name="connsiteY156" fmla="*/ 4028432 h 4805204"/>
                  <a:gd name="connsiteX157" fmla="*/ 222101 w 8773198"/>
                  <a:gd name="connsiteY157" fmla="*/ 4139960 h 4805204"/>
                  <a:gd name="connsiteX158" fmla="*/ 111050 w 8773198"/>
                  <a:gd name="connsiteY158" fmla="*/ 4324461 h 4805204"/>
                  <a:gd name="connsiteX159" fmla="*/ 0 w 8773198"/>
                  <a:gd name="connsiteY159" fmla="*/ 473964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773198" h="4805204">
                    <a:moveTo>
                      <a:pt x="0" y="2506557"/>
                    </a:moveTo>
                    <a:lnTo>
                      <a:pt x="111050" y="3008059"/>
                    </a:lnTo>
                    <a:lnTo>
                      <a:pt x="222101" y="3131554"/>
                    </a:lnTo>
                    <a:lnTo>
                      <a:pt x="333151" y="3028076"/>
                    </a:lnTo>
                    <a:lnTo>
                      <a:pt x="444202" y="2880856"/>
                    </a:lnTo>
                    <a:lnTo>
                      <a:pt x="555252" y="2550193"/>
                    </a:lnTo>
                    <a:lnTo>
                      <a:pt x="666303" y="2052398"/>
                    </a:lnTo>
                    <a:lnTo>
                      <a:pt x="777353" y="1349130"/>
                    </a:lnTo>
                    <a:lnTo>
                      <a:pt x="888404" y="750294"/>
                    </a:lnTo>
                    <a:lnTo>
                      <a:pt x="999454" y="526815"/>
                    </a:lnTo>
                    <a:lnTo>
                      <a:pt x="1110505" y="636436"/>
                    </a:lnTo>
                    <a:lnTo>
                      <a:pt x="1221555" y="1128724"/>
                    </a:lnTo>
                    <a:lnTo>
                      <a:pt x="1332605" y="1904966"/>
                    </a:lnTo>
                    <a:lnTo>
                      <a:pt x="1443656" y="2457095"/>
                    </a:lnTo>
                    <a:lnTo>
                      <a:pt x="1554706" y="2738508"/>
                    </a:lnTo>
                    <a:lnTo>
                      <a:pt x="1665757" y="2903945"/>
                    </a:lnTo>
                    <a:lnTo>
                      <a:pt x="1776807" y="2856390"/>
                    </a:lnTo>
                    <a:lnTo>
                      <a:pt x="1887858" y="2623062"/>
                    </a:lnTo>
                    <a:lnTo>
                      <a:pt x="1998908" y="2339954"/>
                    </a:lnTo>
                    <a:lnTo>
                      <a:pt x="2109959" y="2219424"/>
                    </a:lnTo>
                    <a:lnTo>
                      <a:pt x="2221009" y="2155770"/>
                    </a:lnTo>
                    <a:lnTo>
                      <a:pt x="2332060" y="2095929"/>
                    </a:lnTo>
                    <a:lnTo>
                      <a:pt x="2443110" y="2087985"/>
                    </a:lnTo>
                    <a:lnTo>
                      <a:pt x="2554161" y="2162125"/>
                    </a:lnTo>
                    <a:lnTo>
                      <a:pt x="2665211" y="2227050"/>
                    </a:lnTo>
                    <a:lnTo>
                      <a:pt x="2776262" y="2277571"/>
                    </a:lnTo>
                    <a:lnTo>
                      <a:pt x="2887312" y="2323749"/>
                    </a:lnTo>
                    <a:lnTo>
                      <a:pt x="2998362" y="2372787"/>
                    </a:lnTo>
                    <a:lnTo>
                      <a:pt x="3109519" y="2415471"/>
                    </a:lnTo>
                    <a:lnTo>
                      <a:pt x="3220569" y="2449575"/>
                    </a:lnTo>
                    <a:lnTo>
                      <a:pt x="3331620" y="2477748"/>
                    </a:lnTo>
                    <a:lnTo>
                      <a:pt x="3442670" y="2501579"/>
                    </a:lnTo>
                    <a:lnTo>
                      <a:pt x="3553721" y="2522550"/>
                    </a:lnTo>
                    <a:lnTo>
                      <a:pt x="3664771" y="2541508"/>
                    </a:lnTo>
                    <a:lnTo>
                      <a:pt x="3775822" y="2559090"/>
                    </a:lnTo>
                    <a:lnTo>
                      <a:pt x="3886872" y="2575612"/>
                    </a:lnTo>
                    <a:lnTo>
                      <a:pt x="3997923" y="2591394"/>
                    </a:lnTo>
                    <a:lnTo>
                      <a:pt x="4108973" y="2606539"/>
                    </a:lnTo>
                    <a:lnTo>
                      <a:pt x="4220024" y="2621156"/>
                    </a:lnTo>
                    <a:lnTo>
                      <a:pt x="4331074" y="2635242"/>
                    </a:lnTo>
                    <a:lnTo>
                      <a:pt x="4442124" y="2648799"/>
                    </a:lnTo>
                    <a:lnTo>
                      <a:pt x="4553175" y="2661614"/>
                    </a:lnTo>
                    <a:lnTo>
                      <a:pt x="4664225" y="2673583"/>
                    </a:lnTo>
                    <a:lnTo>
                      <a:pt x="4775276" y="2684704"/>
                    </a:lnTo>
                    <a:lnTo>
                      <a:pt x="4886326" y="2694765"/>
                    </a:lnTo>
                    <a:lnTo>
                      <a:pt x="4997377" y="2703450"/>
                    </a:lnTo>
                    <a:lnTo>
                      <a:pt x="5108428" y="2710547"/>
                    </a:lnTo>
                    <a:lnTo>
                      <a:pt x="5219478" y="2715948"/>
                    </a:lnTo>
                    <a:lnTo>
                      <a:pt x="5330528" y="2719231"/>
                    </a:lnTo>
                    <a:lnTo>
                      <a:pt x="5441578" y="2720185"/>
                    </a:lnTo>
                    <a:lnTo>
                      <a:pt x="5552629" y="2718490"/>
                    </a:lnTo>
                    <a:lnTo>
                      <a:pt x="5663679" y="2713724"/>
                    </a:lnTo>
                    <a:lnTo>
                      <a:pt x="5774730" y="2705569"/>
                    </a:lnTo>
                    <a:lnTo>
                      <a:pt x="5885781" y="2693601"/>
                    </a:lnTo>
                    <a:lnTo>
                      <a:pt x="5996831" y="2677396"/>
                    </a:lnTo>
                    <a:lnTo>
                      <a:pt x="6107881" y="2656425"/>
                    </a:lnTo>
                    <a:lnTo>
                      <a:pt x="6219038" y="2630476"/>
                    </a:lnTo>
                    <a:lnTo>
                      <a:pt x="6330088" y="2599019"/>
                    </a:lnTo>
                    <a:lnTo>
                      <a:pt x="6441139" y="2561632"/>
                    </a:lnTo>
                    <a:lnTo>
                      <a:pt x="6552189" y="2517890"/>
                    </a:lnTo>
                    <a:lnTo>
                      <a:pt x="6663240" y="2467368"/>
                    </a:lnTo>
                    <a:lnTo>
                      <a:pt x="6774290" y="2409857"/>
                    </a:lnTo>
                    <a:lnTo>
                      <a:pt x="6885340" y="2345038"/>
                    </a:lnTo>
                    <a:lnTo>
                      <a:pt x="6996391" y="2272593"/>
                    </a:lnTo>
                    <a:lnTo>
                      <a:pt x="7107441" y="2192310"/>
                    </a:lnTo>
                    <a:lnTo>
                      <a:pt x="7218492" y="2103978"/>
                    </a:lnTo>
                    <a:lnTo>
                      <a:pt x="7329543" y="2007702"/>
                    </a:lnTo>
                    <a:lnTo>
                      <a:pt x="7440593" y="1903166"/>
                    </a:lnTo>
                    <a:lnTo>
                      <a:pt x="7551643" y="1790367"/>
                    </a:lnTo>
                    <a:lnTo>
                      <a:pt x="7662694" y="1669308"/>
                    </a:lnTo>
                    <a:lnTo>
                      <a:pt x="7773744" y="1539987"/>
                    </a:lnTo>
                    <a:lnTo>
                      <a:pt x="7884794" y="1402299"/>
                    </a:lnTo>
                    <a:lnTo>
                      <a:pt x="7995845" y="1256350"/>
                    </a:lnTo>
                    <a:lnTo>
                      <a:pt x="8106896" y="1102033"/>
                    </a:lnTo>
                    <a:lnTo>
                      <a:pt x="8217946" y="939350"/>
                    </a:lnTo>
                    <a:lnTo>
                      <a:pt x="8328997" y="768299"/>
                    </a:lnTo>
                    <a:lnTo>
                      <a:pt x="8440047" y="588881"/>
                    </a:lnTo>
                    <a:lnTo>
                      <a:pt x="8551097" y="401096"/>
                    </a:lnTo>
                    <a:lnTo>
                      <a:pt x="8662148" y="204837"/>
                    </a:lnTo>
                    <a:lnTo>
                      <a:pt x="8773198" y="0"/>
                    </a:lnTo>
                    <a:lnTo>
                      <a:pt x="8773198" y="4805204"/>
                    </a:lnTo>
                    <a:lnTo>
                      <a:pt x="8662148" y="4805204"/>
                    </a:lnTo>
                    <a:lnTo>
                      <a:pt x="8551097" y="4805204"/>
                    </a:lnTo>
                    <a:lnTo>
                      <a:pt x="8440047" y="4805204"/>
                    </a:lnTo>
                    <a:lnTo>
                      <a:pt x="8328997" y="4805204"/>
                    </a:lnTo>
                    <a:lnTo>
                      <a:pt x="8217946" y="4805204"/>
                    </a:lnTo>
                    <a:lnTo>
                      <a:pt x="8106896" y="4805204"/>
                    </a:lnTo>
                    <a:lnTo>
                      <a:pt x="7995845" y="4805204"/>
                    </a:lnTo>
                    <a:lnTo>
                      <a:pt x="7884794" y="4805204"/>
                    </a:lnTo>
                    <a:lnTo>
                      <a:pt x="7773744" y="4805204"/>
                    </a:lnTo>
                    <a:lnTo>
                      <a:pt x="7662694" y="4805204"/>
                    </a:lnTo>
                    <a:lnTo>
                      <a:pt x="7551643" y="4805204"/>
                    </a:lnTo>
                    <a:lnTo>
                      <a:pt x="7440593" y="4805204"/>
                    </a:lnTo>
                    <a:lnTo>
                      <a:pt x="7329543" y="4805204"/>
                    </a:lnTo>
                    <a:lnTo>
                      <a:pt x="7218492" y="4805204"/>
                    </a:lnTo>
                    <a:lnTo>
                      <a:pt x="7107441" y="4805204"/>
                    </a:lnTo>
                    <a:lnTo>
                      <a:pt x="6996391" y="4805204"/>
                    </a:lnTo>
                    <a:lnTo>
                      <a:pt x="6885340" y="4805204"/>
                    </a:lnTo>
                    <a:lnTo>
                      <a:pt x="6774290" y="4805204"/>
                    </a:lnTo>
                    <a:lnTo>
                      <a:pt x="6663240" y="4805204"/>
                    </a:lnTo>
                    <a:lnTo>
                      <a:pt x="6552189" y="4805204"/>
                    </a:lnTo>
                    <a:lnTo>
                      <a:pt x="6441139" y="4805204"/>
                    </a:lnTo>
                    <a:lnTo>
                      <a:pt x="6330088" y="4805204"/>
                    </a:lnTo>
                    <a:lnTo>
                      <a:pt x="6219038" y="4805204"/>
                    </a:lnTo>
                    <a:lnTo>
                      <a:pt x="6107881" y="4805204"/>
                    </a:lnTo>
                    <a:lnTo>
                      <a:pt x="5996831" y="4805204"/>
                    </a:lnTo>
                    <a:lnTo>
                      <a:pt x="5885781" y="4805204"/>
                    </a:lnTo>
                    <a:lnTo>
                      <a:pt x="5774730" y="4805204"/>
                    </a:lnTo>
                    <a:lnTo>
                      <a:pt x="5663679" y="4805204"/>
                    </a:lnTo>
                    <a:lnTo>
                      <a:pt x="5552629" y="4805204"/>
                    </a:lnTo>
                    <a:lnTo>
                      <a:pt x="5441578" y="4805204"/>
                    </a:lnTo>
                    <a:lnTo>
                      <a:pt x="5330528" y="4805204"/>
                    </a:lnTo>
                    <a:lnTo>
                      <a:pt x="5219478" y="4805204"/>
                    </a:lnTo>
                    <a:lnTo>
                      <a:pt x="5108428" y="4805204"/>
                    </a:lnTo>
                    <a:lnTo>
                      <a:pt x="4997377" y="4805204"/>
                    </a:lnTo>
                    <a:lnTo>
                      <a:pt x="4886326" y="4805204"/>
                    </a:lnTo>
                    <a:lnTo>
                      <a:pt x="4775276" y="4805204"/>
                    </a:lnTo>
                    <a:lnTo>
                      <a:pt x="4664225" y="4805204"/>
                    </a:lnTo>
                    <a:lnTo>
                      <a:pt x="4553175" y="4805204"/>
                    </a:lnTo>
                    <a:lnTo>
                      <a:pt x="4442124" y="4805204"/>
                    </a:lnTo>
                    <a:lnTo>
                      <a:pt x="4331074" y="4805204"/>
                    </a:lnTo>
                    <a:lnTo>
                      <a:pt x="4220024" y="4805204"/>
                    </a:lnTo>
                    <a:lnTo>
                      <a:pt x="4108973" y="4752671"/>
                    </a:lnTo>
                    <a:lnTo>
                      <a:pt x="3997923" y="4677790"/>
                    </a:lnTo>
                    <a:lnTo>
                      <a:pt x="3886872" y="4596131"/>
                    </a:lnTo>
                    <a:lnTo>
                      <a:pt x="3775822" y="4507587"/>
                    </a:lnTo>
                    <a:lnTo>
                      <a:pt x="3664771" y="4412264"/>
                    </a:lnTo>
                    <a:lnTo>
                      <a:pt x="3553721" y="4310481"/>
                    </a:lnTo>
                    <a:lnTo>
                      <a:pt x="3442670" y="4202555"/>
                    </a:lnTo>
                    <a:lnTo>
                      <a:pt x="3331620" y="4089439"/>
                    </a:lnTo>
                    <a:lnTo>
                      <a:pt x="3220569" y="3972086"/>
                    </a:lnTo>
                    <a:lnTo>
                      <a:pt x="3109519" y="3852298"/>
                    </a:lnTo>
                    <a:lnTo>
                      <a:pt x="2998362" y="3732403"/>
                    </a:lnTo>
                    <a:lnTo>
                      <a:pt x="2887312" y="3615580"/>
                    </a:lnTo>
                    <a:lnTo>
                      <a:pt x="2776262" y="3504159"/>
                    </a:lnTo>
                    <a:lnTo>
                      <a:pt x="2665211" y="3400787"/>
                    </a:lnTo>
                    <a:lnTo>
                      <a:pt x="2554161" y="3309701"/>
                    </a:lnTo>
                    <a:lnTo>
                      <a:pt x="2443110" y="3245517"/>
                    </a:lnTo>
                    <a:lnTo>
                      <a:pt x="2332060" y="3266276"/>
                    </a:lnTo>
                    <a:lnTo>
                      <a:pt x="2221009" y="3346877"/>
                    </a:lnTo>
                    <a:lnTo>
                      <a:pt x="2109959" y="3436162"/>
                    </a:lnTo>
                    <a:lnTo>
                      <a:pt x="1998908" y="3542076"/>
                    </a:lnTo>
                    <a:lnTo>
                      <a:pt x="1887858" y="3793833"/>
                    </a:lnTo>
                    <a:lnTo>
                      <a:pt x="1776807" y="4083613"/>
                    </a:lnTo>
                    <a:lnTo>
                      <a:pt x="1665757" y="4196094"/>
                    </a:lnTo>
                    <a:lnTo>
                      <a:pt x="1554706" y="3985961"/>
                    </a:lnTo>
                    <a:lnTo>
                      <a:pt x="1443656" y="3692050"/>
                    </a:lnTo>
                    <a:lnTo>
                      <a:pt x="1332605" y="3027229"/>
                    </a:lnTo>
                    <a:lnTo>
                      <a:pt x="1221555" y="2229698"/>
                    </a:lnTo>
                    <a:lnTo>
                      <a:pt x="1110505" y="1737093"/>
                    </a:lnTo>
                    <a:lnTo>
                      <a:pt x="999454" y="1523359"/>
                    </a:lnTo>
                    <a:lnTo>
                      <a:pt x="888404" y="1754357"/>
                    </a:lnTo>
                    <a:lnTo>
                      <a:pt x="777353" y="2438030"/>
                    </a:lnTo>
                    <a:lnTo>
                      <a:pt x="666303" y="3191289"/>
                    </a:lnTo>
                    <a:lnTo>
                      <a:pt x="555252" y="3603400"/>
                    </a:lnTo>
                    <a:lnTo>
                      <a:pt x="444202" y="3859076"/>
                    </a:lnTo>
                    <a:lnTo>
                      <a:pt x="333151" y="4028432"/>
                    </a:lnTo>
                    <a:lnTo>
                      <a:pt x="222101" y="4139960"/>
                    </a:lnTo>
                    <a:lnTo>
                      <a:pt x="111050" y="4324461"/>
                    </a:lnTo>
                    <a:lnTo>
                      <a:pt x="0" y="4739644"/>
                    </a:lnTo>
                    <a:close/>
                  </a:path>
                </a:pathLst>
              </a:custGeom>
              <a:solidFill>
                <a:srgbClr val="E78828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53DC7152-BBA9-E370-DF0D-FB98E9C63C0F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3131554"/>
              </a:xfrm>
              <a:custGeom>
                <a:avLst/>
                <a:gdLst>
                  <a:gd name="connsiteX0" fmla="*/ 0 w 8773198"/>
                  <a:gd name="connsiteY0" fmla="*/ 2506557 h 3131554"/>
                  <a:gd name="connsiteX1" fmla="*/ 111050 w 8773198"/>
                  <a:gd name="connsiteY1" fmla="*/ 3008059 h 3131554"/>
                  <a:gd name="connsiteX2" fmla="*/ 222101 w 8773198"/>
                  <a:gd name="connsiteY2" fmla="*/ 3131554 h 3131554"/>
                  <a:gd name="connsiteX3" fmla="*/ 333151 w 8773198"/>
                  <a:gd name="connsiteY3" fmla="*/ 3028076 h 3131554"/>
                  <a:gd name="connsiteX4" fmla="*/ 444202 w 8773198"/>
                  <a:gd name="connsiteY4" fmla="*/ 2880856 h 3131554"/>
                  <a:gd name="connsiteX5" fmla="*/ 555252 w 8773198"/>
                  <a:gd name="connsiteY5" fmla="*/ 2550193 h 3131554"/>
                  <a:gd name="connsiteX6" fmla="*/ 666303 w 8773198"/>
                  <a:gd name="connsiteY6" fmla="*/ 2052398 h 3131554"/>
                  <a:gd name="connsiteX7" fmla="*/ 777353 w 8773198"/>
                  <a:gd name="connsiteY7" fmla="*/ 1349130 h 3131554"/>
                  <a:gd name="connsiteX8" fmla="*/ 888404 w 8773198"/>
                  <a:gd name="connsiteY8" fmla="*/ 750294 h 3131554"/>
                  <a:gd name="connsiteX9" fmla="*/ 999454 w 8773198"/>
                  <a:gd name="connsiteY9" fmla="*/ 526815 h 3131554"/>
                  <a:gd name="connsiteX10" fmla="*/ 1110505 w 8773198"/>
                  <a:gd name="connsiteY10" fmla="*/ 636436 h 3131554"/>
                  <a:gd name="connsiteX11" fmla="*/ 1221555 w 8773198"/>
                  <a:gd name="connsiteY11" fmla="*/ 1128724 h 3131554"/>
                  <a:gd name="connsiteX12" fmla="*/ 1332605 w 8773198"/>
                  <a:gd name="connsiteY12" fmla="*/ 1904966 h 3131554"/>
                  <a:gd name="connsiteX13" fmla="*/ 1443656 w 8773198"/>
                  <a:gd name="connsiteY13" fmla="*/ 2457095 h 3131554"/>
                  <a:gd name="connsiteX14" fmla="*/ 1554706 w 8773198"/>
                  <a:gd name="connsiteY14" fmla="*/ 2738508 h 3131554"/>
                  <a:gd name="connsiteX15" fmla="*/ 1665757 w 8773198"/>
                  <a:gd name="connsiteY15" fmla="*/ 2903945 h 3131554"/>
                  <a:gd name="connsiteX16" fmla="*/ 1776807 w 8773198"/>
                  <a:gd name="connsiteY16" fmla="*/ 2856390 h 3131554"/>
                  <a:gd name="connsiteX17" fmla="*/ 1887858 w 8773198"/>
                  <a:gd name="connsiteY17" fmla="*/ 2623062 h 3131554"/>
                  <a:gd name="connsiteX18" fmla="*/ 1998908 w 8773198"/>
                  <a:gd name="connsiteY18" fmla="*/ 2339954 h 3131554"/>
                  <a:gd name="connsiteX19" fmla="*/ 2109959 w 8773198"/>
                  <a:gd name="connsiteY19" fmla="*/ 2219424 h 3131554"/>
                  <a:gd name="connsiteX20" fmla="*/ 2221009 w 8773198"/>
                  <a:gd name="connsiteY20" fmla="*/ 2155770 h 3131554"/>
                  <a:gd name="connsiteX21" fmla="*/ 2332060 w 8773198"/>
                  <a:gd name="connsiteY21" fmla="*/ 2095929 h 3131554"/>
                  <a:gd name="connsiteX22" fmla="*/ 2443110 w 8773198"/>
                  <a:gd name="connsiteY22" fmla="*/ 2087985 h 3131554"/>
                  <a:gd name="connsiteX23" fmla="*/ 2554161 w 8773198"/>
                  <a:gd name="connsiteY23" fmla="*/ 2162125 h 3131554"/>
                  <a:gd name="connsiteX24" fmla="*/ 2665211 w 8773198"/>
                  <a:gd name="connsiteY24" fmla="*/ 2227050 h 3131554"/>
                  <a:gd name="connsiteX25" fmla="*/ 2776262 w 8773198"/>
                  <a:gd name="connsiteY25" fmla="*/ 2277571 h 3131554"/>
                  <a:gd name="connsiteX26" fmla="*/ 2887312 w 8773198"/>
                  <a:gd name="connsiteY26" fmla="*/ 2323749 h 3131554"/>
                  <a:gd name="connsiteX27" fmla="*/ 2998362 w 8773198"/>
                  <a:gd name="connsiteY27" fmla="*/ 2372787 h 3131554"/>
                  <a:gd name="connsiteX28" fmla="*/ 3109519 w 8773198"/>
                  <a:gd name="connsiteY28" fmla="*/ 2415471 h 3131554"/>
                  <a:gd name="connsiteX29" fmla="*/ 3220569 w 8773198"/>
                  <a:gd name="connsiteY29" fmla="*/ 2449575 h 3131554"/>
                  <a:gd name="connsiteX30" fmla="*/ 3331620 w 8773198"/>
                  <a:gd name="connsiteY30" fmla="*/ 2477748 h 3131554"/>
                  <a:gd name="connsiteX31" fmla="*/ 3442670 w 8773198"/>
                  <a:gd name="connsiteY31" fmla="*/ 2501579 h 3131554"/>
                  <a:gd name="connsiteX32" fmla="*/ 3553721 w 8773198"/>
                  <a:gd name="connsiteY32" fmla="*/ 2522550 h 3131554"/>
                  <a:gd name="connsiteX33" fmla="*/ 3664771 w 8773198"/>
                  <a:gd name="connsiteY33" fmla="*/ 2541508 h 3131554"/>
                  <a:gd name="connsiteX34" fmla="*/ 3775822 w 8773198"/>
                  <a:gd name="connsiteY34" fmla="*/ 2559090 h 3131554"/>
                  <a:gd name="connsiteX35" fmla="*/ 3886872 w 8773198"/>
                  <a:gd name="connsiteY35" fmla="*/ 2575612 h 3131554"/>
                  <a:gd name="connsiteX36" fmla="*/ 3997923 w 8773198"/>
                  <a:gd name="connsiteY36" fmla="*/ 2591394 h 3131554"/>
                  <a:gd name="connsiteX37" fmla="*/ 4108973 w 8773198"/>
                  <a:gd name="connsiteY37" fmla="*/ 2606539 h 3131554"/>
                  <a:gd name="connsiteX38" fmla="*/ 4220024 w 8773198"/>
                  <a:gd name="connsiteY38" fmla="*/ 2621156 h 3131554"/>
                  <a:gd name="connsiteX39" fmla="*/ 4331074 w 8773198"/>
                  <a:gd name="connsiteY39" fmla="*/ 2635242 h 3131554"/>
                  <a:gd name="connsiteX40" fmla="*/ 4442124 w 8773198"/>
                  <a:gd name="connsiteY40" fmla="*/ 2648799 h 3131554"/>
                  <a:gd name="connsiteX41" fmla="*/ 4553175 w 8773198"/>
                  <a:gd name="connsiteY41" fmla="*/ 2661614 h 3131554"/>
                  <a:gd name="connsiteX42" fmla="*/ 4664225 w 8773198"/>
                  <a:gd name="connsiteY42" fmla="*/ 2673583 h 3131554"/>
                  <a:gd name="connsiteX43" fmla="*/ 4775276 w 8773198"/>
                  <a:gd name="connsiteY43" fmla="*/ 2684704 h 3131554"/>
                  <a:gd name="connsiteX44" fmla="*/ 4886326 w 8773198"/>
                  <a:gd name="connsiteY44" fmla="*/ 2694765 h 3131554"/>
                  <a:gd name="connsiteX45" fmla="*/ 4997377 w 8773198"/>
                  <a:gd name="connsiteY45" fmla="*/ 2703450 h 3131554"/>
                  <a:gd name="connsiteX46" fmla="*/ 5108428 w 8773198"/>
                  <a:gd name="connsiteY46" fmla="*/ 2710547 h 3131554"/>
                  <a:gd name="connsiteX47" fmla="*/ 5219478 w 8773198"/>
                  <a:gd name="connsiteY47" fmla="*/ 2715948 h 3131554"/>
                  <a:gd name="connsiteX48" fmla="*/ 5330528 w 8773198"/>
                  <a:gd name="connsiteY48" fmla="*/ 2719231 h 3131554"/>
                  <a:gd name="connsiteX49" fmla="*/ 5441578 w 8773198"/>
                  <a:gd name="connsiteY49" fmla="*/ 2720185 h 3131554"/>
                  <a:gd name="connsiteX50" fmla="*/ 5552629 w 8773198"/>
                  <a:gd name="connsiteY50" fmla="*/ 2718490 h 3131554"/>
                  <a:gd name="connsiteX51" fmla="*/ 5663679 w 8773198"/>
                  <a:gd name="connsiteY51" fmla="*/ 2713724 h 3131554"/>
                  <a:gd name="connsiteX52" fmla="*/ 5774730 w 8773198"/>
                  <a:gd name="connsiteY52" fmla="*/ 2705569 h 3131554"/>
                  <a:gd name="connsiteX53" fmla="*/ 5885781 w 8773198"/>
                  <a:gd name="connsiteY53" fmla="*/ 2693601 h 3131554"/>
                  <a:gd name="connsiteX54" fmla="*/ 5996831 w 8773198"/>
                  <a:gd name="connsiteY54" fmla="*/ 2677396 h 3131554"/>
                  <a:gd name="connsiteX55" fmla="*/ 6107881 w 8773198"/>
                  <a:gd name="connsiteY55" fmla="*/ 2656425 h 3131554"/>
                  <a:gd name="connsiteX56" fmla="*/ 6219038 w 8773198"/>
                  <a:gd name="connsiteY56" fmla="*/ 2630476 h 3131554"/>
                  <a:gd name="connsiteX57" fmla="*/ 6330088 w 8773198"/>
                  <a:gd name="connsiteY57" fmla="*/ 2599019 h 3131554"/>
                  <a:gd name="connsiteX58" fmla="*/ 6441139 w 8773198"/>
                  <a:gd name="connsiteY58" fmla="*/ 2561632 h 3131554"/>
                  <a:gd name="connsiteX59" fmla="*/ 6552189 w 8773198"/>
                  <a:gd name="connsiteY59" fmla="*/ 2517890 h 3131554"/>
                  <a:gd name="connsiteX60" fmla="*/ 6663240 w 8773198"/>
                  <a:gd name="connsiteY60" fmla="*/ 2467368 h 3131554"/>
                  <a:gd name="connsiteX61" fmla="*/ 6774290 w 8773198"/>
                  <a:gd name="connsiteY61" fmla="*/ 2409857 h 3131554"/>
                  <a:gd name="connsiteX62" fmla="*/ 6885340 w 8773198"/>
                  <a:gd name="connsiteY62" fmla="*/ 2345038 h 3131554"/>
                  <a:gd name="connsiteX63" fmla="*/ 6996391 w 8773198"/>
                  <a:gd name="connsiteY63" fmla="*/ 2272593 h 3131554"/>
                  <a:gd name="connsiteX64" fmla="*/ 7107441 w 8773198"/>
                  <a:gd name="connsiteY64" fmla="*/ 2192310 h 3131554"/>
                  <a:gd name="connsiteX65" fmla="*/ 7218492 w 8773198"/>
                  <a:gd name="connsiteY65" fmla="*/ 2103978 h 3131554"/>
                  <a:gd name="connsiteX66" fmla="*/ 7329543 w 8773198"/>
                  <a:gd name="connsiteY66" fmla="*/ 2007702 h 3131554"/>
                  <a:gd name="connsiteX67" fmla="*/ 7440593 w 8773198"/>
                  <a:gd name="connsiteY67" fmla="*/ 1903166 h 3131554"/>
                  <a:gd name="connsiteX68" fmla="*/ 7551643 w 8773198"/>
                  <a:gd name="connsiteY68" fmla="*/ 1790367 h 3131554"/>
                  <a:gd name="connsiteX69" fmla="*/ 7662694 w 8773198"/>
                  <a:gd name="connsiteY69" fmla="*/ 1669308 h 3131554"/>
                  <a:gd name="connsiteX70" fmla="*/ 7773744 w 8773198"/>
                  <a:gd name="connsiteY70" fmla="*/ 1539987 h 3131554"/>
                  <a:gd name="connsiteX71" fmla="*/ 7884794 w 8773198"/>
                  <a:gd name="connsiteY71" fmla="*/ 1402299 h 3131554"/>
                  <a:gd name="connsiteX72" fmla="*/ 7995845 w 8773198"/>
                  <a:gd name="connsiteY72" fmla="*/ 1256350 h 3131554"/>
                  <a:gd name="connsiteX73" fmla="*/ 8106896 w 8773198"/>
                  <a:gd name="connsiteY73" fmla="*/ 1102033 h 3131554"/>
                  <a:gd name="connsiteX74" fmla="*/ 8217946 w 8773198"/>
                  <a:gd name="connsiteY74" fmla="*/ 939350 h 3131554"/>
                  <a:gd name="connsiteX75" fmla="*/ 8328997 w 8773198"/>
                  <a:gd name="connsiteY75" fmla="*/ 768299 h 3131554"/>
                  <a:gd name="connsiteX76" fmla="*/ 8440047 w 8773198"/>
                  <a:gd name="connsiteY76" fmla="*/ 588881 h 3131554"/>
                  <a:gd name="connsiteX77" fmla="*/ 8551097 w 8773198"/>
                  <a:gd name="connsiteY77" fmla="*/ 401096 h 3131554"/>
                  <a:gd name="connsiteX78" fmla="*/ 8662148 w 8773198"/>
                  <a:gd name="connsiteY78" fmla="*/ 204837 h 3131554"/>
                  <a:gd name="connsiteX79" fmla="*/ 8773198 w 8773198"/>
                  <a:gd name="connsiteY79" fmla="*/ 0 h 3131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3131554">
                    <a:moveTo>
                      <a:pt x="0" y="2506557"/>
                    </a:moveTo>
                    <a:lnTo>
                      <a:pt x="111050" y="3008059"/>
                    </a:lnTo>
                    <a:lnTo>
                      <a:pt x="222101" y="3131554"/>
                    </a:lnTo>
                    <a:lnTo>
                      <a:pt x="333151" y="3028076"/>
                    </a:lnTo>
                    <a:lnTo>
                      <a:pt x="444202" y="2880856"/>
                    </a:lnTo>
                    <a:lnTo>
                      <a:pt x="555252" y="2550193"/>
                    </a:lnTo>
                    <a:lnTo>
                      <a:pt x="666303" y="2052398"/>
                    </a:lnTo>
                    <a:lnTo>
                      <a:pt x="777353" y="1349130"/>
                    </a:lnTo>
                    <a:lnTo>
                      <a:pt x="888404" y="750294"/>
                    </a:lnTo>
                    <a:lnTo>
                      <a:pt x="999454" y="526815"/>
                    </a:lnTo>
                    <a:lnTo>
                      <a:pt x="1110505" y="636436"/>
                    </a:lnTo>
                    <a:lnTo>
                      <a:pt x="1221555" y="1128724"/>
                    </a:lnTo>
                    <a:lnTo>
                      <a:pt x="1332605" y="1904966"/>
                    </a:lnTo>
                    <a:lnTo>
                      <a:pt x="1443656" y="2457095"/>
                    </a:lnTo>
                    <a:lnTo>
                      <a:pt x="1554706" y="2738508"/>
                    </a:lnTo>
                    <a:lnTo>
                      <a:pt x="1665757" y="2903945"/>
                    </a:lnTo>
                    <a:lnTo>
                      <a:pt x="1776807" y="2856390"/>
                    </a:lnTo>
                    <a:lnTo>
                      <a:pt x="1887858" y="2623062"/>
                    </a:lnTo>
                    <a:lnTo>
                      <a:pt x="1998908" y="2339954"/>
                    </a:lnTo>
                    <a:lnTo>
                      <a:pt x="2109959" y="2219424"/>
                    </a:lnTo>
                    <a:lnTo>
                      <a:pt x="2221009" y="2155770"/>
                    </a:lnTo>
                    <a:lnTo>
                      <a:pt x="2332060" y="2095929"/>
                    </a:lnTo>
                    <a:lnTo>
                      <a:pt x="2443110" y="2087985"/>
                    </a:lnTo>
                    <a:lnTo>
                      <a:pt x="2554161" y="2162125"/>
                    </a:lnTo>
                    <a:lnTo>
                      <a:pt x="2665211" y="2227050"/>
                    </a:lnTo>
                    <a:lnTo>
                      <a:pt x="2776262" y="2277571"/>
                    </a:lnTo>
                    <a:lnTo>
                      <a:pt x="2887312" y="2323749"/>
                    </a:lnTo>
                    <a:lnTo>
                      <a:pt x="2998362" y="2372787"/>
                    </a:lnTo>
                    <a:lnTo>
                      <a:pt x="3109519" y="2415471"/>
                    </a:lnTo>
                    <a:lnTo>
                      <a:pt x="3220569" y="2449575"/>
                    </a:lnTo>
                    <a:lnTo>
                      <a:pt x="3331620" y="2477748"/>
                    </a:lnTo>
                    <a:lnTo>
                      <a:pt x="3442670" y="2501579"/>
                    </a:lnTo>
                    <a:lnTo>
                      <a:pt x="3553721" y="2522550"/>
                    </a:lnTo>
                    <a:lnTo>
                      <a:pt x="3664771" y="2541508"/>
                    </a:lnTo>
                    <a:lnTo>
                      <a:pt x="3775822" y="2559090"/>
                    </a:lnTo>
                    <a:lnTo>
                      <a:pt x="3886872" y="2575612"/>
                    </a:lnTo>
                    <a:lnTo>
                      <a:pt x="3997923" y="2591394"/>
                    </a:lnTo>
                    <a:lnTo>
                      <a:pt x="4108973" y="2606539"/>
                    </a:lnTo>
                    <a:lnTo>
                      <a:pt x="4220024" y="2621156"/>
                    </a:lnTo>
                    <a:lnTo>
                      <a:pt x="4331074" y="2635242"/>
                    </a:lnTo>
                    <a:lnTo>
                      <a:pt x="4442124" y="2648799"/>
                    </a:lnTo>
                    <a:lnTo>
                      <a:pt x="4553175" y="2661614"/>
                    </a:lnTo>
                    <a:lnTo>
                      <a:pt x="4664225" y="2673583"/>
                    </a:lnTo>
                    <a:lnTo>
                      <a:pt x="4775276" y="2684704"/>
                    </a:lnTo>
                    <a:lnTo>
                      <a:pt x="4886326" y="2694765"/>
                    </a:lnTo>
                    <a:lnTo>
                      <a:pt x="4997377" y="2703450"/>
                    </a:lnTo>
                    <a:lnTo>
                      <a:pt x="5108428" y="2710547"/>
                    </a:lnTo>
                    <a:lnTo>
                      <a:pt x="5219478" y="2715948"/>
                    </a:lnTo>
                    <a:lnTo>
                      <a:pt x="5330528" y="2719231"/>
                    </a:lnTo>
                    <a:lnTo>
                      <a:pt x="5441578" y="2720185"/>
                    </a:lnTo>
                    <a:lnTo>
                      <a:pt x="5552629" y="2718490"/>
                    </a:lnTo>
                    <a:lnTo>
                      <a:pt x="5663679" y="2713724"/>
                    </a:lnTo>
                    <a:lnTo>
                      <a:pt x="5774730" y="2705569"/>
                    </a:lnTo>
                    <a:lnTo>
                      <a:pt x="5885781" y="2693601"/>
                    </a:lnTo>
                    <a:lnTo>
                      <a:pt x="5996831" y="2677396"/>
                    </a:lnTo>
                    <a:lnTo>
                      <a:pt x="6107881" y="2656425"/>
                    </a:lnTo>
                    <a:lnTo>
                      <a:pt x="6219038" y="2630476"/>
                    </a:lnTo>
                    <a:lnTo>
                      <a:pt x="6330088" y="2599019"/>
                    </a:lnTo>
                    <a:lnTo>
                      <a:pt x="6441139" y="2561632"/>
                    </a:lnTo>
                    <a:lnTo>
                      <a:pt x="6552189" y="2517890"/>
                    </a:lnTo>
                    <a:lnTo>
                      <a:pt x="6663240" y="2467368"/>
                    </a:lnTo>
                    <a:lnTo>
                      <a:pt x="6774290" y="2409857"/>
                    </a:lnTo>
                    <a:lnTo>
                      <a:pt x="6885340" y="2345038"/>
                    </a:lnTo>
                    <a:lnTo>
                      <a:pt x="6996391" y="2272593"/>
                    </a:lnTo>
                    <a:lnTo>
                      <a:pt x="7107441" y="2192310"/>
                    </a:lnTo>
                    <a:lnTo>
                      <a:pt x="7218492" y="2103978"/>
                    </a:lnTo>
                    <a:lnTo>
                      <a:pt x="7329543" y="2007702"/>
                    </a:lnTo>
                    <a:lnTo>
                      <a:pt x="7440593" y="1903166"/>
                    </a:lnTo>
                    <a:lnTo>
                      <a:pt x="7551643" y="1790367"/>
                    </a:lnTo>
                    <a:lnTo>
                      <a:pt x="7662694" y="1669308"/>
                    </a:lnTo>
                    <a:lnTo>
                      <a:pt x="7773744" y="1539987"/>
                    </a:lnTo>
                    <a:lnTo>
                      <a:pt x="7884794" y="1402299"/>
                    </a:lnTo>
                    <a:lnTo>
                      <a:pt x="7995845" y="1256350"/>
                    </a:lnTo>
                    <a:lnTo>
                      <a:pt x="8106896" y="1102033"/>
                    </a:lnTo>
                    <a:lnTo>
                      <a:pt x="8217946" y="939350"/>
                    </a:lnTo>
                    <a:lnTo>
                      <a:pt x="8328997" y="768299"/>
                    </a:lnTo>
                    <a:lnTo>
                      <a:pt x="8440047" y="588881"/>
                    </a:lnTo>
                    <a:lnTo>
                      <a:pt x="8551097" y="401096"/>
                    </a:lnTo>
                    <a:lnTo>
                      <a:pt x="8662148" y="204837"/>
                    </a:lnTo>
                    <a:lnTo>
                      <a:pt x="8773198" y="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EF417ACF-DCF6-6702-ADD9-57E8F0BE9FD0}"/>
                  </a:ext>
                </a:extLst>
              </p:cNvPr>
              <p:cNvSpPr/>
              <p:nvPr/>
            </p:nvSpPr>
            <p:spPr>
              <a:xfrm>
                <a:off x="1909778" y="2494839"/>
                <a:ext cx="8773198" cy="3281845"/>
              </a:xfrm>
              <a:custGeom>
                <a:avLst/>
                <a:gdLst>
                  <a:gd name="connsiteX0" fmla="*/ 8773198 w 8773198"/>
                  <a:gd name="connsiteY0" fmla="*/ 3281846 h 3281845"/>
                  <a:gd name="connsiteX1" fmla="*/ 8662148 w 8773198"/>
                  <a:gd name="connsiteY1" fmla="*/ 3281846 h 3281845"/>
                  <a:gd name="connsiteX2" fmla="*/ 8551097 w 8773198"/>
                  <a:gd name="connsiteY2" fmla="*/ 3281846 h 3281845"/>
                  <a:gd name="connsiteX3" fmla="*/ 8440047 w 8773198"/>
                  <a:gd name="connsiteY3" fmla="*/ 3281846 h 3281845"/>
                  <a:gd name="connsiteX4" fmla="*/ 8328997 w 8773198"/>
                  <a:gd name="connsiteY4" fmla="*/ 3281846 h 3281845"/>
                  <a:gd name="connsiteX5" fmla="*/ 8217946 w 8773198"/>
                  <a:gd name="connsiteY5" fmla="*/ 3281846 h 3281845"/>
                  <a:gd name="connsiteX6" fmla="*/ 8106896 w 8773198"/>
                  <a:gd name="connsiteY6" fmla="*/ 3281846 h 3281845"/>
                  <a:gd name="connsiteX7" fmla="*/ 7995845 w 8773198"/>
                  <a:gd name="connsiteY7" fmla="*/ 3281846 h 3281845"/>
                  <a:gd name="connsiteX8" fmla="*/ 7884794 w 8773198"/>
                  <a:gd name="connsiteY8" fmla="*/ 3281846 h 3281845"/>
                  <a:gd name="connsiteX9" fmla="*/ 7773744 w 8773198"/>
                  <a:gd name="connsiteY9" fmla="*/ 3281846 h 3281845"/>
                  <a:gd name="connsiteX10" fmla="*/ 7662694 w 8773198"/>
                  <a:gd name="connsiteY10" fmla="*/ 3281846 h 3281845"/>
                  <a:gd name="connsiteX11" fmla="*/ 7551643 w 8773198"/>
                  <a:gd name="connsiteY11" fmla="*/ 3281846 h 3281845"/>
                  <a:gd name="connsiteX12" fmla="*/ 7440593 w 8773198"/>
                  <a:gd name="connsiteY12" fmla="*/ 3281846 h 3281845"/>
                  <a:gd name="connsiteX13" fmla="*/ 7329543 w 8773198"/>
                  <a:gd name="connsiteY13" fmla="*/ 3281846 h 3281845"/>
                  <a:gd name="connsiteX14" fmla="*/ 7218492 w 8773198"/>
                  <a:gd name="connsiteY14" fmla="*/ 3281846 h 3281845"/>
                  <a:gd name="connsiteX15" fmla="*/ 7107441 w 8773198"/>
                  <a:gd name="connsiteY15" fmla="*/ 3281846 h 3281845"/>
                  <a:gd name="connsiteX16" fmla="*/ 6996391 w 8773198"/>
                  <a:gd name="connsiteY16" fmla="*/ 3281846 h 3281845"/>
                  <a:gd name="connsiteX17" fmla="*/ 6885340 w 8773198"/>
                  <a:gd name="connsiteY17" fmla="*/ 3281846 h 3281845"/>
                  <a:gd name="connsiteX18" fmla="*/ 6774290 w 8773198"/>
                  <a:gd name="connsiteY18" fmla="*/ 3281846 h 3281845"/>
                  <a:gd name="connsiteX19" fmla="*/ 6663240 w 8773198"/>
                  <a:gd name="connsiteY19" fmla="*/ 3281846 h 3281845"/>
                  <a:gd name="connsiteX20" fmla="*/ 6552189 w 8773198"/>
                  <a:gd name="connsiteY20" fmla="*/ 3281846 h 3281845"/>
                  <a:gd name="connsiteX21" fmla="*/ 6441139 w 8773198"/>
                  <a:gd name="connsiteY21" fmla="*/ 3281846 h 3281845"/>
                  <a:gd name="connsiteX22" fmla="*/ 6330088 w 8773198"/>
                  <a:gd name="connsiteY22" fmla="*/ 3281846 h 3281845"/>
                  <a:gd name="connsiteX23" fmla="*/ 6219038 w 8773198"/>
                  <a:gd name="connsiteY23" fmla="*/ 3281846 h 3281845"/>
                  <a:gd name="connsiteX24" fmla="*/ 6107881 w 8773198"/>
                  <a:gd name="connsiteY24" fmla="*/ 3281846 h 3281845"/>
                  <a:gd name="connsiteX25" fmla="*/ 5996831 w 8773198"/>
                  <a:gd name="connsiteY25" fmla="*/ 3281846 h 3281845"/>
                  <a:gd name="connsiteX26" fmla="*/ 5885781 w 8773198"/>
                  <a:gd name="connsiteY26" fmla="*/ 3281846 h 3281845"/>
                  <a:gd name="connsiteX27" fmla="*/ 5774730 w 8773198"/>
                  <a:gd name="connsiteY27" fmla="*/ 3281846 h 3281845"/>
                  <a:gd name="connsiteX28" fmla="*/ 5663679 w 8773198"/>
                  <a:gd name="connsiteY28" fmla="*/ 3281846 h 3281845"/>
                  <a:gd name="connsiteX29" fmla="*/ 5552629 w 8773198"/>
                  <a:gd name="connsiteY29" fmla="*/ 3281846 h 3281845"/>
                  <a:gd name="connsiteX30" fmla="*/ 5441578 w 8773198"/>
                  <a:gd name="connsiteY30" fmla="*/ 3281846 h 3281845"/>
                  <a:gd name="connsiteX31" fmla="*/ 5330528 w 8773198"/>
                  <a:gd name="connsiteY31" fmla="*/ 3281846 h 3281845"/>
                  <a:gd name="connsiteX32" fmla="*/ 5219478 w 8773198"/>
                  <a:gd name="connsiteY32" fmla="*/ 3281846 h 3281845"/>
                  <a:gd name="connsiteX33" fmla="*/ 5108428 w 8773198"/>
                  <a:gd name="connsiteY33" fmla="*/ 3281846 h 3281845"/>
                  <a:gd name="connsiteX34" fmla="*/ 4997377 w 8773198"/>
                  <a:gd name="connsiteY34" fmla="*/ 3281846 h 3281845"/>
                  <a:gd name="connsiteX35" fmla="*/ 4886326 w 8773198"/>
                  <a:gd name="connsiteY35" fmla="*/ 3281846 h 3281845"/>
                  <a:gd name="connsiteX36" fmla="*/ 4775276 w 8773198"/>
                  <a:gd name="connsiteY36" fmla="*/ 3281846 h 3281845"/>
                  <a:gd name="connsiteX37" fmla="*/ 4664225 w 8773198"/>
                  <a:gd name="connsiteY37" fmla="*/ 3281846 h 3281845"/>
                  <a:gd name="connsiteX38" fmla="*/ 4553175 w 8773198"/>
                  <a:gd name="connsiteY38" fmla="*/ 3281846 h 3281845"/>
                  <a:gd name="connsiteX39" fmla="*/ 4442124 w 8773198"/>
                  <a:gd name="connsiteY39" fmla="*/ 3281846 h 3281845"/>
                  <a:gd name="connsiteX40" fmla="*/ 4331074 w 8773198"/>
                  <a:gd name="connsiteY40" fmla="*/ 3281846 h 3281845"/>
                  <a:gd name="connsiteX41" fmla="*/ 4220024 w 8773198"/>
                  <a:gd name="connsiteY41" fmla="*/ 3281846 h 3281845"/>
                  <a:gd name="connsiteX42" fmla="*/ 4108973 w 8773198"/>
                  <a:gd name="connsiteY42" fmla="*/ 3229313 h 3281845"/>
                  <a:gd name="connsiteX43" fmla="*/ 3997923 w 8773198"/>
                  <a:gd name="connsiteY43" fmla="*/ 3154431 h 3281845"/>
                  <a:gd name="connsiteX44" fmla="*/ 3886872 w 8773198"/>
                  <a:gd name="connsiteY44" fmla="*/ 3072772 h 3281845"/>
                  <a:gd name="connsiteX45" fmla="*/ 3775822 w 8773198"/>
                  <a:gd name="connsiteY45" fmla="*/ 2984228 h 3281845"/>
                  <a:gd name="connsiteX46" fmla="*/ 3664771 w 8773198"/>
                  <a:gd name="connsiteY46" fmla="*/ 2888905 h 3281845"/>
                  <a:gd name="connsiteX47" fmla="*/ 3553721 w 8773198"/>
                  <a:gd name="connsiteY47" fmla="*/ 2787122 h 3281845"/>
                  <a:gd name="connsiteX48" fmla="*/ 3442670 w 8773198"/>
                  <a:gd name="connsiteY48" fmla="*/ 2679196 h 3281845"/>
                  <a:gd name="connsiteX49" fmla="*/ 3331620 w 8773198"/>
                  <a:gd name="connsiteY49" fmla="*/ 2566080 h 3281845"/>
                  <a:gd name="connsiteX50" fmla="*/ 3220569 w 8773198"/>
                  <a:gd name="connsiteY50" fmla="*/ 2448728 h 3281845"/>
                  <a:gd name="connsiteX51" fmla="*/ 3109519 w 8773198"/>
                  <a:gd name="connsiteY51" fmla="*/ 2328939 h 3281845"/>
                  <a:gd name="connsiteX52" fmla="*/ 2998362 w 8773198"/>
                  <a:gd name="connsiteY52" fmla="*/ 2209045 h 3281845"/>
                  <a:gd name="connsiteX53" fmla="*/ 2887312 w 8773198"/>
                  <a:gd name="connsiteY53" fmla="*/ 2092222 h 3281845"/>
                  <a:gd name="connsiteX54" fmla="*/ 2776262 w 8773198"/>
                  <a:gd name="connsiteY54" fmla="*/ 1980800 h 3281845"/>
                  <a:gd name="connsiteX55" fmla="*/ 2665211 w 8773198"/>
                  <a:gd name="connsiteY55" fmla="*/ 1877428 h 3281845"/>
                  <a:gd name="connsiteX56" fmla="*/ 2554161 w 8773198"/>
                  <a:gd name="connsiteY56" fmla="*/ 1786342 h 3281845"/>
                  <a:gd name="connsiteX57" fmla="*/ 2443110 w 8773198"/>
                  <a:gd name="connsiteY57" fmla="*/ 1722159 h 3281845"/>
                  <a:gd name="connsiteX58" fmla="*/ 2332060 w 8773198"/>
                  <a:gd name="connsiteY58" fmla="*/ 1742918 h 3281845"/>
                  <a:gd name="connsiteX59" fmla="*/ 2221009 w 8773198"/>
                  <a:gd name="connsiteY59" fmla="*/ 1823518 h 3281845"/>
                  <a:gd name="connsiteX60" fmla="*/ 2109959 w 8773198"/>
                  <a:gd name="connsiteY60" fmla="*/ 1912804 h 3281845"/>
                  <a:gd name="connsiteX61" fmla="*/ 1998908 w 8773198"/>
                  <a:gd name="connsiteY61" fmla="*/ 2018717 h 3281845"/>
                  <a:gd name="connsiteX62" fmla="*/ 1887858 w 8773198"/>
                  <a:gd name="connsiteY62" fmla="*/ 2270475 h 3281845"/>
                  <a:gd name="connsiteX63" fmla="*/ 1776807 w 8773198"/>
                  <a:gd name="connsiteY63" fmla="*/ 2560255 h 3281845"/>
                  <a:gd name="connsiteX64" fmla="*/ 1665757 w 8773198"/>
                  <a:gd name="connsiteY64" fmla="*/ 2672735 h 3281845"/>
                  <a:gd name="connsiteX65" fmla="*/ 1554706 w 8773198"/>
                  <a:gd name="connsiteY65" fmla="*/ 2462602 h 3281845"/>
                  <a:gd name="connsiteX66" fmla="*/ 1443656 w 8773198"/>
                  <a:gd name="connsiteY66" fmla="*/ 2168691 h 3281845"/>
                  <a:gd name="connsiteX67" fmla="*/ 1332605 w 8773198"/>
                  <a:gd name="connsiteY67" fmla="*/ 1503870 h 3281845"/>
                  <a:gd name="connsiteX68" fmla="*/ 1221555 w 8773198"/>
                  <a:gd name="connsiteY68" fmla="*/ 706339 h 3281845"/>
                  <a:gd name="connsiteX69" fmla="*/ 1110505 w 8773198"/>
                  <a:gd name="connsiteY69" fmla="*/ 213734 h 3281845"/>
                  <a:gd name="connsiteX70" fmla="*/ 999454 w 8773198"/>
                  <a:gd name="connsiteY70" fmla="*/ 0 h 3281845"/>
                  <a:gd name="connsiteX71" fmla="*/ 888404 w 8773198"/>
                  <a:gd name="connsiteY71" fmla="*/ 230998 h 3281845"/>
                  <a:gd name="connsiteX72" fmla="*/ 777353 w 8773198"/>
                  <a:gd name="connsiteY72" fmla="*/ 914672 h 3281845"/>
                  <a:gd name="connsiteX73" fmla="*/ 666303 w 8773198"/>
                  <a:gd name="connsiteY73" fmla="*/ 1667931 h 3281845"/>
                  <a:gd name="connsiteX74" fmla="*/ 555252 w 8773198"/>
                  <a:gd name="connsiteY74" fmla="*/ 2080042 h 3281845"/>
                  <a:gd name="connsiteX75" fmla="*/ 444202 w 8773198"/>
                  <a:gd name="connsiteY75" fmla="*/ 2335717 h 3281845"/>
                  <a:gd name="connsiteX76" fmla="*/ 333151 w 8773198"/>
                  <a:gd name="connsiteY76" fmla="*/ 2505074 h 3281845"/>
                  <a:gd name="connsiteX77" fmla="*/ 222101 w 8773198"/>
                  <a:gd name="connsiteY77" fmla="*/ 2616601 h 3281845"/>
                  <a:gd name="connsiteX78" fmla="*/ 111050 w 8773198"/>
                  <a:gd name="connsiteY78" fmla="*/ 2801103 h 3281845"/>
                  <a:gd name="connsiteX79" fmla="*/ 0 w 8773198"/>
                  <a:gd name="connsiteY79" fmla="*/ 3216285 h 3281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3281845">
                    <a:moveTo>
                      <a:pt x="8773198" y="3281846"/>
                    </a:moveTo>
                    <a:lnTo>
                      <a:pt x="8662148" y="3281846"/>
                    </a:lnTo>
                    <a:lnTo>
                      <a:pt x="8551097" y="3281846"/>
                    </a:lnTo>
                    <a:lnTo>
                      <a:pt x="8440047" y="3281846"/>
                    </a:lnTo>
                    <a:lnTo>
                      <a:pt x="8328997" y="3281846"/>
                    </a:lnTo>
                    <a:lnTo>
                      <a:pt x="8217946" y="3281846"/>
                    </a:lnTo>
                    <a:lnTo>
                      <a:pt x="8106896" y="3281846"/>
                    </a:lnTo>
                    <a:lnTo>
                      <a:pt x="7995845" y="3281846"/>
                    </a:lnTo>
                    <a:lnTo>
                      <a:pt x="7884794" y="3281846"/>
                    </a:lnTo>
                    <a:lnTo>
                      <a:pt x="7773744" y="3281846"/>
                    </a:lnTo>
                    <a:lnTo>
                      <a:pt x="7662694" y="3281846"/>
                    </a:lnTo>
                    <a:lnTo>
                      <a:pt x="7551643" y="3281846"/>
                    </a:lnTo>
                    <a:lnTo>
                      <a:pt x="7440593" y="3281846"/>
                    </a:lnTo>
                    <a:lnTo>
                      <a:pt x="7329543" y="3281846"/>
                    </a:lnTo>
                    <a:lnTo>
                      <a:pt x="7218492" y="3281846"/>
                    </a:lnTo>
                    <a:lnTo>
                      <a:pt x="7107441" y="3281846"/>
                    </a:lnTo>
                    <a:lnTo>
                      <a:pt x="6996391" y="3281846"/>
                    </a:lnTo>
                    <a:lnTo>
                      <a:pt x="6885340" y="3281846"/>
                    </a:lnTo>
                    <a:lnTo>
                      <a:pt x="6774290" y="3281846"/>
                    </a:lnTo>
                    <a:lnTo>
                      <a:pt x="6663240" y="3281846"/>
                    </a:lnTo>
                    <a:lnTo>
                      <a:pt x="6552189" y="3281846"/>
                    </a:lnTo>
                    <a:lnTo>
                      <a:pt x="6441139" y="3281846"/>
                    </a:lnTo>
                    <a:lnTo>
                      <a:pt x="6330088" y="3281846"/>
                    </a:lnTo>
                    <a:lnTo>
                      <a:pt x="6219038" y="3281846"/>
                    </a:lnTo>
                    <a:lnTo>
                      <a:pt x="6107881" y="3281846"/>
                    </a:lnTo>
                    <a:lnTo>
                      <a:pt x="5996831" y="3281846"/>
                    </a:lnTo>
                    <a:lnTo>
                      <a:pt x="5885781" y="3281846"/>
                    </a:lnTo>
                    <a:lnTo>
                      <a:pt x="5774730" y="3281846"/>
                    </a:lnTo>
                    <a:lnTo>
                      <a:pt x="5663679" y="3281846"/>
                    </a:lnTo>
                    <a:lnTo>
                      <a:pt x="5552629" y="3281846"/>
                    </a:lnTo>
                    <a:lnTo>
                      <a:pt x="5441578" y="3281846"/>
                    </a:lnTo>
                    <a:lnTo>
                      <a:pt x="5330528" y="3281846"/>
                    </a:lnTo>
                    <a:lnTo>
                      <a:pt x="5219478" y="3281846"/>
                    </a:lnTo>
                    <a:lnTo>
                      <a:pt x="5108428" y="3281846"/>
                    </a:lnTo>
                    <a:lnTo>
                      <a:pt x="4997377" y="3281846"/>
                    </a:lnTo>
                    <a:lnTo>
                      <a:pt x="4886326" y="3281846"/>
                    </a:lnTo>
                    <a:lnTo>
                      <a:pt x="4775276" y="3281846"/>
                    </a:lnTo>
                    <a:lnTo>
                      <a:pt x="4664225" y="3281846"/>
                    </a:lnTo>
                    <a:lnTo>
                      <a:pt x="4553175" y="3281846"/>
                    </a:lnTo>
                    <a:lnTo>
                      <a:pt x="4442124" y="3281846"/>
                    </a:lnTo>
                    <a:lnTo>
                      <a:pt x="4331074" y="3281846"/>
                    </a:lnTo>
                    <a:lnTo>
                      <a:pt x="4220024" y="3281846"/>
                    </a:lnTo>
                    <a:lnTo>
                      <a:pt x="4108973" y="3229313"/>
                    </a:lnTo>
                    <a:lnTo>
                      <a:pt x="3997923" y="3154431"/>
                    </a:lnTo>
                    <a:lnTo>
                      <a:pt x="3886872" y="3072772"/>
                    </a:lnTo>
                    <a:lnTo>
                      <a:pt x="3775822" y="2984228"/>
                    </a:lnTo>
                    <a:lnTo>
                      <a:pt x="3664771" y="2888905"/>
                    </a:lnTo>
                    <a:lnTo>
                      <a:pt x="3553721" y="2787122"/>
                    </a:lnTo>
                    <a:lnTo>
                      <a:pt x="3442670" y="2679196"/>
                    </a:lnTo>
                    <a:lnTo>
                      <a:pt x="3331620" y="2566080"/>
                    </a:lnTo>
                    <a:lnTo>
                      <a:pt x="3220569" y="2448728"/>
                    </a:lnTo>
                    <a:lnTo>
                      <a:pt x="3109519" y="2328939"/>
                    </a:lnTo>
                    <a:lnTo>
                      <a:pt x="2998362" y="2209045"/>
                    </a:lnTo>
                    <a:lnTo>
                      <a:pt x="2887312" y="2092222"/>
                    </a:lnTo>
                    <a:lnTo>
                      <a:pt x="2776262" y="1980800"/>
                    </a:lnTo>
                    <a:lnTo>
                      <a:pt x="2665211" y="1877428"/>
                    </a:lnTo>
                    <a:lnTo>
                      <a:pt x="2554161" y="1786342"/>
                    </a:lnTo>
                    <a:lnTo>
                      <a:pt x="2443110" y="1722159"/>
                    </a:lnTo>
                    <a:lnTo>
                      <a:pt x="2332060" y="1742918"/>
                    </a:lnTo>
                    <a:lnTo>
                      <a:pt x="2221009" y="1823518"/>
                    </a:lnTo>
                    <a:lnTo>
                      <a:pt x="2109959" y="1912804"/>
                    </a:lnTo>
                    <a:lnTo>
                      <a:pt x="1998908" y="2018717"/>
                    </a:lnTo>
                    <a:lnTo>
                      <a:pt x="1887858" y="2270475"/>
                    </a:lnTo>
                    <a:lnTo>
                      <a:pt x="1776807" y="2560255"/>
                    </a:lnTo>
                    <a:lnTo>
                      <a:pt x="1665757" y="2672735"/>
                    </a:lnTo>
                    <a:lnTo>
                      <a:pt x="1554706" y="2462602"/>
                    </a:lnTo>
                    <a:lnTo>
                      <a:pt x="1443656" y="2168691"/>
                    </a:lnTo>
                    <a:lnTo>
                      <a:pt x="1332605" y="1503870"/>
                    </a:lnTo>
                    <a:lnTo>
                      <a:pt x="1221555" y="706339"/>
                    </a:lnTo>
                    <a:lnTo>
                      <a:pt x="1110505" y="213734"/>
                    </a:lnTo>
                    <a:lnTo>
                      <a:pt x="999454" y="0"/>
                    </a:lnTo>
                    <a:lnTo>
                      <a:pt x="888404" y="230998"/>
                    </a:lnTo>
                    <a:lnTo>
                      <a:pt x="777353" y="914672"/>
                    </a:lnTo>
                    <a:lnTo>
                      <a:pt x="666303" y="1667931"/>
                    </a:lnTo>
                    <a:lnTo>
                      <a:pt x="555252" y="2080042"/>
                    </a:lnTo>
                    <a:lnTo>
                      <a:pt x="444202" y="2335717"/>
                    </a:lnTo>
                    <a:lnTo>
                      <a:pt x="333151" y="2505074"/>
                    </a:lnTo>
                    <a:lnTo>
                      <a:pt x="222101" y="2616601"/>
                    </a:lnTo>
                    <a:lnTo>
                      <a:pt x="111050" y="2801103"/>
                    </a:lnTo>
                    <a:lnTo>
                      <a:pt x="0" y="3216285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320D8772-3B0D-A4AC-3BF5-D5C7F2BF12CA}"/>
                  </a:ext>
                </a:extLst>
              </p:cNvPr>
              <p:cNvSpPr/>
              <p:nvPr/>
            </p:nvSpPr>
            <p:spPr>
              <a:xfrm>
                <a:off x="1909778" y="1996515"/>
                <a:ext cx="8773198" cy="2935825"/>
              </a:xfrm>
              <a:custGeom>
                <a:avLst/>
                <a:gdLst>
                  <a:gd name="connsiteX0" fmla="*/ 0 w 8773198"/>
                  <a:gd name="connsiteY0" fmla="*/ 2598066 h 2935825"/>
                  <a:gd name="connsiteX1" fmla="*/ 111050 w 8773198"/>
                  <a:gd name="connsiteY1" fmla="*/ 2641279 h 2935825"/>
                  <a:gd name="connsiteX2" fmla="*/ 222101 w 8773198"/>
                  <a:gd name="connsiteY2" fmla="*/ 2610776 h 2935825"/>
                  <a:gd name="connsiteX3" fmla="*/ 333151 w 8773198"/>
                  <a:gd name="connsiteY3" fmla="*/ 2503167 h 2935825"/>
                  <a:gd name="connsiteX4" fmla="*/ 444202 w 8773198"/>
                  <a:gd name="connsiteY4" fmla="*/ 2344932 h 2935825"/>
                  <a:gd name="connsiteX5" fmla="*/ 555252 w 8773198"/>
                  <a:gd name="connsiteY5" fmla="*/ 2051763 h 2935825"/>
                  <a:gd name="connsiteX6" fmla="*/ 666303 w 8773198"/>
                  <a:gd name="connsiteY6" fmla="*/ 1596863 h 2935825"/>
                  <a:gd name="connsiteX7" fmla="*/ 777353 w 8773198"/>
                  <a:gd name="connsiteY7" fmla="*/ 868599 h 2935825"/>
                  <a:gd name="connsiteX8" fmla="*/ 888404 w 8773198"/>
                  <a:gd name="connsiteY8" fmla="*/ 227291 h 2935825"/>
                  <a:gd name="connsiteX9" fmla="*/ 999454 w 8773198"/>
                  <a:gd name="connsiteY9" fmla="*/ 0 h 2935825"/>
                  <a:gd name="connsiteX10" fmla="*/ 1110505 w 8773198"/>
                  <a:gd name="connsiteY10" fmla="*/ 161730 h 2935825"/>
                  <a:gd name="connsiteX11" fmla="*/ 1221555 w 8773198"/>
                  <a:gd name="connsiteY11" fmla="*/ 654124 h 2935825"/>
                  <a:gd name="connsiteX12" fmla="*/ 1332605 w 8773198"/>
                  <a:gd name="connsiteY12" fmla="*/ 1441063 h 2935825"/>
                  <a:gd name="connsiteX13" fmla="*/ 1443656 w 8773198"/>
                  <a:gd name="connsiteY13" fmla="*/ 2049539 h 2935825"/>
                  <a:gd name="connsiteX14" fmla="*/ 1554706 w 8773198"/>
                  <a:gd name="connsiteY14" fmla="*/ 2337201 h 2935825"/>
                  <a:gd name="connsiteX15" fmla="*/ 1665757 w 8773198"/>
                  <a:gd name="connsiteY15" fmla="*/ 2524986 h 2935825"/>
                  <a:gd name="connsiteX16" fmla="*/ 1776807 w 8773198"/>
                  <a:gd name="connsiteY16" fmla="*/ 2444915 h 2935825"/>
                  <a:gd name="connsiteX17" fmla="*/ 1887858 w 8773198"/>
                  <a:gd name="connsiteY17" fmla="*/ 2183413 h 2935825"/>
                  <a:gd name="connsiteX18" fmla="*/ 1998908 w 8773198"/>
                  <a:gd name="connsiteY18" fmla="*/ 1915981 h 2935825"/>
                  <a:gd name="connsiteX19" fmla="*/ 2109959 w 8773198"/>
                  <a:gd name="connsiteY19" fmla="*/ 1802759 h 2935825"/>
                  <a:gd name="connsiteX20" fmla="*/ 2221009 w 8773198"/>
                  <a:gd name="connsiteY20" fmla="*/ 1726289 h 2935825"/>
                  <a:gd name="connsiteX21" fmla="*/ 2332060 w 8773198"/>
                  <a:gd name="connsiteY21" fmla="*/ 1656068 h 2935825"/>
                  <a:gd name="connsiteX22" fmla="*/ 2443110 w 8773198"/>
                  <a:gd name="connsiteY22" fmla="*/ 1641664 h 2935825"/>
                  <a:gd name="connsiteX23" fmla="*/ 2554161 w 8773198"/>
                  <a:gd name="connsiteY23" fmla="*/ 1710932 h 2935825"/>
                  <a:gd name="connsiteX24" fmla="*/ 2665211 w 8773198"/>
                  <a:gd name="connsiteY24" fmla="*/ 1788884 h 2935825"/>
                  <a:gd name="connsiteX25" fmla="*/ 2776262 w 8773198"/>
                  <a:gd name="connsiteY25" fmla="*/ 1865884 h 2935825"/>
                  <a:gd name="connsiteX26" fmla="*/ 2887312 w 8773198"/>
                  <a:gd name="connsiteY26" fmla="*/ 1944684 h 2935825"/>
                  <a:gd name="connsiteX27" fmla="*/ 2998362 w 8773198"/>
                  <a:gd name="connsiteY27" fmla="*/ 2027508 h 2935825"/>
                  <a:gd name="connsiteX28" fmla="*/ 3109519 w 8773198"/>
                  <a:gd name="connsiteY28" fmla="*/ 2108850 h 2935825"/>
                  <a:gd name="connsiteX29" fmla="*/ 3220569 w 8773198"/>
                  <a:gd name="connsiteY29" fmla="*/ 2185850 h 2935825"/>
                  <a:gd name="connsiteX30" fmla="*/ 3331620 w 8773198"/>
                  <a:gd name="connsiteY30" fmla="*/ 2258506 h 2935825"/>
                  <a:gd name="connsiteX31" fmla="*/ 3442670 w 8773198"/>
                  <a:gd name="connsiteY31" fmla="*/ 2327033 h 2935825"/>
                  <a:gd name="connsiteX32" fmla="*/ 3553721 w 8773198"/>
                  <a:gd name="connsiteY32" fmla="*/ 2391428 h 2935825"/>
                  <a:gd name="connsiteX33" fmla="*/ 3664771 w 8773198"/>
                  <a:gd name="connsiteY33" fmla="*/ 2451905 h 2935825"/>
                  <a:gd name="connsiteX34" fmla="*/ 3775822 w 8773198"/>
                  <a:gd name="connsiteY34" fmla="*/ 2508251 h 2935825"/>
                  <a:gd name="connsiteX35" fmla="*/ 3886872 w 8773198"/>
                  <a:gd name="connsiteY35" fmla="*/ 2560891 h 2935825"/>
                  <a:gd name="connsiteX36" fmla="*/ 3997923 w 8773198"/>
                  <a:gd name="connsiteY36" fmla="*/ 2609611 h 2935825"/>
                  <a:gd name="connsiteX37" fmla="*/ 4108973 w 8773198"/>
                  <a:gd name="connsiteY37" fmla="*/ 2654624 h 2935825"/>
                  <a:gd name="connsiteX38" fmla="*/ 4220024 w 8773198"/>
                  <a:gd name="connsiteY38" fmla="*/ 2695931 h 2935825"/>
                  <a:gd name="connsiteX39" fmla="*/ 4331074 w 8773198"/>
                  <a:gd name="connsiteY39" fmla="*/ 2733742 h 2935825"/>
                  <a:gd name="connsiteX40" fmla="*/ 4442124 w 8773198"/>
                  <a:gd name="connsiteY40" fmla="*/ 2768058 h 2935825"/>
                  <a:gd name="connsiteX41" fmla="*/ 4553175 w 8773198"/>
                  <a:gd name="connsiteY41" fmla="*/ 2798879 h 2935825"/>
                  <a:gd name="connsiteX42" fmla="*/ 4664225 w 8773198"/>
                  <a:gd name="connsiteY42" fmla="*/ 2826416 h 2935825"/>
                  <a:gd name="connsiteX43" fmla="*/ 4775276 w 8773198"/>
                  <a:gd name="connsiteY43" fmla="*/ 2850671 h 2935825"/>
                  <a:gd name="connsiteX44" fmla="*/ 4886326 w 8773198"/>
                  <a:gd name="connsiteY44" fmla="*/ 2871642 h 2935825"/>
                  <a:gd name="connsiteX45" fmla="*/ 4997377 w 8773198"/>
                  <a:gd name="connsiteY45" fmla="*/ 2889647 h 2935825"/>
                  <a:gd name="connsiteX46" fmla="*/ 5108428 w 8773198"/>
                  <a:gd name="connsiteY46" fmla="*/ 2904475 h 2935825"/>
                  <a:gd name="connsiteX47" fmla="*/ 5219478 w 8773198"/>
                  <a:gd name="connsiteY47" fmla="*/ 2916337 h 2935825"/>
                  <a:gd name="connsiteX48" fmla="*/ 5330528 w 8773198"/>
                  <a:gd name="connsiteY48" fmla="*/ 2925340 h 2935825"/>
                  <a:gd name="connsiteX49" fmla="*/ 5441578 w 8773198"/>
                  <a:gd name="connsiteY49" fmla="*/ 2931589 h 2935825"/>
                  <a:gd name="connsiteX50" fmla="*/ 5552629 w 8773198"/>
                  <a:gd name="connsiteY50" fmla="*/ 2934978 h 2935825"/>
                  <a:gd name="connsiteX51" fmla="*/ 5663679 w 8773198"/>
                  <a:gd name="connsiteY51" fmla="*/ 2935825 h 2935825"/>
                  <a:gd name="connsiteX52" fmla="*/ 5774730 w 8773198"/>
                  <a:gd name="connsiteY52" fmla="*/ 2934025 h 2935825"/>
                  <a:gd name="connsiteX53" fmla="*/ 5885781 w 8773198"/>
                  <a:gd name="connsiteY53" fmla="*/ 2929682 h 2935825"/>
                  <a:gd name="connsiteX54" fmla="*/ 5996831 w 8773198"/>
                  <a:gd name="connsiteY54" fmla="*/ 2922904 h 2935825"/>
                  <a:gd name="connsiteX55" fmla="*/ 6107881 w 8773198"/>
                  <a:gd name="connsiteY55" fmla="*/ 2913795 h 2935825"/>
                  <a:gd name="connsiteX56" fmla="*/ 6219038 w 8773198"/>
                  <a:gd name="connsiteY56" fmla="*/ 2902357 h 2935825"/>
                  <a:gd name="connsiteX57" fmla="*/ 6330088 w 8773198"/>
                  <a:gd name="connsiteY57" fmla="*/ 2888694 h 2935825"/>
                  <a:gd name="connsiteX58" fmla="*/ 6441139 w 8773198"/>
                  <a:gd name="connsiteY58" fmla="*/ 2872913 h 2935825"/>
                  <a:gd name="connsiteX59" fmla="*/ 6552189 w 8773198"/>
                  <a:gd name="connsiteY59" fmla="*/ 2855119 h 2935825"/>
                  <a:gd name="connsiteX60" fmla="*/ 6663240 w 8773198"/>
                  <a:gd name="connsiteY60" fmla="*/ 2835313 h 2935825"/>
                  <a:gd name="connsiteX61" fmla="*/ 6774290 w 8773198"/>
                  <a:gd name="connsiteY61" fmla="*/ 2813495 h 2935825"/>
                  <a:gd name="connsiteX62" fmla="*/ 6885340 w 8773198"/>
                  <a:gd name="connsiteY62" fmla="*/ 2789982 h 2935825"/>
                  <a:gd name="connsiteX63" fmla="*/ 6996391 w 8773198"/>
                  <a:gd name="connsiteY63" fmla="*/ 2764669 h 2935825"/>
                  <a:gd name="connsiteX64" fmla="*/ 7107441 w 8773198"/>
                  <a:gd name="connsiteY64" fmla="*/ 2737661 h 2935825"/>
                  <a:gd name="connsiteX65" fmla="*/ 7218492 w 8773198"/>
                  <a:gd name="connsiteY65" fmla="*/ 2709064 h 2935825"/>
                  <a:gd name="connsiteX66" fmla="*/ 7329543 w 8773198"/>
                  <a:gd name="connsiteY66" fmla="*/ 2678878 h 2935825"/>
                  <a:gd name="connsiteX67" fmla="*/ 7440593 w 8773198"/>
                  <a:gd name="connsiteY67" fmla="*/ 2647316 h 2935825"/>
                  <a:gd name="connsiteX68" fmla="*/ 7551643 w 8773198"/>
                  <a:gd name="connsiteY68" fmla="*/ 2614377 h 2935825"/>
                  <a:gd name="connsiteX69" fmla="*/ 7662694 w 8773198"/>
                  <a:gd name="connsiteY69" fmla="*/ 2580061 h 2935825"/>
                  <a:gd name="connsiteX70" fmla="*/ 7773744 w 8773198"/>
                  <a:gd name="connsiteY70" fmla="*/ 2544580 h 2935825"/>
                  <a:gd name="connsiteX71" fmla="*/ 7884794 w 8773198"/>
                  <a:gd name="connsiteY71" fmla="*/ 2507934 h 2935825"/>
                  <a:gd name="connsiteX72" fmla="*/ 7995845 w 8773198"/>
                  <a:gd name="connsiteY72" fmla="*/ 2470228 h 2935825"/>
                  <a:gd name="connsiteX73" fmla="*/ 8106896 w 8773198"/>
                  <a:gd name="connsiteY73" fmla="*/ 2431464 h 2935825"/>
                  <a:gd name="connsiteX74" fmla="*/ 8217946 w 8773198"/>
                  <a:gd name="connsiteY74" fmla="*/ 2391852 h 2935825"/>
                  <a:gd name="connsiteX75" fmla="*/ 8328997 w 8773198"/>
                  <a:gd name="connsiteY75" fmla="*/ 2351287 h 2935825"/>
                  <a:gd name="connsiteX76" fmla="*/ 8440047 w 8773198"/>
                  <a:gd name="connsiteY76" fmla="*/ 2310086 h 2935825"/>
                  <a:gd name="connsiteX77" fmla="*/ 8551097 w 8773198"/>
                  <a:gd name="connsiteY77" fmla="*/ 2268145 h 2935825"/>
                  <a:gd name="connsiteX78" fmla="*/ 8662148 w 8773198"/>
                  <a:gd name="connsiteY78" fmla="*/ 2225461 h 2935825"/>
                  <a:gd name="connsiteX79" fmla="*/ 8773198 w 8773198"/>
                  <a:gd name="connsiteY79" fmla="*/ 2182354 h 2935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935825">
                    <a:moveTo>
                      <a:pt x="0" y="2598066"/>
                    </a:moveTo>
                    <a:lnTo>
                      <a:pt x="111050" y="2641279"/>
                    </a:lnTo>
                    <a:lnTo>
                      <a:pt x="222101" y="2610776"/>
                    </a:lnTo>
                    <a:lnTo>
                      <a:pt x="333151" y="2503167"/>
                    </a:lnTo>
                    <a:lnTo>
                      <a:pt x="444202" y="2344932"/>
                    </a:lnTo>
                    <a:lnTo>
                      <a:pt x="555252" y="2051763"/>
                    </a:lnTo>
                    <a:lnTo>
                      <a:pt x="666303" y="1596863"/>
                    </a:lnTo>
                    <a:lnTo>
                      <a:pt x="777353" y="868599"/>
                    </a:lnTo>
                    <a:lnTo>
                      <a:pt x="888404" y="227291"/>
                    </a:lnTo>
                    <a:lnTo>
                      <a:pt x="999454" y="0"/>
                    </a:lnTo>
                    <a:lnTo>
                      <a:pt x="1110505" y="161730"/>
                    </a:lnTo>
                    <a:lnTo>
                      <a:pt x="1221555" y="654124"/>
                    </a:lnTo>
                    <a:lnTo>
                      <a:pt x="1332605" y="1441063"/>
                    </a:lnTo>
                    <a:lnTo>
                      <a:pt x="1443656" y="2049539"/>
                    </a:lnTo>
                    <a:lnTo>
                      <a:pt x="1554706" y="2337201"/>
                    </a:lnTo>
                    <a:lnTo>
                      <a:pt x="1665757" y="2524986"/>
                    </a:lnTo>
                    <a:lnTo>
                      <a:pt x="1776807" y="2444915"/>
                    </a:lnTo>
                    <a:lnTo>
                      <a:pt x="1887858" y="2183413"/>
                    </a:lnTo>
                    <a:lnTo>
                      <a:pt x="1998908" y="1915981"/>
                    </a:lnTo>
                    <a:lnTo>
                      <a:pt x="2109959" y="1802759"/>
                    </a:lnTo>
                    <a:lnTo>
                      <a:pt x="2221009" y="1726289"/>
                    </a:lnTo>
                    <a:lnTo>
                      <a:pt x="2332060" y="1656068"/>
                    </a:lnTo>
                    <a:lnTo>
                      <a:pt x="2443110" y="1641664"/>
                    </a:lnTo>
                    <a:lnTo>
                      <a:pt x="2554161" y="1710932"/>
                    </a:lnTo>
                    <a:lnTo>
                      <a:pt x="2665211" y="1788884"/>
                    </a:lnTo>
                    <a:lnTo>
                      <a:pt x="2776262" y="1865884"/>
                    </a:lnTo>
                    <a:lnTo>
                      <a:pt x="2887312" y="1944684"/>
                    </a:lnTo>
                    <a:lnTo>
                      <a:pt x="2998362" y="2027508"/>
                    </a:lnTo>
                    <a:lnTo>
                      <a:pt x="3109519" y="2108850"/>
                    </a:lnTo>
                    <a:lnTo>
                      <a:pt x="3220569" y="2185850"/>
                    </a:lnTo>
                    <a:lnTo>
                      <a:pt x="3331620" y="2258506"/>
                    </a:lnTo>
                    <a:lnTo>
                      <a:pt x="3442670" y="2327033"/>
                    </a:lnTo>
                    <a:lnTo>
                      <a:pt x="3553721" y="2391428"/>
                    </a:lnTo>
                    <a:lnTo>
                      <a:pt x="3664771" y="2451905"/>
                    </a:lnTo>
                    <a:lnTo>
                      <a:pt x="3775822" y="2508251"/>
                    </a:lnTo>
                    <a:lnTo>
                      <a:pt x="3886872" y="2560891"/>
                    </a:lnTo>
                    <a:lnTo>
                      <a:pt x="3997923" y="2609611"/>
                    </a:lnTo>
                    <a:lnTo>
                      <a:pt x="4108973" y="2654624"/>
                    </a:lnTo>
                    <a:lnTo>
                      <a:pt x="4220024" y="2695931"/>
                    </a:lnTo>
                    <a:lnTo>
                      <a:pt x="4331074" y="2733742"/>
                    </a:lnTo>
                    <a:lnTo>
                      <a:pt x="4442124" y="2768058"/>
                    </a:lnTo>
                    <a:lnTo>
                      <a:pt x="4553175" y="2798879"/>
                    </a:lnTo>
                    <a:lnTo>
                      <a:pt x="4664225" y="2826416"/>
                    </a:lnTo>
                    <a:lnTo>
                      <a:pt x="4775276" y="2850671"/>
                    </a:lnTo>
                    <a:lnTo>
                      <a:pt x="4886326" y="2871642"/>
                    </a:lnTo>
                    <a:lnTo>
                      <a:pt x="4997377" y="2889647"/>
                    </a:lnTo>
                    <a:lnTo>
                      <a:pt x="5108428" y="2904475"/>
                    </a:lnTo>
                    <a:lnTo>
                      <a:pt x="5219478" y="2916337"/>
                    </a:lnTo>
                    <a:lnTo>
                      <a:pt x="5330528" y="2925340"/>
                    </a:lnTo>
                    <a:lnTo>
                      <a:pt x="5441578" y="2931589"/>
                    </a:lnTo>
                    <a:lnTo>
                      <a:pt x="5552629" y="2934978"/>
                    </a:lnTo>
                    <a:lnTo>
                      <a:pt x="5663679" y="2935825"/>
                    </a:lnTo>
                    <a:lnTo>
                      <a:pt x="5774730" y="2934025"/>
                    </a:lnTo>
                    <a:lnTo>
                      <a:pt x="5885781" y="2929682"/>
                    </a:lnTo>
                    <a:lnTo>
                      <a:pt x="5996831" y="2922904"/>
                    </a:lnTo>
                    <a:lnTo>
                      <a:pt x="6107881" y="2913795"/>
                    </a:lnTo>
                    <a:lnTo>
                      <a:pt x="6219038" y="2902357"/>
                    </a:lnTo>
                    <a:lnTo>
                      <a:pt x="6330088" y="2888694"/>
                    </a:lnTo>
                    <a:lnTo>
                      <a:pt x="6441139" y="2872913"/>
                    </a:lnTo>
                    <a:lnTo>
                      <a:pt x="6552189" y="2855119"/>
                    </a:lnTo>
                    <a:lnTo>
                      <a:pt x="6663240" y="2835313"/>
                    </a:lnTo>
                    <a:lnTo>
                      <a:pt x="6774290" y="2813495"/>
                    </a:lnTo>
                    <a:lnTo>
                      <a:pt x="6885340" y="2789982"/>
                    </a:lnTo>
                    <a:lnTo>
                      <a:pt x="6996391" y="2764669"/>
                    </a:lnTo>
                    <a:lnTo>
                      <a:pt x="7107441" y="2737661"/>
                    </a:lnTo>
                    <a:lnTo>
                      <a:pt x="7218492" y="2709064"/>
                    </a:lnTo>
                    <a:lnTo>
                      <a:pt x="7329543" y="2678878"/>
                    </a:lnTo>
                    <a:lnTo>
                      <a:pt x="7440593" y="2647316"/>
                    </a:lnTo>
                    <a:lnTo>
                      <a:pt x="7551643" y="2614377"/>
                    </a:lnTo>
                    <a:lnTo>
                      <a:pt x="7662694" y="2580061"/>
                    </a:lnTo>
                    <a:lnTo>
                      <a:pt x="7773744" y="2544580"/>
                    </a:lnTo>
                    <a:lnTo>
                      <a:pt x="7884794" y="2507934"/>
                    </a:lnTo>
                    <a:lnTo>
                      <a:pt x="7995845" y="2470228"/>
                    </a:lnTo>
                    <a:lnTo>
                      <a:pt x="8106896" y="2431464"/>
                    </a:lnTo>
                    <a:lnTo>
                      <a:pt x="8217946" y="2391852"/>
                    </a:lnTo>
                    <a:lnTo>
                      <a:pt x="8328997" y="2351287"/>
                    </a:lnTo>
                    <a:lnTo>
                      <a:pt x="8440047" y="2310086"/>
                    </a:lnTo>
                    <a:lnTo>
                      <a:pt x="8551097" y="2268145"/>
                    </a:lnTo>
                    <a:lnTo>
                      <a:pt x="8662148" y="2225461"/>
                    </a:lnTo>
                    <a:lnTo>
                      <a:pt x="8773198" y="2182354"/>
                    </a:lnTo>
                  </a:path>
                </a:pathLst>
              </a:custGeom>
              <a:noFill/>
              <a:ln w="22550" cap="flat">
                <a:solidFill>
                  <a:srgbClr val="E7882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8502B5C-14EA-19D5-F982-B5133CEC5B8B}"/>
                  </a:ext>
                </a:extLst>
              </p:cNvPr>
              <p:cNvSpPr txBox="1"/>
              <p:nvPr/>
            </p:nvSpPr>
            <p:spPr>
              <a:xfrm>
                <a:off x="6153651" y="2288098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E78828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112" name="Graphic 100">
              <a:extLst>
                <a:ext uri="{FF2B5EF4-FFF2-40B4-BE49-F238E27FC236}">
                  <a16:creationId xmlns:a16="http://schemas.microsoft.com/office/drawing/2014/main" id="{B3F03F2C-E08B-FDD2-9D8A-DC62D8961519}"/>
                </a:ext>
              </a:extLst>
            </p:cNvPr>
            <p:cNvGrpSpPr/>
            <p:nvPr/>
          </p:nvGrpSpPr>
          <p:grpSpPr>
            <a:xfrm>
              <a:off x="961062" y="612426"/>
              <a:ext cx="10160606" cy="5419645"/>
              <a:chOff x="961062" y="612426"/>
              <a:chExt cx="10160606" cy="5419645"/>
            </a:xfrm>
          </p:grpSpPr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3264D050-BE24-C49F-8D6C-999C51678284}"/>
                  </a:ext>
                </a:extLst>
              </p:cNvPr>
              <p:cNvSpPr/>
              <p:nvPr/>
            </p:nvSpPr>
            <p:spPr>
              <a:xfrm>
                <a:off x="147108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96D90D7-9BB7-86C8-B69A-37C40DA3BC97}"/>
                  </a:ext>
                </a:extLst>
              </p:cNvPr>
              <p:cNvSpPr txBox="1"/>
              <p:nvPr/>
            </p:nvSpPr>
            <p:spPr>
              <a:xfrm>
                <a:off x="124490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CF98C02E-BBB9-456A-E351-7D4D3EC58FEB}"/>
                  </a:ext>
                </a:extLst>
              </p:cNvPr>
              <p:cNvSpPr txBox="1"/>
              <p:nvPr/>
            </p:nvSpPr>
            <p:spPr>
              <a:xfrm>
                <a:off x="1162396" y="3977839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66122EC9-6117-929D-A2B9-4C4E077EE74F}"/>
                  </a:ext>
                </a:extLst>
              </p:cNvPr>
              <p:cNvSpPr txBox="1"/>
              <p:nvPr/>
            </p:nvSpPr>
            <p:spPr>
              <a:xfrm>
                <a:off x="1162396" y="2305883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</a:t>
                </a:r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E9FB849D-1E25-C8A8-F449-3837711535B4}"/>
                  </a:ext>
                </a:extLst>
              </p:cNvPr>
              <p:cNvSpPr/>
              <p:nvPr/>
            </p:nvSpPr>
            <p:spPr>
              <a:xfrm>
                <a:off x="144205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33B5EDDF-B0CB-E22F-ABD1-C990A046DB70}"/>
                  </a:ext>
                </a:extLst>
              </p:cNvPr>
              <p:cNvSpPr/>
              <p:nvPr/>
            </p:nvSpPr>
            <p:spPr>
              <a:xfrm>
                <a:off x="1442052" y="4104729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58C2A37A-3E16-A45A-CF56-ADDBB2FC906E}"/>
                  </a:ext>
                </a:extLst>
              </p:cNvPr>
              <p:cNvSpPr/>
              <p:nvPr/>
            </p:nvSpPr>
            <p:spPr>
              <a:xfrm>
                <a:off x="1442052" y="2432774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BC0F56ED-F8B4-A781-8BBB-68AC4EEBBE2D}"/>
                  </a:ext>
                </a:extLst>
              </p:cNvPr>
              <p:cNvSpPr/>
              <p:nvPr/>
            </p:nvSpPr>
            <p:spPr>
              <a:xfrm>
                <a:off x="1471087" y="5776685"/>
                <a:ext cx="9650581" cy="10591"/>
              </a:xfrm>
              <a:custGeom>
                <a:avLst/>
                <a:gdLst>
                  <a:gd name="connsiteX0" fmla="*/ 0 w 9650581"/>
                  <a:gd name="connsiteY0" fmla="*/ 0 h 10591"/>
                  <a:gd name="connsiteX1" fmla="*/ 9650582 w 965058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0581" h="10591">
                    <a:moveTo>
                      <a:pt x="0" y="0"/>
                    </a:moveTo>
                    <a:lnTo>
                      <a:pt x="965058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FC8D58D7-0B98-072D-D104-C5E669795F46}"/>
                  </a:ext>
                </a:extLst>
              </p:cNvPr>
              <p:cNvSpPr/>
              <p:nvPr/>
            </p:nvSpPr>
            <p:spPr>
              <a:xfrm>
                <a:off x="220700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0BF56A9C-CFD2-75D5-55A4-4D45CBAF7FAE}"/>
                  </a:ext>
                </a:extLst>
              </p:cNvPr>
              <p:cNvSpPr/>
              <p:nvPr/>
            </p:nvSpPr>
            <p:spPr>
              <a:xfrm>
                <a:off x="294833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95711B27-79E5-D748-DF3B-BAA94A9C0415}"/>
                  </a:ext>
                </a:extLst>
              </p:cNvPr>
              <p:cNvSpPr/>
              <p:nvPr/>
            </p:nvSpPr>
            <p:spPr>
              <a:xfrm>
                <a:off x="369781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2C01944F-5888-FF72-800D-AFCA8C005C73}"/>
                  </a:ext>
                </a:extLst>
              </p:cNvPr>
              <p:cNvSpPr/>
              <p:nvPr/>
            </p:nvSpPr>
            <p:spPr>
              <a:xfrm>
                <a:off x="443501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C7744A4C-7DC4-61CF-CD02-8676CA67E457}"/>
                  </a:ext>
                </a:extLst>
              </p:cNvPr>
              <p:cNvSpPr/>
              <p:nvPr/>
            </p:nvSpPr>
            <p:spPr>
              <a:xfrm>
                <a:off x="518438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2236F88A-AD22-5A2C-85C0-FAD0A321CBA9}"/>
                  </a:ext>
                </a:extLst>
              </p:cNvPr>
              <p:cNvSpPr/>
              <p:nvPr/>
            </p:nvSpPr>
            <p:spPr>
              <a:xfrm>
                <a:off x="592168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A0161F5F-D23E-C69D-24E9-3EE692A7D9F8}"/>
                  </a:ext>
                </a:extLst>
              </p:cNvPr>
              <p:cNvSpPr/>
              <p:nvPr/>
            </p:nvSpPr>
            <p:spPr>
              <a:xfrm>
                <a:off x="667106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6F3AF276-6F34-302D-4F7C-6D4EA056EF43}"/>
                  </a:ext>
                </a:extLst>
              </p:cNvPr>
              <p:cNvSpPr/>
              <p:nvPr/>
            </p:nvSpPr>
            <p:spPr>
              <a:xfrm>
                <a:off x="740826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5D41880E-E9F8-FD0F-6B89-C5FF6326DC10}"/>
                  </a:ext>
                </a:extLst>
              </p:cNvPr>
              <p:cNvSpPr/>
              <p:nvPr/>
            </p:nvSpPr>
            <p:spPr>
              <a:xfrm>
                <a:off x="815774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73C4D178-C9BF-5FDB-12C5-074B00E6255E}"/>
                  </a:ext>
                </a:extLst>
              </p:cNvPr>
              <p:cNvSpPr/>
              <p:nvPr/>
            </p:nvSpPr>
            <p:spPr>
              <a:xfrm>
                <a:off x="889907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F5FFB1D9-5E68-5DEE-2E22-1194229F03E1}"/>
                  </a:ext>
                </a:extLst>
              </p:cNvPr>
              <p:cNvSpPr/>
              <p:nvPr/>
            </p:nvSpPr>
            <p:spPr>
              <a:xfrm>
                <a:off x="964844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3AF8A6F2-114F-CCEC-A1C1-CEEA4D76E9B4}"/>
                  </a:ext>
                </a:extLst>
              </p:cNvPr>
              <p:cNvSpPr/>
              <p:nvPr/>
            </p:nvSpPr>
            <p:spPr>
              <a:xfrm>
                <a:off x="1038564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5D658CDA-699C-ACF5-5802-F6649AC79BDB}"/>
                  </a:ext>
                </a:extLst>
              </p:cNvPr>
              <p:cNvSpPr txBox="1"/>
              <p:nvPr/>
            </p:nvSpPr>
            <p:spPr>
              <a:xfrm>
                <a:off x="179797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2019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CA839C63-01A4-96C9-F87E-05BCBBF177B5}"/>
                  </a:ext>
                </a:extLst>
              </p:cNvPr>
              <p:cNvSpPr txBox="1"/>
              <p:nvPr/>
            </p:nvSpPr>
            <p:spPr>
              <a:xfrm>
                <a:off x="2543533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2020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56CDC434-27E1-BB33-F90C-1FA0842EBE99}"/>
                  </a:ext>
                </a:extLst>
              </p:cNvPr>
              <p:cNvSpPr txBox="1"/>
              <p:nvPr/>
            </p:nvSpPr>
            <p:spPr>
              <a:xfrm>
                <a:off x="328878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2020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334C63A9-1ED8-C8C3-0F10-66C1D794A7EC}"/>
                  </a:ext>
                </a:extLst>
              </p:cNvPr>
              <p:cNvSpPr txBox="1"/>
              <p:nvPr/>
            </p:nvSpPr>
            <p:spPr>
              <a:xfrm>
                <a:off x="4030210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2021</a:t>
                </a: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9D5D81A1-6EB6-3F31-962F-7CEB4F044326}"/>
                  </a:ext>
                </a:extLst>
              </p:cNvPr>
              <p:cNvSpPr txBox="1"/>
              <p:nvPr/>
            </p:nvSpPr>
            <p:spPr>
              <a:xfrm>
                <a:off x="4775352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2021</a:t>
                </a: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91E938CF-00D7-496A-20AF-F05B7B884CC3}"/>
                  </a:ext>
                </a:extLst>
              </p:cNvPr>
              <p:cNvSpPr txBox="1"/>
              <p:nvPr/>
            </p:nvSpPr>
            <p:spPr>
              <a:xfrm>
                <a:off x="5516888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2022</a:t>
                </a: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F9310290-C9C7-869E-AF18-B998C22C5A8D}"/>
                  </a:ext>
                </a:extLst>
              </p:cNvPr>
              <p:cNvSpPr txBox="1"/>
              <p:nvPr/>
            </p:nvSpPr>
            <p:spPr>
              <a:xfrm>
                <a:off x="6262029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2022</a:t>
                </a: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720171AE-C295-68B5-1D5D-48C406286E49}"/>
                  </a:ext>
                </a:extLst>
              </p:cNvPr>
              <p:cNvSpPr txBox="1"/>
              <p:nvPr/>
            </p:nvSpPr>
            <p:spPr>
              <a:xfrm>
                <a:off x="7003460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2023</a:t>
                </a: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7432893E-713C-0833-295D-E520C15664B1}"/>
                  </a:ext>
                </a:extLst>
              </p:cNvPr>
              <p:cNvSpPr txBox="1"/>
              <p:nvPr/>
            </p:nvSpPr>
            <p:spPr>
              <a:xfrm>
                <a:off x="774870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2023</a:t>
                </a: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9A87CF00-2FDC-E8D3-5633-2F5747E94B37}"/>
                  </a:ext>
                </a:extLst>
              </p:cNvPr>
              <p:cNvSpPr txBox="1"/>
              <p:nvPr/>
            </p:nvSpPr>
            <p:spPr>
              <a:xfrm>
                <a:off x="8494270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2024</a:t>
                </a: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28865B05-A7EA-5E6A-9D33-C63D688BEB3C}"/>
                  </a:ext>
                </a:extLst>
              </p:cNvPr>
              <p:cNvSpPr txBox="1"/>
              <p:nvPr/>
            </p:nvSpPr>
            <p:spPr>
              <a:xfrm>
                <a:off x="923941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2024</a:t>
                </a: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A0BC6DED-4C8B-82FE-F438-BE89336B85EB}"/>
                  </a:ext>
                </a:extLst>
              </p:cNvPr>
              <p:cNvSpPr txBox="1"/>
              <p:nvPr/>
            </p:nvSpPr>
            <p:spPr>
              <a:xfrm>
                <a:off x="9980841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2025</a:t>
                </a: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0BBDF8BF-A571-82F1-171D-089585BD6C64}"/>
                  </a:ext>
                </a:extLst>
              </p:cNvPr>
              <p:cNvSpPr txBox="1"/>
              <p:nvPr/>
            </p:nvSpPr>
            <p:spPr>
              <a:xfrm rot="16200000">
                <a:off x="161580" y="3204753"/>
                <a:ext cx="1937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CAC7BA82-EC17-0CF0-01FC-1BA4F27C7C95}"/>
                  </a:ext>
                </a:extLst>
              </p:cNvPr>
              <p:cNvSpPr txBox="1"/>
              <p:nvPr/>
            </p:nvSpPr>
            <p:spPr>
              <a:xfrm>
                <a:off x="1379647" y="612426"/>
                <a:ext cx="59492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E.coioides in MAR Mawasangka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58914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aphic 2">
            <a:extLst>
              <a:ext uri="{FF2B5EF4-FFF2-40B4-BE49-F238E27FC236}">
                <a16:creationId xmlns:a16="http://schemas.microsoft.com/office/drawing/2014/main" id="{700111B2-022F-4F50-13CD-CF1FE2F3C1F7}"/>
              </a:ext>
            </a:extLst>
          </p:cNvPr>
          <p:cNvGrpSpPr/>
          <p:nvPr/>
        </p:nvGrpSpPr>
        <p:grpSpPr>
          <a:xfrm>
            <a:off x="961062" y="612426"/>
            <a:ext cx="10221218" cy="5602107"/>
            <a:chOff x="961062" y="612426"/>
            <a:chExt cx="10221218" cy="560210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87564F2-915D-4C10-02BD-421C508BCAB4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15AEEA4-42D3-F9F5-16C4-F0353ABC6819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9" name="Graphic 2">
              <a:extLst>
                <a:ext uri="{FF2B5EF4-FFF2-40B4-BE49-F238E27FC236}">
                  <a16:creationId xmlns:a16="http://schemas.microsoft.com/office/drawing/2014/main" id="{5374579A-CD0F-5499-4C2E-F40D7A16AAAB}"/>
                </a:ext>
              </a:extLst>
            </p:cNvPr>
            <p:cNvGrpSpPr/>
            <p:nvPr/>
          </p:nvGrpSpPr>
          <p:grpSpPr>
            <a:xfrm>
              <a:off x="1471087" y="971481"/>
              <a:ext cx="9650581" cy="4805204"/>
              <a:chOff x="1471087" y="971481"/>
              <a:chExt cx="9650581" cy="4805204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8869B80-22D2-3F8F-98CB-2F3E84BFA7FA}"/>
                  </a:ext>
                </a:extLst>
              </p:cNvPr>
              <p:cNvSpPr/>
              <p:nvPr/>
            </p:nvSpPr>
            <p:spPr>
              <a:xfrm>
                <a:off x="1471087" y="971481"/>
                <a:ext cx="9650581" cy="4805204"/>
              </a:xfrm>
              <a:custGeom>
                <a:avLst/>
                <a:gdLst>
                  <a:gd name="connsiteX0" fmla="*/ 0 w 9650581"/>
                  <a:gd name="connsiteY0" fmla="*/ 0 h 4805204"/>
                  <a:gd name="connsiteX1" fmla="*/ 9650582 w 9650581"/>
                  <a:gd name="connsiteY1" fmla="*/ 0 h 4805204"/>
                  <a:gd name="connsiteX2" fmla="*/ 9650582 w 9650581"/>
                  <a:gd name="connsiteY2" fmla="*/ 4805204 h 4805204"/>
                  <a:gd name="connsiteX3" fmla="*/ 0 w 965058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0581" h="4805204">
                    <a:moveTo>
                      <a:pt x="0" y="0"/>
                    </a:moveTo>
                    <a:lnTo>
                      <a:pt x="9650582" y="0"/>
                    </a:lnTo>
                    <a:lnTo>
                      <a:pt x="965058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6DED175-AD1F-58A9-81C3-4829938E26F9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4708504"/>
              </a:xfrm>
              <a:custGeom>
                <a:avLst/>
                <a:gdLst>
                  <a:gd name="connsiteX0" fmla="*/ 0 w 8773198"/>
                  <a:gd name="connsiteY0" fmla="*/ 2909559 h 4708504"/>
                  <a:gd name="connsiteX1" fmla="*/ 111050 w 8773198"/>
                  <a:gd name="connsiteY1" fmla="*/ 3329507 h 4708504"/>
                  <a:gd name="connsiteX2" fmla="*/ 222101 w 8773198"/>
                  <a:gd name="connsiteY2" fmla="*/ 3492508 h 4708504"/>
                  <a:gd name="connsiteX3" fmla="*/ 333151 w 8773198"/>
                  <a:gd name="connsiteY3" fmla="*/ 3465818 h 4708504"/>
                  <a:gd name="connsiteX4" fmla="*/ 444202 w 8773198"/>
                  <a:gd name="connsiteY4" fmla="*/ 3344758 h 4708504"/>
                  <a:gd name="connsiteX5" fmla="*/ 555252 w 8773198"/>
                  <a:gd name="connsiteY5" fmla="*/ 3081033 h 4708504"/>
                  <a:gd name="connsiteX6" fmla="*/ 666303 w 8773198"/>
                  <a:gd name="connsiteY6" fmla="*/ 2852365 h 4708504"/>
                  <a:gd name="connsiteX7" fmla="*/ 777353 w 8773198"/>
                  <a:gd name="connsiteY7" fmla="*/ 2633865 h 4708504"/>
                  <a:gd name="connsiteX8" fmla="*/ 888404 w 8773198"/>
                  <a:gd name="connsiteY8" fmla="*/ 2543733 h 4708504"/>
                  <a:gd name="connsiteX9" fmla="*/ 999454 w 8773198"/>
                  <a:gd name="connsiteY9" fmla="*/ 2644562 h 4708504"/>
                  <a:gd name="connsiteX10" fmla="*/ 1110505 w 8773198"/>
                  <a:gd name="connsiteY10" fmla="*/ 2606963 h 4708504"/>
                  <a:gd name="connsiteX11" fmla="*/ 1221555 w 8773198"/>
                  <a:gd name="connsiteY11" fmla="*/ 2716266 h 4708504"/>
                  <a:gd name="connsiteX12" fmla="*/ 1332605 w 8773198"/>
                  <a:gd name="connsiteY12" fmla="*/ 2876196 h 4708504"/>
                  <a:gd name="connsiteX13" fmla="*/ 1443656 w 8773198"/>
                  <a:gd name="connsiteY13" fmla="*/ 2993125 h 4708504"/>
                  <a:gd name="connsiteX14" fmla="*/ 1554706 w 8773198"/>
                  <a:gd name="connsiteY14" fmla="*/ 3043752 h 4708504"/>
                  <a:gd name="connsiteX15" fmla="*/ 1665757 w 8773198"/>
                  <a:gd name="connsiteY15" fmla="*/ 3005940 h 4708504"/>
                  <a:gd name="connsiteX16" fmla="*/ 1776807 w 8773198"/>
                  <a:gd name="connsiteY16" fmla="*/ 2919938 h 4708504"/>
                  <a:gd name="connsiteX17" fmla="*/ 1887858 w 8773198"/>
                  <a:gd name="connsiteY17" fmla="*/ 2869735 h 4708504"/>
                  <a:gd name="connsiteX18" fmla="*/ 1998908 w 8773198"/>
                  <a:gd name="connsiteY18" fmla="*/ 2823768 h 4708504"/>
                  <a:gd name="connsiteX19" fmla="*/ 2109959 w 8773198"/>
                  <a:gd name="connsiteY19" fmla="*/ 2772083 h 4708504"/>
                  <a:gd name="connsiteX20" fmla="*/ 2221009 w 8773198"/>
                  <a:gd name="connsiteY20" fmla="*/ 2730564 h 4708504"/>
                  <a:gd name="connsiteX21" fmla="*/ 2332060 w 8773198"/>
                  <a:gd name="connsiteY21" fmla="*/ 2732894 h 4708504"/>
                  <a:gd name="connsiteX22" fmla="*/ 2443110 w 8773198"/>
                  <a:gd name="connsiteY22" fmla="*/ 2748782 h 4708504"/>
                  <a:gd name="connsiteX23" fmla="*/ 2554161 w 8773198"/>
                  <a:gd name="connsiteY23" fmla="*/ 2764351 h 4708504"/>
                  <a:gd name="connsiteX24" fmla="*/ 2665211 w 8773198"/>
                  <a:gd name="connsiteY24" fmla="*/ 2776319 h 4708504"/>
                  <a:gd name="connsiteX25" fmla="*/ 2776262 w 8773198"/>
                  <a:gd name="connsiteY25" fmla="*/ 2769541 h 4708504"/>
                  <a:gd name="connsiteX26" fmla="*/ 2887312 w 8773198"/>
                  <a:gd name="connsiteY26" fmla="*/ 2751959 h 4708504"/>
                  <a:gd name="connsiteX27" fmla="*/ 2998362 w 8773198"/>
                  <a:gd name="connsiteY27" fmla="*/ 2728870 h 4708504"/>
                  <a:gd name="connsiteX28" fmla="*/ 3109519 w 8773198"/>
                  <a:gd name="connsiteY28" fmla="*/ 2703450 h 4708504"/>
                  <a:gd name="connsiteX29" fmla="*/ 3220569 w 8773198"/>
                  <a:gd name="connsiteY29" fmla="*/ 2677501 h 4708504"/>
                  <a:gd name="connsiteX30" fmla="*/ 3331620 w 8773198"/>
                  <a:gd name="connsiteY30" fmla="*/ 2651976 h 4708504"/>
                  <a:gd name="connsiteX31" fmla="*/ 3442670 w 8773198"/>
                  <a:gd name="connsiteY31" fmla="*/ 2627404 h 4708504"/>
                  <a:gd name="connsiteX32" fmla="*/ 3553721 w 8773198"/>
                  <a:gd name="connsiteY32" fmla="*/ 2604103 h 4708504"/>
                  <a:gd name="connsiteX33" fmla="*/ 3664771 w 8773198"/>
                  <a:gd name="connsiteY33" fmla="*/ 2582179 h 4708504"/>
                  <a:gd name="connsiteX34" fmla="*/ 3775822 w 8773198"/>
                  <a:gd name="connsiteY34" fmla="*/ 2561738 h 4708504"/>
                  <a:gd name="connsiteX35" fmla="*/ 3886872 w 8773198"/>
                  <a:gd name="connsiteY35" fmla="*/ 2542673 h 4708504"/>
                  <a:gd name="connsiteX36" fmla="*/ 3997923 w 8773198"/>
                  <a:gd name="connsiteY36" fmla="*/ 2525092 h 4708504"/>
                  <a:gd name="connsiteX37" fmla="*/ 4108973 w 8773198"/>
                  <a:gd name="connsiteY37" fmla="*/ 2508675 h 4708504"/>
                  <a:gd name="connsiteX38" fmla="*/ 4220024 w 8773198"/>
                  <a:gd name="connsiteY38" fmla="*/ 2493423 h 4708504"/>
                  <a:gd name="connsiteX39" fmla="*/ 4331074 w 8773198"/>
                  <a:gd name="connsiteY39" fmla="*/ 2479125 h 4708504"/>
                  <a:gd name="connsiteX40" fmla="*/ 4442124 w 8773198"/>
                  <a:gd name="connsiteY40" fmla="*/ 2465780 h 4708504"/>
                  <a:gd name="connsiteX41" fmla="*/ 4553175 w 8773198"/>
                  <a:gd name="connsiteY41" fmla="*/ 2453070 h 4708504"/>
                  <a:gd name="connsiteX42" fmla="*/ 4664225 w 8773198"/>
                  <a:gd name="connsiteY42" fmla="*/ 2440784 h 4708504"/>
                  <a:gd name="connsiteX43" fmla="*/ 4775276 w 8773198"/>
                  <a:gd name="connsiteY43" fmla="*/ 2428816 h 4708504"/>
                  <a:gd name="connsiteX44" fmla="*/ 4886326 w 8773198"/>
                  <a:gd name="connsiteY44" fmla="*/ 2416954 h 4708504"/>
                  <a:gd name="connsiteX45" fmla="*/ 4997377 w 8773198"/>
                  <a:gd name="connsiteY45" fmla="*/ 2404879 h 4708504"/>
                  <a:gd name="connsiteX46" fmla="*/ 5108428 w 8773198"/>
                  <a:gd name="connsiteY46" fmla="*/ 2392382 h 4708504"/>
                  <a:gd name="connsiteX47" fmla="*/ 5219478 w 8773198"/>
                  <a:gd name="connsiteY47" fmla="*/ 2379142 h 4708504"/>
                  <a:gd name="connsiteX48" fmla="*/ 5330528 w 8773198"/>
                  <a:gd name="connsiteY48" fmla="*/ 2364844 h 4708504"/>
                  <a:gd name="connsiteX49" fmla="*/ 5441578 w 8773198"/>
                  <a:gd name="connsiteY49" fmla="*/ 2349380 h 4708504"/>
                  <a:gd name="connsiteX50" fmla="*/ 5552629 w 8773198"/>
                  <a:gd name="connsiteY50" fmla="*/ 2332222 h 4708504"/>
                  <a:gd name="connsiteX51" fmla="*/ 5663679 w 8773198"/>
                  <a:gd name="connsiteY51" fmla="*/ 2313158 h 4708504"/>
                  <a:gd name="connsiteX52" fmla="*/ 5774730 w 8773198"/>
                  <a:gd name="connsiteY52" fmla="*/ 2291763 h 4708504"/>
                  <a:gd name="connsiteX53" fmla="*/ 5885781 w 8773198"/>
                  <a:gd name="connsiteY53" fmla="*/ 2267721 h 4708504"/>
                  <a:gd name="connsiteX54" fmla="*/ 5996831 w 8773198"/>
                  <a:gd name="connsiteY54" fmla="*/ 2240713 h 4708504"/>
                  <a:gd name="connsiteX55" fmla="*/ 6107881 w 8773198"/>
                  <a:gd name="connsiteY55" fmla="*/ 2210316 h 4708504"/>
                  <a:gd name="connsiteX56" fmla="*/ 6219038 w 8773198"/>
                  <a:gd name="connsiteY56" fmla="*/ 2176211 h 4708504"/>
                  <a:gd name="connsiteX57" fmla="*/ 6330088 w 8773198"/>
                  <a:gd name="connsiteY57" fmla="*/ 2137977 h 4708504"/>
                  <a:gd name="connsiteX58" fmla="*/ 6441139 w 8773198"/>
                  <a:gd name="connsiteY58" fmla="*/ 2095399 h 4708504"/>
                  <a:gd name="connsiteX59" fmla="*/ 6552189 w 8773198"/>
                  <a:gd name="connsiteY59" fmla="*/ 2048267 h 4708504"/>
                  <a:gd name="connsiteX60" fmla="*/ 6663240 w 8773198"/>
                  <a:gd name="connsiteY60" fmla="*/ 1996158 h 4708504"/>
                  <a:gd name="connsiteX61" fmla="*/ 6774290 w 8773198"/>
                  <a:gd name="connsiteY61" fmla="*/ 1939070 h 4708504"/>
                  <a:gd name="connsiteX62" fmla="*/ 6885340 w 8773198"/>
                  <a:gd name="connsiteY62" fmla="*/ 1876687 h 4708504"/>
                  <a:gd name="connsiteX63" fmla="*/ 6996391 w 8773198"/>
                  <a:gd name="connsiteY63" fmla="*/ 1809008 h 4708504"/>
                  <a:gd name="connsiteX64" fmla="*/ 7107441 w 8773198"/>
                  <a:gd name="connsiteY64" fmla="*/ 1736034 h 4708504"/>
                  <a:gd name="connsiteX65" fmla="*/ 7218492 w 8773198"/>
                  <a:gd name="connsiteY65" fmla="*/ 1657551 h 4708504"/>
                  <a:gd name="connsiteX66" fmla="*/ 7329543 w 8773198"/>
                  <a:gd name="connsiteY66" fmla="*/ 1573668 h 4708504"/>
                  <a:gd name="connsiteX67" fmla="*/ 7440593 w 8773198"/>
                  <a:gd name="connsiteY67" fmla="*/ 1484382 h 4708504"/>
                  <a:gd name="connsiteX68" fmla="*/ 7551643 w 8773198"/>
                  <a:gd name="connsiteY68" fmla="*/ 1389801 h 4708504"/>
                  <a:gd name="connsiteX69" fmla="*/ 7662694 w 8773198"/>
                  <a:gd name="connsiteY69" fmla="*/ 1289819 h 4708504"/>
                  <a:gd name="connsiteX70" fmla="*/ 7773744 w 8773198"/>
                  <a:gd name="connsiteY70" fmla="*/ 1184434 h 4708504"/>
                  <a:gd name="connsiteX71" fmla="*/ 7884794 w 8773198"/>
                  <a:gd name="connsiteY71" fmla="*/ 1073860 h 4708504"/>
                  <a:gd name="connsiteX72" fmla="*/ 7995845 w 8773198"/>
                  <a:gd name="connsiteY72" fmla="*/ 958096 h 4708504"/>
                  <a:gd name="connsiteX73" fmla="*/ 8106896 w 8773198"/>
                  <a:gd name="connsiteY73" fmla="*/ 836931 h 4708504"/>
                  <a:gd name="connsiteX74" fmla="*/ 8217946 w 8773198"/>
                  <a:gd name="connsiteY74" fmla="*/ 710682 h 4708504"/>
                  <a:gd name="connsiteX75" fmla="*/ 8328997 w 8773198"/>
                  <a:gd name="connsiteY75" fmla="*/ 579137 h 4708504"/>
                  <a:gd name="connsiteX76" fmla="*/ 8440047 w 8773198"/>
                  <a:gd name="connsiteY76" fmla="*/ 442402 h 4708504"/>
                  <a:gd name="connsiteX77" fmla="*/ 8551097 w 8773198"/>
                  <a:gd name="connsiteY77" fmla="*/ 300266 h 4708504"/>
                  <a:gd name="connsiteX78" fmla="*/ 8662148 w 8773198"/>
                  <a:gd name="connsiteY78" fmla="*/ 152834 h 4708504"/>
                  <a:gd name="connsiteX79" fmla="*/ 8773198 w 8773198"/>
                  <a:gd name="connsiteY79" fmla="*/ 0 h 4708504"/>
                  <a:gd name="connsiteX80" fmla="*/ 8773198 w 8773198"/>
                  <a:gd name="connsiteY80" fmla="*/ 4708505 h 4708504"/>
                  <a:gd name="connsiteX81" fmla="*/ 8662148 w 8773198"/>
                  <a:gd name="connsiteY81" fmla="*/ 4633201 h 4708504"/>
                  <a:gd name="connsiteX82" fmla="*/ 8551097 w 8773198"/>
                  <a:gd name="connsiteY82" fmla="*/ 4563191 h 4708504"/>
                  <a:gd name="connsiteX83" fmla="*/ 8440047 w 8773198"/>
                  <a:gd name="connsiteY83" fmla="*/ 4498478 h 4708504"/>
                  <a:gd name="connsiteX84" fmla="*/ 8328997 w 8773198"/>
                  <a:gd name="connsiteY84" fmla="*/ 4438743 h 4708504"/>
                  <a:gd name="connsiteX85" fmla="*/ 8217946 w 8773198"/>
                  <a:gd name="connsiteY85" fmla="*/ 4383879 h 4708504"/>
                  <a:gd name="connsiteX86" fmla="*/ 8106896 w 8773198"/>
                  <a:gd name="connsiteY86" fmla="*/ 4333782 h 4708504"/>
                  <a:gd name="connsiteX87" fmla="*/ 7995845 w 8773198"/>
                  <a:gd name="connsiteY87" fmla="*/ 4288451 h 4708504"/>
                  <a:gd name="connsiteX88" fmla="*/ 7884794 w 8773198"/>
                  <a:gd name="connsiteY88" fmla="*/ 4247568 h 4708504"/>
                  <a:gd name="connsiteX89" fmla="*/ 7773744 w 8773198"/>
                  <a:gd name="connsiteY89" fmla="*/ 4211240 h 4708504"/>
                  <a:gd name="connsiteX90" fmla="*/ 7662694 w 8773198"/>
                  <a:gd name="connsiteY90" fmla="*/ 4179360 h 4708504"/>
                  <a:gd name="connsiteX91" fmla="*/ 7551643 w 8773198"/>
                  <a:gd name="connsiteY91" fmla="*/ 4151822 h 4708504"/>
                  <a:gd name="connsiteX92" fmla="*/ 7440593 w 8773198"/>
                  <a:gd name="connsiteY92" fmla="*/ 4128521 h 4708504"/>
                  <a:gd name="connsiteX93" fmla="*/ 7329543 w 8773198"/>
                  <a:gd name="connsiteY93" fmla="*/ 4109350 h 4708504"/>
                  <a:gd name="connsiteX94" fmla="*/ 7218492 w 8773198"/>
                  <a:gd name="connsiteY94" fmla="*/ 4094417 h 4708504"/>
                  <a:gd name="connsiteX95" fmla="*/ 7107441 w 8773198"/>
                  <a:gd name="connsiteY95" fmla="*/ 4083507 h 4708504"/>
                  <a:gd name="connsiteX96" fmla="*/ 6996391 w 8773198"/>
                  <a:gd name="connsiteY96" fmla="*/ 4076517 h 4708504"/>
                  <a:gd name="connsiteX97" fmla="*/ 6885340 w 8773198"/>
                  <a:gd name="connsiteY97" fmla="*/ 4073340 h 4708504"/>
                  <a:gd name="connsiteX98" fmla="*/ 6774290 w 8773198"/>
                  <a:gd name="connsiteY98" fmla="*/ 4073764 h 4708504"/>
                  <a:gd name="connsiteX99" fmla="*/ 6663240 w 8773198"/>
                  <a:gd name="connsiteY99" fmla="*/ 4077682 h 4708504"/>
                  <a:gd name="connsiteX100" fmla="*/ 6552189 w 8773198"/>
                  <a:gd name="connsiteY100" fmla="*/ 4084673 h 4708504"/>
                  <a:gd name="connsiteX101" fmla="*/ 6441139 w 8773198"/>
                  <a:gd name="connsiteY101" fmla="*/ 4094629 h 4708504"/>
                  <a:gd name="connsiteX102" fmla="*/ 6330088 w 8773198"/>
                  <a:gd name="connsiteY102" fmla="*/ 4107126 h 4708504"/>
                  <a:gd name="connsiteX103" fmla="*/ 6219038 w 8773198"/>
                  <a:gd name="connsiteY103" fmla="*/ 4121742 h 4708504"/>
                  <a:gd name="connsiteX104" fmla="*/ 6107881 w 8773198"/>
                  <a:gd name="connsiteY104" fmla="*/ 4138159 h 4708504"/>
                  <a:gd name="connsiteX105" fmla="*/ 5996831 w 8773198"/>
                  <a:gd name="connsiteY105" fmla="*/ 4155952 h 4708504"/>
                  <a:gd name="connsiteX106" fmla="*/ 5885781 w 8773198"/>
                  <a:gd name="connsiteY106" fmla="*/ 4174593 h 4708504"/>
                  <a:gd name="connsiteX107" fmla="*/ 5774730 w 8773198"/>
                  <a:gd name="connsiteY107" fmla="*/ 4193552 h 4708504"/>
                  <a:gd name="connsiteX108" fmla="*/ 5663679 w 8773198"/>
                  <a:gd name="connsiteY108" fmla="*/ 4212616 h 4708504"/>
                  <a:gd name="connsiteX109" fmla="*/ 5552629 w 8773198"/>
                  <a:gd name="connsiteY109" fmla="*/ 4231046 h 4708504"/>
                  <a:gd name="connsiteX110" fmla="*/ 5441578 w 8773198"/>
                  <a:gd name="connsiteY110" fmla="*/ 4248627 h 4708504"/>
                  <a:gd name="connsiteX111" fmla="*/ 5330528 w 8773198"/>
                  <a:gd name="connsiteY111" fmla="*/ 4264726 h 4708504"/>
                  <a:gd name="connsiteX112" fmla="*/ 5219478 w 8773198"/>
                  <a:gd name="connsiteY112" fmla="*/ 4279130 h 4708504"/>
                  <a:gd name="connsiteX113" fmla="*/ 5108428 w 8773198"/>
                  <a:gd name="connsiteY113" fmla="*/ 4291205 h 4708504"/>
                  <a:gd name="connsiteX114" fmla="*/ 4997377 w 8773198"/>
                  <a:gd name="connsiteY114" fmla="*/ 4300737 h 4708504"/>
                  <a:gd name="connsiteX115" fmla="*/ 4886326 w 8773198"/>
                  <a:gd name="connsiteY115" fmla="*/ 4307198 h 4708504"/>
                  <a:gd name="connsiteX116" fmla="*/ 4775276 w 8773198"/>
                  <a:gd name="connsiteY116" fmla="*/ 4310481 h 4708504"/>
                  <a:gd name="connsiteX117" fmla="*/ 4664225 w 8773198"/>
                  <a:gd name="connsiteY117" fmla="*/ 4309951 h 4708504"/>
                  <a:gd name="connsiteX118" fmla="*/ 4553175 w 8773198"/>
                  <a:gd name="connsiteY118" fmla="*/ 4305503 h 4708504"/>
                  <a:gd name="connsiteX119" fmla="*/ 4442124 w 8773198"/>
                  <a:gd name="connsiteY119" fmla="*/ 4296712 h 4708504"/>
                  <a:gd name="connsiteX120" fmla="*/ 4331074 w 8773198"/>
                  <a:gd name="connsiteY120" fmla="*/ 4283367 h 4708504"/>
                  <a:gd name="connsiteX121" fmla="*/ 4220024 w 8773198"/>
                  <a:gd name="connsiteY121" fmla="*/ 4265150 h 4708504"/>
                  <a:gd name="connsiteX122" fmla="*/ 4108973 w 8773198"/>
                  <a:gd name="connsiteY122" fmla="*/ 4241743 h 4708504"/>
                  <a:gd name="connsiteX123" fmla="*/ 3997923 w 8773198"/>
                  <a:gd name="connsiteY123" fmla="*/ 4213040 h 4708504"/>
                  <a:gd name="connsiteX124" fmla="*/ 3886872 w 8773198"/>
                  <a:gd name="connsiteY124" fmla="*/ 4178618 h 4708504"/>
                  <a:gd name="connsiteX125" fmla="*/ 3775822 w 8773198"/>
                  <a:gd name="connsiteY125" fmla="*/ 4138583 h 4708504"/>
                  <a:gd name="connsiteX126" fmla="*/ 3664771 w 8773198"/>
                  <a:gd name="connsiteY126" fmla="*/ 4092404 h 4708504"/>
                  <a:gd name="connsiteX127" fmla="*/ 3553721 w 8773198"/>
                  <a:gd name="connsiteY127" fmla="*/ 4040189 h 4708504"/>
                  <a:gd name="connsiteX128" fmla="*/ 3442670 w 8773198"/>
                  <a:gd name="connsiteY128" fmla="*/ 3981936 h 4708504"/>
                  <a:gd name="connsiteX129" fmla="*/ 3331620 w 8773198"/>
                  <a:gd name="connsiteY129" fmla="*/ 3917435 h 4708504"/>
                  <a:gd name="connsiteX130" fmla="*/ 3220569 w 8773198"/>
                  <a:gd name="connsiteY130" fmla="*/ 3847108 h 4708504"/>
                  <a:gd name="connsiteX131" fmla="*/ 3109519 w 8773198"/>
                  <a:gd name="connsiteY131" fmla="*/ 3771379 h 4708504"/>
                  <a:gd name="connsiteX132" fmla="*/ 2998362 w 8773198"/>
                  <a:gd name="connsiteY132" fmla="*/ 3690991 h 4708504"/>
                  <a:gd name="connsiteX133" fmla="*/ 2887312 w 8773198"/>
                  <a:gd name="connsiteY133" fmla="*/ 3607743 h 4708504"/>
                  <a:gd name="connsiteX134" fmla="*/ 2776262 w 8773198"/>
                  <a:gd name="connsiteY134" fmla="*/ 3524494 h 4708504"/>
                  <a:gd name="connsiteX135" fmla="*/ 2665211 w 8773198"/>
                  <a:gd name="connsiteY135" fmla="*/ 3446754 h 4708504"/>
                  <a:gd name="connsiteX136" fmla="*/ 2554161 w 8773198"/>
                  <a:gd name="connsiteY136" fmla="*/ 3383205 h 4708504"/>
                  <a:gd name="connsiteX137" fmla="*/ 2443110 w 8773198"/>
                  <a:gd name="connsiteY137" fmla="*/ 3354079 h 4708504"/>
                  <a:gd name="connsiteX138" fmla="*/ 2332060 w 8773198"/>
                  <a:gd name="connsiteY138" fmla="*/ 3352173 h 4708504"/>
                  <a:gd name="connsiteX139" fmla="*/ 2221009 w 8773198"/>
                  <a:gd name="connsiteY139" fmla="*/ 3366683 h 4708504"/>
                  <a:gd name="connsiteX140" fmla="*/ 2109959 w 8773198"/>
                  <a:gd name="connsiteY140" fmla="*/ 3418263 h 4708504"/>
                  <a:gd name="connsiteX141" fmla="*/ 1998908 w 8773198"/>
                  <a:gd name="connsiteY141" fmla="*/ 3502570 h 4708504"/>
                  <a:gd name="connsiteX142" fmla="*/ 1887858 w 8773198"/>
                  <a:gd name="connsiteY142" fmla="*/ 3592279 h 4708504"/>
                  <a:gd name="connsiteX143" fmla="*/ 1776807 w 8773198"/>
                  <a:gd name="connsiteY143" fmla="*/ 3647884 h 4708504"/>
                  <a:gd name="connsiteX144" fmla="*/ 1665757 w 8773198"/>
                  <a:gd name="connsiteY144" fmla="*/ 3702006 h 4708504"/>
                  <a:gd name="connsiteX145" fmla="*/ 1554706 w 8773198"/>
                  <a:gd name="connsiteY145" fmla="*/ 3752950 h 4708504"/>
                  <a:gd name="connsiteX146" fmla="*/ 1443656 w 8773198"/>
                  <a:gd name="connsiteY146" fmla="*/ 3717681 h 4708504"/>
                  <a:gd name="connsiteX147" fmla="*/ 1332605 w 8773198"/>
                  <a:gd name="connsiteY147" fmla="*/ 3512314 h 4708504"/>
                  <a:gd name="connsiteX148" fmla="*/ 1221555 w 8773198"/>
                  <a:gd name="connsiteY148" fmla="*/ 3280469 h 4708504"/>
                  <a:gd name="connsiteX149" fmla="*/ 1110505 w 8773198"/>
                  <a:gd name="connsiteY149" fmla="*/ 3145747 h 4708504"/>
                  <a:gd name="connsiteX150" fmla="*/ 999454 w 8773198"/>
                  <a:gd name="connsiteY150" fmla="*/ 3102957 h 4708504"/>
                  <a:gd name="connsiteX151" fmla="*/ 888404 w 8773198"/>
                  <a:gd name="connsiteY151" fmla="*/ 3039091 h 4708504"/>
                  <a:gd name="connsiteX152" fmla="*/ 777353 w 8773198"/>
                  <a:gd name="connsiteY152" fmla="*/ 3249860 h 4708504"/>
                  <a:gd name="connsiteX153" fmla="*/ 666303 w 8773198"/>
                  <a:gd name="connsiteY153" fmla="*/ 3490602 h 4708504"/>
                  <a:gd name="connsiteX154" fmla="*/ 555252 w 8773198"/>
                  <a:gd name="connsiteY154" fmla="*/ 3650002 h 4708504"/>
                  <a:gd name="connsiteX155" fmla="*/ 444202 w 8773198"/>
                  <a:gd name="connsiteY155" fmla="*/ 3866596 h 4708504"/>
                  <a:gd name="connsiteX156" fmla="*/ 333151 w 8773198"/>
                  <a:gd name="connsiteY156" fmla="*/ 3984796 h 4708504"/>
                  <a:gd name="connsiteX157" fmla="*/ 222101 w 8773198"/>
                  <a:gd name="connsiteY157" fmla="*/ 4039447 h 4708504"/>
                  <a:gd name="connsiteX158" fmla="*/ 111050 w 8773198"/>
                  <a:gd name="connsiteY158" fmla="*/ 4101937 h 4708504"/>
                  <a:gd name="connsiteX159" fmla="*/ 0 w 8773198"/>
                  <a:gd name="connsiteY159" fmla="*/ 4235918 h 4708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773198" h="4708504">
                    <a:moveTo>
                      <a:pt x="0" y="2909559"/>
                    </a:moveTo>
                    <a:lnTo>
                      <a:pt x="111050" y="3329507"/>
                    </a:lnTo>
                    <a:lnTo>
                      <a:pt x="222101" y="3492508"/>
                    </a:lnTo>
                    <a:lnTo>
                      <a:pt x="333151" y="3465818"/>
                    </a:lnTo>
                    <a:lnTo>
                      <a:pt x="444202" y="3344758"/>
                    </a:lnTo>
                    <a:lnTo>
                      <a:pt x="555252" y="3081033"/>
                    </a:lnTo>
                    <a:lnTo>
                      <a:pt x="666303" y="2852365"/>
                    </a:lnTo>
                    <a:lnTo>
                      <a:pt x="777353" y="2633865"/>
                    </a:lnTo>
                    <a:lnTo>
                      <a:pt x="888404" y="2543733"/>
                    </a:lnTo>
                    <a:lnTo>
                      <a:pt x="999454" y="2644562"/>
                    </a:lnTo>
                    <a:lnTo>
                      <a:pt x="1110505" y="2606963"/>
                    </a:lnTo>
                    <a:lnTo>
                      <a:pt x="1221555" y="2716266"/>
                    </a:lnTo>
                    <a:lnTo>
                      <a:pt x="1332605" y="2876196"/>
                    </a:lnTo>
                    <a:lnTo>
                      <a:pt x="1443656" y="2993125"/>
                    </a:lnTo>
                    <a:lnTo>
                      <a:pt x="1554706" y="3043752"/>
                    </a:lnTo>
                    <a:lnTo>
                      <a:pt x="1665757" y="3005940"/>
                    </a:lnTo>
                    <a:lnTo>
                      <a:pt x="1776807" y="2919938"/>
                    </a:lnTo>
                    <a:lnTo>
                      <a:pt x="1887858" y="2869735"/>
                    </a:lnTo>
                    <a:lnTo>
                      <a:pt x="1998908" y="2823768"/>
                    </a:lnTo>
                    <a:lnTo>
                      <a:pt x="2109959" y="2772083"/>
                    </a:lnTo>
                    <a:lnTo>
                      <a:pt x="2221009" y="2730564"/>
                    </a:lnTo>
                    <a:lnTo>
                      <a:pt x="2332060" y="2732894"/>
                    </a:lnTo>
                    <a:lnTo>
                      <a:pt x="2443110" y="2748782"/>
                    </a:lnTo>
                    <a:lnTo>
                      <a:pt x="2554161" y="2764351"/>
                    </a:lnTo>
                    <a:lnTo>
                      <a:pt x="2665211" y="2776319"/>
                    </a:lnTo>
                    <a:lnTo>
                      <a:pt x="2776262" y="2769541"/>
                    </a:lnTo>
                    <a:lnTo>
                      <a:pt x="2887312" y="2751959"/>
                    </a:lnTo>
                    <a:lnTo>
                      <a:pt x="2998362" y="2728870"/>
                    </a:lnTo>
                    <a:lnTo>
                      <a:pt x="3109519" y="2703450"/>
                    </a:lnTo>
                    <a:lnTo>
                      <a:pt x="3220569" y="2677501"/>
                    </a:lnTo>
                    <a:lnTo>
                      <a:pt x="3331620" y="2651976"/>
                    </a:lnTo>
                    <a:lnTo>
                      <a:pt x="3442670" y="2627404"/>
                    </a:lnTo>
                    <a:lnTo>
                      <a:pt x="3553721" y="2604103"/>
                    </a:lnTo>
                    <a:lnTo>
                      <a:pt x="3664771" y="2582179"/>
                    </a:lnTo>
                    <a:lnTo>
                      <a:pt x="3775822" y="2561738"/>
                    </a:lnTo>
                    <a:lnTo>
                      <a:pt x="3886872" y="2542673"/>
                    </a:lnTo>
                    <a:lnTo>
                      <a:pt x="3997923" y="2525092"/>
                    </a:lnTo>
                    <a:lnTo>
                      <a:pt x="4108973" y="2508675"/>
                    </a:lnTo>
                    <a:lnTo>
                      <a:pt x="4220024" y="2493423"/>
                    </a:lnTo>
                    <a:lnTo>
                      <a:pt x="4331074" y="2479125"/>
                    </a:lnTo>
                    <a:lnTo>
                      <a:pt x="4442124" y="2465780"/>
                    </a:lnTo>
                    <a:lnTo>
                      <a:pt x="4553175" y="2453070"/>
                    </a:lnTo>
                    <a:lnTo>
                      <a:pt x="4664225" y="2440784"/>
                    </a:lnTo>
                    <a:lnTo>
                      <a:pt x="4775276" y="2428816"/>
                    </a:lnTo>
                    <a:lnTo>
                      <a:pt x="4886326" y="2416954"/>
                    </a:lnTo>
                    <a:lnTo>
                      <a:pt x="4997377" y="2404879"/>
                    </a:lnTo>
                    <a:lnTo>
                      <a:pt x="5108428" y="2392382"/>
                    </a:lnTo>
                    <a:lnTo>
                      <a:pt x="5219478" y="2379142"/>
                    </a:lnTo>
                    <a:lnTo>
                      <a:pt x="5330528" y="2364844"/>
                    </a:lnTo>
                    <a:lnTo>
                      <a:pt x="5441578" y="2349380"/>
                    </a:lnTo>
                    <a:lnTo>
                      <a:pt x="5552629" y="2332222"/>
                    </a:lnTo>
                    <a:lnTo>
                      <a:pt x="5663679" y="2313158"/>
                    </a:lnTo>
                    <a:lnTo>
                      <a:pt x="5774730" y="2291763"/>
                    </a:lnTo>
                    <a:lnTo>
                      <a:pt x="5885781" y="2267721"/>
                    </a:lnTo>
                    <a:lnTo>
                      <a:pt x="5996831" y="2240713"/>
                    </a:lnTo>
                    <a:lnTo>
                      <a:pt x="6107881" y="2210316"/>
                    </a:lnTo>
                    <a:lnTo>
                      <a:pt x="6219038" y="2176211"/>
                    </a:lnTo>
                    <a:lnTo>
                      <a:pt x="6330088" y="2137977"/>
                    </a:lnTo>
                    <a:lnTo>
                      <a:pt x="6441139" y="2095399"/>
                    </a:lnTo>
                    <a:lnTo>
                      <a:pt x="6552189" y="2048267"/>
                    </a:lnTo>
                    <a:lnTo>
                      <a:pt x="6663240" y="1996158"/>
                    </a:lnTo>
                    <a:lnTo>
                      <a:pt x="6774290" y="1939070"/>
                    </a:lnTo>
                    <a:lnTo>
                      <a:pt x="6885340" y="1876687"/>
                    </a:lnTo>
                    <a:lnTo>
                      <a:pt x="6996391" y="1809008"/>
                    </a:lnTo>
                    <a:lnTo>
                      <a:pt x="7107441" y="1736034"/>
                    </a:lnTo>
                    <a:lnTo>
                      <a:pt x="7218492" y="1657551"/>
                    </a:lnTo>
                    <a:lnTo>
                      <a:pt x="7329543" y="1573668"/>
                    </a:lnTo>
                    <a:lnTo>
                      <a:pt x="7440593" y="1484382"/>
                    </a:lnTo>
                    <a:lnTo>
                      <a:pt x="7551643" y="1389801"/>
                    </a:lnTo>
                    <a:lnTo>
                      <a:pt x="7662694" y="1289819"/>
                    </a:lnTo>
                    <a:lnTo>
                      <a:pt x="7773744" y="1184434"/>
                    </a:lnTo>
                    <a:lnTo>
                      <a:pt x="7884794" y="1073860"/>
                    </a:lnTo>
                    <a:lnTo>
                      <a:pt x="7995845" y="958096"/>
                    </a:lnTo>
                    <a:lnTo>
                      <a:pt x="8106896" y="836931"/>
                    </a:lnTo>
                    <a:lnTo>
                      <a:pt x="8217946" y="710682"/>
                    </a:lnTo>
                    <a:lnTo>
                      <a:pt x="8328997" y="579137"/>
                    </a:lnTo>
                    <a:lnTo>
                      <a:pt x="8440047" y="442402"/>
                    </a:lnTo>
                    <a:lnTo>
                      <a:pt x="8551097" y="300266"/>
                    </a:lnTo>
                    <a:lnTo>
                      <a:pt x="8662148" y="152834"/>
                    </a:lnTo>
                    <a:lnTo>
                      <a:pt x="8773198" y="0"/>
                    </a:lnTo>
                    <a:lnTo>
                      <a:pt x="8773198" y="4708505"/>
                    </a:lnTo>
                    <a:lnTo>
                      <a:pt x="8662148" y="4633201"/>
                    </a:lnTo>
                    <a:lnTo>
                      <a:pt x="8551097" y="4563191"/>
                    </a:lnTo>
                    <a:lnTo>
                      <a:pt x="8440047" y="4498478"/>
                    </a:lnTo>
                    <a:lnTo>
                      <a:pt x="8328997" y="4438743"/>
                    </a:lnTo>
                    <a:lnTo>
                      <a:pt x="8217946" y="4383879"/>
                    </a:lnTo>
                    <a:lnTo>
                      <a:pt x="8106896" y="4333782"/>
                    </a:lnTo>
                    <a:lnTo>
                      <a:pt x="7995845" y="4288451"/>
                    </a:lnTo>
                    <a:lnTo>
                      <a:pt x="7884794" y="4247568"/>
                    </a:lnTo>
                    <a:lnTo>
                      <a:pt x="7773744" y="4211240"/>
                    </a:lnTo>
                    <a:lnTo>
                      <a:pt x="7662694" y="4179360"/>
                    </a:lnTo>
                    <a:lnTo>
                      <a:pt x="7551643" y="4151822"/>
                    </a:lnTo>
                    <a:lnTo>
                      <a:pt x="7440593" y="4128521"/>
                    </a:lnTo>
                    <a:lnTo>
                      <a:pt x="7329543" y="4109350"/>
                    </a:lnTo>
                    <a:lnTo>
                      <a:pt x="7218492" y="4094417"/>
                    </a:lnTo>
                    <a:lnTo>
                      <a:pt x="7107441" y="4083507"/>
                    </a:lnTo>
                    <a:lnTo>
                      <a:pt x="6996391" y="4076517"/>
                    </a:lnTo>
                    <a:lnTo>
                      <a:pt x="6885340" y="4073340"/>
                    </a:lnTo>
                    <a:lnTo>
                      <a:pt x="6774290" y="4073764"/>
                    </a:lnTo>
                    <a:lnTo>
                      <a:pt x="6663240" y="4077682"/>
                    </a:lnTo>
                    <a:lnTo>
                      <a:pt x="6552189" y="4084673"/>
                    </a:lnTo>
                    <a:lnTo>
                      <a:pt x="6441139" y="4094629"/>
                    </a:lnTo>
                    <a:lnTo>
                      <a:pt x="6330088" y="4107126"/>
                    </a:lnTo>
                    <a:lnTo>
                      <a:pt x="6219038" y="4121742"/>
                    </a:lnTo>
                    <a:lnTo>
                      <a:pt x="6107881" y="4138159"/>
                    </a:lnTo>
                    <a:lnTo>
                      <a:pt x="5996831" y="4155952"/>
                    </a:lnTo>
                    <a:lnTo>
                      <a:pt x="5885781" y="4174593"/>
                    </a:lnTo>
                    <a:lnTo>
                      <a:pt x="5774730" y="4193552"/>
                    </a:lnTo>
                    <a:lnTo>
                      <a:pt x="5663679" y="4212616"/>
                    </a:lnTo>
                    <a:lnTo>
                      <a:pt x="5552629" y="4231046"/>
                    </a:lnTo>
                    <a:lnTo>
                      <a:pt x="5441578" y="4248627"/>
                    </a:lnTo>
                    <a:lnTo>
                      <a:pt x="5330528" y="4264726"/>
                    </a:lnTo>
                    <a:lnTo>
                      <a:pt x="5219478" y="4279130"/>
                    </a:lnTo>
                    <a:lnTo>
                      <a:pt x="5108428" y="4291205"/>
                    </a:lnTo>
                    <a:lnTo>
                      <a:pt x="4997377" y="4300737"/>
                    </a:lnTo>
                    <a:lnTo>
                      <a:pt x="4886326" y="4307198"/>
                    </a:lnTo>
                    <a:lnTo>
                      <a:pt x="4775276" y="4310481"/>
                    </a:lnTo>
                    <a:lnTo>
                      <a:pt x="4664225" y="4309951"/>
                    </a:lnTo>
                    <a:lnTo>
                      <a:pt x="4553175" y="4305503"/>
                    </a:lnTo>
                    <a:lnTo>
                      <a:pt x="4442124" y="4296712"/>
                    </a:lnTo>
                    <a:lnTo>
                      <a:pt x="4331074" y="4283367"/>
                    </a:lnTo>
                    <a:lnTo>
                      <a:pt x="4220024" y="4265150"/>
                    </a:lnTo>
                    <a:lnTo>
                      <a:pt x="4108973" y="4241743"/>
                    </a:lnTo>
                    <a:lnTo>
                      <a:pt x="3997923" y="4213040"/>
                    </a:lnTo>
                    <a:lnTo>
                      <a:pt x="3886872" y="4178618"/>
                    </a:lnTo>
                    <a:lnTo>
                      <a:pt x="3775822" y="4138583"/>
                    </a:lnTo>
                    <a:lnTo>
                      <a:pt x="3664771" y="4092404"/>
                    </a:lnTo>
                    <a:lnTo>
                      <a:pt x="3553721" y="4040189"/>
                    </a:lnTo>
                    <a:lnTo>
                      <a:pt x="3442670" y="3981936"/>
                    </a:lnTo>
                    <a:lnTo>
                      <a:pt x="3331620" y="3917435"/>
                    </a:lnTo>
                    <a:lnTo>
                      <a:pt x="3220569" y="3847108"/>
                    </a:lnTo>
                    <a:lnTo>
                      <a:pt x="3109519" y="3771379"/>
                    </a:lnTo>
                    <a:lnTo>
                      <a:pt x="2998362" y="3690991"/>
                    </a:lnTo>
                    <a:lnTo>
                      <a:pt x="2887312" y="3607743"/>
                    </a:lnTo>
                    <a:lnTo>
                      <a:pt x="2776262" y="3524494"/>
                    </a:lnTo>
                    <a:lnTo>
                      <a:pt x="2665211" y="3446754"/>
                    </a:lnTo>
                    <a:lnTo>
                      <a:pt x="2554161" y="3383205"/>
                    </a:lnTo>
                    <a:lnTo>
                      <a:pt x="2443110" y="3354079"/>
                    </a:lnTo>
                    <a:lnTo>
                      <a:pt x="2332060" y="3352173"/>
                    </a:lnTo>
                    <a:lnTo>
                      <a:pt x="2221009" y="3366683"/>
                    </a:lnTo>
                    <a:lnTo>
                      <a:pt x="2109959" y="3418263"/>
                    </a:lnTo>
                    <a:lnTo>
                      <a:pt x="1998908" y="3502570"/>
                    </a:lnTo>
                    <a:lnTo>
                      <a:pt x="1887858" y="3592279"/>
                    </a:lnTo>
                    <a:lnTo>
                      <a:pt x="1776807" y="3647884"/>
                    </a:lnTo>
                    <a:lnTo>
                      <a:pt x="1665757" y="3702006"/>
                    </a:lnTo>
                    <a:lnTo>
                      <a:pt x="1554706" y="3752950"/>
                    </a:lnTo>
                    <a:lnTo>
                      <a:pt x="1443656" y="3717681"/>
                    </a:lnTo>
                    <a:lnTo>
                      <a:pt x="1332605" y="3512314"/>
                    </a:lnTo>
                    <a:lnTo>
                      <a:pt x="1221555" y="3280469"/>
                    </a:lnTo>
                    <a:lnTo>
                      <a:pt x="1110505" y="3145747"/>
                    </a:lnTo>
                    <a:lnTo>
                      <a:pt x="999454" y="3102957"/>
                    </a:lnTo>
                    <a:lnTo>
                      <a:pt x="888404" y="3039091"/>
                    </a:lnTo>
                    <a:lnTo>
                      <a:pt x="777353" y="3249860"/>
                    </a:lnTo>
                    <a:lnTo>
                      <a:pt x="666303" y="3490602"/>
                    </a:lnTo>
                    <a:lnTo>
                      <a:pt x="555252" y="3650002"/>
                    </a:lnTo>
                    <a:lnTo>
                      <a:pt x="444202" y="3866596"/>
                    </a:lnTo>
                    <a:lnTo>
                      <a:pt x="333151" y="3984796"/>
                    </a:lnTo>
                    <a:lnTo>
                      <a:pt x="222101" y="4039447"/>
                    </a:lnTo>
                    <a:lnTo>
                      <a:pt x="111050" y="4101937"/>
                    </a:lnTo>
                    <a:lnTo>
                      <a:pt x="0" y="4235918"/>
                    </a:lnTo>
                    <a:close/>
                  </a:path>
                </a:pathLst>
              </a:custGeom>
              <a:solidFill>
                <a:srgbClr val="E78828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F9F77580-6262-99B3-6BBE-6039233C235F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3492508"/>
              </a:xfrm>
              <a:custGeom>
                <a:avLst/>
                <a:gdLst>
                  <a:gd name="connsiteX0" fmla="*/ 0 w 8773198"/>
                  <a:gd name="connsiteY0" fmla="*/ 2909559 h 3492508"/>
                  <a:gd name="connsiteX1" fmla="*/ 111050 w 8773198"/>
                  <a:gd name="connsiteY1" fmla="*/ 3329507 h 3492508"/>
                  <a:gd name="connsiteX2" fmla="*/ 222101 w 8773198"/>
                  <a:gd name="connsiteY2" fmla="*/ 3492508 h 3492508"/>
                  <a:gd name="connsiteX3" fmla="*/ 333151 w 8773198"/>
                  <a:gd name="connsiteY3" fmla="*/ 3465818 h 3492508"/>
                  <a:gd name="connsiteX4" fmla="*/ 444202 w 8773198"/>
                  <a:gd name="connsiteY4" fmla="*/ 3344758 h 3492508"/>
                  <a:gd name="connsiteX5" fmla="*/ 555252 w 8773198"/>
                  <a:gd name="connsiteY5" fmla="*/ 3081033 h 3492508"/>
                  <a:gd name="connsiteX6" fmla="*/ 666303 w 8773198"/>
                  <a:gd name="connsiteY6" fmla="*/ 2852365 h 3492508"/>
                  <a:gd name="connsiteX7" fmla="*/ 777353 w 8773198"/>
                  <a:gd name="connsiteY7" fmla="*/ 2633865 h 3492508"/>
                  <a:gd name="connsiteX8" fmla="*/ 888404 w 8773198"/>
                  <a:gd name="connsiteY8" fmla="*/ 2543733 h 3492508"/>
                  <a:gd name="connsiteX9" fmla="*/ 999454 w 8773198"/>
                  <a:gd name="connsiteY9" fmla="*/ 2644562 h 3492508"/>
                  <a:gd name="connsiteX10" fmla="*/ 1110505 w 8773198"/>
                  <a:gd name="connsiteY10" fmla="*/ 2606963 h 3492508"/>
                  <a:gd name="connsiteX11" fmla="*/ 1221555 w 8773198"/>
                  <a:gd name="connsiteY11" fmla="*/ 2716266 h 3492508"/>
                  <a:gd name="connsiteX12" fmla="*/ 1332605 w 8773198"/>
                  <a:gd name="connsiteY12" fmla="*/ 2876196 h 3492508"/>
                  <a:gd name="connsiteX13" fmla="*/ 1443656 w 8773198"/>
                  <a:gd name="connsiteY13" fmla="*/ 2993125 h 3492508"/>
                  <a:gd name="connsiteX14" fmla="*/ 1554706 w 8773198"/>
                  <a:gd name="connsiteY14" fmla="*/ 3043752 h 3492508"/>
                  <a:gd name="connsiteX15" fmla="*/ 1665757 w 8773198"/>
                  <a:gd name="connsiteY15" fmla="*/ 3005940 h 3492508"/>
                  <a:gd name="connsiteX16" fmla="*/ 1776807 w 8773198"/>
                  <a:gd name="connsiteY16" fmla="*/ 2919938 h 3492508"/>
                  <a:gd name="connsiteX17" fmla="*/ 1887858 w 8773198"/>
                  <a:gd name="connsiteY17" fmla="*/ 2869735 h 3492508"/>
                  <a:gd name="connsiteX18" fmla="*/ 1998908 w 8773198"/>
                  <a:gd name="connsiteY18" fmla="*/ 2823768 h 3492508"/>
                  <a:gd name="connsiteX19" fmla="*/ 2109959 w 8773198"/>
                  <a:gd name="connsiteY19" fmla="*/ 2772083 h 3492508"/>
                  <a:gd name="connsiteX20" fmla="*/ 2221009 w 8773198"/>
                  <a:gd name="connsiteY20" fmla="*/ 2730564 h 3492508"/>
                  <a:gd name="connsiteX21" fmla="*/ 2332060 w 8773198"/>
                  <a:gd name="connsiteY21" fmla="*/ 2732894 h 3492508"/>
                  <a:gd name="connsiteX22" fmla="*/ 2443110 w 8773198"/>
                  <a:gd name="connsiteY22" fmla="*/ 2748782 h 3492508"/>
                  <a:gd name="connsiteX23" fmla="*/ 2554161 w 8773198"/>
                  <a:gd name="connsiteY23" fmla="*/ 2764351 h 3492508"/>
                  <a:gd name="connsiteX24" fmla="*/ 2665211 w 8773198"/>
                  <a:gd name="connsiteY24" fmla="*/ 2776319 h 3492508"/>
                  <a:gd name="connsiteX25" fmla="*/ 2776262 w 8773198"/>
                  <a:gd name="connsiteY25" fmla="*/ 2769541 h 3492508"/>
                  <a:gd name="connsiteX26" fmla="*/ 2887312 w 8773198"/>
                  <a:gd name="connsiteY26" fmla="*/ 2751959 h 3492508"/>
                  <a:gd name="connsiteX27" fmla="*/ 2998362 w 8773198"/>
                  <a:gd name="connsiteY27" fmla="*/ 2728870 h 3492508"/>
                  <a:gd name="connsiteX28" fmla="*/ 3109519 w 8773198"/>
                  <a:gd name="connsiteY28" fmla="*/ 2703450 h 3492508"/>
                  <a:gd name="connsiteX29" fmla="*/ 3220569 w 8773198"/>
                  <a:gd name="connsiteY29" fmla="*/ 2677501 h 3492508"/>
                  <a:gd name="connsiteX30" fmla="*/ 3331620 w 8773198"/>
                  <a:gd name="connsiteY30" fmla="*/ 2651976 h 3492508"/>
                  <a:gd name="connsiteX31" fmla="*/ 3442670 w 8773198"/>
                  <a:gd name="connsiteY31" fmla="*/ 2627404 h 3492508"/>
                  <a:gd name="connsiteX32" fmla="*/ 3553721 w 8773198"/>
                  <a:gd name="connsiteY32" fmla="*/ 2604103 h 3492508"/>
                  <a:gd name="connsiteX33" fmla="*/ 3664771 w 8773198"/>
                  <a:gd name="connsiteY33" fmla="*/ 2582179 h 3492508"/>
                  <a:gd name="connsiteX34" fmla="*/ 3775822 w 8773198"/>
                  <a:gd name="connsiteY34" fmla="*/ 2561738 h 3492508"/>
                  <a:gd name="connsiteX35" fmla="*/ 3886872 w 8773198"/>
                  <a:gd name="connsiteY35" fmla="*/ 2542673 h 3492508"/>
                  <a:gd name="connsiteX36" fmla="*/ 3997923 w 8773198"/>
                  <a:gd name="connsiteY36" fmla="*/ 2525092 h 3492508"/>
                  <a:gd name="connsiteX37" fmla="*/ 4108973 w 8773198"/>
                  <a:gd name="connsiteY37" fmla="*/ 2508675 h 3492508"/>
                  <a:gd name="connsiteX38" fmla="*/ 4220024 w 8773198"/>
                  <a:gd name="connsiteY38" fmla="*/ 2493423 h 3492508"/>
                  <a:gd name="connsiteX39" fmla="*/ 4331074 w 8773198"/>
                  <a:gd name="connsiteY39" fmla="*/ 2479125 h 3492508"/>
                  <a:gd name="connsiteX40" fmla="*/ 4442124 w 8773198"/>
                  <a:gd name="connsiteY40" fmla="*/ 2465780 h 3492508"/>
                  <a:gd name="connsiteX41" fmla="*/ 4553175 w 8773198"/>
                  <a:gd name="connsiteY41" fmla="*/ 2453070 h 3492508"/>
                  <a:gd name="connsiteX42" fmla="*/ 4664225 w 8773198"/>
                  <a:gd name="connsiteY42" fmla="*/ 2440784 h 3492508"/>
                  <a:gd name="connsiteX43" fmla="*/ 4775276 w 8773198"/>
                  <a:gd name="connsiteY43" fmla="*/ 2428816 h 3492508"/>
                  <a:gd name="connsiteX44" fmla="*/ 4886326 w 8773198"/>
                  <a:gd name="connsiteY44" fmla="*/ 2416954 h 3492508"/>
                  <a:gd name="connsiteX45" fmla="*/ 4997377 w 8773198"/>
                  <a:gd name="connsiteY45" fmla="*/ 2404879 h 3492508"/>
                  <a:gd name="connsiteX46" fmla="*/ 5108428 w 8773198"/>
                  <a:gd name="connsiteY46" fmla="*/ 2392382 h 3492508"/>
                  <a:gd name="connsiteX47" fmla="*/ 5219478 w 8773198"/>
                  <a:gd name="connsiteY47" fmla="*/ 2379142 h 3492508"/>
                  <a:gd name="connsiteX48" fmla="*/ 5330528 w 8773198"/>
                  <a:gd name="connsiteY48" fmla="*/ 2364844 h 3492508"/>
                  <a:gd name="connsiteX49" fmla="*/ 5441578 w 8773198"/>
                  <a:gd name="connsiteY49" fmla="*/ 2349380 h 3492508"/>
                  <a:gd name="connsiteX50" fmla="*/ 5552629 w 8773198"/>
                  <a:gd name="connsiteY50" fmla="*/ 2332222 h 3492508"/>
                  <a:gd name="connsiteX51" fmla="*/ 5663679 w 8773198"/>
                  <a:gd name="connsiteY51" fmla="*/ 2313158 h 3492508"/>
                  <a:gd name="connsiteX52" fmla="*/ 5774730 w 8773198"/>
                  <a:gd name="connsiteY52" fmla="*/ 2291763 h 3492508"/>
                  <a:gd name="connsiteX53" fmla="*/ 5885781 w 8773198"/>
                  <a:gd name="connsiteY53" fmla="*/ 2267721 h 3492508"/>
                  <a:gd name="connsiteX54" fmla="*/ 5996831 w 8773198"/>
                  <a:gd name="connsiteY54" fmla="*/ 2240713 h 3492508"/>
                  <a:gd name="connsiteX55" fmla="*/ 6107881 w 8773198"/>
                  <a:gd name="connsiteY55" fmla="*/ 2210316 h 3492508"/>
                  <a:gd name="connsiteX56" fmla="*/ 6219038 w 8773198"/>
                  <a:gd name="connsiteY56" fmla="*/ 2176211 h 3492508"/>
                  <a:gd name="connsiteX57" fmla="*/ 6330088 w 8773198"/>
                  <a:gd name="connsiteY57" fmla="*/ 2137977 h 3492508"/>
                  <a:gd name="connsiteX58" fmla="*/ 6441139 w 8773198"/>
                  <a:gd name="connsiteY58" fmla="*/ 2095399 h 3492508"/>
                  <a:gd name="connsiteX59" fmla="*/ 6552189 w 8773198"/>
                  <a:gd name="connsiteY59" fmla="*/ 2048267 h 3492508"/>
                  <a:gd name="connsiteX60" fmla="*/ 6663240 w 8773198"/>
                  <a:gd name="connsiteY60" fmla="*/ 1996158 h 3492508"/>
                  <a:gd name="connsiteX61" fmla="*/ 6774290 w 8773198"/>
                  <a:gd name="connsiteY61" fmla="*/ 1939070 h 3492508"/>
                  <a:gd name="connsiteX62" fmla="*/ 6885340 w 8773198"/>
                  <a:gd name="connsiteY62" fmla="*/ 1876687 h 3492508"/>
                  <a:gd name="connsiteX63" fmla="*/ 6996391 w 8773198"/>
                  <a:gd name="connsiteY63" fmla="*/ 1809008 h 3492508"/>
                  <a:gd name="connsiteX64" fmla="*/ 7107441 w 8773198"/>
                  <a:gd name="connsiteY64" fmla="*/ 1736034 h 3492508"/>
                  <a:gd name="connsiteX65" fmla="*/ 7218492 w 8773198"/>
                  <a:gd name="connsiteY65" fmla="*/ 1657551 h 3492508"/>
                  <a:gd name="connsiteX66" fmla="*/ 7329543 w 8773198"/>
                  <a:gd name="connsiteY66" fmla="*/ 1573668 h 3492508"/>
                  <a:gd name="connsiteX67" fmla="*/ 7440593 w 8773198"/>
                  <a:gd name="connsiteY67" fmla="*/ 1484382 h 3492508"/>
                  <a:gd name="connsiteX68" fmla="*/ 7551643 w 8773198"/>
                  <a:gd name="connsiteY68" fmla="*/ 1389801 h 3492508"/>
                  <a:gd name="connsiteX69" fmla="*/ 7662694 w 8773198"/>
                  <a:gd name="connsiteY69" fmla="*/ 1289819 h 3492508"/>
                  <a:gd name="connsiteX70" fmla="*/ 7773744 w 8773198"/>
                  <a:gd name="connsiteY70" fmla="*/ 1184434 h 3492508"/>
                  <a:gd name="connsiteX71" fmla="*/ 7884794 w 8773198"/>
                  <a:gd name="connsiteY71" fmla="*/ 1073860 h 3492508"/>
                  <a:gd name="connsiteX72" fmla="*/ 7995845 w 8773198"/>
                  <a:gd name="connsiteY72" fmla="*/ 958096 h 3492508"/>
                  <a:gd name="connsiteX73" fmla="*/ 8106896 w 8773198"/>
                  <a:gd name="connsiteY73" fmla="*/ 836931 h 3492508"/>
                  <a:gd name="connsiteX74" fmla="*/ 8217946 w 8773198"/>
                  <a:gd name="connsiteY74" fmla="*/ 710682 h 3492508"/>
                  <a:gd name="connsiteX75" fmla="*/ 8328997 w 8773198"/>
                  <a:gd name="connsiteY75" fmla="*/ 579137 h 3492508"/>
                  <a:gd name="connsiteX76" fmla="*/ 8440047 w 8773198"/>
                  <a:gd name="connsiteY76" fmla="*/ 442402 h 3492508"/>
                  <a:gd name="connsiteX77" fmla="*/ 8551097 w 8773198"/>
                  <a:gd name="connsiteY77" fmla="*/ 300266 h 3492508"/>
                  <a:gd name="connsiteX78" fmla="*/ 8662148 w 8773198"/>
                  <a:gd name="connsiteY78" fmla="*/ 152834 h 3492508"/>
                  <a:gd name="connsiteX79" fmla="*/ 8773198 w 8773198"/>
                  <a:gd name="connsiteY79" fmla="*/ 0 h 3492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3492508">
                    <a:moveTo>
                      <a:pt x="0" y="2909559"/>
                    </a:moveTo>
                    <a:lnTo>
                      <a:pt x="111050" y="3329507"/>
                    </a:lnTo>
                    <a:lnTo>
                      <a:pt x="222101" y="3492508"/>
                    </a:lnTo>
                    <a:lnTo>
                      <a:pt x="333151" y="3465818"/>
                    </a:lnTo>
                    <a:lnTo>
                      <a:pt x="444202" y="3344758"/>
                    </a:lnTo>
                    <a:lnTo>
                      <a:pt x="555252" y="3081033"/>
                    </a:lnTo>
                    <a:lnTo>
                      <a:pt x="666303" y="2852365"/>
                    </a:lnTo>
                    <a:lnTo>
                      <a:pt x="777353" y="2633865"/>
                    </a:lnTo>
                    <a:lnTo>
                      <a:pt x="888404" y="2543733"/>
                    </a:lnTo>
                    <a:lnTo>
                      <a:pt x="999454" y="2644562"/>
                    </a:lnTo>
                    <a:lnTo>
                      <a:pt x="1110505" y="2606963"/>
                    </a:lnTo>
                    <a:lnTo>
                      <a:pt x="1221555" y="2716266"/>
                    </a:lnTo>
                    <a:lnTo>
                      <a:pt x="1332605" y="2876196"/>
                    </a:lnTo>
                    <a:lnTo>
                      <a:pt x="1443656" y="2993125"/>
                    </a:lnTo>
                    <a:lnTo>
                      <a:pt x="1554706" y="3043752"/>
                    </a:lnTo>
                    <a:lnTo>
                      <a:pt x="1665757" y="3005940"/>
                    </a:lnTo>
                    <a:lnTo>
                      <a:pt x="1776807" y="2919938"/>
                    </a:lnTo>
                    <a:lnTo>
                      <a:pt x="1887858" y="2869735"/>
                    </a:lnTo>
                    <a:lnTo>
                      <a:pt x="1998908" y="2823768"/>
                    </a:lnTo>
                    <a:lnTo>
                      <a:pt x="2109959" y="2772083"/>
                    </a:lnTo>
                    <a:lnTo>
                      <a:pt x="2221009" y="2730564"/>
                    </a:lnTo>
                    <a:lnTo>
                      <a:pt x="2332060" y="2732894"/>
                    </a:lnTo>
                    <a:lnTo>
                      <a:pt x="2443110" y="2748782"/>
                    </a:lnTo>
                    <a:lnTo>
                      <a:pt x="2554161" y="2764351"/>
                    </a:lnTo>
                    <a:lnTo>
                      <a:pt x="2665211" y="2776319"/>
                    </a:lnTo>
                    <a:lnTo>
                      <a:pt x="2776262" y="2769541"/>
                    </a:lnTo>
                    <a:lnTo>
                      <a:pt x="2887312" y="2751959"/>
                    </a:lnTo>
                    <a:lnTo>
                      <a:pt x="2998362" y="2728870"/>
                    </a:lnTo>
                    <a:lnTo>
                      <a:pt x="3109519" y="2703450"/>
                    </a:lnTo>
                    <a:lnTo>
                      <a:pt x="3220569" y="2677501"/>
                    </a:lnTo>
                    <a:lnTo>
                      <a:pt x="3331620" y="2651976"/>
                    </a:lnTo>
                    <a:lnTo>
                      <a:pt x="3442670" y="2627404"/>
                    </a:lnTo>
                    <a:lnTo>
                      <a:pt x="3553721" y="2604103"/>
                    </a:lnTo>
                    <a:lnTo>
                      <a:pt x="3664771" y="2582179"/>
                    </a:lnTo>
                    <a:lnTo>
                      <a:pt x="3775822" y="2561738"/>
                    </a:lnTo>
                    <a:lnTo>
                      <a:pt x="3886872" y="2542673"/>
                    </a:lnTo>
                    <a:lnTo>
                      <a:pt x="3997923" y="2525092"/>
                    </a:lnTo>
                    <a:lnTo>
                      <a:pt x="4108973" y="2508675"/>
                    </a:lnTo>
                    <a:lnTo>
                      <a:pt x="4220024" y="2493423"/>
                    </a:lnTo>
                    <a:lnTo>
                      <a:pt x="4331074" y="2479125"/>
                    </a:lnTo>
                    <a:lnTo>
                      <a:pt x="4442124" y="2465780"/>
                    </a:lnTo>
                    <a:lnTo>
                      <a:pt x="4553175" y="2453070"/>
                    </a:lnTo>
                    <a:lnTo>
                      <a:pt x="4664225" y="2440784"/>
                    </a:lnTo>
                    <a:lnTo>
                      <a:pt x="4775276" y="2428816"/>
                    </a:lnTo>
                    <a:lnTo>
                      <a:pt x="4886326" y="2416954"/>
                    </a:lnTo>
                    <a:lnTo>
                      <a:pt x="4997377" y="2404879"/>
                    </a:lnTo>
                    <a:lnTo>
                      <a:pt x="5108428" y="2392382"/>
                    </a:lnTo>
                    <a:lnTo>
                      <a:pt x="5219478" y="2379142"/>
                    </a:lnTo>
                    <a:lnTo>
                      <a:pt x="5330528" y="2364844"/>
                    </a:lnTo>
                    <a:lnTo>
                      <a:pt x="5441578" y="2349380"/>
                    </a:lnTo>
                    <a:lnTo>
                      <a:pt x="5552629" y="2332222"/>
                    </a:lnTo>
                    <a:lnTo>
                      <a:pt x="5663679" y="2313158"/>
                    </a:lnTo>
                    <a:lnTo>
                      <a:pt x="5774730" y="2291763"/>
                    </a:lnTo>
                    <a:lnTo>
                      <a:pt x="5885781" y="2267721"/>
                    </a:lnTo>
                    <a:lnTo>
                      <a:pt x="5996831" y="2240713"/>
                    </a:lnTo>
                    <a:lnTo>
                      <a:pt x="6107881" y="2210316"/>
                    </a:lnTo>
                    <a:lnTo>
                      <a:pt x="6219038" y="2176211"/>
                    </a:lnTo>
                    <a:lnTo>
                      <a:pt x="6330088" y="2137977"/>
                    </a:lnTo>
                    <a:lnTo>
                      <a:pt x="6441139" y="2095399"/>
                    </a:lnTo>
                    <a:lnTo>
                      <a:pt x="6552189" y="2048267"/>
                    </a:lnTo>
                    <a:lnTo>
                      <a:pt x="6663240" y="1996158"/>
                    </a:lnTo>
                    <a:lnTo>
                      <a:pt x="6774290" y="1939070"/>
                    </a:lnTo>
                    <a:lnTo>
                      <a:pt x="6885340" y="1876687"/>
                    </a:lnTo>
                    <a:lnTo>
                      <a:pt x="6996391" y="1809008"/>
                    </a:lnTo>
                    <a:lnTo>
                      <a:pt x="7107441" y="1736034"/>
                    </a:lnTo>
                    <a:lnTo>
                      <a:pt x="7218492" y="1657551"/>
                    </a:lnTo>
                    <a:lnTo>
                      <a:pt x="7329543" y="1573668"/>
                    </a:lnTo>
                    <a:lnTo>
                      <a:pt x="7440593" y="1484382"/>
                    </a:lnTo>
                    <a:lnTo>
                      <a:pt x="7551643" y="1389801"/>
                    </a:lnTo>
                    <a:lnTo>
                      <a:pt x="7662694" y="1289819"/>
                    </a:lnTo>
                    <a:lnTo>
                      <a:pt x="7773744" y="1184434"/>
                    </a:lnTo>
                    <a:lnTo>
                      <a:pt x="7884794" y="1073860"/>
                    </a:lnTo>
                    <a:lnTo>
                      <a:pt x="7995845" y="958096"/>
                    </a:lnTo>
                    <a:lnTo>
                      <a:pt x="8106896" y="836931"/>
                    </a:lnTo>
                    <a:lnTo>
                      <a:pt x="8217946" y="710682"/>
                    </a:lnTo>
                    <a:lnTo>
                      <a:pt x="8328997" y="579137"/>
                    </a:lnTo>
                    <a:lnTo>
                      <a:pt x="8440047" y="442402"/>
                    </a:lnTo>
                    <a:lnTo>
                      <a:pt x="8551097" y="300266"/>
                    </a:lnTo>
                    <a:lnTo>
                      <a:pt x="8662148" y="152834"/>
                    </a:lnTo>
                    <a:lnTo>
                      <a:pt x="8773198" y="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BC8858A-4AF0-A2ED-766D-9ABABD3501F0}"/>
                  </a:ext>
                </a:extLst>
              </p:cNvPr>
              <p:cNvSpPr/>
              <p:nvPr/>
            </p:nvSpPr>
            <p:spPr>
              <a:xfrm>
                <a:off x="1909778" y="4010572"/>
                <a:ext cx="8773198" cy="1669413"/>
              </a:xfrm>
              <a:custGeom>
                <a:avLst/>
                <a:gdLst>
                  <a:gd name="connsiteX0" fmla="*/ 8773198 w 8773198"/>
                  <a:gd name="connsiteY0" fmla="*/ 1669414 h 1669413"/>
                  <a:gd name="connsiteX1" fmla="*/ 8662148 w 8773198"/>
                  <a:gd name="connsiteY1" fmla="*/ 1594109 h 1669413"/>
                  <a:gd name="connsiteX2" fmla="*/ 8551097 w 8773198"/>
                  <a:gd name="connsiteY2" fmla="*/ 1524100 h 1669413"/>
                  <a:gd name="connsiteX3" fmla="*/ 8440047 w 8773198"/>
                  <a:gd name="connsiteY3" fmla="*/ 1459387 h 1669413"/>
                  <a:gd name="connsiteX4" fmla="*/ 8328997 w 8773198"/>
                  <a:gd name="connsiteY4" fmla="*/ 1399651 h 1669413"/>
                  <a:gd name="connsiteX5" fmla="*/ 8217946 w 8773198"/>
                  <a:gd name="connsiteY5" fmla="*/ 1344788 h 1669413"/>
                  <a:gd name="connsiteX6" fmla="*/ 8106896 w 8773198"/>
                  <a:gd name="connsiteY6" fmla="*/ 1294691 h 1669413"/>
                  <a:gd name="connsiteX7" fmla="*/ 7995845 w 8773198"/>
                  <a:gd name="connsiteY7" fmla="*/ 1249359 h 1669413"/>
                  <a:gd name="connsiteX8" fmla="*/ 7884794 w 8773198"/>
                  <a:gd name="connsiteY8" fmla="*/ 1208477 h 1669413"/>
                  <a:gd name="connsiteX9" fmla="*/ 7773744 w 8773198"/>
                  <a:gd name="connsiteY9" fmla="*/ 1172148 h 1669413"/>
                  <a:gd name="connsiteX10" fmla="*/ 7662694 w 8773198"/>
                  <a:gd name="connsiteY10" fmla="*/ 1140268 h 1669413"/>
                  <a:gd name="connsiteX11" fmla="*/ 7551643 w 8773198"/>
                  <a:gd name="connsiteY11" fmla="*/ 1112731 h 1669413"/>
                  <a:gd name="connsiteX12" fmla="*/ 7440593 w 8773198"/>
                  <a:gd name="connsiteY12" fmla="*/ 1089429 h 1669413"/>
                  <a:gd name="connsiteX13" fmla="*/ 7329543 w 8773198"/>
                  <a:gd name="connsiteY13" fmla="*/ 1070259 h 1669413"/>
                  <a:gd name="connsiteX14" fmla="*/ 7218492 w 8773198"/>
                  <a:gd name="connsiteY14" fmla="*/ 1055325 h 1669413"/>
                  <a:gd name="connsiteX15" fmla="*/ 7107441 w 8773198"/>
                  <a:gd name="connsiteY15" fmla="*/ 1044416 h 1669413"/>
                  <a:gd name="connsiteX16" fmla="*/ 6996391 w 8773198"/>
                  <a:gd name="connsiteY16" fmla="*/ 1037426 h 1669413"/>
                  <a:gd name="connsiteX17" fmla="*/ 6885340 w 8773198"/>
                  <a:gd name="connsiteY17" fmla="*/ 1034248 h 1669413"/>
                  <a:gd name="connsiteX18" fmla="*/ 6774290 w 8773198"/>
                  <a:gd name="connsiteY18" fmla="*/ 1034672 h 1669413"/>
                  <a:gd name="connsiteX19" fmla="*/ 6663240 w 8773198"/>
                  <a:gd name="connsiteY19" fmla="*/ 1038591 h 1669413"/>
                  <a:gd name="connsiteX20" fmla="*/ 6552189 w 8773198"/>
                  <a:gd name="connsiteY20" fmla="*/ 1045581 h 1669413"/>
                  <a:gd name="connsiteX21" fmla="*/ 6441139 w 8773198"/>
                  <a:gd name="connsiteY21" fmla="*/ 1055537 h 1669413"/>
                  <a:gd name="connsiteX22" fmla="*/ 6330088 w 8773198"/>
                  <a:gd name="connsiteY22" fmla="*/ 1068035 h 1669413"/>
                  <a:gd name="connsiteX23" fmla="*/ 6219038 w 8773198"/>
                  <a:gd name="connsiteY23" fmla="*/ 1082651 h 1669413"/>
                  <a:gd name="connsiteX24" fmla="*/ 6107881 w 8773198"/>
                  <a:gd name="connsiteY24" fmla="*/ 1099068 h 1669413"/>
                  <a:gd name="connsiteX25" fmla="*/ 5996831 w 8773198"/>
                  <a:gd name="connsiteY25" fmla="*/ 1116861 h 1669413"/>
                  <a:gd name="connsiteX26" fmla="*/ 5885781 w 8773198"/>
                  <a:gd name="connsiteY26" fmla="*/ 1135502 h 1669413"/>
                  <a:gd name="connsiteX27" fmla="*/ 5774730 w 8773198"/>
                  <a:gd name="connsiteY27" fmla="*/ 1154461 h 1669413"/>
                  <a:gd name="connsiteX28" fmla="*/ 5663679 w 8773198"/>
                  <a:gd name="connsiteY28" fmla="*/ 1173525 h 1669413"/>
                  <a:gd name="connsiteX29" fmla="*/ 5552629 w 8773198"/>
                  <a:gd name="connsiteY29" fmla="*/ 1191954 h 1669413"/>
                  <a:gd name="connsiteX30" fmla="*/ 5441578 w 8773198"/>
                  <a:gd name="connsiteY30" fmla="*/ 1209536 h 1669413"/>
                  <a:gd name="connsiteX31" fmla="*/ 5330528 w 8773198"/>
                  <a:gd name="connsiteY31" fmla="*/ 1225635 h 1669413"/>
                  <a:gd name="connsiteX32" fmla="*/ 5219478 w 8773198"/>
                  <a:gd name="connsiteY32" fmla="*/ 1240039 h 1669413"/>
                  <a:gd name="connsiteX33" fmla="*/ 5108428 w 8773198"/>
                  <a:gd name="connsiteY33" fmla="*/ 1252113 h 1669413"/>
                  <a:gd name="connsiteX34" fmla="*/ 4997377 w 8773198"/>
                  <a:gd name="connsiteY34" fmla="*/ 1261645 h 1669413"/>
                  <a:gd name="connsiteX35" fmla="*/ 4886326 w 8773198"/>
                  <a:gd name="connsiteY35" fmla="*/ 1268106 h 1669413"/>
                  <a:gd name="connsiteX36" fmla="*/ 4775276 w 8773198"/>
                  <a:gd name="connsiteY36" fmla="*/ 1271390 h 1669413"/>
                  <a:gd name="connsiteX37" fmla="*/ 4664225 w 8773198"/>
                  <a:gd name="connsiteY37" fmla="*/ 1270860 h 1669413"/>
                  <a:gd name="connsiteX38" fmla="*/ 4553175 w 8773198"/>
                  <a:gd name="connsiteY38" fmla="*/ 1266412 h 1669413"/>
                  <a:gd name="connsiteX39" fmla="*/ 4442124 w 8773198"/>
                  <a:gd name="connsiteY39" fmla="*/ 1257621 h 1669413"/>
                  <a:gd name="connsiteX40" fmla="*/ 4331074 w 8773198"/>
                  <a:gd name="connsiteY40" fmla="*/ 1244276 h 1669413"/>
                  <a:gd name="connsiteX41" fmla="*/ 4220024 w 8773198"/>
                  <a:gd name="connsiteY41" fmla="*/ 1226059 h 1669413"/>
                  <a:gd name="connsiteX42" fmla="*/ 4108973 w 8773198"/>
                  <a:gd name="connsiteY42" fmla="*/ 1202651 h 1669413"/>
                  <a:gd name="connsiteX43" fmla="*/ 3997923 w 8773198"/>
                  <a:gd name="connsiteY43" fmla="*/ 1173949 h 1669413"/>
                  <a:gd name="connsiteX44" fmla="*/ 3886872 w 8773198"/>
                  <a:gd name="connsiteY44" fmla="*/ 1139527 h 1669413"/>
                  <a:gd name="connsiteX45" fmla="*/ 3775822 w 8773198"/>
                  <a:gd name="connsiteY45" fmla="*/ 1099491 h 1669413"/>
                  <a:gd name="connsiteX46" fmla="*/ 3664771 w 8773198"/>
                  <a:gd name="connsiteY46" fmla="*/ 1053313 h 1669413"/>
                  <a:gd name="connsiteX47" fmla="*/ 3553721 w 8773198"/>
                  <a:gd name="connsiteY47" fmla="*/ 1001097 h 1669413"/>
                  <a:gd name="connsiteX48" fmla="*/ 3442670 w 8773198"/>
                  <a:gd name="connsiteY48" fmla="*/ 942845 h 1669413"/>
                  <a:gd name="connsiteX49" fmla="*/ 3331620 w 8773198"/>
                  <a:gd name="connsiteY49" fmla="*/ 878343 h 1669413"/>
                  <a:gd name="connsiteX50" fmla="*/ 3220569 w 8773198"/>
                  <a:gd name="connsiteY50" fmla="*/ 808017 h 1669413"/>
                  <a:gd name="connsiteX51" fmla="*/ 3109519 w 8773198"/>
                  <a:gd name="connsiteY51" fmla="*/ 732288 h 1669413"/>
                  <a:gd name="connsiteX52" fmla="*/ 2998362 w 8773198"/>
                  <a:gd name="connsiteY52" fmla="*/ 651899 h 1669413"/>
                  <a:gd name="connsiteX53" fmla="*/ 2887312 w 8773198"/>
                  <a:gd name="connsiteY53" fmla="*/ 568651 h 1669413"/>
                  <a:gd name="connsiteX54" fmla="*/ 2776262 w 8773198"/>
                  <a:gd name="connsiteY54" fmla="*/ 485403 h 1669413"/>
                  <a:gd name="connsiteX55" fmla="*/ 2665211 w 8773198"/>
                  <a:gd name="connsiteY55" fmla="*/ 407662 h 1669413"/>
                  <a:gd name="connsiteX56" fmla="*/ 2554161 w 8773198"/>
                  <a:gd name="connsiteY56" fmla="*/ 344114 h 1669413"/>
                  <a:gd name="connsiteX57" fmla="*/ 2443110 w 8773198"/>
                  <a:gd name="connsiteY57" fmla="*/ 314988 h 1669413"/>
                  <a:gd name="connsiteX58" fmla="*/ 2332060 w 8773198"/>
                  <a:gd name="connsiteY58" fmla="*/ 313081 h 1669413"/>
                  <a:gd name="connsiteX59" fmla="*/ 2221009 w 8773198"/>
                  <a:gd name="connsiteY59" fmla="*/ 327591 h 1669413"/>
                  <a:gd name="connsiteX60" fmla="*/ 2109959 w 8773198"/>
                  <a:gd name="connsiteY60" fmla="*/ 379171 h 1669413"/>
                  <a:gd name="connsiteX61" fmla="*/ 1998908 w 8773198"/>
                  <a:gd name="connsiteY61" fmla="*/ 463479 h 1669413"/>
                  <a:gd name="connsiteX62" fmla="*/ 1887858 w 8773198"/>
                  <a:gd name="connsiteY62" fmla="*/ 553188 h 1669413"/>
                  <a:gd name="connsiteX63" fmla="*/ 1776807 w 8773198"/>
                  <a:gd name="connsiteY63" fmla="*/ 608793 h 1669413"/>
                  <a:gd name="connsiteX64" fmla="*/ 1665757 w 8773198"/>
                  <a:gd name="connsiteY64" fmla="*/ 662915 h 1669413"/>
                  <a:gd name="connsiteX65" fmla="*/ 1554706 w 8773198"/>
                  <a:gd name="connsiteY65" fmla="*/ 713859 h 1669413"/>
                  <a:gd name="connsiteX66" fmla="*/ 1443656 w 8773198"/>
                  <a:gd name="connsiteY66" fmla="*/ 678590 h 1669413"/>
                  <a:gd name="connsiteX67" fmla="*/ 1332605 w 8773198"/>
                  <a:gd name="connsiteY67" fmla="*/ 473223 h 1669413"/>
                  <a:gd name="connsiteX68" fmla="*/ 1221555 w 8773198"/>
                  <a:gd name="connsiteY68" fmla="*/ 241378 h 1669413"/>
                  <a:gd name="connsiteX69" fmla="*/ 1110505 w 8773198"/>
                  <a:gd name="connsiteY69" fmla="*/ 106655 h 1669413"/>
                  <a:gd name="connsiteX70" fmla="*/ 999454 w 8773198"/>
                  <a:gd name="connsiteY70" fmla="*/ 63866 h 1669413"/>
                  <a:gd name="connsiteX71" fmla="*/ 888404 w 8773198"/>
                  <a:gd name="connsiteY71" fmla="*/ 0 h 1669413"/>
                  <a:gd name="connsiteX72" fmla="*/ 777353 w 8773198"/>
                  <a:gd name="connsiteY72" fmla="*/ 210768 h 1669413"/>
                  <a:gd name="connsiteX73" fmla="*/ 666303 w 8773198"/>
                  <a:gd name="connsiteY73" fmla="*/ 451511 h 1669413"/>
                  <a:gd name="connsiteX74" fmla="*/ 555252 w 8773198"/>
                  <a:gd name="connsiteY74" fmla="*/ 610911 h 1669413"/>
                  <a:gd name="connsiteX75" fmla="*/ 444202 w 8773198"/>
                  <a:gd name="connsiteY75" fmla="*/ 827505 h 1669413"/>
                  <a:gd name="connsiteX76" fmla="*/ 333151 w 8773198"/>
                  <a:gd name="connsiteY76" fmla="*/ 945705 h 1669413"/>
                  <a:gd name="connsiteX77" fmla="*/ 222101 w 8773198"/>
                  <a:gd name="connsiteY77" fmla="*/ 1000356 h 1669413"/>
                  <a:gd name="connsiteX78" fmla="*/ 111050 w 8773198"/>
                  <a:gd name="connsiteY78" fmla="*/ 1062845 h 1669413"/>
                  <a:gd name="connsiteX79" fmla="*/ 0 w 8773198"/>
                  <a:gd name="connsiteY79" fmla="*/ 1196826 h 1669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1669413">
                    <a:moveTo>
                      <a:pt x="8773198" y="1669414"/>
                    </a:moveTo>
                    <a:lnTo>
                      <a:pt x="8662148" y="1594109"/>
                    </a:lnTo>
                    <a:lnTo>
                      <a:pt x="8551097" y="1524100"/>
                    </a:lnTo>
                    <a:lnTo>
                      <a:pt x="8440047" y="1459387"/>
                    </a:lnTo>
                    <a:lnTo>
                      <a:pt x="8328997" y="1399651"/>
                    </a:lnTo>
                    <a:lnTo>
                      <a:pt x="8217946" y="1344788"/>
                    </a:lnTo>
                    <a:lnTo>
                      <a:pt x="8106896" y="1294691"/>
                    </a:lnTo>
                    <a:lnTo>
                      <a:pt x="7995845" y="1249359"/>
                    </a:lnTo>
                    <a:lnTo>
                      <a:pt x="7884794" y="1208477"/>
                    </a:lnTo>
                    <a:lnTo>
                      <a:pt x="7773744" y="1172148"/>
                    </a:lnTo>
                    <a:lnTo>
                      <a:pt x="7662694" y="1140268"/>
                    </a:lnTo>
                    <a:lnTo>
                      <a:pt x="7551643" y="1112731"/>
                    </a:lnTo>
                    <a:lnTo>
                      <a:pt x="7440593" y="1089429"/>
                    </a:lnTo>
                    <a:lnTo>
                      <a:pt x="7329543" y="1070259"/>
                    </a:lnTo>
                    <a:lnTo>
                      <a:pt x="7218492" y="1055325"/>
                    </a:lnTo>
                    <a:lnTo>
                      <a:pt x="7107441" y="1044416"/>
                    </a:lnTo>
                    <a:lnTo>
                      <a:pt x="6996391" y="1037426"/>
                    </a:lnTo>
                    <a:lnTo>
                      <a:pt x="6885340" y="1034248"/>
                    </a:lnTo>
                    <a:lnTo>
                      <a:pt x="6774290" y="1034672"/>
                    </a:lnTo>
                    <a:lnTo>
                      <a:pt x="6663240" y="1038591"/>
                    </a:lnTo>
                    <a:lnTo>
                      <a:pt x="6552189" y="1045581"/>
                    </a:lnTo>
                    <a:lnTo>
                      <a:pt x="6441139" y="1055537"/>
                    </a:lnTo>
                    <a:lnTo>
                      <a:pt x="6330088" y="1068035"/>
                    </a:lnTo>
                    <a:lnTo>
                      <a:pt x="6219038" y="1082651"/>
                    </a:lnTo>
                    <a:lnTo>
                      <a:pt x="6107881" y="1099068"/>
                    </a:lnTo>
                    <a:lnTo>
                      <a:pt x="5996831" y="1116861"/>
                    </a:lnTo>
                    <a:lnTo>
                      <a:pt x="5885781" y="1135502"/>
                    </a:lnTo>
                    <a:lnTo>
                      <a:pt x="5774730" y="1154461"/>
                    </a:lnTo>
                    <a:lnTo>
                      <a:pt x="5663679" y="1173525"/>
                    </a:lnTo>
                    <a:lnTo>
                      <a:pt x="5552629" y="1191954"/>
                    </a:lnTo>
                    <a:lnTo>
                      <a:pt x="5441578" y="1209536"/>
                    </a:lnTo>
                    <a:lnTo>
                      <a:pt x="5330528" y="1225635"/>
                    </a:lnTo>
                    <a:lnTo>
                      <a:pt x="5219478" y="1240039"/>
                    </a:lnTo>
                    <a:lnTo>
                      <a:pt x="5108428" y="1252113"/>
                    </a:lnTo>
                    <a:lnTo>
                      <a:pt x="4997377" y="1261645"/>
                    </a:lnTo>
                    <a:lnTo>
                      <a:pt x="4886326" y="1268106"/>
                    </a:lnTo>
                    <a:lnTo>
                      <a:pt x="4775276" y="1271390"/>
                    </a:lnTo>
                    <a:lnTo>
                      <a:pt x="4664225" y="1270860"/>
                    </a:lnTo>
                    <a:lnTo>
                      <a:pt x="4553175" y="1266412"/>
                    </a:lnTo>
                    <a:lnTo>
                      <a:pt x="4442124" y="1257621"/>
                    </a:lnTo>
                    <a:lnTo>
                      <a:pt x="4331074" y="1244276"/>
                    </a:lnTo>
                    <a:lnTo>
                      <a:pt x="4220024" y="1226059"/>
                    </a:lnTo>
                    <a:lnTo>
                      <a:pt x="4108973" y="1202651"/>
                    </a:lnTo>
                    <a:lnTo>
                      <a:pt x="3997923" y="1173949"/>
                    </a:lnTo>
                    <a:lnTo>
                      <a:pt x="3886872" y="1139527"/>
                    </a:lnTo>
                    <a:lnTo>
                      <a:pt x="3775822" y="1099491"/>
                    </a:lnTo>
                    <a:lnTo>
                      <a:pt x="3664771" y="1053313"/>
                    </a:lnTo>
                    <a:lnTo>
                      <a:pt x="3553721" y="1001097"/>
                    </a:lnTo>
                    <a:lnTo>
                      <a:pt x="3442670" y="942845"/>
                    </a:lnTo>
                    <a:lnTo>
                      <a:pt x="3331620" y="878343"/>
                    </a:lnTo>
                    <a:lnTo>
                      <a:pt x="3220569" y="808017"/>
                    </a:lnTo>
                    <a:lnTo>
                      <a:pt x="3109519" y="732288"/>
                    </a:lnTo>
                    <a:lnTo>
                      <a:pt x="2998362" y="651899"/>
                    </a:lnTo>
                    <a:lnTo>
                      <a:pt x="2887312" y="568651"/>
                    </a:lnTo>
                    <a:lnTo>
                      <a:pt x="2776262" y="485403"/>
                    </a:lnTo>
                    <a:lnTo>
                      <a:pt x="2665211" y="407662"/>
                    </a:lnTo>
                    <a:lnTo>
                      <a:pt x="2554161" y="344114"/>
                    </a:lnTo>
                    <a:lnTo>
                      <a:pt x="2443110" y="314988"/>
                    </a:lnTo>
                    <a:lnTo>
                      <a:pt x="2332060" y="313081"/>
                    </a:lnTo>
                    <a:lnTo>
                      <a:pt x="2221009" y="327591"/>
                    </a:lnTo>
                    <a:lnTo>
                      <a:pt x="2109959" y="379171"/>
                    </a:lnTo>
                    <a:lnTo>
                      <a:pt x="1998908" y="463479"/>
                    </a:lnTo>
                    <a:lnTo>
                      <a:pt x="1887858" y="553188"/>
                    </a:lnTo>
                    <a:lnTo>
                      <a:pt x="1776807" y="608793"/>
                    </a:lnTo>
                    <a:lnTo>
                      <a:pt x="1665757" y="662915"/>
                    </a:lnTo>
                    <a:lnTo>
                      <a:pt x="1554706" y="713859"/>
                    </a:lnTo>
                    <a:lnTo>
                      <a:pt x="1443656" y="678590"/>
                    </a:lnTo>
                    <a:lnTo>
                      <a:pt x="1332605" y="473223"/>
                    </a:lnTo>
                    <a:lnTo>
                      <a:pt x="1221555" y="241378"/>
                    </a:lnTo>
                    <a:lnTo>
                      <a:pt x="1110505" y="106655"/>
                    </a:lnTo>
                    <a:lnTo>
                      <a:pt x="999454" y="63866"/>
                    </a:lnTo>
                    <a:lnTo>
                      <a:pt x="888404" y="0"/>
                    </a:lnTo>
                    <a:lnTo>
                      <a:pt x="777353" y="210768"/>
                    </a:lnTo>
                    <a:lnTo>
                      <a:pt x="666303" y="451511"/>
                    </a:lnTo>
                    <a:lnTo>
                      <a:pt x="555252" y="610911"/>
                    </a:lnTo>
                    <a:lnTo>
                      <a:pt x="444202" y="827505"/>
                    </a:lnTo>
                    <a:lnTo>
                      <a:pt x="333151" y="945705"/>
                    </a:lnTo>
                    <a:lnTo>
                      <a:pt x="222101" y="1000356"/>
                    </a:lnTo>
                    <a:lnTo>
                      <a:pt x="111050" y="1062845"/>
                    </a:lnTo>
                    <a:lnTo>
                      <a:pt x="0" y="1196826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C6A4C806-A417-49FE-966B-FE939041F69C}"/>
                  </a:ext>
                </a:extLst>
              </p:cNvPr>
              <p:cNvSpPr/>
              <p:nvPr/>
            </p:nvSpPr>
            <p:spPr>
              <a:xfrm>
                <a:off x="1909778" y="3325733"/>
                <a:ext cx="8773198" cy="1411725"/>
              </a:xfrm>
              <a:custGeom>
                <a:avLst/>
                <a:gdLst>
                  <a:gd name="connsiteX0" fmla="*/ 0 w 8773198"/>
                  <a:gd name="connsiteY0" fmla="*/ 1218433 h 1411725"/>
                  <a:gd name="connsiteX1" fmla="*/ 111050 w 8773198"/>
                  <a:gd name="connsiteY1" fmla="*/ 1361416 h 1411725"/>
                  <a:gd name="connsiteX2" fmla="*/ 222101 w 8773198"/>
                  <a:gd name="connsiteY2" fmla="*/ 1411725 h 1411725"/>
                  <a:gd name="connsiteX3" fmla="*/ 333151 w 8773198"/>
                  <a:gd name="connsiteY3" fmla="*/ 1371055 h 1411725"/>
                  <a:gd name="connsiteX4" fmla="*/ 444202 w 8773198"/>
                  <a:gd name="connsiteY4" fmla="*/ 1251372 h 1411725"/>
                  <a:gd name="connsiteX5" fmla="*/ 555252 w 8773198"/>
                  <a:gd name="connsiteY5" fmla="*/ 1011265 h 1411725"/>
                  <a:gd name="connsiteX6" fmla="*/ 666303 w 8773198"/>
                  <a:gd name="connsiteY6" fmla="*/ 817231 h 1411725"/>
                  <a:gd name="connsiteX7" fmla="*/ 777353 w 8773198"/>
                  <a:gd name="connsiteY7" fmla="*/ 587610 h 1411725"/>
                  <a:gd name="connsiteX8" fmla="*/ 888404 w 8773198"/>
                  <a:gd name="connsiteY8" fmla="*/ 437212 h 1411725"/>
                  <a:gd name="connsiteX9" fmla="*/ 999454 w 8773198"/>
                  <a:gd name="connsiteY9" fmla="*/ 519507 h 1411725"/>
                  <a:gd name="connsiteX10" fmla="*/ 1110505 w 8773198"/>
                  <a:gd name="connsiteY10" fmla="*/ 522155 h 1411725"/>
                  <a:gd name="connsiteX11" fmla="*/ 1221555 w 8773198"/>
                  <a:gd name="connsiteY11" fmla="*/ 644168 h 1411725"/>
                  <a:gd name="connsiteX12" fmla="*/ 1332605 w 8773198"/>
                  <a:gd name="connsiteY12" fmla="*/ 840003 h 1411725"/>
                  <a:gd name="connsiteX13" fmla="*/ 1443656 w 8773198"/>
                  <a:gd name="connsiteY13" fmla="*/ 1001097 h 1411725"/>
                  <a:gd name="connsiteX14" fmla="*/ 1554706 w 8773198"/>
                  <a:gd name="connsiteY14" fmla="*/ 1044098 h 1411725"/>
                  <a:gd name="connsiteX15" fmla="*/ 1665757 w 8773198"/>
                  <a:gd name="connsiteY15" fmla="*/ 999721 h 1411725"/>
                  <a:gd name="connsiteX16" fmla="*/ 1776807 w 8773198"/>
                  <a:gd name="connsiteY16" fmla="*/ 929712 h 1411725"/>
                  <a:gd name="connsiteX17" fmla="*/ 1887858 w 8773198"/>
                  <a:gd name="connsiteY17" fmla="*/ 876755 h 1411725"/>
                  <a:gd name="connsiteX18" fmla="*/ 1998908 w 8773198"/>
                  <a:gd name="connsiteY18" fmla="*/ 808970 h 1411725"/>
                  <a:gd name="connsiteX19" fmla="*/ 2109959 w 8773198"/>
                  <a:gd name="connsiteY19" fmla="*/ 740973 h 1411725"/>
                  <a:gd name="connsiteX20" fmla="*/ 2221009 w 8773198"/>
                  <a:gd name="connsiteY20" fmla="*/ 694371 h 1411725"/>
                  <a:gd name="connsiteX21" fmla="*/ 2332060 w 8773198"/>
                  <a:gd name="connsiteY21" fmla="*/ 688334 h 1411725"/>
                  <a:gd name="connsiteX22" fmla="*/ 2443110 w 8773198"/>
                  <a:gd name="connsiteY22" fmla="*/ 697231 h 1411725"/>
                  <a:gd name="connsiteX23" fmla="*/ 2554161 w 8773198"/>
                  <a:gd name="connsiteY23" fmla="*/ 719473 h 1411725"/>
                  <a:gd name="connsiteX24" fmla="*/ 2665211 w 8773198"/>
                  <a:gd name="connsiteY24" fmla="*/ 757284 h 1411725"/>
                  <a:gd name="connsiteX25" fmla="*/ 2776262 w 8773198"/>
                  <a:gd name="connsiteY25" fmla="*/ 792765 h 1411725"/>
                  <a:gd name="connsiteX26" fmla="*/ 2887312 w 8773198"/>
                  <a:gd name="connsiteY26" fmla="*/ 825598 h 1411725"/>
                  <a:gd name="connsiteX27" fmla="*/ 2998362 w 8773198"/>
                  <a:gd name="connsiteY27" fmla="*/ 855678 h 1411725"/>
                  <a:gd name="connsiteX28" fmla="*/ 3109519 w 8773198"/>
                  <a:gd name="connsiteY28" fmla="*/ 883216 h 1411725"/>
                  <a:gd name="connsiteX29" fmla="*/ 3220569 w 8773198"/>
                  <a:gd name="connsiteY29" fmla="*/ 908105 h 1411725"/>
                  <a:gd name="connsiteX30" fmla="*/ 3331620 w 8773198"/>
                  <a:gd name="connsiteY30" fmla="*/ 930453 h 1411725"/>
                  <a:gd name="connsiteX31" fmla="*/ 3442670 w 8773198"/>
                  <a:gd name="connsiteY31" fmla="*/ 950365 h 1411725"/>
                  <a:gd name="connsiteX32" fmla="*/ 3553721 w 8773198"/>
                  <a:gd name="connsiteY32" fmla="*/ 967947 h 1411725"/>
                  <a:gd name="connsiteX33" fmla="*/ 3664771 w 8773198"/>
                  <a:gd name="connsiteY33" fmla="*/ 983092 h 1411725"/>
                  <a:gd name="connsiteX34" fmla="*/ 3775822 w 8773198"/>
                  <a:gd name="connsiteY34" fmla="*/ 995908 h 1411725"/>
                  <a:gd name="connsiteX35" fmla="*/ 3886872 w 8773198"/>
                  <a:gd name="connsiteY35" fmla="*/ 1006393 h 1411725"/>
                  <a:gd name="connsiteX36" fmla="*/ 3997923 w 8773198"/>
                  <a:gd name="connsiteY36" fmla="*/ 1014760 h 1411725"/>
                  <a:gd name="connsiteX37" fmla="*/ 4108973 w 8773198"/>
                  <a:gd name="connsiteY37" fmla="*/ 1020904 h 1411725"/>
                  <a:gd name="connsiteX38" fmla="*/ 4220024 w 8773198"/>
                  <a:gd name="connsiteY38" fmla="*/ 1025034 h 1411725"/>
                  <a:gd name="connsiteX39" fmla="*/ 4331074 w 8773198"/>
                  <a:gd name="connsiteY39" fmla="*/ 1027046 h 1411725"/>
                  <a:gd name="connsiteX40" fmla="*/ 4442124 w 8773198"/>
                  <a:gd name="connsiteY40" fmla="*/ 1027046 h 1411725"/>
                  <a:gd name="connsiteX41" fmla="*/ 4553175 w 8773198"/>
                  <a:gd name="connsiteY41" fmla="*/ 1025034 h 1411725"/>
                  <a:gd name="connsiteX42" fmla="*/ 4664225 w 8773198"/>
                  <a:gd name="connsiteY42" fmla="*/ 1021115 h 1411725"/>
                  <a:gd name="connsiteX43" fmla="*/ 4775276 w 8773198"/>
                  <a:gd name="connsiteY43" fmla="*/ 1015396 h 1411725"/>
                  <a:gd name="connsiteX44" fmla="*/ 4886326 w 8773198"/>
                  <a:gd name="connsiteY44" fmla="*/ 1007876 h 1411725"/>
                  <a:gd name="connsiteX45" fmla="*/ 4997377 w 8773198"/>
                  <a:gd name="connsiteY45" fmla="*/ 998556 h 1411725"/>
                  <a:gd name="connsiteX46" fmla="*/ 5108428 w 8773198"/>
                  <a:gd name="connsiteY46" fmla="*/ 987540 h 1411725"/>
                  <a:gd name="connsiteX47" fmla="*/ 5219478 w 8773198"/>
                  <a:gd name="connsiteY47" fmla="*/ 974831 h 1411725"/>
                  <a:gd name="connsiteX48" fmla="*/ 5330528 w 8773198"/>
                  <a:gd name="connsiteY48" fmla="*/ 960533 h 1411725"/>
                  <a:gd name="connsiteX49" fmla="*/ 5441578 w 8773198"/>
                  <a:gd name="connsiteY49" fmla="*/ 944751 h 1411725"/>
                  <a:gd name="connsiteX50" fmla="*/ 5552629 w 8773198"/>
                  <a:gd name="connsiteY50" fmla="*/ 927381 h 1411725"/>
                  <a:gd name="connsiteX51" fmla="*/ 5663679 w 8773198"/>
                  <a:gd name="connsiteY51" fmla="*/ 908635 h 1411725"/>
                  <a:gd name="connsiteX52" fmla="*/ 5774730 w 8773198"/>
                  <a:gd name="connsiteY52" fmla="*/ 888405 h 1411725"/>
                  <a:gd name="connsiteX53" fmla="*/ 5885781 w 8773198"/>
                  <a:gd name="connsiteY53" fmla="*/ 866905 h 1411725"/>
                  <a:gd name="connsiteX54" fmla="*/ 5996831 w 8773198"/>
                  <a:gd name="connsiteY54" fmla="*/ 844027 h 1411725"/>
                  <a:gd name="connsiteX55" fmla="*/ 6107881 w 8773198"/>
                  <a:gd name="connsiteY55" fmla="*/ 819985 h 1411725"/>
                  <a:gd name="connsiteX56" fmla="*/ 6219038 w 8773198"/>
                  <a:gd name="connsiteY56" fmla="*/ 794671 h 1411725"/>
                  <a:gd name="connsiteX57" fmla="*/ 6330088 w 8773198"/>
                  <a:gd name="connsiteY57" fmla="*/ 768299 h 1411725"/>
                  <a:gd name="connsiteX58" fmla="*/ 6441139 w 8773198"/>
                  <a:gd name="connsiteY58" fmla="*/ 740761 h 1411725"/>
                  <a:gd name="connsiteX59" fmla="*/ 6552189 w 8773198"/>
                  <a:gd name="connsiteY59" fmla="*/ 712164 h 1411725"/>
                  <a:gd name="connsiteX60" fmla="*/ 6663240 w 8773198"/>
                  <a:gd name="connsiteY60" fmla="*/ 682615 h 1411725"/>
                  <a:gd name="connsiteX61" fmla="*/ 6774290 w 8773198"/>
                  <a:gd name="connsiteY61" fmla="*/ 652112 h 1411725"/>
                  <a:gd name="connsiteX62" fmla="*/ 6885340 w 8773198"/>
                  <a:gd name="connsiteY62" fmla="*/ 620761 h 1411725"/>
                  <a:gd name="connsiteX63" fmla="*/ 6996391 w 8773198"/>
                  <a:gd name="connsiteY63" fmla="*/ 588563 h 1411725"/>
                  <a:gd name="connsiteX64" fmla="*/ 7107441 w 8773198"/>
                  <a:gd name="connsiteY64" fmla="*/ 555518 h 1411725"/>
                  <a:gd name="connsiteX65" fmla="*/ 7218492 w 8773198"/>
                  <a:gd name="connsiteY65" fmla="*/ 521732 h 1411725"/>
                  <a:gd name="connsiteX66" fmla="*/ 7329543 w 8773198"/>
                  <a:gd name="connsiteY66" fmla="*/ 487310 h 1411725"/>
                  <a:gd name="connsiteX67" fmla="*/ 7440593 w 8773198"/>
                  <a:gd name="connsiteY67" fmla="*/ 452146 h 1411725"/>
                  <a:gd name="connsiteX68" fmla="*/ 7551643 w 8773198"/>
                  <a:gd name="connsiteY68" fmla="*/ 416559 h 1411725"/>
                  <a:gd name="connsiteX69" fmla="*/ 7662694 w 8773198"/>
                  <a:gd name="connsiteY69" fmla="*/ 380337 h 1411725"/>
                  <a:gd name="connsiteX70" fmla="*/ 7773744 w 8773198"/>
                  <a:gd name="connsiteY70" fmla="*/ 343584 h 1411725"/>
                  <a:gd name="connsiteX71" fmla="*/ 7884794 w 8773198"/>
                  <a:gd name="connsiteY71" fmla="*/ 306515 h 1411725"/>
                  <a:gd name="connsiteX72" fmla="*/ 7995845 w 8773198"/>
                  <a:gd name="connsiteY72" fmla="*/ 269021 h 1411725"/>
                  <a:gd name="connsiteX73" fmla="*/ 8106896 w 8773198"/>
                  <a:gd name="connsiteY73" fmla="*/ 231104 h 1411725"/>
                  <a:gd name="connsiteX74" fmla="*/ 8217946 w 8773198"/>
                  <a:gd name="connsiteY74" fmla="*/ 192975 h 1411725"/>
                  <a:gd name="connsiteX75" fmla="*/ 8328997 w 8773198"/>
                  <a:gd name="connsiteY75" fmla="*/ 154634 h 1411725"/>
                  <a:gd name="connsiteX76" fmla="*/ 8440047 w 8773198"/>
                  <a:gd name="connsiteY76" fmla="*/ 116187 h 1411725"/>
                  <a:gd name="connsiteX77" fmla="*/ 8551097 w 8773198"/>
                  <a:gd name="connsiteY77" fmla="*/ 77529 h 1411725"/>
                  <a:gd name="connsiteX78" fmla="*/ 8662148 w 8773198"/>
                  <a:gd name="connsiteY78" fmla="*/ 38764 h 1411725"/>
                  <a:gd name="connsiteX79" fmla="*/ 8773198 w 8773198"/>
                  <a:gd name="connsiteY79" fmla="*/ 0 h 141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1411725">
                    <a:moveTo>
                      <a:pt x="0" y="1218433"/>
                    </a:moveTo>
                    <a:lnTo>
                      <a:pt x="111050" y="1361416"/>
                    </a:lnTo>
                    <a:lnTo>
                      <a:pt x="222101" y="1411725"/>
                    </a:lnTo>
                    <a:lnTo>
                      <a:pt x="333151" y="1371055"/>
                    </a:lnTo>
                    <a:lnTo>
                      <a:pt x="444202" y="1251372"/>
                    </a:lnTo>
                    <a:lnTo>
                      <a:pt x="555252" y="1011265"/>
                    </a:lnTo>
                    <a:lnTo>
                      <a:pt x="666303" y="817231"/>
                    </a:lnTo>
                    <a:lnTo>
                      <a:pt x="777353" y="587610"/>
                    </a:lnTo>
                    <a:lnTo>
                      <a:pt x="888404" y="437212"/>
                    </a:lnTo>
                    <a:lnTo>
                      <a:pt x="999454" y="519507"/>
                    </a:lnTo>
                    <a:lnTo>
                      <a:pt x="1110505" y="522155"/>
                    </a:lnTo>
                    <a:lnTo>
                      <a:pt x="1221555" y="644168"/>
                    </a:lnTo>
                    <a:lnTo>
                      <a:pt x="1332605" y="840003"/>
                    </a:lnTo>
                    <a:lnTo>
                      <a:pt x="1443656" y="1001097"/>
                    </a:lnTo>
                    <a:lnTo>
                      <a:pt x="1554706" y="1044098"/>
                    </a:lnTo>
                    <a:lnTo>
                      <a:pt x="1665757" y="999721"/>
                    </a:lnTo>
                    <a:lnTo>
                      <a:pt x="1776807" y="929712"/>
                    </a:lnTo>
                    <a:lnTo>
                      <a:pt x="1887858" y="876755"/>
                    </a:lnTo>
                    <a:lnTo>
                      <a:pt x="1998908" y="808970"/>
                    </a:lnTo>
                    <a:lnTo>
                      <a:pt x="2109959" y="740973"/>
                    </a:lnTo>
                    <a:lnTo>
                      <a:pt x="2221009" y="694371"/>
                    </a:lnTo>
                    <a:lnTo>
                      <a:pt x="2332060" y="688334"/>
                    </a:lnTo>
                    <a:lnTo>
                      <a:pt x="2443110" y="697231"/>
                    </a:lnTo>
                    <a:lnTo>
                      <a:pt x="2554161" y="719473"/>
                    </a:lnTo>
                    <a:lnTo>
                      <a:pt x="2665211" y="757284"/>
                    </a:lnTo>
                    <a:lnTo>
                      <a:pt x="2776262" y="792765"/>
                    </a:lnTo>
                    <a:lnTo>
                      <a:pt x="2887312" y="825598"/>
                    </a:lnTo>
                    <a:lnTo>
                      <a:pt x="2998362" y="855678"/>
                    </a:lnTo>
                    <a:lnTo>
                      <a:pt x="3109519" y="883216"/>
                    </a:lnTo>
                    <a:lnTo>
                      <a:pt x="3220569" y="908105"/>
                    </a:lnTo>
                    <a:lnTo>
                      <a:pt x="3331620" y="930453"/>
                    </a:lnTo>
                    <a:lnTo>
                      <a:pt x="3442670" y="950365"/>
                    </a:lnTo>
                    <a:lnTo>
                      <a:pt x="3553721" y="967947"/>
                    </a:lnTo>
                    <a:lnTo>
                      <a:pt x="3664771" y="983092"/>
                    </a:lnTo>
                    <a:lnTo>
                      <a:pt x="3775822" y="995908"/>
                    </a:lnTo>
                    <a:lnTo>
                      <a:pt x="3886872" y="1006393"/>
                    </a:lnTo>
                    <a:lnTo>
                      <a:pt x="3997923" y="1014760"/>
                    </a:lnTo>
                    <a:lnTo>
                      <a:pt x="4108973" y="1020904"/>
                    </a:lnTo>
                    <a:lnTo>
                      <a:pt x="4220024" y="1025034"/>
                    </a:lnTo>
                    <a:lnTo>
                      <a:pt x="4331074" y="1027046"/>
                    </a:lnTo>
                    <a:lnTo>
                      <a:pt x="4442124" y="1027046"/>
                    </a:lnTo>
                    <a:lnTo>
                      <a:pt x="4553175" y="1025034"/>
                    </a:lnTo>
                    <a:lnTo>
                      <a:pt x="4664225" y="1021115"/>
                    </a:lnTo>
                    <a:lnTo>
                      <a:pt x="4775276" y="1015396"/>
                    </a:lnTo>
                    <a:lnTo>
                      <a:pt x="4886326" y="1007876"/>
                    </a:lnTo>
                    <a:lnTo>
                      <a:pt x="4997377" y="998556"/>
                    </a:lnTo>
                    <a:lnTo>
                      <a:pt x="5108428" y="987540"/>
                    </a:lnTo>
                    <a:lnTo>
                      <a:pt x="5219478" y="974831"/>
                    </a:lnTo>
                    <a:lnTo>
                      <a:pt x="5330528" y="960533"/>
                    </a:lnTo>
                    <a:lnTo>
                      <a:pt x="5441578" y="944751"/>
                    </a:lnTo>
                    <a:lnTo>
                      <a:pt x="5552629" y="927381"/>
                    </a:lnTo>
                    <a:lnTo>
                      <a:pt x="5663679" y="908635"/>
                    </a:lnTo>
                    <a:lnTo>
                      <a:pt x="5774730" y="888405"/>
                    </a:lnTo>
                    <a:lnTo>
                      <a:pt x="5885781" y="866905"/>
                    </a:lnTo>
                    <a:lnTo>
                      <a:pt x="5996831" y="844027"/>
                    </a:lnTo>
                    <a:lnTo>
                      <a:pt x="6107881" y="819985"/>
                    </a:lnTo>
                    <a:lnTo>
                      <a:pt x="6219038" y="794671"/>
                    </a:lnTo>
                    <a:lnTo>
                      <a:pt x="6330088" y="768299"/>
                    </a:lnTo>
                    <a:lnTo>
                      <a:pt x="6441139" y="740761"/>
                    </a:lnTo>
                    <a:lnTo>
                      <a:pt x="6552189" y="712164"/>
                    </a:lnTo>
                    <a:lnTo>
                      <a:pt x="6663240" y="682615"/>
                    </a:lnTo>
                    <a:lnTo>
                      <a:pt x="6774290" y="652112"/>
                    </a:lnTo>
                    <a:lnTo>
                      <a:pt x="6885340" y="620761"/>
                    </a:lnTo>
                    <a:lnTo>
                      <a:pt x="6996391" y="588563"/>
                    </a:lnTo>
                    <a:lnTo>
                      <a:pt x="7107441" y="555518"/>
                    </a:lnTo>
                    <a:lnTo>
                      <a:pt x="7218492" y="521732"/>
                    </a:lnTo>
                    <a:lnTo>
                      <a:pt x="7329543" y="487310"/>
                    </a:lnTo>
                    <a:lnTo>
                      <a:pt x="7440593" y="452146"/>
                    </a:lnTo>
                    <a:lnTo>
                      <a:pt x="7551643" y="416559"/>
                    </a:lnTo>
                    <a:lnTo>
                      <a:pt x="7662694" y="380337"/>
                    </a:lnTo>
                    <a:lnTo>
                      <a:pt x="7773744" y="343584"/>
                    </a:lnTo>
                    <a:lnTo>
                      <a:pt x="7884794" y="306515"/>
                    </a:lnTo>
                    <a:lnTo>
                      <a:pt x="7995845" y="269021"/>
                    </a:lnTo>
                    <a:lnTo>
                      <a:pt x="8106896" y="231104"/>
                    </a:lnTo>
                    <a:lnTo>
                      <a:pt x="8217946" y="192975"/>
                    </a:lnTo>
                    <a:lnTo>
                      <a:pt x="8328997" y="154634"/>
                    </a:lnTo>
                    <a:lnTo>
                      <a:pt x="8440047" y="116187"/>
                    </a:lnTo>
                    <a:lnTo>
                      <a:pt x="8551097" y="77529"/>
                    </a:lnTo>
                    <a:lnTo>
                      <a:pt x="8662148" y="38764"/>
                    </a:lnTo>
                    <a:lnTo>
                      <a:pt x="8773198" y="0"/>
                    </a:lnTo>
                  </a:path>
                </a:pathLst>
              </a:custGeom>
              <a:noFill/>
              <a:ln w="22550" cap="flat">
                <a:solidFill>
                  <a:srgbClr val="E7882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683671E-DA73-4BDC-51ED-EE2DD00B3EF3}"/>
                  </a:ext>
                </a:extLst>
              </p:cNvPr>
              <p:cNvSpPr txBox="1"/>
              <p:nvPr/>
            </p:nvSpPr>
            <p:spPr>
              <a:xfrm>
                <a:off x="6153651" y="2932266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E78828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058D7DA7-B392-8376-AB0E-EB817EC40585}"/>
                </a:ext>
              </a:extLst>
            </p:cNvPr>
            <p:cNvGrpSpPr/>
            <p:nvPr/>
          </p:nvGrpSpPr>
          <p:grpSpPr>
            <a:xfrm>
              <a:off x="961062" y="612426"/>
              <a:ext cx="10160606" cy="5419645"/>
              <a:chOff x="961062" y="612426"/>
              <a:chExt cx="10160606" cy="5419645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A1C8E2B1-4C37-6E96-48D6-42A7FF264975}"/>
                  </a:ext>
                </a:extLst>
              </p:cNvPr>
              <p:cNvSpPr/>
              <p:nvPr/>
            </p:nvSpPr>
            <p:spPr>
              <a:xfrm>
                <a:off x="147108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0199340-F28B-CBB2-0E55-D2495529BD7C}"/>
                  </a:ext>
                </a:extLst>
              </p:cNvPr>
              <p:cNvSpPr txBox="1"/>
              <p:nvPr/>
            </p:nvSpPr>
            <p:spPr>
              <a:xfrm>
                <a:off x="124490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2EB4F6-9D3A-203C-A1D9-432F7D3243B4}"/>
                  </a:ext>
                </a:extLst>
              </p:cNvPr>
              <p:cNvSpPr txBox="1"/>
              <p:nvPr/>
            </p:nvSpPr>
            <p:spPr>
              <a:xfrm>
                <a:off x="1244901" y="4299923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42715E5-72D8-6180-1ED9-2E1AAF43A9B0}"/>
                  </a:ext>
                </a:extLst>
              </p:cNvPr>
              <p:cNvSpPr txBox="1"/>
              <p:nvPr/>
            </p:nvSpPr>
            <p:spPr>
              <a:xfrm>
                <a:off x="1162396" y="2950157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C54CCF9-1435-7B8D-FF12-557E05283D49}"/>
                  </a:ext>
                </a:extLst>
              </p:cNvPr>
              <p:cNvSpPr txBox="1"/>
              <p:nvPr/>
            </p:nvSpPr>
            <p:spPr>
              <a:xfrm>
                <a:off x="1162396" y="1600285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15</a:t>
                </a: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5BB27C1E-655E-4CD4-DD22-1C97473A1F0E}"/>
                  </a:ext>
                </a:extLst>
              </p:cNvPr>
              <p:cNvSpPr/>
              <p:nvPr/>
            </p:nvSpPr>
            <p:spPr>
              <a:xfrm>
                <a:off x="144205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AD5D54D7-F643-F415-3CA6-F353D2253A9D}"/>
                  </a:ext>
                </a:extLst>
              </p:cNvPr>
              <p:cNvSpPr/>
              <p:nvPr/>
            </p:nvSpPr>
            <p:spPr>
              <a:xfrm>
                <a:off x="1442052" y="4426813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BC19FA0-9B1D-453A-AA5C-A4D334FFBE89}"/>
                  </a:ext>
                </a:extLst>
              </p:cNvPr>
              <p:cNvSpPr/>
              <p:nvPr/>
            </p:nvSpPr>
            <p:spPr>
              <a:xfrm>
                <a:off x="1442052" y="3077047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E13F31E-A65D-39A6-DAD1-3C1BBACD835C}"/>
                  </a:ext>
                </a:extLst>
              </p:cNvPr>
              <p:cNvSpPr/>
              <p:nvPr/>
            </p:nvSpPr>
            <p:spPr>
              <a:xfrm>
                <a:off x="1442052" y="172717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3D9BB528-6C60-0598-F039-ED0573715F42}"/>
                  </a:ext>
                </a:extLst>
              </p:cNvPr>
              <p:cNvSpPr/>
              <p:nvPr/>
            </p:nvSpPr>
            <p:spPr>
              <a:xfrm>
                <a:off x="1471087" y="5776685"/>
                <a:ext cx="9650581" cy="10591"/>
              </a:xfrm>
              <a:custGeom>
                <a:avLst/>
                <a:gdLst>
                  <a:gd name="connsiteX0" fmla="*/ 0 w 9650581"/>
                  <a:gd name="connsiteY0" fmla="*/ 0 h 10591"/>
                  <a:gd name="connsiteX1" fmla="*/ 9650582 w 965058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0581" h="10591">
                    <a:moveTo>
                      <a:pt x="0" y="0"/>
                    </a:moveTo>
                    <a:lnTo>
                      <a:pt x="965058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B891F024-973D-6417-7EB5-799DA74E53AD}"/>
                  </a:ext>
                </a:extLst>
              </p:cNvPr>
              <p:cNvSpPr/>
              <p:nvPr/>
            </p:nvSpPr>
            <p:spPr>
              <a:xfrm>
                <a:off x="220700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E358F6E-E8F3-F0B9-E83A-6D518C10A46F}"/>
                  </a:ext>
                </a:extLst>
              </p:cNvPr>
              <p:cNvSpPr/>
              <p:nvPr/>
            </p:nvSpPr>
            <p:spPr>
              <a:xfrm>
                <a:off x="294833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A80868AB-0612-A45D-BA95-281B28D96288}"/>
                  </a:ext>
                </a:extLst>
              </p:cNvPr>
              <p:cNvSpPr/>
              <p:nvPr/>
            </p:nvSpPr>
            <p:spPr>
              <a:xfrm>
                <a:off x="369781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8C9188D-3D0E-8F81-31DE-40F5720B9041}"/>
                  </a:ext>
                </a:extLst>
              </p:cNvPr>
              <p:cNvSpPr/>
              <p:nvPr/>
            </p:nvSpPr>
            <p:spPr>
              <a:xfrm>
                <a:off x="443501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A8AD8926-CFF8-1081-4E9F-22A9F4FADCBE}"/>
                  </a:ext>
                </a:extLst>
              </p:cNvPr>
              <p:cNvSpPr/>
              <p:nvPr/>
            </p:nvSpPr>
            <p:spPr>
              <a:xfrm>
                <a:off x="518438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6CE3C1B-2D5A-663A-4DCB-0CE508BA64C3}"/>
                  </a:ext>
                </a:extLst>
              </p:cNvPr>
              <p:cNvSpPr/>
              <p:nvPr/>
            </p:nvSpPr>
            <p:spPr>
              <a:xfrm>
                <a:off x="592168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9F77A90-1663-122E-55EB-69B3F603B6AA}"/>
                  </a:ext>
                </a:extLst>
              </p:cNvPr>
              <p:cNvSpPr/>
              <p:nvPr/>
            </p:nvSpPr>
            <p:spPr>
              <a:xfrm>
                <a:off x="667106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F1B28D9D-6C21-1730-9B6C-D0887E46CF7A}"/>
                  </a:ext>
                </a:extLst>
              </p:cNvPr>
              <p:cNvSpPr/>
              <p:nvPr/>
            </p:nvSpPr>
            <p:spPr>
              <a:xfrm>
                <a:off x="740826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A72B56B9-4826-FC59-927B-707F539DE01F}"/>
                  </a:ext>
                </a:extLst>
              </p:cNvPr>
              <p:cNvSpPr/>
              <p:nvPr/>
            </p:nvSpPr>
            <p:spPr>
              <a:xfrm>
                <a:off x="815774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6F630BEA-8D88-1B46-C99F-7737E3F0838F}"/>
                  </a:ext>
                </a:extLst>
              </p:cNvPr>
              <p:cNvSpPr/>
              <p:nvPr/>
            </p:nvSpPr>
            <p:spPr>
              <a:xfrm>
                <a:off x="889907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FCBE8098-FC1B-4DFA-AC98-49BBD80D00E6}"/>
                  </a:ext>
                </a:extLst>
              </p:cNvPr>
              <p:cNvSpPr/>
              <p:nvPr/>
            </p:nvSpPr>
            <p:spPr>
              <a:xfrm>
                <a:off x="964844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698F9AFB-D39F-2FB8-DE58-D0604EECCE0D}"/>
                  </a:ext>
                </a:extLst>
              </p:cNvPr>
              <p:cNvSpPr/>
              <p:nvPr/>
            </p:nvSpPr>
            <p:spPr>
              <a:xfrm>
                <a:off x="1038564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A2BB76-26CD-4A33-0DF4-2B4DB519BADF}"/>
                  </a:ext>
                </a:extLst>
              </p:cNvPr>
              <p:cNvSpPr txBox="1"/>
              <p:nvPr/>
            </p:nvSpPr>
            <p:spPr>
              <a:xfrm>
                <a:off x="179797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2019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2727E81-F82D-14AC-436E-1E82AC62BC88}"/>
                  </a:ext>
                </a:extLst>
              </p:cNvPr>
              <p:cNvSpPr txBox="1"/>
              <p:nvPr/>
            </p:nvSpPr>
            <p:spPr>
              <a:xfrm>
                <a:off x="2543533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2020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086B241-C56F-68D2-1775-D145F44F9E81}"/>
                  </a:ext>
                </a:extLst>
              </p:cNvPr>
              <p:cNvSpPr txBox="1"/>
              <p:nvPr/>
            </p:nvSpPr>
            <p:spPr>
              <a:xfrm>
                <a:off x="328878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2020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2853CC2-B125-2FDB-40E6-7F40AB891D88}"/>
                  </a:ext>
                </a:extLst>
              </p:cNvPr>
              <p:cNvSpPr txBox="1"/>
              <p:nvPr/>
            </p:nvSpPr>
            <p:spPr>
              <a:xfrm>
                <a:off x="4030210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2021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FC67EFA-E39C-D294-4883-15CCB28EFDA7}"/>
                  </a:ext>
                </a:extLst>
              </p:cNvPr>
              <p:cNvSpPr txBox="1"/>
              <p:nvPr/>
            </p:nvSpPr>
            <p:spPr>
              <a:xfrm>
                <a:off x="4775352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2021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692B2FE-FD79-E5A5-5384-E6BF6710119D}"/>
                  </a:ext>
                </a:extLst>
              </p:cNvPr>
              <p:cNvSpPr txBox="1"/>
              <p:nvPr/>
            </p:nvSpPr>
            <p:spPr>
              <a:xfrm>
                <a:off x="5516888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2022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5325749-AB91-F670-F3A9-9EDAFC25031B}"/>
                  </a:ext>
                </a:extLst>
              </p:cNvPr>
              <p:cNvSpPr txBox="1"/>
              <p:nvPr/>
            </p:nvSpPr>
            <p:spPr>
              <a:xfrm>
                <a:off x="6262029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2022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41DFB85-36CD-A70E-71CD-76C368803D1A}"/>
                  </a:ext>
                </a:extLst>
              </p:cNvPr>
              <p:cNvSpPr txBox="1"/>
              <p:nvPr/>
            </p:nvSpPr>
            <p:spPr>
              <a:xfrm>
                <a:off x="7003460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2023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DF553D4-7B4D-5DFE-1A42-F82C03376BF7}"/>
                  </a:ext>
                </a:extLst>
              </p:cNvPr>
              <p:cNvSpPr txBox="1"/>
              <p:nvPr/>
            </p:nvSpPr>
            <p:spPr>
              <a:xfrm>
                <a:off x="774870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2023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B782E01-14C9-0DF4-F982-CACBFA8A748A}"/>
                  </a:ext>
                </a:extLst>
              </p:cNvPr>
              <p:cNvSpPr txBox="1"/>
              <p:nvPr/>
            </p:nvSpPr>
            <p:spPr>
              <a:xfrm>
                <a:off x="8494270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2024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BE91E49-1C02-AFCB-00BD-AAF37086AB88}"/>
                  </a:ext>
                </a:extLst>
              </p:cNvPr>
              <p:cNvSpPr txBox="1"/>
              <p:nvPr/>
            </p:nvSpPr>
            <p:spPr>
              <a:xfrm>
                <a:off x="923941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2024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55E9A2D-B17E-7DD3-42A6-0E866131455B}"/>
                  </a:ext>
                </a:extLst>
              </p:cNvPr>
              <p:cNvSpPr txBox="1"/>
              <p:nvPr/>
            </p:nvSpPr>
            <p:spPr>
              <a:xfrm>
                <a:off x="9980841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53ED2AB-0DA7-B77B-0627-965FA7FEB100}"/>
                  </a:ext>
                </a:extLst>
              </p:cNvPr>
              <p:cNvSpPr txBox="1"/>
              <p:nvPr/>
            </p:nvSpPr>
            <p:spPr>
              <a:xfrm rot="16200000">
                <a:off x="33724" y="3204753"/>
                <a:ext cx="21932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55C7833-804D-CA7D-FD23-9B682570EE03}"/>
                  </a:ext>
                </a:extLst>
              </p:cNvPr>
              <p:cNvSpPr txBox="1"/>
              <p:nvPr/>
            </p:nvSpPr>
            <p:spPr>
              <a:xfrm>
                <a:off x="1379647" y="612426"/>
                <a:ext cx="666400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E.coioides in MAR Mawasangka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7286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B23962-4CF2-4E82-4B34-BC4DB97CC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91911"/>
            <a:ext cx="12186799" cy="667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141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90D06-0C4D-46E0-07EF-F3585CC47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39A9-B5EE-F9A1-8A80-AC43568169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Kakap</a:t>
            </a:r>
            <a:r>
              <a:rPr lang="en-US" dirty="0"/>
              <a:t> Merah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825526-CD3F-02D4-BF3A-44B5910737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Lutjanus malabaricus</a:t>
            </a:r>
          </a:p>
        </p:txBody>
      </p:sp>
    </p:spTree>
    <p:extLst>
      <p:ext uri="{BB962C8B-B14F-4D97-AF65-F5344CB8AC3E}">
        <p14:creationId xmlns:p14="http://schemas.microsoft.com/office/powerpoint/2010/main" val="790302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B24E7-80D2-E17C-DE71-BB0AEFCAC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ontent Placeholder 5">
            <a:extLst>
              <a:ext uri="{FF2B5EF4-FFF2-40B4-BE49-F238E27FC236}">
                <a16:creationId xmlns:a16="http://schemas.microsoft.com/office/drawing/2014/main" id="{75DBA75F-7B67-37CE-DFE6-64D6ABC510A5}"/>
              </a:ext>
            </a:extLst>
          </p:cNvPr>
          <p:cNvGrpSpPr/>
          <p:nvPr/>
        </p:nvGrpSpPr>
        <p:grpSpPr>
          <a:xfrm>
            <a:off x="961062" y="612426"/>
            <a:ext cx="10250976" cy="5602107"/>
            <a:chOff x="961062" y="612426"/>
            <a:chExt cx="10250976" cy="560210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743571B-5029-2CB8-B9B0-DACCA01A8437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00A1C7D-D332-605E-D610-F81AA48BFFA5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10" name="Content Placeholder 5">
              <a:extLst>
                <a:ext uri="{FF2B5EF4-FFF2-40B4-BE49-F238E27FC236}">
                  <a16:creationId xmlns:a16="http://schemas.microsoft.com/office/drawing/2014/main" id="{0D2C977E-9481-3587-BAC7-6DBC1DDDCEA7}"/>
                </a:ext>
              </a:extLst>
            </p:cNvPr>
            <p:cNvGrpSpPr/>
            <p:nvPr/>
          </p:nvGrpSpPr>
          <p:grpSpPr>
            <a:xfrm>
              <a:off x="1471087" y="971481"/>
              <a:ext cx="9650581" cy="4805204"/>
              <a:chOff x="1471087" y="971481"/>
              <a:chExt cx="9650581" cy="4805204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CC773C96-DD01-7851-C704-5862628E4BFB}"/>
                  </a:ext>
                </a:extLst>
              </p:cNvPr>
              <p:cNvSpPr/>
              <p:nvPr/>
            </p:nvSpPr>
            <p:spPr>
              <a:xfrm>
                <a:off x="1471087" y="971481"/>
                <a:ext cx="9650581" cy="4805204"/>
              </a:xfrm>
              <a:custGeom>
                <a:avLst/>
                <a:gdLst>
                  <a:gd name="connsiteX0" fmla="*/ 0 w 9650581"/>
                  <a:gd name="connsiteY0" fmla="*/ 0 h 4805204"/>
                  <a:gd name="connsiteX1" fmla="*/ 9650582 w 9650581"/>
                  <a:gd name="connsiteY1" fmla="*/ 0 h 4805204"/>
                  <a:gd name="connsiteX2" fmla="*/ 9650582 w 9650581"/>
                  <a:gd name="connsiteY2" fmla="*/ 4805204 h 4805204"/>
                  <a:gd name="connsiteX3" fmla="*/ 0 w 965058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0581" h="4805204">
                    <a:moveTo>
                      <a:pt x="0" y="0"/>
                    </a:moveTo>
                    <a:lnTo>
                      <a:pt x="9650582" y="0"/>
                    </a:lnTo>
                    <a:lnTo>
                      <a:pt x="965058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16F4856-2EEB-D28B-2255-AE0E7DFEE5E9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4805204"/>
              </a:xfrm>
              <a:custGeom>
                <a:avLst/>
                <a:gdLst>
                  <a:gd name="connsiteX0" fmla="*/ 0 w 8773198"/>
                  <a:gd name="connsiteY0" fmla="*/ 1916934 h 4805204"/>
                  <a:gd name="connsiteX1" fmla="*/ 111050 w 8773198"/>
                  <a:gd name="connsiteY1" fmla="*/ 2399795 h 4805204"/>
                  <a:gd name="connsiteX2" fmla="*/ 222101 w 8773198"/>
                  <a:gd name="connsiteY2" fmla="*/ 2670193 h 4805204"/>
                  <a:gd name="connsiteX3" fmla="*/ 333151 w 8773198"/>
                  <a:gd name="connsiteY3" fmla="*/ 2725375 h 4805204"/>
                  <a:gd name="connsiteX4" fmla="*/ 444202 w 8773198"/>
                  <a:gd name="connsiteY4" fmla="*/ 2656636 h 4805204"/>
                  <a:gd name="connsiteX5" fmla="*/ 555252 w 8773198"/>
                  <a:gd name="connsiteY5" fmla="*/ 2646786 h 4805204"/>
                  <a:gd name="connsiteX6" fmla="*/ 666303 w 8773198"/>
                  <a:gd name="connsiteY6" fmla="*/ 2668287 h 4805204"/>
                  <a:gd name="connsiteX7" fmla="*/ 777353 w 8773198"/>
                  <a:gd name="connsiteY7" fmla="*/ 2208621 h 4805204"/>
                  <a:gd name="connsiteX8" fmla="*/ 888404 w 8773198"/>
                  <a:gd name="connsiteY8" fmla="*/ 1429095 h 4805204"/>
                  <a:gd name="connsiteX9" fmla="*/ 999454 w 8773198"/>
                  <a:gd name="connsiteY9" fmla="*/ 694795 h 4805204"/>
                  <a:gd name="connsiteX10" fmla="*/ 1110505 w 8773198"/>
                  <a:gd name="connsiteY10" fmla="*/ 226867 h 4805204"/>
                  <a:gd name="connsiteX11" fmla="*/ 1221555 w 8773198"/>
                  <a:gd name="connsiteY11" fmla="*/ 0 h 4805204"/>
                  <a:gd name="connsiteX12" fmla="*/ 1332605 w 8773198"/>
                  <a:gd name="connsiteY12" fmla="*/ 74140 h 4805204"/>
                  <a:gd name="connsiteX13" fmla="*/ 1443656 w 8773198"/>
                  <a:gd name="connsiteY13" fmla="*/ 408298 h 4805204"/>
                  <a:gd name="connsiteX14" fmla="*/ 1554706 w 8773198"/>
                  <a:gd name="connsiteY14" fmla="*/ 744362 h 4805204"/>
                  <a:gd name="connsiteX15" fmla="*/ 1665757 w 8773198"/>
                  <a:gd name="connsiteY15" fmla="*/ 1324664 h 4805204"/>
                  <a:gd name="connsiteX16" fmla="*/ 1776807 w 8773198"/>
                  <a:gd name="connsiteY16" fmla="*/ 1914392 h 4805204"/>
                  <a:gd name="connsiteX17" fmla="*/ 1887858 w 8773198"/>
                  <a:gd name="connsiteY17" fmla="*/ 2240183 h 4805204"/>
                  <a:gd name="connsiteX18" fmla="*/ 1998908 w 8773198"/>
                  <a:gd name="connsiteY18" fmla="*/ 2520431 h 4805204"/>
                  <a:gd name="connsiteX19" fmla="*/ 2109959 w 8773198"/>
                  <a:gd name="connsiteY19" fmla="*/ 2705675 h 4805204"/>
                  <a:gd name="connsiteX20" fmla="*/ 2221009 w 8773198"/>
                  <a:gd name="connsiteY20" fmla="*/ 2757043 h 4805204"/>
                  <a:gd name="connsiteX21" fmla="*/ 2332060 w 8773198"/>
                  <a:gd name="connsiteY21" fmla="*/ 2713089 h 4805204"/>
                  <a:gd name="connsiteX22" fmla="*/ 2443110 w 8773198"/>
                  <a:gd name="connsiteY22" fmla="*/ 2549664 h 4805204"/>
                  <a:gd name="connsiteX23" fmla="*/ 2554161 w 8773198"/>
                  <a:gd name="connsiteY23" fmla="*/ 2250351 h 4805204"/>
                  <a:gd name="connsiteX24" fmla="*/ 2665211 w 8773198"/>
                  <a:gd name="connsiteY24" fmla="*/ 2141154 h 4805204"/>
                  <a:gd name="connsiteX25" fmla="*/ 2776262 w 8773198"/>
                  <a:gd name="connsiteY25" fmla="*/ 2044878 h 4805204"/>
                  <a:gd name="connsiteX26" fmla="*/ 2887312 w 8773198"/>
                  <a:gd name="connsiteY26" fmla="*/ 1937482 h 4805204"/>
                  <a:gd name="connsiteX27" fmla="*/ 2998362 w 8773198"/>
                  <a:gd name="connsiteY27" fmla="*/ 1837923 h 4805204"/>
                  <a:gd name="connsiteX28" fmla="*/ 3109519 w 8773198"/>
                  <a:gd name="connsiteY28" fmla="*/ 1782106 h 4805204"/>
                  <a:gd name="connsiteX29" fmla="*/ 3220569 w 8773198"/>
                  <a:gd name="connsiteY29" fmla="*/ 1767596 h 4805204"/>
                  <a:gd name="connsiteX30" fmla="*/ 3331620 w 8773198"/>
                  <a:gd name="connsiteY30" fmla="*/ 1738470 h 4805204"/>
                  <a:gd name="connsiteX31" fmla="*/ 3442670 w 8773198"/>
                  <a:gd name="connsiteY31" fmla="*/ 1711885 h 4805204"/>
                  <a:gd name="connsiteX32" fmla="*/ 3553721 w 8773198"/>
                  <a:gd name="connsiteY32" fmla="*/ 1703412 h 4805204"/>
                  <a:gd name="connsiteX33" fmla="*/ 3664771 w 8773198"/>
                  <a:gd name="connsiteY33" fmla="*/ 1694621 h 4805204"/>
                  <a:gd name="connsiteX34" fmla="*/ 3775822 w 8773198"/>
                  <a:gd name="connsiteY34" fmla="*/ 1685830 h 4805204"/>
                  <a:gd name="connsiteX35" fmla="*/ 3886872 w 8773198"/>
                  <a:gd name="connsiteY35" fmla="*/ 1678310 h 4805204"/>
                  <a:gd name="connsiteX36" fmla="*/ 3997923 w 8773198"/>
                  <a:gd name="connsiteY36" fmla="*/ 1673121 h 4805204"/>
                  <a:gd name="connsiteX37" fmla="*/ 4108973 w 8773198"/>
                  <a:gd name="connsiteY37" fmla="*/ 1670791 h 4805204"/>
                  <a:gd name="connsiteX38" fmla="*/ 4220024 w 8773198"/>
                  <a:gd name="connsiteY38" fmla="*/ 1671532 h 4805204"/>
                  <a:gd name="connsiteX39" fmla="*/ 4331074 w 8773198"/>
                  <a:gd name="connsiteY39" fmla="*/ 1675345 h 4805204"/>
                  <a:gd name="connsiteX40" fmla="*/ 4442124 w 8773198"/>
                  <a:gd name="connsiteY40" fmla="*/ 1682229 h 4805204"/>
                  <a:gd name="connsiteX41" fmla="*/ 4553175 w 8773198"/>
                  <a:gd name="connsiteY41" fmla="*/ 1692185 h 4805204"/>
                  <a:gd name="connsiteX42" fmla="*/ 4664225 w 8773198"/>
                  <a:gd name="connsiteY42" fmla="*/ 1704789 h 4805204"/>
                  <a:gd name="connsiteX43" fmla="*/ 4775276 w 8773198"/>
                  <a:gd name="connsiteY43" fmla="*/ 1720040 h 4805204"/>
                  <a:gd name="connsiteX44" fmla="*/ 4886326 w 8773198"/>
                  <a:gd name="connsiteY44" fmla="*/ 1737622 h 4805204"/>
                  <a:gd name="connsiteX45" fmla="*/ 4997377 w 8773198"/>
                  <a:gd name="connsiteY45" fmla="*/ 1757534 h 4805204"/>
                  <a:gd name="connsiteX46" fmla="*/ 5108428 w 8773198"/>
                  <a:gd name="connsiteY46" fmla="*/ 1779352 h 4805204"/>
                  <a:gd name="connsiteX47" fmla="*/ 5219478 w 8773198"/>
                  <a:gd name="connsiteY47" fmla="*/ 1803077 h 4805204"/>
                  <a:gd name="connsiteX48" fmla="*/ 5330528 w 8773198"/>
                  <a:gd name="connsiteY48" fmla="*/ 1828708 h 4805204"/>
                  <a:gd name="connsiteX49" fmla="*/ 5441578 w 8773198"/>
                  <a:gd name="connsiteY49" fmla="*/ 1856140 h 4805204"/>
                  <a:gd name="connsiteX50" fmla="*/ 5552629 w 8773198"/>
                  <a:gd name="connsiteY50" fmla="*/ 1885266 h 4805204"/>
                  <a:gd name="connsiteX51" fmla="*/ 5663679 w 8773198"/>
                  <a:gd name="connsiteY51" fmla="*/ 1916087 h 4805204"/>
                  <a:gd name="connsiteX52" fmla="*/ 5774730 w 8773198"/>
                  <a:gd name="connsiteY52" fmla="*/ 1948709 h 4805204"/>
                  <a:gd name="connsiteX53" fmla="*/ 5885781 w 8773198"/>
                  <a:gd name="connsiteY53" fmla="*/ 1983025 h 4805204"/>
                  <a:gd name="connsiteX54" fmla="*/ 5996831 w 8773198"/>
                  <a:gd name="connsiteY54" fmla="*/ 2019141 h 4805204"/>
                  <a:gd name="connsiteX55" fmla="*/ 6107881 w 8773198"/>
                  <a:gd name="connsiteY55" fmla="*/ 2056952 h 4805204"/>
                  <a:gd name="connsiteX56" fmla="*/ 6219038 w 8773198"/>
                  <a:gd name="connsiteY56" fmla="*/ 2096458 h 4805204"/>
                  <a:gd name="connsiteX57" fmla="*/ 6330088 w 8773198"/>
                  <a:gd name="connsiteY57" fmla="*/ 2137553 h 4805204"/>
                  <a:gd name="connsiteX58" fmla="*/ 6441139 w 8773198"/>
                  <a:gd name="connsiteY58" fmla="*/ 2180024 h 4805204"/>
                  <a:gd name="connsiteX59" fmla="*/ 6552189 w 8773198"/>
                  <a:gd name="connsiteY59" fmla="*/ 2223449 h 4805204"/>
                  <a:gd name="connsiteX60" fmla="*/ 6663240 w 8773198"/>
                  <a:gd name="connsiteY60" fmla="*/ 2267403 h 4805204"/>
                  <a:gd name="connsiteX61" fmla="*/ 6774290 w 8773198"/>
                  <a:gd name="connsiteY61" fmla="*/ 2311040 h 4805204"/>
                  <a:gd name="connsiteX62" fmla="*/ 6885340 w 8773198"/>
                  <a:gd name="connsiteY62" fmla="*/ 2353405 h 4805204"/>
                  <a:gd name="connsiteX63" fmla="*/ 6996391 w 8773198"/>
                  <a:gd name="connsiteY63" fmla="*/ 2393017 h 4805204"/>
                  <a:gd name="connsiteX64" fmla="*/ 7107441 w 8773198"/>
                  <a:gd name="connsiteY64" fmla="*/ 2428286 h 4805204"/>
                  <a:gd name="connsiteX65" fmla="*/ 7218492 w 8773198"/>
                  <a:gd name="connsiteY65" fmla="*/ 2457519 h 4805204"/>
                  <a:gd name="connsiteX66" fmla="*/ 7329543 w 8773198"/>
                  <a:gd name="connsiteY66" fmla="*/ 2478701 h 4805204"/>
                  <a:gd name="connsiteX67" fmla="*/ 7440593 w 8773198"/>
                  <a:gd name="connsiteY67" fmla="*/ 2490034 h 4805204"/>
                  <a:gd name="connsiteX68" fmla="*/ 7551643 w 8773198"/>
                  <a:gd name="connsiteY68" fmla="*/ 2489610 h 4805204"/>
                  <a:gd name="connsiteX69" fmla="*/ 7662694 w 8773198"/>
                  <a:gd name="connsiteY69" fmla="*/ 2475630 h 4805204"/>
                  <a:gd name="connsiteX70" fmla="*/ 7773744 w 8773198"/>
                  <a:gd name="connsiteY70" fmla="*/ 2446821 h 4805204"/>
                  <a:gd name="connsiteX71" fmla="*/ 7884794 w 8773198"/>
                  <a:gd name="connsiteY71" fmla="*/ 2402338 h 4805204"/>
                  <a:gd name="connsiteX72" fmla="*/ 7995845 w 8773198"/>
                  <a:gd name="connsiteY72" fmla="*/ 2341755 h 4805204"/>
                  <a:gd name="connsiteX73" fmla="*/ 8106896 w 8773198"/>
                  <a:gd name="connsiteY73" fmla="*/ 2264861 h 4805204"/>
                  <a:gd name="connsiteX74" fmla="*/ 8217946 w 8773198"/>
                  <a:gd name="connsiteY74" fmla="*/ 2172187 h 4805204"/>
                  <a:gd name="connsiteX75" fmla="*/ 8328997 w 8773198"/>
                  <a:gd name="connsiteY75" fmla="*/ 2064260 h 4805204"/>
                  <a:gd name="connsiteX76" fmla="*/ 8440047 w 8773198"/>
                  <a:gd name="connsiteY76" fmla="*/ 1941506 h 4805204"/>
                  <a:gd name="connsiteX77" fmla="*/ 8551097 w 8773198"/>
                  <a:gd name="connsiteY77" fmla="*/ 1804666 h 4805204"/>
                  <a:gd name="connsiteX78" fmla="*/ 8662148 w 8773198"/>
                  <a:gd name="connsiteY78" fmla="*/ 1654480 h 4805204"/>
                  <a:gd name="connsiteX79" fmla="*/ 8773198 w 8773198"/>
                  <a:gd name="connsiteY79" fmla="*/ 1491267 h 4805204"/>
                  <a:gd name="connsiteX80" fmla="*/ 8773198 w 8773198"/>
                  <a:gd name="connsiteY80" fmla="*/ 4805204 h 4805204"/>
                  <a:gd name="connsiteX81" fmla="*/ 8662148 w 8773198"/>
                  <a:gd name="connsiteY81" fmla="*/ 4805204 h 4805204"/>
                  <a:gd name="connsiteX82" fmla="*/ 8551097 w 8773198"/>
                  <a:gd name="connsiteY82" fmla="*/ 4805204 h 4805204"/>
                  <a:gd name="connsiteX83" fmla="*/ 8440047 w 8773198"/>
                  <a:gd name="connsiteY83" fmla="*/ 4805204 h 4805204"/>
                  <a:gd name="connsiteX84" fmla="*/ 8328997 w 8773198"/>
                  <a:gd name="connsiteY84" fmla="*/ 4805204 h 4805204"/>
                  <a:gd name="connsiteX85" fmla="*/ 8217946 w 8773198"/>
                  <a:gd name="connsiteY85" fmla="*/ 4805204 h 4805204"/>
                  <a:gd name="connsiteX86" fmla="*/ 8106896 w 8773198"/>
                  <a:gd name="connsiteY86" fmla="*/ 4805204 h 4805204"/>
                  <a:gd name="connsiteX87" fmla="*/ 7995845 w 8773198"/>
                  <a:gd name="connsiteY87" fmla="*/ 4805204 h 4805204"/>
                  <a:gd name="connsiteX88" fmla="*/ 7884794 w 8773198"/>
                  <a:gd name="connsiteY88" fmla="*/ 4805204 h 4805204"/>
                  <a:gd name="connsiteX89" fmla="*/ 7773744 w 8773198"/>
                  <a:gd name="connsiteY89" fmla="*/ 4805204 h 4805204"/>
                  <a:gd name="connsiteX90" fmla="*/ 7662694 w 8773198"/>
                  <a:gd name="connsiteY90" fmla="*/ 4805204 h 4805204"/>
                  <a:gd name="connsiteX91" fmla="*/ 7551643 w 8773198"/>
                  <a:gd name="connsiteY91" fmla="*/ 4805204 h 4805204"/>
                  <a:gd name="connsiteX92" fmla="*/ 7440593 w 8773198"/>
                  <a:gd name="connsiteY92" fmla="*/ 4805204 h 4805204"/>
                  <a:gd name="connsiteX93" fmla="*/ 7329543 w 8773198"/>
                  <a:gd name="connsiteY93" fmla="*/ 4805204 h 4805204"/>
                  <a:gd name="connsiteX94" fmla="*/ 7218492 w 8773198"/>
                  <a:gd name="connsiteY94" fmla="*/ 4805204 h 4805204"/>
                  <a:gd name="connsiteX95" fmla="*/ 7107441 w 8773198"/>
                  <a:gd name="connsiteY95" fmla="*/ 4805204 h 4805204"/>
                  <a:gd name="connsiteX96" fmla="*/ 6996391 w 8773198"/>
                  <a:gd name="connsiteY96" fmla="*/ 4805204 h 4805204"/>
                  <a:gd name="connsiteX97" fmla="*/ 6885340 w 8773198"/>
                  <a:gd name="connsiteY97" fmla="*/ 4805204 h 4805204"/>
                  <a:gd name="connsiteX98" fmla="*/ 6774290 w 8773198"/>
                  <a:gd name="connsiteY98" fmla="*/ 4805204 h 4805204"/>
                  <a:gd name="connsiteX99" fmla="*/ 6663240 w 8773198"/>
                  <a:gd name="connsiteY99" fmla="*/ 4805204 h 4805204"/>
                  <a:gd name="connsiteX100" fmla="*/ 6552189 w 8773198"/>
                  <a:gd name="connsiteY100" fmla="*/ 4805204 h 4805204"/>
                  <a:gd name="connsiteX101" fmla="*/ 6441139 w 8773198"/>
                  <a:gd name="connsiteY101" fmla="*/ 4805204 h 4805204"/>
                  <a:gd name="connsiteX102" fmla="*/ 6330088 w 8773198"/>
                  <a:gd name="connsiteY102" fmla="*/ 4805204 h 4805204"/>
                  <a:gd name="connsiteX103" fmla="*/ 6219038 w 8773198"/>
                  <a:gd name="connsiteY103" fmla="*/ 4800438 h 4805204"/>
                  <a:gd name="connsiteX104" fmla="*/ 6107881 w 8773198"/>
                  <a:gd name="connsiteY104" fmla="*/ 4772689 h 4805204"/>
                  <a:gd name="connsiteX105" fmla="*/ 5996831 w 8773198"/>
                  <a:gd name="connsiteY105" fmla="*/ 4739962 h 4805204"/>
                  <a:gd name="connsiteX106" fmla="*/ 5885781 w 8773198"/>
                  <a:gd name="connsiteY106" fmla="*/ 4702574 h 4805204"/>
                  <a:gd name="connsiteX107" fmla="*/ 5774730 w 8773198"/>
                  <a:gd name="connsiteY107" fmla="*/ 4661056 h 4805204"/>
                  <a:gd name="connsiteX108" fmla="*/ 5663679 w 8773198"/>
                  <a:gd name="connsiteY108" fmla="*/ 4615513 h 4805204"/>
                  <a:gd name="connsiteX109" fmla="*/ 5552629 w 8773198"/>
                  <a:gd name="connsiteY109" fmla="*/ 4566687 h 4805204"/>
                  <a:gd name="connsiteX110" fmla="*/ 5441578 w 8773198"/>
                  <a:gd name="connsiteY110" fmla="*/ 4514683 h 4805204"/>
                  <a:gd name="connsiteX111" fmla="*/ 5330528 w 8773198"/>
                  <a:gd name="connsiteY111" fmla="*/ 4459925 h 4805204"/>
                  <a:gd name="connsiteX112" fmla="*/ 5219478 w 8773198"/>
                  <a:gd name="connsiteY112" fmla="*/ 4402944 h 4805204"/>
                  <a:gd name="connsiteX113" fmla="*/ 5108428 w 8773198"/>
                  <a:gd name="connsiteY113" fmla="*/ 4343844 h 4805204"/>
                  <a:gd name="connsiteX114" fmla="*/ 4997377 w 8773198"/>
                  <a:gd name="connsiteY114" fmla="*/ 4283049 h 4805204"/>
                  <a:gd name="connsiteX115" fmla="*/ 4886326 w 8773198"/>
                  <a:gd name="connsiteY115" fmla="*/ 4220772 h 4805204"/>
                  <a:gd name="connsiteX116" fmla="*/ 4775276 w 8773198"/>
                  <a:gd name="connsiteY116" fmla="*/ 4157224 h 4805204"/>
                  <a:gd name="connsiteX117" fmla="*/ 4664225 w 8773198"/>
                  <a:gd name="connsiteY117" fmla="*/ 4092722 h 4805204"/>
                  <a:gd name="connsiteX118" fmla="*/ 4553175 w 8773198"/>
                  <a:gd name="connsiteY118" fmla="*/ 4027373 h 4805204"/>
                  <a:gd name="connsiteX119" fmla="*/ 4442124 w 8773198"/>
                  <a:gd name="connsiteY119" fmla="*/ 3961283 h 4805204"/>
                  <a:gd name="connsiteX120" fmla="*/ 4331074 w 8773198"/>
                  <a:gd name="connsiteY120" fmla="*/ 3894875 h 4805204"/>
                  <a:gd name="connsiteX121" fmla="*/ 4220024 w 8773198"/>
                  <a:gd name="connsiteY121" fmla="*/ 3828255 h 4805204"/>
                  <a:gd name="connsiteX122" fmla="*/ 4108973 w 8773198"/>
                  <a:gd name="connsiteY122" fmla="*/ 3761635 h 4805204"/>
                  <a:gd name="connsiteX123" fmla="*/ 3997923 w 8773198"/>
                  <a:gd name="connsiteY123" fmla="*/ 3695757 h 4805204"/>
                  <a:gd name="connsiteX124" fmla="*/ 3886872 w 8773198"/>
                  <a:gd name="connsiteY124" fmla="*/ 3631044 h 4805204"/>
                  <a:gd name="connsiteX125" fmla="*/ 3775822 w 8773198"/>
                  <a:gd name="connsiteY125" fmla="*/ 3568449 h 4805204"/>
                  <a:gd name="connsiteX126" fmla="*/ 3664771 w 8773198"/>
                  <a:gd name="connsiteY126" fmla="*/ 3509349 h 4805204"/>
                  <a:gd name="connsiteX127" fmla="*/ 3553721 w 8773198"/>
                  <a:gd name="connsiteY127" fmla="*/ 3455439 h 4805204"/>
                  <a:gd name="connsiteX128" fmla="*/ 3442670 w 8773198"/>
                  <a:gd name="connsiteY128" fmla="*/ 3409790 h 4805204"/>
                  <a:gd name="connsiteX129" fmla="*/ 3331620 w 8773198"/>
                  <a:gd name="connsiteY129" fmla="*/ 3381934 h 4805204"/>
                  <a:gd name="connsiteX130" fmla="*/ 3220569 w 8773198"/>
                  <a:gd name="connsiteY130" fmla="*/ 3375474 h 4805204"/>
                  <a:gd name="connsiteX131" fmla="*/ 3109519 w 8773198"/>
                  <a:gd name="connsiteY131" fmla="*/ 3384582 h 4805204"/>
                  <a:gd name="connsiteX132" fmla="*/ 2998362 w 8773198"/>
                  <a:gd name="connsiteY132" fmla="*/ 3440822 h 4805204"/>
                  <a:gd name="connsiteX133" fmla="*/ 2887312 w 8773198"/>
                  <a:gd name="connsiteY133" fmla="*/ 3555739 h 4805204"/>
                  <a:gd name="connsiteX134" fmla="*/ 2776262 w 8773198"/>
                  <a:gd name="connsiteY134" fmla="*/ 3709949 h 4805204"/>
                  <a:gd name="connsiteX135" fmla="*/ 2665211 w 8773198"/>
                  <a:gd name="connsiteY135" fmla="*/ 3867232 h 4805204"/>
                  <a:gd name="connsiteX136" fmla="*/ 2554161 w 8773198"/>
                  <a:gd name="connsiteY136" fmla="*/ 4005449 h 4805204"/>
                  <a:gd name="connsiteX137" fmla="*/ 2443110 w 8773198"/>
                  <a:gd name="connsiteY137" fmla="*/ 4329334 h 4805204"/>
                  <a:gd name="connsiteX138" fmla="*/ 2332060 w 8773198"/>
                  <a:gd name="connsiteY138" fmla="*/ 4530146 h 4805204"/>
                  <a:gd name="connsiteX139" fmla="*/ 2221009 w 8773198"/>
                  <a:gd name="connsiteY139" fmla="*/ 4508752 h 4805204"/>
                  <a:gd name="connsiteX140" fmla="*/ 2109959 w 8773198"/>
                  <a:gd name="connsiteY140" fmla="*/ 4416183 h 4805204"/>
                  <a:gd name="connsiteX141" fmla="*/ 1998908 w 8773198"/>
                  <a:gd name="connsiteY141" fmla="*/ 4306244 h 4805204"/>
                  <a:gd name="connsiteX142" fmla="*/ 1887858 w 8773198"/>
                  <a:gd name="connsiteY142" fmla="*/ 4155635 h 4805204"/>
                  <a:gd name="connsiteX143" fmla="*/ 1776807 w 8773198"/>
                  <a:gd name="connsiteY143" fmla="*/ 3851768 h 4805204"/>
                  <a:gd name="connsiteX144" fmla="*/ 1665757 w 8773198"/>
                  <a:gd name="connsiteY144" fmla="*/ 3172331 h 4805204"/>
                  <a:gd name="connsiteX145" fmla="*/ 1554706 w 8773198"/>
                  <a:gd name="connsiteY145" fmla="*/ 2590017 h 4805204"/>
                  <a:gd name="connsiteX146" fmla="*/ 1443656 w 8773198"/>
                  <a:gd name="connsiteY146" fmla="*/ 2085761 h 4805204"/>
                  <a:gd name="connsiteX147" fmla="*/ 1332605 w 8773198"/>
                  <a:gd name="connsiteY147" fmla="*/ 1585530 h 4805204"/>
                  <a:gd name="connsiteX148" fmla="*/ 1221555 w 8773198"/>
                  <a:gd name="connsiteY148" fmla="*/ 1447524 h 4805204"/>
                  <a:gd name="connsiteX149" fmla="*/ 1110505 w 8773198"/>
                  <a:gd name="connsiteY149" fmla="*/ 1629378 h 4805204"/>
                  <a:gd name="connsiteX150" fmla="*/ 999454 w 8773198"/>
                  <a:gd name="connsiteY150" fmla="*/ 2228956 h 4805204"/>
                  <a:gd name="connsiteX151" fmla="*/ 888404 w 8773198"/>
                  <a:gd name="connsiteY151" fmla="*/ 3159409 h 4805204"/>
                  <a:gd name="connsiteX152" fmla="*/ 777353 w 8773198"/>
                  <a:gd name="connsiteY152" fmla="*/ 3857064 h 4805204"/>
                  <a:gd name="connsiteX153" fmla="*/ 666303 w 8773198"/>
                  <a:gd name="connsiteY153" fmla="*/ 4430375 h 4805204"/>
                  <a:gd name="connsiteX154" fmla="*/ 555252 w 8773198"/>
                  <a:gd name="connsiteY154" fmla="*/ 4200860 h 4805204"/>
                  <a:gd name="connsiteX155" fmla="*/ 444202 w 8773198"/>
                  <a:gd name="connsiteY155" fmla="*/ 4142925 h 4805204"/>
                  <a:gd name="connsiteX156" fmla="*/ 333151 w 8773198"/>
                  <a:gd name="connsiteY156" fmla="*/ 4161778 h 4805204"/>
                  <a:gd name="connsiteX157" fmla="*/ 222101 w 8773198"/>
                  <a:gd name="connsiteY157" fmla="*/ 4275000 h 4805204"/>
                  <a:gd name="connsiteX158" fmla="*/ 111050 w 8773198"/>
                  <a:gd name="connsiteY158" fmla="*/ 4604498 h 4805204"/>
                  <a:gd name="connsiteX159" fmla="*/ 0 w 8773198"/>
                  <a:gd name="connsiteY159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773198" h="4805204">
                    <a:moveTo>
                      <a:pt x="0" y="1916934"/>
                    </a:moveTo>
                    <a:lnTo>
                      <a:pt x="111050" y="2399795"/>
                    </a:lnTo>
                    <a:lnTo>
                      <a:pt x="222101" y="2670193"/>
                    </a:lnTo>
                    <a:lnTo>
                      <a:pt x="333151" y="2725375"/>
                    </a:lnTo>
                    <a:lnTo>
                      <a:pt x="444202" y="2656636"/>
                    </a:lnTo>
                    <a:lnTo>
                      <a:pt x="555252" y="2646786"/>
                    </a:lnTo>
                    <a:lnTo>
                      <a:pt x="666303" y="2668287"/>
                    </a:lnTo>
                    <a:lnTo>
                      <a:pt x="777353" y="2208621"/>
                    </a:lnTo>
                    <a:lnTo>
                      <a:pt x="888404" y="1429095"/>
                    </a:lnTo>
                    <a:lnTo>
                      <a:pt x="999454" y="694795"/>
                    </a:lnTo>
                    <a:lnTo>
                      <a:pt x="1110505" y="226867"/>
                    </a:lnTo>
                    <a:lnTo>
                      <a:pt x="1221555" y="0"/>
                    </a:lnTo>
                    <a:lnTo>
                      <a:pt x="1332605" y="74140"/>
                    </a:lnTo>
                    <a:lnTo>
                      <a:pt x="1443656" y="408298"/>
                    </a:lnTo>
                    <a:lnTo>
                      <a:pt x="1554706" y="744362"/>
                    </a:lnTo>
                    <a:lnTo>
                      <a:pt x="1665757" y="1324664"/>
                    </a:lnTo>
                    <a:lnTo>
                      <a:pt x="1776807" y="1914392"/>
                    </a:lnTo>
                    <a:lnTo>
                      <a:pt x="1887858" y="2240183"/>
                    </a:lnTo>
                    <a:lnTo>
                      <a:pt x="1998908" y="2520431"/>
                    </a:lnTo>
                    <a:lnTo>
                      <a:pt x="2109959" y="2705675"/>
                    </a:lnTo>
                    <a:lnTo>
                      <a:pt x="2221009" y="2757043"/>
                    </a:lnTo>
                    <a:lnTo>
                      <a:pt x="2332060" y="2713089"/>
                    </a:lnTo>
                    <a:lnTo>
                      <a:pt x="2443110" y="2549664"/>
                    </a:lnTo>
                    <a:lnTo>
                      <a:pt x="2554161" y="2250351"/>
                    </a:lnTo>
                    <a:lnTo>
                      <a:pt x="2665211" y="2141154"/>
                    </a:lnTo>
                    <a:lnTo>
                      <a:pt x="2776262" y="2044878"/>
                    </a:lnTo>
                    <a:lnTo>
                      <a:pt x="2887312" y="1937482"/>
                    </a:lnTo>
                    <a:lnTo>
                      <a:pt x="2998362" y="1837923"/>
                    </a:lnTo>
                    <a:lnTo>
                      <a:pt x="3109519" y="1782106"/>
                    </a:lnTo>
                    <a:lnTo>
                      <a:pt x="3220569" y="1767596"/>
                    </a:lnTo>
                    <a:lnTo>
                      <a:pt x="3331620" y="1738470"/>
                    </a:lnTo>
                    <a:lnTo>
                      <a:pt x="3442670" y="1711885"/>
                    </a:lnTo>
                    <a:lnTo>
                      <a:pt x="3553721" y="1703412"/>
                    </a:lnTo>
                    <a:lnTo>
                      <a:pt x="3664771" y="1694621"/>
                    </a:lnTo>
                    <a:lnTo>
                      <a:pt x="3775822" y="1685830"/>
                    </a:lnTo>
                    <a:lnTo>
                      <a:pt x="3886872" y="1678310"/>
                    </a:lnTo>
                    <a:lnTo>
                      <a:pt x="3997923" y="1673121"/>
                    </a:lnTo>
                    <a:lnTo>
                      <a:pt x="4108973" y="1670791"/>
                    </a:lnTo>
                    <a:lnTo>
                      <a:pt x="4220024" y="1671532"/>
                    </a:lnTo>
                    <a:lnTo>
                      <a:pt x="4331074" y="1675345"/>
                    </a:lnTo>
                    <a:lnTo>
                      <a:pt x="4442124" y="1682229"/>
                    </a:lnTo>
                    <a:lnTo>
                      <a:pt x="4553175" y="1692185"/>
                    </a:lnTo>
                    <a:lnTo>
                      <a:pt x="4664225" y="1704789"/>
                    </a:lnTo>
                    <a:lnTo>
                      <a:pt x="4775276" y="1720040"/>
                    </a:lnTo>
                    <a:lnTo>
                      <a:pt x="4886326" y="1737622"/>
                    </a:lnTo>
                    <a:lnTo>
                      <a:pt x="4997377" y="1757534"/>
                    </a:lnTo>
                    <a:lnTo>
                      <a:pt x="5108428" y="1779352"/>
                    </a:lnTo>
                    <a:lnTo>
                      <a:pt x="5219478" y="1803077"/>
                    </a:lnTo>
                    <a:lnTo>
                      <a:pt x="5330528" y="1828708"/>
                    </a:lnTo>
                    <a:lnTo>
                      <a:pt x="5441578" y="1856140"/>
                    </a:lnTo>
                    <a:lnTo>
                      <a:pt x="5552629" y="1885266"/>
                    </a:lnTo>
                    <a:lnTo>
                      <a:pt x="5663679" y="1916087"/>
                    </a:lnTo>
                    <a:lnTo>
                      <a:pt x="5774730" y="1948709"/>
                    </a:lnTo>
                    <a:lnTo>
                      <a:pt x="5885781" y="1983025"/>
                    </a:lnTo>
                    <a:lnTo>
                      <a:pt x="5996831" y="2019141"/>
                    </a:lnTo>
                    <a:lnTo>
                      <a:pt x="6107881" y="2056952"/>
                    </a:lnTo>
                    <a:lnTo>
                      <a:pt x="6219038" y="2096458"/>
                    </a:lnTo>
                    <a:lnTo>
                      <a:pt x="6330088" y="2137553"/>
                    </a:lnTo>
                    <a:lnTo>
                      <a:pt x="6441139" y="2180024"/>
                    </a:lnTo>
                    <a:lnTo>
                      <a:pt x="6552189" y="2223449"/>
                    </a:lnTo>
                    <a:lnTo>
                      <a:pt x="6663240" y="2267403"/>
                    </a:lnTo>
                    <a:lnTo>
                      <a:pt x="6774290" y="2311040"/>
                    </a:lnTo>
                    <a:lnTo>
                      <a:pt x="6885340" y="2353405"/>
                    </a:lnTo>
                    <a:lnTo>
                      <a:pt x="6996391" y="2393017"/>
                    </a:lnTo>
                    <a:lnTo>
                      <a:pt x="7107441" y="2428286"/>
                    </a:lnTo>
                    <a:lnTo>
                      <a:pt x="7218492" y="2457519"/>
                    </a:lnTo>
                    <a:lnTo>
                      <a:pt x="7329543" y="2478701"/>
                    </a:lnTo>
                    <a:lnTo>
                      <a:pt x="7440593" y="2490034"/>
                    </a:lnTo>
                    <a:lnTo>
                      <a:pt x="7551643" y="2489610"/>
                    </a:lnTo>
                    <a:lnTo>
                      <a:pt x="7662694" y="2475630"/>
                    </a:lnTo>
                    <a:lnTo>
                      <a:pt x="7773744" y="2446821"/>
                    </a:lnTo>
                    <a:lnTo>
                      <a:pt x="7884794" y="2402338"/>
                    </a:lnTo>
                    <a:lnTo>
                      <a:pt x="7995845" y="2341755"/>
                    </a:lnTo>
                    <a:lnTo>
                      <a:pt x="8106896" y="2264861"/>
                    </a:lnTo>
                    <a:lnTo>
                      <a:pt x="8217946" y="2172187"/>
                    </a:lnTo>
                    <a:lnTo>
                      <a:pt x="8328997" y="2064260"/>
                    </a:lnTo>
                    <a:lnTo>
                      <a:pt x="8440047" y="1941506"/>
                    </a:lnTo>
                    <a:lnTo>
                      <a:pt x="8551097" y="1804666"/>
                    </a:lnTo>
                    <a:lnTo>
                      <a:pt x="8662148" y="1654480"/>
                    </a:lnTo>
                    <a:lnTo>
                      <a:pt x="8773198" y="1491267"/>
                    </a:lnTo>
                    <a:lnTo>
                      <a:pt x="8773198" y="4805204"/>
                    </a:lnTo>
                    <a:lnTo>
                      <a:pt x="8662148" y="4805204"/>
                    </a:lnTo>
                    <a:lnTo>
                      <a:pt x="8551097" y="4805204"/>
                    </a:lnTo>
                    <a:lnTo>
                      <a:pt x="8440047" y="4805204"/>
                    </a:lnTo>
                    <a:lnTo>
                      <a:pt x="8328997" y="4805204"/>
                    </a:lnTo>
                    <a:lnTo>
                      <a:pt x="8217946" y="4805204"/>
                    </a:lnTo>
                    <a:lnTo>
                      <a:pt x="8106896" y="4805204"/>
                    </a:lnTo>
                    <a:lnTo>
                      <a:pt x="7995845" y="4805204"/>
                    </a:lnTo>
                    <a:lnTo>
                      <a:pt x="7884794" y="4805204"/>
                    </a:lnTo>
                    <a:lnTo>
                      <a:pt x="7773744" y="4805204"/>
                    </a:lnTo>
                    <a:lnTo>
                      <a:pt x="7662694" y="4805204"/>
                    </a:lnTo>
                    <a:lnTo>
                      <a:pt x="7551643" y="4805204"/>
                    </a:lnTo>
                    <a:lnTo>
                      <a:pt x="7440593" y="4805204"/>
                    </a:lnTo>
                    <a:lnTo>
                      <a:pt x="7329543" y="4805204"/>
                    </a:lnTo>
                    <a:lnTo>
                      <a:pt x="7218492" y="4805204"/>
                    </a:lnTo>
                    <a:lnTo>
                      <a:pt x="7107441" y="4805204"/>
                    </a:lnTo>
                    <a:lnTo>
                      <a:pt x="6996391" y="4805204"/>
                    </a:lnTo>
                    <a:lnTo>
                      <a:pt x="6885340" y="4805204"/>
                    </a:lnTo>
                    <a:lnTo>
                      <a:pt x="6774290" y="4805204"/>
                    </a:lnTo>
                    <a:lnTo>
                      <a:pt x="6663240" y="4805204"/>
                    </a:lnTo>
                    <a:lnTo>
                      <a:pt x="6552189" y="4805204"/>
                    </a:lnTo>
                    <a:lnTo>
                      <a:pt x="6441139" y="4805204"/>
                    </a:lnTo>
                    <a:lnTo>
                      <a:pt x="6330088" y="4805204"/>
                    </a:lnTo>
                    <a:lnTo>
                      <a:pt x="6219038" y="4800438"/>
                    </a:lnTo>
                    <a:lnTo>
                      <a:pt x="6107881" y="4772689"/>
                    </a:lnTo>
                    <a:lnTo>
                      <a:pt x="5996831" y="4739962"/>
                    </a:lnTo>
                    <a:lnTo>
                      <a:pt x="5885781" y="4702574"/>
                    </a:lnTo>
                    <a:lnTo>
                      <a:pt x="5774730" y="4661056"/>
                    </a:lnTo>
                    <a:lnTo>
                      <a:pt x="5663679" y="4615513"/>
                    </a:lnTo>
                    <a:lnTo>
                      <a:pt x="5552629" y="4566687"/>
                    </a:lnTo>
                    <a:lnTo>
                      <a:pt x="5441578" y="4514683"/>
                    </a:lnTo>
                    <a:lnTo>
                      <a:pt x="5330528" y="4459925"/>
                    </a:lnTo>
                    <a:lnTo>
                      <a:pt x="5219478" y="4402944"/>
                    </a:lnTo>
                    <a:lnTo>
                      <a:pt x="5108428" y="4343844"/>
                    </a:lnTo>
                    <a:lnTo>
                      <a:pt x="4997377" y="4283049"/>
                    </a:lnTo>
                    <a:lnTo>
                      <a:pt x="4886326" y="4220772"/>
                    </a:lnTo>
                    <a:lnTo>
                      <a:pt x="4775276" y="4157224"/>
                    </a:lnTo>
                    <a:lnTo>
                      <a:pt x="4664225" y="4092722"/>
                    </a:lnTo>
                    <a:lnTo>
                      <a:pt x="4553175" y="4027373"/>
                    </a:lnTo>
                    <a:lnTo>
                      <a:pt x="4442124" y="3961283"/>
                    </a:lnTo>
                    <a:lnTo>
                      <a:pt x="4331074" y="3894875"/>
                    </a:lnTo>
                    <a:lnTo>
                      <a:pt x="4220024" y="3828255"/>
                    </a:lnTo>
                    <a:lnTo>
                      <a:pt x="4108973" y="3761635"/>
                    </a:lnTo>
                    <a:lnTo>
                      <a:pt x="3997923" y="3695757"/>
                    </a:lnTo>
                    <a:lnTo>
                      <a:pt x="3886872" y="3631044"/>
                    </a:lnTo>
                    <a:lnTo>
                      <a:pt x="3775822" y="3568449"/>
                    </a:lnTo>
                    <a:lnTo>
                      <a:pt x="3664771" y="3509349"/>
                    </a:lnTo>
                    <a:lnTo>
                      <a:pt x="3553721" y="3455439"/>
                    </a:lnTo>
                    <a:lnTo>
                      <a:pt x="3442670" y="3409790"/>
                    </a:lnTo>
                    <a:lnTo>
                      <a:pt x="3331620" y="3381934"/>
                    </a:lnTo>
                    <a:lnTo>
                      <a:pt x="3220569" y="3375474"/>
                    </a:lnTo>
                    <a:lnTo>
                      <a:pt x="3109519" y="3384582"/>
                    </a:lnTo>
                    <a:lnTo>
                      <a:pt x="2998362" y="3440822"/>
                    </a:lnTo>
                    <a:lnTo>
                      <a:pt x="2887312" y="3555739"/>
                    </a:lnTo>
                    <a:lnTo>
                      <a:pt x="2776262" y="3709949"/>
                    </a:lnTo>
                    <a:lnTo>
                      <a:pt x="2665211" y="3867232"/>
                    </a:lnTo>
                    <a:lnTo>
                      <a:pt x="2554161" y="4005449"/>
                    </a:lnTo>
                    <a:lnTo>
                      <a:pt x="2443110" y="4329334"/>
                    </a:lnTo>
                    <a:lnTo>
                      <a:pt x="2332060" y="4530146"/>
                    </a:lnTo>
                    <a:lnTo>
                      <a:pt x="2221009" y="4508752"/>
                    </a:lnTo>
                    <a:lnTo>
                      <a:pt x="2109959" y="4416183"/>
                    </a:lnTo>
                    <a:lnTo>
                      <a:pt x="1998908" y="4306244"/>
                    </a:lnTo>
                    <a:lnTo>
                      <a:pt x="1887858" y="4155635"/>
                    </a:lnTo>
                    <a:lnTo>
                      <a:pt x="1776807" y="3851768"/>
                    </a:lnTo>
                    <a:lnTo>
                      <a:pt x="1665757" y="3172331"/>
                    </a:lnTo>
                    <a:lnTo>
                      <a:pt x="1554706" y="2590017"/>
                    </a:lnTo>
                    <a:lnTo>
                      <a:pt x="1443656" y="2085761"/>
                    </a:lnTo>
                    <a:lnTo>
                      <a:pt x="1332605" y="1585530"/>
                    </a:lnTo>
                    <a:lnTo>
                      <a:pt x="1221555" y="1447524"/>
                    </a:lnTo>
                    <a:lnTo>
                      <a:pt x="1110505" y="1629378"/>
                    </a:lnTo>
                    <a:lnTo>
                      <a:pt x="999454" y="2228956"/>
                    </a:lnTo>
                    <a:lnTo>
                      <a:pt x="888404" y="3159409"/>
                    </a:lnTo>
                    <a:lnTo>
                      <a:pt x="777353" y="3857064"/>
                    </a:lnTo>
                    <a:lnTo>
                      <a:pt x="666303" y="4430375"/>
                    </a:lnTo>
                    <a:lnTo>
                      <a:pt x="555252" y="4200860"/>
                    </a:lnTo>
                    <a:lnTo>
                      <a:pt x="444202" y="4142925"/>
                    </a:lnTo>
                    <a:lnTo>
                      <a:pt x="333151" y="4161778"/>
                    </a:lnTo>
                    <a:lnTo>
                      <a:pt x="222101" y="4275000"/>
                    </a:lnTo>
                    <a:lnTo>
                      <a:pt x="111050" y="4604498"/>
                    </a:lnTo>
                    <a:lnTo>
                      <a:pt x="0" y="4805204"/>
                    </a:lnTo>
                    <a:close/>
                  </a:path>
                </a:pathLst>
              </a:custGeom>
              <a:solidFill>
                <a:srgbClr val="E78828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FF8D39AC-2ED6-4995-7ADA-61A418A8D416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2757042"/>
              </a:xfrm>
              <a:custGeom>
                <a:avLst/>
                <a:gdLst>
                  <a:gd name="connsiteX0" fmla="*/ 0 w 8773198"/>
                  <a:gd name="connsiteY0" fmla="*/ 1916934 h 2757042"/>
                  <a:gd name="connsiteX1" fmla="*/ 111050 w 8773198"/>
                  <a:gd name="connsiteY1" fmla="*/ 2399795 h 2757042"/>
                  <a:gd name="connsiteX2" fmla="*/ 222101 w 8773198"/>
                  <a:gd name="connsiteY2" fmla="*/ 2670193 h 2757042"/>
                  <a:gd name="connsiteX3" fmla="*/ 333151 w 8773198"/>
                  <a:gd name="connsiteY3" fmla="*/ 2725375 h 2757042"/>
                  <a:gd name="connsiteX4" fmla="*/ 444202 w 8773198"/>
                  <a:gd name="connsiteY4" fmla="*/ 2656636 h 2757042"/>
                  <a:gd name="connsiteX5" fmla="*/ 555252 w 8773198"/>
                  <a:gd name="connsiteY5" fmla="*/ 2646786 h 2757042"/>
                  <a:gd name="connsiteX6" fmla="*/ 666303 w 8773198"/>
                  <a:gd name="connsiteY6" fmla="*/ 2668287 h 2757042"/>
                  <a:gd name="connsiteX7" fmla="*/ 777353 w 8773198"/>
                  <a:gd name="connsiteY7" fmla="*/ 2208621 h 2757042"/>
                  <a:gd name="connsiteX8" fmla="*/ 888404 w 8773198"/>
                  <a:gd name="connsiteY8" fmla="*/ 1429095 h 2757042"/>
                  <a:gd name="connsiteX9" fmla="*/ 999454 w 8773198"/>
                  <a:gd name="connsiteY9" fmla="*/ 694795 h 2757042"/>
                  <a:gd name="connsiteX10" fmla="*/ 1110505 w 8773198"/>
                  <a:gd name="connsiteY10" fmla="*/ 226867 h 2757042"/>
                  <a:gd name="connsiteX11" fmla="*/ 1221555 w 8773198"/>
                  <a:gd name="connsiteY11" fmla="*/ 0 h 2757042"/>
                  <a:gd name="connsiteX12" fmla="*/ 1332605 w 8773198"/>
                  <a:gd name="connsiteY12" fmla="*/ 74140 h 2757042"/>
                  <a:gd name="connsiteX13" fmla="*/ 1443656 w 8773198"/>
                  <a:gd name="connsiteY13" fmla="*/ 408298 h 2757042"/>
                  <a:gd name="connsiteX14" fmla="*/ 1554706 w 8773198"/>
                  <a:gd name="connsiteY14" fmla="*/ 744362 h 2757042"/>
                  <a:gd name="connsiteX15" fmla="*/ 1665757 w 8773198"/>
                  <a:gd name="connsiteY15" fmla="*/ 1324664 h 2757042"/>
                  <a:gd name="connsiteX16" fmla="*/ 1776807 w 8773198"/>
                  <a:gd name="connsiteY16" fmla="*/ 1914392 h 2757042"/>
                  <a:gd name="connsiteX17" fmla="*/ 1887858 w 8773198"/>
                  <a:gd name="connsiteY17" fmla="*/ 2240183 h 2757042"/>
                  <a:gd name="connsiteX18" fmla="*/ 1998908 w 8773198"/>
                  <a:gd name="connsiteY18" fmla="*/ 2520431 h 2757042"/>
                  <a:gd name="connsiteX19" fmla="*/ 2109959 w 8773198"/>
                  <a:gd name="connsiteY19" fmla="*/ 2705675 h 2757042"/>
                  <a:gd name="connsiteX20" fmla="*/ 2221009 w 8773198"/>
                  <a:gd name="connsiteY20" fmla="*/ 2757043 h 2757042"/>
                  <a:gd name="connsiteX21" fmla="*/ 2332060 w 8773198"/>
                  <a:gd name="connsiteY21" fmla="*/ 2713089 h 2757042"/>
                  <a:gd name="connsiteX22" fmla="*/ 2443110 w 8773198"/>
                  <a:gd name="connsiteY22" fmla="*/ 2549664 h 2757042"/>
                  <a:gd name="connsiteX23" fmla="*/ 2554161 w 8773198"/>
                  <a:gd name="connsiteY23" fmla="*/ 2250351 h 2757042"/>
                  <a:gd name="connsiteX24" fmla="*/ 2665211 w 8773198"/>
                  <a:gd name="connsiteY24" fmla="*/ 2141154 h 2757042"/>
                  <a:gd name="connsiteX25" fmla="*/ 2776262 w 8773198"/>
                  <a:gd name="connsiteY25" fmla="*/ 2044878 h 2757042"/>
                  <a:gd name="connsiteX26" fmla="*/ 2887312 w 8773198"/>
                  <a:gd name="connsiteY26" fmla="*/ 1937482 h 2757042"/>
                  <a:gd name="connsiteX27" fmla="*/ 2998362 w 8773198"/>
                  <a:gd name="connsiteY27" fmla="*/ 1837923 h 2757042"/>
                  <a:gd name="connsiteX28" fmla="*/ 3109519 w 8773198"/>
                  <a:gd name="connsiteY28" fmla="*/ 1782106 h 2757042"/>
                  <a:gd name="connsiteX29" fmla="*/ 3220569 w 8773198"/>
                  <a:gd name="connsiteY29" fmla="*/ 1767596 h 2757042"/>
                  <a:gd name="connsiteX30" fmla="*/ 3331620 w 8773198"/>
                  <a:gd name="connsiteY30" fmla="*/ 1738470 h 2757042"/>
                  <a:gd name="connsiteX31" fmla="*/ 3442670 w 8773198"/>
                  <a:gd name="connsiteY31" fmla="*/ 1711885 h 2757042"/>
                  <a:gd name="connsiteX32" fmla="*/ 3553721 w 8773198"/>
                  <a:gd name="connsiteY32" fmla="*/ 1703412 h 2757042"/>
                  <a:gd name="connsiteX33" fmla="*/ 3664771 w 8773198"/>
                  <a:gd name="connsiteY33" fmla="*/ 1694621 h 2757042"/>
                  <a:gd name="connsiteX34" fmla="*/ 3775822 w 8773198"/>
                  <a:gd name="connsiteY34" fmla="*/ 1685830 h 2757042"/>
                  <a:gd name="connsiteX35" fmla="*/ 3886872 w 8773198"/>
                  <a:gd name="connsiteY35" fmla="*/ 1678310 h 2757042"/>
                  <a:gd name="connsiteX36" fmla="*/ 3997923 w 8773198"/>
                  <a:gd name="connsiteY36" fmla="*/ 1673121 h 2757042"/>
                  <a:gd name="connsiteX37" fmla="*/ 4108973 w 8773198"/>
                  <a:gd name="connsiteY37" fmla="*/ 1670791 h 2757042"/>
                  <a:gd name="connsiteX38" fmla="*/ 4220024 w 8773198"/>
                  <a:gd name="connsiteY38" fmla="*/ 1671532 h 2757042"/>
                  <a:gd name="connsiteX39" fmla="*/ 4331074 w 8773198"/>
                  <a:gd name="connsiteY39" fmla="*/ 1675345 h 2757042"/>
                  <a:gd name="connsiteX40" fmla="*/ 4442124 w 8773198"/>
                  <a:gd name="connsiteY40" fmla="*/ 1682229 h 2757042"/>
                  <a:gd name="connsiteX41" fmla="*/ 4553175 w 8773198"/>
                  <a:gd name="connsiteY41" fmla="*/ 1692185 h 2757042"/>
                  <a:gd name="connsiteX42" fmla="*/ 4664225 w 8773198"/>
                  <a:gd name="connsiteY42" fmla="*/ 1704789 h 2757042"/>
                  <a:gd name="connsiteX43" fmla="*/ 4775276 w 8773198"/>
                  <a:gd name="connsiteY43" fmla="*/ 1720040 h 2757042"/>
                  <a:gd name="connsiteX44" fmla="*/ 4886326 w 8773198"/>
                  <a:gd name="connsiteY44" fmla="*/ 1737622 h 2757042"/>
                  <a:gd name="connsiteX45" fmla="*/ 4997377 w 8773198"/>
                  <a:gd name="connsiteY45" fmla="*/ 1757534 h 2757042"/>
                  <a:gd name="connsiteX46" fmla="*/ 5108428 w 8773198"/>
                  <a:gd name="connsiteY46" fmla="*/ 1779352 h 2757042"/>
                  <a:gd name="connsiteX47" fmla="*/ 5219478 w 8773198"/>
                  <a:gd name="connsiteY47" fmla="*/ 1803077 h 2757042"/>
                  <a:gd name="connsiteX48" fmla="*/ 5330528 w 8773198"/>
                  <a:gd name="connsiteY48" fmla="*/ 1828708 h 2757042"/>
                  <a:gd name="connsiteX49" fmla="*/ 5441578 w 8773198"/>
                  <a:gd name="connsiteY49" fmla="*/ 1856140 h 2757042"/>
                  <a:gd name="connsiteX50" fmla="*/ 5552629 w 8773198"/>
                  <a:gd name="connsiteY50" fmla="*/ 1885266 h 2757042"/>
                  <a:gd name="connsiteX51" fmla="*/ 5663679 w 8773198"/>
                  <a:gd name="connsiteY51" fmla="*/ 1916087 h 2757042"/>
                  <a:gd name="connsiteX52" fmla="*/ 5774730 w 8773198"/>
                  <a:gd name="connsiteY52" fmla="*/ 1948709 h 2757042"/>
                  <a:gd name="connsiteX53" fmla="*/ 5885781 w 8773198"/>
                  <a:gd name="connsiteY53" fmla="*/ 1983025 h 2757042"/>
                  <a:gd name="connsiteX54" fmla="*/ 5996831 w 8773198"/>
                  <a:gd name="connsiteY54" fmla="*/ 2019141 h 2757042"/>
                  <a:gd name="connsiteX55" fmla="*/ 6107881 w 8773198"/>
                  <a:gd name="connsiteY55" fmla="*/ 2056952 h 2757042"/>
                  <a:gd name="connsiteX56" fmla="*/ 6219038 w 8773198"/>
                  <a:gd name="connsiteY56" fmla="*/ 2096458 h 2757042"/>
                  <a:gd name="connsiteX57" fmla="*/ 6330088 w 8773198"/>
                  <a:gd name="connsiteY57" fmla="*/ 2137553 h 2757042"/>
                  <a:gd name="connsiteX58" fmla="*/ 6441139 w 8773198"/>
                  <a:gd name="connsiteY58" fmla="*/ 2180024 h 2757042"/>
                  <a:gd name="connsiteX59" fmla="*/ 6552189 w 8773198"/>
                  <a:gd name="connsiteY59" fmla="*/ 2223449 h 2757042"/>
                  <a:gd name="connsiteX60" fmla="*/ 6663240 w 8773198"/>
                  <a:gd name="connsiteY60" fmla="*/ 2267403 h 2757042"/>
                  <a:gd name="connsiteX61" fmla="*/ 6774290 w 8773198"/>
                  <a:gd name="connsiteY61" fmla="*/ 2311040 h 2757042"/>
                  <a:gd name="connsiteX62" fmla="*/ 6885340 w 8773198"/>
                  <a:gd name="connsiteY62" fmla="*/ 2353405 h 2757042"/>
                  <a:gd name="connsiteX63" fmla="*/ 6996391 w 8773198"/>
                  <a:gd name="connsiteY63" fmla="*/ 2393017 h 2757042"/>
                  <a:gd name="connsiteX64" fmla="*/ 7107441 w 8773198"/>
                  <a:gd name="connsiteY64" fmla="*/ 2428286 h 2757042"/>
                  <a:gd name="connsiteX65" fmla="*/ 7218492 w 8773198"/>
                  <a:gd name="connsiteY65" fmla="*/ 2457519 h 2757042"/>
                  <a:gd name="connsiteX66" fmla="*/ 7329543 w 8773198"/>
                  <a:gd name="connsiteY66" fmla="*/ 2478701 h 2757042"/>
                  <a:gd name="connsiteX67" fmla="*/ 7440593 w 8773198"/>
                  <a:gd name="connsiteY67" fmla="*/ 2490034 h 2757042"/>
                  <a:gd name="connsiteX68" fmla="*/ 7551643 w 8773198"/>
                  <a:gd name="connsiteY68" fmla="*/ 2489610 h 2757042"/>
                  <a:gd name="connsiteX69" fmla="*/ 7662694 w 8773198"/>
                  <a:gd name="connsiteY69" fmla="*/ 2475630 h 2757042"/>
                  <a:gd name="connsiteX70" fmla="*/ 7773744 w 8773198"/>
                  <a:gd name="connsiteY70" fmla="*/ 2446821 h 2757042"/>
                  <a:gd name="connsiteX71" fmla="*/ 7884794 w 8773198"/>
                  <a:gd name="connsiteY71" fmla="*/ 2402338 h 2757042"/>
                  <a:gd name="connsiteX72" fmla="*/ 7995845 w 8773198"/>
                  <a:gd name="connsiteY72" fmla="*/ 2341755 h 2757042"/>
                  <a:gd name="connsiteX73" fmla="*/ 8106896 w 8773198"/>
                  <a:gd name="connsiteY73" fmla="*/ 2264861 h 2757042"/>
                  <a:gd name="connsiteX74" fmla="*/ 8217946 w 8773198"/>
                  <a:gd name="connsiteY74" fmla="*/ 2172187 h 2757042"/>
                  <a:gd name="connsiteX75" fmla="*/ 8328997 w 8773198"/>
                  <a:gd name="connsiteY75" fmla="*/ 2064260 h 2757042"/>
                  <a:gd name="connsiteX76" fmla="*/ 8440047 w 8773198"/>
                  <a:gd name="connsiteY76" fmla="*/ 1941506 h 2757042"/>
                  <a:gd name="connsiteX77" fmla="*/ 8551097 w 8773198"/>
                  <a:gd name="connsiteY77" fmla="*/ 1804666 h 2757042"/>
                  <a:gd name="connsiteX78" fmla="*/ 8662148 w 8773198"/>
                  <a:gd name="connsiteY78" fmla="*/ 1654480 h 2757042"/>
                  <a:gd name="connsiteX79" fmla="*/ 8773198 w 8773198"/>
                  <a:gd name="connsiteY79" fmla="*/ 1491267 h 2757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757042">
                    <a:moveTo>
                      <a:pt x="0" y="1916934"/>
                    </a:moveTo>
                    <a:lnTo>
                      <a:pt x="111050" y="2399795"/>
                    </a:lnTo>
                    <a:lnTo>
                      <a:pt x="222101" y="2670193"/>
                    </a:lnTo>
                    <a:lnTo>
                      <a:pt x="333151" y="2725375"/>
                    </a:lnTo>
                    <a:lnTo>
                      <a:pt x="444202" y="2656636"/>
                    </a:lnTo>
                    <a:lnTo>
                      <a:pt x="555252" y="2646786"/>
                    </a:lnTo>
                    <a:lnTo>
                      <a:pt x="666303" y="2668287"/>
                    </a:lnTo>
                    <a:lnTo>
                      <a:pt x="777353" y="2208621"/>
                    </a:lnTo>
                    <a:lnTo>
                      <a:pt x="888404" y="1429095"/>
                    </a:lnTo>
                    <a:lnTo>
                      <a:pt x="999454" y="694795"/>
                    </a:lnTo>
                    <a:lnTo>
                      <a:pt x="1110505" y="226867"/>
                    </a:lnTo>
                    <a:lnTo>
                      <a:pt x="1221555" y="0"/>
                    </a:lnTo>
                    <a:lnTo>
                      <a:pt x="1332605" y="74140"/>
                    </a:lnTo>
                    <a:lnTo>
                      <a:pt x="1443656" y="408298"/>
                    </a:lnTo>
                    <a:lnTo>
                      <a:pt x="1554706" y="744362"/>
                    </a:lnTo>
                    <a:lnTo>
                      <a:pt x="1665757" y="1324664"/>
                    </a:lnTo>
                    <a:lnTo>
                      <a:pt x="1776807" y="1914392"/>
                    </a:lnTo>
                    <a:lnTo>
                      <a:pt x="1887858" y="2240183"/>
                    </a:lnTo>
                    <a:lnTo>
                      <a:pt x="1998908" y="2520431"/>
                    </a:lnTo>
                    <a:lnTo>
                      <a:pt x="2109959" y="2705675"/>
                    </a:lnTo>
                    <a:lnTo>
                      <a:pt x="2221009" y="2757043"/>
                    </a:lnTo>
                    <a:lnTo>
                      <a:pt x="2332060" y="2713089"/>
                    </a:lnTo>
                    <a:lnTo>
                      <a:pt x="2443110" y="2549664"/>
                    </a:lnTo>
                    <a:lnTo>
                      <a:pt x="2554161" y="2250351"/>
                    </a:lnTo>
                    <a:lnTo>
                      <a:pt x="2665211" y="2141154"/>
                    </a:lnTo>
                    <a:lnTo>
                      <a:pt x="2776262" y="2044878"/>
                    </a:lnTo>
                    <a:lnTo>
                      <a:pt x="2887312" y="1937482"/>
                    </a:lnTo>
                    <a:lnTo>
                      <a:pt x="2998362" y="1837923"/>
                    </a:lnTo>
                    <a:lnTo>
                      <a:pt x="3109519" y="1782106"/>
                    </a:lnTo>
                    <a:lnTo>
                      <a:pt x="3220569" y="1767596"/>
                    </a:lnTo>
                    <a:lnTo>
                      <a:pt x="3331620" y="1738470"/>
                    </a:lnTo>
                    <a:lnTo>
                      <a:pt x="3442670" y="1711885"/>
                    </a:lnTo>
                    <a:lnTo>
                      <a:pt x="3553721" y="1703412"/>
                    </a:lnTo>
                    <a:lnTo>
                      <a:pt x="3664771" y="1694621"/>
                    </a:lnTo>
                    <a:lnTo>
                      <a:pt x="3775822" y="1685830"/>
                    </a:lnTo>
                    <a:lnTo>
                      <a:pt x="3886872" y="1678310"/>
                    </a:lnTo>
                    <a:lnTo>
                      <a:pt x="3997923" y="1673121"/>
                    </a:lnTo>
                    <a:lnTo>
                      <a:pt x="4108973" y="1670791"/>
                    </a:lnTo>
                    <a:lnTo>
                      <a:pt x="4220024" y="1671532"/>
                    </a:lnTo>
                    <a:lnTo>
                      <a:pt x="4331074" y="1675345"/>
                    </a:lnTo>
                    <a:lnTo>
                      <a:pt x="4442124" y="1682229"/>
                    </a:lnTo>
                    <a:lnTo>
                      <a:pt x="4553175" y="1692185"/>
                    </a:lnTo>
                    <a:lnTo>
                      <a:pt x="4664225" y="1704789"/>
                    </a:lnTo>
                    <a:lnTo>
                      <a:pt x="4775276" y="1720040"/>
                    </a:lnTo>
                    <a:lnTo>
                      <a:pt x="4886326" y="1737622"/>
                    </a:lnTo>
                    <a:lnTo>
                      <a:pt x="4997377" y="1757534"/>
                    </a:lnTo>
                    <a:lnTo>
                      <a:pt x="5108428" y="1779352"/>
                    </a:lnTo>
                    <a:lnTo>
                      <a:pt x="5219478" y="1803077"/>
                    </a:lnTo>
                    <a:lnTo>
                      <a:pt x="5330528" y="1828708"/>
                    </a:lnTo>
                    <a:lnTo>
                      <a:pt x="5441578" y="1856140"/>
                    </a:lnTo>
                    <a:lnTo>
                      <a:pt x="5552629" y="1885266"/>
                    </a:lnTo>
                    <a:lnTo>
                      <a:pt x="5663679" y="1916087"/>
                    </a:lnTo>
                    <a:lnTo>
                      <a:pt x="5774730" y="1948709"/>
                    </a:lnTo>
                    <a:lnTo>
                      <a:pt x="5885781" y="1983025"/>
                    </a:lnTo>
                    <a:lnTo>
                      <a:pt x="5996831" y="2019141"/>
                    </a:lnTo>
                    <a:lnTo>
                      <a:pt x="6107881" y="2056952"/>
                    </a:lnTo>
                    <a:lnTo>
                      <a:pt x="6219038" y="2096458"/>
                    </a:lnTo>
                    <a:lnTo>
                      <a:pt x="6330088" y="2137553"/>
                    </a:lnTo>
                    <a:lnTo>
                      <a:pt x="6441139" y="2180024"/>
                    </a:lnTo>
                    <a:lnTo>
                      <a:pt x="6552189" y="2223449"/>
                    </a:lnTo>
                    <a:lnTo>
                      <a:pt x="6663240" y="2267403"/>
                    </a:lnTo>
                    <a:lnTo>
                      <a:pt x="6774290" y="2311040"/>
                    </a:lnTo>
                    <a:lnTo>
                      <a:pt x="6885340" y="2353405"/>
                    </a:lnTo>
                    <a:lnTo>
                      <a:pt x="6996391" y="2393017"/>
                    </a:lnTo>
                    <a:lnTo>
                      <a:pt x="7107441" y="2428286"/>
                    </a:lnTo>
                    <a:lnTo>
                      <a:pt x="7218492" y="2457519"/>
                    </a:lnTo>
                    <a:lnTo>
                      <a:pt x="7329543" y="2478701"/>
                    </a:lnTo>
                    <a:lnTo>
                      <a:pt x="7440593" y="2490034"/>
                    </a:lnTo>
                    <a:lnTo>
                      <a:pt x="7551643" y="2489610"/>
                    </a:lnTo>
                    <a:lnTo>
                      <a:pt x="7662694" y="2475630"/>
                    </a:lnTo>
                    <a:lnTo>
                      <a:pt x="7773744" y="2446821"/>
                    </a:lnTo>
                    <a:lnTo>
                      <a:pt x="7884794" y="2402338"/>
                    </a:lnTo>
                    <a:lnTo>
                      <a:pt x="7995845" y="2341755"/>
                    </a:lnTo>
                    <a:lnTo>
                      <a:pt x="8106896" y="2264861"/>
                    </a:lnTo>
                    <a:lnTo>
                      <a:pt x="8217946" y="2172187"/>
                    </a:lnTo>
                    <a:lnTo>
                      <a:pt x="8328997" y="2064260"/>
                    </a:lnTo>
                    <a:lnTo>
                      <a:pt x="8440047" y="1941506"/>
                    </a:lnTo>
                    <a:lnTo>
                      <a:pt x="8551097" y="1804666"/>
                    </a:lnTo>
                    <a:lnTo>
                      <a:pt x="8662148" y="1654480"/>
                    </a:lnTo>
                    <a:lnTo>
                      <a:pt x="8773198" y="1491267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D528B22-382E-D2E5-0710-497498EA2600}"/>
                  </a:ext>
                </a:extLst>
              </p:cNvPr>
              <p:cNvSpPr/>
              <p:nvPr/>
            </p:nvSpPr>
            <p:spPr>
              <a:xfrm>
                <a:off x="1909778" y="2419005"/>
                <a:ext cx="8773198" cy="3357680"/>
              </a:xfrm>
              <a:custGeom>
                <a:avLst/>
                <a:gdLst>
                  <a:gd name="connsiteX0" fmla="*/ 8773198 w 8773198"/>
                  <a:gd name="connsiteY0" fmla="*/ 3357680 h 3357680"/>
                  <a:gd name="connsiteX1" fmla="*/ 8662148 w 8773198"/>
                  <a:gd name="connsiteY1" fmla="*/ 3357680 h 3357680"/>
                  <a:gd name="connsiteX2" fmla="*/ 8551097 w 8773198"/>
                  <a:gd name="connsiteY2" fmla="*/ 3357680 h 3357680"/>
                  <a:gd name="connsiteX3" fmla="*/ 8440047 w 8773198"/>
                  <a:gd name="connsiteY3" fmla="*/ 3357680 h 3357680"/>
                  <a:gd name="connsiteX4" fmla="*/ 8328997 w 8773198"/>
                  <a:gd name="connsiteY4" fmla="*/ 3357680 h 3357680"/>
                  <a:gd name="connsiteX5" fmla="*/ 8217946 w 8773198"/>
                  <a:gd name="connsiteY5" fmla="*/ 3357680 h 3357680"/>
                  <a:gd name="connsiteX6" fmla="*/ 8106896 w 8773198"/>
                  <a:gd name="connsiteY6" fmla="*/ 3357680 h 3357680"/>
                  <a:gd name="connsiteX7" fmla="*/ 7995845 w 8773198"/>
                  <a:gd name="connsiteY7" fmla="*/ 3357680 h 3357680"/>
                  <a:gd name="connsiteX8" fmla="*/ 7884794 w 8773198"/>
                  <a:gd name="connsiteY8" fmla="*/ 3357680 h 3357680"/>
                  <a:gd name="connsiteX9" fmla="*/ 7773744 w 8773198"/>
                  <a:gd name="connsiteY9" fmla="*/ 3357680 h 3357680"/>
                  <a:gd name="connsiteX10" fmla="*/ 7662694 w 8773198"/>
                  <a:gd name="connsiteY10" fmla="*/ 3357680 h 3357680"/>
                  <a:gd name="connsiteX11" fmla="*/ 7551643 w 8773198"/>
                  <a:gd name="connsiteY11" fmla="*/ 3357680 h 3357680"/>
                  <a:gd name="connsiteX12" fmla="*/ 7440593 w 8773198"/>
                  <a:gd name="connsiteY12" fmla="*/ 3357680 h 3357680"/>
                  <a:gd name="connsiteX13" fmla="*/ 7329543 w 8773198"/>
                  <a:gd name="connsiteY13" fmla="*/ 3357680 h 3357680"/>
                  <a:gd name="connsiteX14" fmla="*/ 7218492 w 8773198"/>
                  <a:gd name="connsiteY14" fmla="*/ 3357680 h 3357680"/>
                  <a:gd name="connsiteX15" fmla="*/ 7107441 w 8773198"/>
                  <a:gd name="connsiteY15" fmla="*/ 3357680 h 3357680"/>
                  <a:gd name="connsiteX16" fmla="*/ 6996391 w 8773198"/>
                  <a:gd name="connsiteY16" fmla="*/ 3357680 h 3357680"/>
                  <a:gd name="connsiteX17" fmla="*/ 6885340 w 8773198"/>
                  <a:gd name="connsiteY17" fmla="*/ 3357680 h 3357680"/>
                  <a:gd name="connsiteX18" fmla="*/ 6774290 w 8773198"/>
                  <a:gd name="connsiteY18" fmla="*/ 3357680 h 3357680"/>
                  <a:gd name="connsiteX19" fmla="*/ 6663240 w 8773198"/>
                  <a:gd name="connsiteY19" fmla="*/ 3357680 h 3357680"/>
                  <a:gd name="connsiteX20" fmla="*/ 6552189 w 8773198"/>
                  <a:gd name="connsiteY20" fmla="*/ 3357680 h 3357680"/>
                  <a:gd name="connsiteX21" fmla="*/ 6441139 w 8773198"/>
                  <a:gd name="connsiteY21" fmla="*/ 3357680 h 3357680"/>
                  <a:gd name="connsiteX22" fmla="*/ 6330088 w 8773198"/>
                  <a:gd name="connsiteY22" fmla="*/ 3357680 h 3357680"/>
                  <a:gd name="connsiteX23" fmla="*/ 6219038 w 8773198"/>
                  <a:gd name="connsiteY23" fmla="*/ 3352914 h 3357680"/>
                  <a:gd name="connsiteX24" fmla="*/ 6107881 w 8773198"/>
                  <a:gd name="connsiteY24" fmla="*/ 3325165 h 3357680"/>
                  <a:gd name="connsiteX25" fmla="*/ 5996831 w 8773198"/>
                  <a:gd name="connsiteY25" fmla="*/ 3292437 h 3357680"/>
                  <a:gd name="connsiteX26" fmla="*/ 5885781 w 8773198"/>
                  <a:gd name="connsiteY26" fmla="*/ 3255050 h 3357680"/>
                  <a:gd name="connsiteX27" fmla="*/ 5774730 w 8773198"/>
                  <a:gd name="connsiteY27" fmla="*/ 3213531 h 3357680"/>
                  <a:gd name="connsiteX28" fmla="*/ 5663679 w 8773198"/>
                  <a:gd name="connsiteY28" fmla="*/ 3167988 h 3357680"/>
                  <a:gd name="connsiteX29" fmla="*/ 5552629 w 8773198"/>
                  <a:gd name="connsiteY29" fmla="*/ 3119162 h 3357680"/>
                  <a:gd name="connsiteX30" fmla="*/ 5441578 w 8773198"/>
                  <a:gd name="connsiteY30" fmla="*/ 3067159 h 3357680"/>
                  <a:gd name="connsiteX31" fmla="*/ 5330528 w 8773198"/>
                  <a:gd name="connsiteY31" fmla="*/ 3012401 h 3357680"/>
                  <a:gd name="connsiteX32" fmla="*/ 5219478 w 8773198"/>
                  <a:gd name="connsiteY32" fmla="*/ 2955419 h 3357680"/>
                  <a:gd name="connsiteX33" fmla="*/ 5108428 w 8773198"/>
                  <a:gd name="connsiteY33" fmla="*/ 2896320 h 3357680"/>
                  <a:gd name="connsiteX34" fmla="*/ 4997377 w 8773198"/>
                  <a:gd name="connsiteY34" fmla="*/ 2835525 h 3357680"/>
                  <a:gd name="connsiteX35" fmla="*/ 4886326 w 8773198"/>
                  <a:gd name="connsiteY35" fmla="*/ 2773248 h 3357680"/>
                  <a:gd name="connsiteX36" fmla="*/ 4775276 w 8773198"/>
                  <a:gd name="connsiteY36" fmla="*/ 2709699 h 3357680"/>
                  <a:gd name="connsiteX37" fmla="*/ 4664225 w 8773198"/>
                  <a:gd name="connsiteY37" fmla="*/ 2645198 h 3357680"/>
                  <a:gd name="connsiteX38" fmla="*/ 4553175 w 8773198"/>
                  <a:gd name="connsiteY38" fmla="*/ 2579849 h 3357680"/>
                  <a:gd name="connsiteX39" fmla="*/ 4442124 w 8773198"/>
                  <a:gd name="connsiteY39" fmla="*/ 2513759 h 3357680"/>
                  <a:gd name="connsiteX40" fmla="*/ 4331074 w 8773198"/>
                  <a:gd name="connsiteY40" fmla="*/ 2447351 h 3357680"/>
                  <a:gd name="connsiteX41" fmla="*/ 4220024 w 8773198"/>
                  <a:gd name="connsiteY41" fmla="*/ 2380731 h 3357680"/>
                  <a:gd name="connsiteX42" fmla="*/ 4108973 w 8773198"/>
                  <a:gd name="connsiteY42" fmla="*/ 2314111 h 3357680"/>
                  <a:gd name="connsiteX43" fmla="*/ 3997923 w 8773198"/>
                  <a:gd name="connsiteY43" fmla="*/ 2248233 h 3357680"/>
                  <a:gd name="connsiteX44" fmla="*/ 3886872 w 8773198"/>
                  <a:gd name="connsiteY44" fmla="*/ 2183519 h 3357680"/>
                  <a:gd name="connsiteX45" fmla="*/ 3775822 w 8773198"/>
                  <a:gd name="connsiteY45" fmla="*/ 2120925 h 3357680"/>
                  <a:gd name="connsiteX46" fmla="*/ 3664771 w 8773198"/>
                  <a:gd name="connsiteY46" fmla="*/ 2061824 h 3357680"/>
                  <a:gd name="connsiteX47" fmla="*/ 3553721 w 8773198"/>
                  <a:gd name="connsiteY47" fmla="*/ 2007914 h 3357680"/>
                  <a:gd name="connsiteX48" fmla="*/ 3442670 w 8773198"/>
                  <a:gd name="connsiteY48" fmla="*/ 1962265 h 3357680"/>
                  <a:gd name="connsiteX49" fmla="*/ 3331620 w 8773198"/>
                  <a:gd name="connsiteY49" fmla="*/ 1934410 h 3357680"/>
                  <a:gd name="connsiteX50" fmla="*/ 3220569 w 8773198"/>
                  <a:gd name="connsiteY50" fmla="*/ 1927950 h 3357680"/>
                  <a:gd name="connsiteX51" fmla="*/ 3109519 w 8773198"/>
                  <a:gd name="connsiteY51" fmla="*/ 1937058 h 3357680"/>
                  <a:gd name="connsiteX52" fmla="*/ 2998362 w 8773198"/>
                  <a:gd name="connsiteY52" fmla="*/ 1993298 h 3357680"/>
                  <a:gd name="connsiteX53" fmla="*/ 2887312 w 8773198"/>
                  <a:gd name="connsiteY53" fmla="*/ 2108215 h 3357680"/>
                  <a:gd name="connsiteX54" fmla="*/ 2776262 w 8773198"/>
                  <a:gd name="connsiteY54" fmla="*/ 2262425 h 3357680"/>
                  <a:gd name="connsiteX55" fmla="*/ 2665211 w 8773198"/>
                  <a:gd name="connsiteY55" fmla="*/ 2419707 h 3357680"/>
                  <a:gd name="connsiteX56" fmla="*/ 2554161 w 8773198"/>
                  <a:gd name="connsiteY56" fmla="*/ 2557925 h 3357680"/>
                  <a:gd name="connsiteX57" fmla="*/ 2443110 w 8773198"/>
                  <a:gd name="connsiteY57" fmla="*/ 2881809 h 3357680"/>
                  <a:gd name="connsiteX58" fmla="*/ 2332060 w 8773198"/>
                  <a:gd name="connsiteY58" fmla="*/ 3082622 h 3357680"/>
                  <a:gd name="connsiteX59" fmla="*/ 2221009 w 8773198"/>
                  <a:gd name="connsiteY59" fmla="*/ 3061227 h 3357680"/>
                  <a:gd name="connsiteX60" fmla="*/ 2109959 w 8773198"/>
                  <a:gd name="connsiteY60" fmla="*/ 2968659 h 3357680"/>
                  <a:gd name="connsiteX61" fmla="*/ 1998908 w 8773198"/>
                  <a:gd name="connsiteY61" fmla="*/ 2858720 h 3357680"/>
                  <a:gd name="connsiteX62" fmla="*/ 1887858 w 8773198"/>
                  <a:gd name="connsiteY62" fmla="*/ 2708110 h 3357680"/>
                  <a:gd name="connsiteX63" fmla="*/ 1776807 w 8773198"/>
                  <a:gd name="connsiteY63" fmla="*/ 2404244 h 3357680"/>
                  <a:gd name="connsiteX64" fmla="*/ 1665757 w 8773198"/>
                  <a:gd name="connsiteY64" fmla="*/ 1724807 h 3357680"/>
                  <a:gd name="connsiteX65" fmla="*/ 1554706 w 8773198"/>
                  <a:gd name="connsiteY65" fmla="*/ 1142493 h 3357680"/>
                  <a:gd name="connsiteX66" fmla="*/ 1443656 w 8773198"/>
                  <a:gd name="connsiteY66" fmla="*/ 638237 h 3357680"/>
                  <a:gd name="connsiteX67" fmla="*/ 1332605 w 8773198"/>
                  <a:gd name="connsiteY67" fmla="*/ 138006 h 3357680"/>
                  <a:gd name="connsiteX68" fmla="*/ 1221555 w 8773198"/>
                  <a:gd name="connsiteY68" fmla="*/ 0 h 3357680"/>
                  <a:gd name="connsiteX69" fmla="*/ 1110505 w 8773198"/>
                  <a:gd name="connsiteY69" fmla="*/ 181854 h 3357680"/>
                  <a:gd name="connsiteX70" fmla="*/ 999454 w 8773198"/>
                  <a:gd name="connsiteY70" fmla="*/ 781432 h 3357680"/>
                  <a:gd name="connsiteX71" fmla="*/ 888404 w 8773198"/>
                  <a:gd name="connsiteY71" fmla="*/ 1711885 h 3357680"/>
                  <a:gd name="connsiteX72" fmla="*/ 777353 w 8773198"/>
                  <a:gd name="connsiteY72" fmla="*/ 2409540 h 3357680"/>
                  <a:gd name="connsiteX73" fmla="*/ 666303 w 8773198"/>
                  <a:gd name="connsiteY73" fmla="*/ 2982851 h 3357680"/>
                  <a:gd name="connsiteX74" fmla="*/ 555252 w 8773198"/>
                  <a:gd name="connsiteY74" fmla="*/ 2753336 h 3357680"/>
                  <a:gd name="connsiteX75" fmla="*/ 444202 w 8773198"/>
                  <a:gd name="connsiteY75" fmla="*/ 2695401 h 3357680"/>
                  <a:gd name="connsiteX76" fmla="*/ 333151 w 8773198"/>
                  <a:gd name="connsiteY76" fmla="*/ 2714254 h 3357680"/>
                  <a:gd name="connsiteX77" fmla="*/ 222101 w 8773198"/>
                  <a:gd name="connsiteY77" fmla="*/ 2827476 h 3357680"/>
                  <a:gd name="connsiteX78" fmla="*/ 111050 w 8773198"/>
                  <a:gd name="connsiteY78" fmla="*/ 3156973 h 3357680"/>
                  <a:gd name="connsiteX79" fmla="*/ 0 w 8773198"/>
                  <a:gd name="connsiteY79" fmla="*/ 3357680 h 3357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3357680">
                    <a:moveTo>
                      <a:pt x="8773198" y="3357680"/>
                    </a:moveTo>
                    <a:lnTo>
                      <a:pt x="8662148" y="3357680"/>
                    </a:lnTo>
                    <a:lnTo>
                      <a:pt x="8551097" y="3357680"/>
                    </a:lnTo>
                    <a:lnTo>
                      <a:pt x="8440047" y="3357680"/>
                    </a:lnTo>
                    <a:lnTo>
                      <a:pt x="8328997" y="3357680"/>
                    </a:lnTo>
                    <a:lnTo>
                      <a:pt x="8217946" y="3357680"/>
                    </a:lnTo>
                    <a:lnTo>
                      <a:pt x="8106896" y="3357680"/>
                    </a:lnTo>
                    <a:lnTo>
                      <a:pt x="7995845" y="3357680"/>
                    </a:lnTo>
                    <a:lnTo>
                      <a:pt x="7884794" y="3357680"/>
                    </a:lnTo>
                    <a:lnTo>
                      <a:pt x="7773744" y="3357680"/>
                    </a:lnTo>
                    <a:lnTo>
                      <a:pt x="7662694" y="3357680"/>
                    </a:lnTo>
                    <a:lnTo>
                      <a:pt x="7551643" y="3357680"/>
                    </a:lnTo>
                    <a:lnTo>
                      <a:pt x="7440593" y="3357680"/>
                    </a:lnTo>
                    <a:lnTo>
                      <a:pt x="7329543" y="3357680"/>
                    </a:lnTo>
                    <a:lnTo>
                      <a:pt x="7218492" y="3357680"/>
                    </a:lnTo>
                    <a:lnTo>
                      <a:pt x="7107441" y="3357680"/>
                    </a:lnTo>
                    <a:lnTo>
                      <a:pt x="6996391" y="3357680"/>
                    </a:lnTo>
                    <a:lnTo>
                      <a:pt x="6885340" y="3357680"/>
                    </a:lnTo>
                    <a:lnTo>
                      <a:pt x="6774290" y="3357680"/>
                    </a:lnTo>
                    <a:lnTo>
                      <a:pt x="6663240" y="3357680"/>
                    </a:lnTo>
                    <a:lnTo>
                      <a:pt x="6552189" y="3357680"/>
                    </a:lnTo>
                    <a:lnTo>
                      <a:pt x="6441139" y="3357680"/>
                    </a:lnTo>
                    <a:lnTo>
                      <a:pt x="6330088" y="3357680"/>
                    </a:lnTo>
                    <a:lnTo>
                      <a:pt x="6219038" y="3352914"/>
                    </a:lnTo>
                    <a:lnTo>
                      <a:pt x="6107881" y="3325165"/>
                    </a:lnTo>
                    <a:lnTo>
                      <a:pt x="5996831" y="3292437"/>
                    </a:lnTo>
                    <a:lnTo>
                      <a:pt x="5885781" y="3255050"/>
                    </a:lnTo>
                    <a:lnTo>
                      <a:pt x="5774730" y="3213531"/>
                    </a:lnTo>
                    <a:lnTo>
                      <a:pt x="5663679" y="3167988"/>
                    </a:lnTo>
                    <a:lnTo>
                      <a:pt x="5552629" y="3119162"/>
                    </a:lnTo>
                    <a:lnTo>
                      <a:pt x="5441578" y="3067159"/>
                    </a:lnTo>
                    <a:lnTo>
                      <a:pt x="5330528" y="3012401"/>
                    </a:lnTo>
                    <a:lnTo>
                      <a:pt x="5219478" y="2955419"/>
                    </a:lnTo>
                    <a:lnTo>
                      <a:pt x="5108428" y="2896320"/>
                    </a:lnTo>
                    <a:lnTo>
                      <a:pt x="4997377" y="2835525"/>
                    </a:lnTo>
                    <a:lnTo>
                      <a:pt x="4886326" y="2773248"/>
                    </a:lnTo>
                    <a:lnTo>
                      <a:pt x="4775276" y="2709699"/>
                    </a:lnTo>
                    <a:lnTo>
                      <a:pt x="4664225" y="2645198"/>
                    </a:lnTo>
                    <a:lnTo>
                      <a:pt x="4553175" y="2579849"/>
                    </a:lnTo>
                    <a:lnTo>
                      <a:pt x="4442124" y="2513759"/>
                    </a:lnTo>
                    <a:lnTo>
                      <a:pt x="4331074" y="2447351"/>
                    </a:lnTo>
                    <a:lnTo>
                      <a:pt x="4220024" y="2380731"/>
                    </a:lnTo>
                    <a:lnTo>
                      <a:pt x="4108973" y="2314111"/>
                    </a:lnTo>
                    <a:lnTo>
                      <a:pt x="3997923" y="2248233"/>
                    </a:lnTo>
                    <a:lnTo>
                      <a:pt x="3886872" y="2183519"/>
                    </a:lnTo>
                    <a:lnTo>
                      <a:pt x="3775822" y="2120925"/>
                    </a:lnTo>
                    <a:lnTo>
                      <a:pt x="3664771" y="2061824"/>
                    </a:lnTo>
                    <a:lnTo>
                      <a:pt x="3553721" y="2007914"/>
                    </a:lnTo>
                    <a:lnTo>
                      <a:pt x="3442670" y="1962265"/>
                    </a:lnTo>
                    <a:lnTo>
                      <a:pt x="3331620" y="1934410"/>
                    </a:lnTo>
                    <a:lnTo>
                      <a:pt x="3220569" y="1927950"/>
                    </a:lnTo>
                    <a:lnTo>
                      <a:pt x="3109519" y="1937058"/>
                    </a:lnTo>
                    <a:lnTo>
                      <a:pt x="2998362" y="1993298"/>
                    </a:lnTo>
                    <a:lnTo>
                      <a:pt x="2887312" y="2108215"/>
                    </a:lnTo>
                    <a:lnTo>
                      <a:pt x="2776262" y="2262425"/>
                    </a:lnTo>
                    <a:lnTo>
                      <a:pt x="2665211" y="2419707"/>
                    </a:lnTo>
                    <a:lnTo>
                      <a:pt x="2554161" y="2557925"/>
                    </a:lnTo>
                    <a:lnTo>
                      <a:pt x="2443110" y="2881809"/>
                    </a:lnTo>
                    <a:lnTo>
                      <a:pt x="2332060" y="3082622"/>
                    </a:lnTo>
                    <a:lnTo>
                      <a:pt x="2221009" y="3061227"/>
                    </a:lnTo>
                    <a:lnTo>
                      <a:pt x="2109959" y="2968659"/>
                    </a:lnTo>
                    <a:lnTo>
                      <a:pt x="1998908" y="2858720"/>
                    </a:lnTo>
                    <a:lnTo>
                      <a:pt x="1887858" y="2708110"/>
                    </a:lnTo>
                    <a:lnTo>
                      <a:pt x="1776807" y="2404244"/>
                    </a:lnTo>
                    <a:lnTo>
                      <a:pt x="1665757" y="1724807"/>
                    </a:lnTo>
                    <a:lnTo>
                      <a:pt x="1554706" y="1142493"/>
                    </a:lnTo>
                    <a:lnTo>
                      <a:pt x="1443656" y="638237"/>
                    </a:lnTo>
                    <a:lnTo>
                      <a:pt x="1332605" y="138006"/>
                    </a:lnTo>
                    <a:lnTo>
                      <a:pt x="1221555" y="0"/>
                    </a:lnTo>
                    <a:lnTo>
                      <a:pt x="1110505" y="181854"/>
                    </a:lnTo>
                    <a:lnTo>
                      <a:pt x="999454" y="781432"/>
                    </a:lnTo>
                    <a:lnTo>
                      <a:pt x="888404" y="1711885"/>
                    </a:lnTo>
                    <a:lnTo>
                      <a:pt x="777353" y="2409540"/>
                    </a:lnTo>
                    <a:lnTo>
                      <a:pt x="666303" y="2982851"/>
                    </a:lnTo>
                    <a:lnTo>
                      <a:pt x="555252" y="2753336"/>
                    </a:lnTo>
                    <a:lnTo>
                      <a:pt x="444202" y="2695401"/>
                    </a:lnTo>
                    <a:lnTo>
                      <a:pt x="333151" y="2714254"/>
                    </a:lnTo>
                    <a:lnTo>
                      <a:pt x="222101" y="2827476"/>
                    </a:lnTo>
                    <a:lnTo>
                      <a:pt x="111050" y="3156973"/>
                    </a:lnTo>
                    <a:lnTo>
                      <a:pt x="0" y="335768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C6B3665-D515-8BC6-C2E3-D57CA7634701}"/>
                  </a:ext>
                </a:extLst>
              </p:cNvPr>
              <p:cNvSpPr/>
              <p:nvPr/>
            </p:nvSpPr>
            <p:spPr>
              <a:xfrm>
                <a:off x="1909778" y="1695296"/>
                <a:ext cx="8773198" cy="3058367"/>
              </a:xfrm>
              <a:custGeom>
                <a:avLst/>
                <a:gdLst>
                  <a:gd name="connsiteX0" fmla="*/ 0 w 8773198"/>
                  <a:gd name="connsiteY0" fmla="*/ 2829064 h 3058367"/>
                  <a:gd name="connsiteX1" fmla="*/ 111050 w 8773198"/>
                  <a:gd name="connsiteY1" fmla="*/ 2778332 h 3058367"/>
                  <a:gd name="connsiteX2" fmla="*/ 222101 w 8773198"/>
                  <a:gd name="connsiteY2" fmla="*/ 2748782 h 3058367"/>
                  <a:gd name="connsiteX3" fmla="*/ 333151 w 8773198"/>
                  <a:gd name="connsiteY3" fmla="*/ 2719761 h 3058367"/>
                  <a:gd name="connsiteX4" fmla="*/ 444202 w 8773198"/>
                  <a:gd name="connsiteY4" fmla="*/ 2675913 h 3058367"/>
                  <a:gd name="connsiteX5" fmla="*/ 555252 w 8773198"/>
                  <a:gd name="connsiteY5" fmla="*/ 2700061 h 3058367"/>
                  <a:gd name="connsiteX6" fmla="*/ 666303 w 8773198"/>
                  <a:gd name="connsiteY6" fmla="*/ 2825569 h 3058367"/>
                  <a:gd name="connsiteX7" fmla="*/ 777353 w 8773198"/>
                  <a:gd name="connsiteY7" fmla="*/ 2309027 h 3058367"/>
                  <a:gd name="connsiteX8" fmla="*/ 888404 w 8773198"/>
                  <a:gd name="connsiteY8" fmla="*/ 1570490 h 3058367"/>
                  <a:gd name="connsiteX9" fmla="*/ 999454 w 8773198"/>
                  <a:gd name="connsiteY9" fmla="*/ 738008 h 3058367"/>
                  <a:gd name="connsiteX10" fmla="*/ 1110505 w 8773198"/>
                  <a:gd name="connsiteY10" fmla="*/ 204308 h 3058367"/>
                  <a:gd name="connsiteX11" fmla="*/ 1221555 w 8773198"/>
                  <a:gd name="connsiteY11" fmla="*/ 0 h 3058367"/>
                  <a:gd name="connsiteX12" fmla="*/ 1332605 w 8773198"/>
                  <a:gd name="connsiteY12" fmla="*/ 106020 h 3058367"/>
                  <a:gd name="connsiteX13" fmla="*/ 1443656 w 8773198"/>
                  <a:gd name="connsiteY13" fmla="*/ 523214 h 3058367"/>
                  <a:gd name="connsiteX14" fmla="*/ 1554706 w 8773198"/>
                  <a:gd name="connsiteY14" fmla="*/ 943375 h 3058367"/>
                  <a:gd name="connsiteX15" fmla="*/ 1665757 w 8773198"/>
                  <a:gd name="connsiteY15" fmla="*/ 1524736 h 3058367"/>
                  <a:gd name="connsiteX16" fmla="*/ 1776807 w 8773198"/>
                  <a:gd name="connsiteY16" fmla="*/ 2159265 h 3058367"/>
                  <a:gd name="connsiteX17" fmla="*/ 1887858 w 8773198"/>
                  <a:gd name="connsiteY17" fmla="*/ 2474041 h 3058367"/>
                  <a:gd name="connsiteX18" fmla="*/ 1998908 w 8773198"/>
                  <a:gd name="connsiteY18" fmla="*/ 2689470 h 3058367"/>
                  <a:gd name="connsiteX19" fmla="*/ 2109959 w 8773198"/>
                  <a:gd name="connsiteY19" fmla="*/ 2837114 h 3058367"/>
                  <a:gd name="connsiteX20" fmla="*/ 2221009 w 8773198"/>
                  <a:gd name="connsiteY20" fmla="*/ 2909029 h 3058367"/>
                  <a:gd name="connsiteX21" fmla="*/ 2332060 w 8773198"/>
                  <a:gd name="connsiteY21" fmla="*/ 2897802 h 3058367"/>
                  <a:gd name="connsiteX22" fmla="*/ 2443110 w 8773198"/>
                  <a:gd name="connsiteY22" fmla="*/ 2715736 h 3058367"/>
                  <a:gd name="connsiteX23" fmla="*/ 2554161 w 8773198"/>
                  <a:gd name="connsiteY23" fmla="*/ 2404032 h 3058367"/>
                  <a:gd name="connsiteX24" fmla="*/ 2665211 w 8773198"/>
                  <a:gd name="connsiteY24" fmla="*/ 2280431 h 3058367"/>
                  <a:gd name="connsiteX25" fmla="*/ 2776262 w 8773198"/>
                  <a:gd name="connsiteY25" fmla="*/ 2153652 h 3058367"/>
                  <a:gd name="connsiteX26" fmla="*/ 2887312 w 8773198"/>
                  <a:gd name="connsiteY26" fmla="*/ 2022848 h 3058367"/>
                  <a:gd name="connsiteX27" fmla="*/ 2998362 w 8773198"/>
                  <a:gd name="connsiteY27" fmla="*/ 1915558 h 3058367"/>
                  <a:gd name="connsiteX28" fmla="*/ 3109519 w 8773198"/>
                  <a:gd name="connsiteY28" fmla="*/ 1859529 h 3058367"/>
                  <a:gd name="connsiteX29" fmla="*/ 3220569 w 8773198"/>
                  <a:gd name="connsiteY29" fmla="*/ 1847667 h 3058367"/>
                  <a:gd name="connsiteX30" fmla="*/ 3331620 w 8773198"/>
                  <a:gd name="connsiteY30" fmla="*/ 1836334 h 3058367"/>
                  <a:gd name="connsiteX31" fmla="*/ 3442670 w 8773198"/>
                  <a:gd name="connsiteY31" fmla="*/ 1837075 h 3058367"/>
                  <a:gd name="connsiteX32" fmla="*/ 3553721 w 8773198"/>
                  <a:gd name="connsiteY32" fmla="*/ 1855610 h 3058367"/>
                  <a:gd name="connsiteX33" fmla="*/ 3664771 w 8773198"/>
                  <a:gd name="connsiteY33" fmla="*/ 1878170 h 3058367"/>
                  <a:gd name="connsiteX34" fmla="*/ 3775822 w 8773198"/>
                  <a:gd name="connsiteY34" fmla="*/ 1903272 h 3058367"/>
                  <a:gd name="connsiteX35" fmla="*/ 3886872 w 8773198"/>
                  <a:gd name="connsiteY35" fmla="*/ 1930809 h 3058367"/>
                  <a:gd name="connsiteX36" fmla="*/ 3997923 w 8773198"/>
                  <a:gd name="connsiteY36" fmla="*/ 1960677 h 3058367"/>
                  <a:gd name="connsiteX37" fmla="*/ 4108973 w 8773198"/>
                  <a:gd name="connsiteY37" fmla="*/ 1992451 h 3058367"/>
                  <a:gd name="connsiteX38" fmla="*/ 4220024 w 8773198"/>
                  <a:gd name="connsiteY38" fmla="*/ 2026026 h 3058367"/>
                  <a:gd name="connsiteX39" fmla="*/ 4331074 w 8773198"/>
                  <a:gd name="connsiteY39" fmla="*/ 2061295 h 3058367"/>
                  <a:gd name="connsiteX40" fmla="*/ 4442124 w 8773198"/>
                  <a:gd name="connsiteY40" fmla="*/ 2097941 h 3058367"/>
                  <a:gd name="connsiteX41" fmla="*/ 4553175 w 8773198"/>
                  <a:gd name="connsiteY41" fmla="*/ 2135964 h 3058367"/>
                  <a:gd name="connsiteX42" fmla="*/ 4664225 w 8773198"/>
                  <a:gd name="connsiteY42" fmla="*/ 2174941 h 3058367"/>
                  <a:gd name="connsiteX43" fmla="*/ 4775276 w 8773198"/>
                  <a:gd name="connsiteY43" fmla="*/ 2214870 h 3058367"/>
                  <a:gd name="connsiteX44" fmla="*/ 4886326 w 8773198"/>
                  <a:gd name="connsiteY44" fmla="*/ 2255435 h 3058367"/>
                  <a:gd name="connsiteX45" fmla="*/ 4997377 w 8773198"/>
                  <a:gd name="connsiteY45" fmla="*/ 2296424 h 3058367"/>
                  <a:gd name="connsiteX46" fmla="*/ 5108428 w 8773198"/>
                  <a:gd name="connsiteY46" fmla="*/ 2337730 h 3058367"/>
                  <a:gd name="connsiteX47" fmla="*/ 5219478 w 8773198"/>
                  <a:gd name="connsiteY47" fmla="*/ 2379248 h 3058367"/>
                  <a:gd name="connsiteX48" fmla="*/ 5330528 w 8773198"/>
                  <a:gd name="connsiteY48" fmla="*/ 2420555 h 3058367"/>
                  <a:gd name="connsiteX49" fmla="*/ 5441578 w 8773198"/>
                  <a:gd name="connsiteY49" fmla="*/ 2461543 h 3058367"/>
                  <a:gd name="connsiteX50" fmla="*/ 5552629 w 8773198"/>
                  <a:gd name="connsiteY50" fmla="*/ 2502108 h 3058367"/>
                  <a:gd name="connsiteX51" fmla="*/ 5663679 w 8773198"/>
                  <a:gd name="connsiteY51" fmla="*/ 2542038 h 3058367"/>
                  <a:gd name="connsiteX52" fmla="*/ 5774730 w 8773198"/>
                  <a:gd name="connsiteY52" fmla="*/ 2581014 h 3058367"/>
                  <a:gd name="connsiteX53" fmla="*/ 5885781 w 8773198"/>
                  <a:gd name="connsiteY53" fmla="*/ 2619037 h 3058367"/>
                  <a:gd name="connsiteX54" fmla="*/ 5996831 w 8773198"/>
                  <a:gd name="connsiteY54" fmla="*/ 2655789 h 3058367"/>
                  <a:gd name="connsiteX55" fmla="*/ 6107881 w 8773198"/>
                  <a:gd name="connsiteY55" fmla="*/ 2691059 h 3058367"/>
                  <a:gd name="connsiteX56" fmla="*/ 6219038 w 8773198"/>
                  <a:gd name="connsiteY56" fmla="*/ 2724633 h 3058367"/>
                  <a:gd name="connsiteX57" fmla="*/ 6330088 w 8773198"/>
                  <a:gd name="connsiteY57" fmla="*/ 2756513 h 3058367"/>
                  <a:gd name="connsiteX58" fmla="*/ 6441139 w 8773198"/>
                  <a:gd name="connsiteY58" fmla="*/ 2786275 h 3058367"/>
                  <a:gd name="connsiteX59" fmla="*/ 6552189 w 8773198"/>
                  <a:gd name="connsiteY59" fmla="*/ 2813813 h 3058367"/>
                  <a:gd name="connsiteX60" fmla="*/ 6663240 w 8773198"/>
                  <a:gd name="connsiteY60" fmla="*/ 2839020 h 3058367"/>
                  <a:gd name="connsiteX61" fmla="*/ 6774290 w 8773198"/>
                  <a:gd name="connsiteY61" fmla="*/ 2861580 h 3058367"/>
                  <a:gd name="connsiteX62" fmla="*/ 6885340 w 8773198"/>
                  <a:gd name="connsiteY62" fmla="*/ 2881386 h 3058367"/>
                  <a:gd name="connsiteX63" fmla="*/ 6996391 w 8773198"/>
                  <a:gd name="connsiteY63" fmla="*/ 2898438 h 3058367"/>
                  <a:gd name="connsiteX64" fmla="*/ 7107441 w 8773198"/>
                  <a:gd name="connsiteY64" fmla="*/ 2914325 h 3058367"/>
                  <a:gd name="connsiteX65" fmla="*/ 7218492 w 8773198"/>
                  <a:gd name="connsiteY65" fmla="*/ 2929470 h 3058367"/>
                  <a:gd name="connsiteX66" fmla="*/ 7329543 w 8773198"/>
                  <a:gd name="connsiteY66" fmla="*/ 2943875 h 3058367"/>
                  <a:gd name="connsiteX67" fmla="*/ 7440593 w 8773198"/>
                  <a:gd name="connsiteY67" fmla="*/ 2957644 h 3058367"/>
                  <a:gd name="connsiteX68" fmla="*/ 7551643 w 8773198"/>
                  <a:gd name="connsiteY68" fmla="*/ 2970459 h 3058367"/>
                  <a:gd name="connsiteX69" fmla="*/ 7662694 w 8773198"/>
                  <a:gd name="connsiteY69" fmla="*/ 2982639 h 3058367"/>
                  <a:gd name="connsiteX70" fmla="*/ 7773744 w 8773198"/>
                  <a:gd name="connsiteY70" fmla="*/ 2993972 h 3058367"/>
                  <a:gd name="connsiteX71" fmla="*/ 7884794 w 8773198"/>
                  <a:gd name="connsiteY71" fmla="*/ 3004458 h 3058367"/>
                  <a:gd name="connsiteX72" fmla="*/ 7995845 w 8773198"/>
                  <a:gd name="connsiteY72" fmla="*/ 3014202 h 3058367"/>
                  <a:gd name="connsiteX73" fmla="*/ 8106896 w 8773198"/>
                  <a:gd name="connsiteY73" fmla="*/ 3023098 h 3058367"/>
                  <a:gd name="connsiteX74" fmla="*/ 8217946 w 8773198"/>
                  <a:gd name="connsiteY74" fmla="*/ 3031148 h 3058367"/>
                  <a:gd name="connsiteX75" fmla="*/ 8328997 w 8773198"/>
                  <a:gd name="connsiteY75" fmla="*/ 3038350 h 3058367"/>
                  <a:gd name="connsiteX76" fmla="*/ 8440047 w 8773198"/>
                  <a:gd name="connsiteY76" fmla="*/ 3044599 h 3058367"/>
                  <a:gd name="connsiteX77" fmla="*/ 8551097 w 8773198"/>
                  <a:gd name="connsiteY77" fmla="*/ 3050106 h 3058367"/>
                  <a:gd name="connsiteX78" fmla="*/ 8662148 w 8773198"/>
                  <a:gd name="connsiteY78" fmla="*/ 3054661 h 3058367"/>
                  <a:gd name="connsiteX79" fmla="*/ 8773198 w 8773198"/>
                  <a:gd name="connsiteY79" fmla="*/ 3058368 h 3058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3058367">
                    <a:moveTo>
                      <a:pt x="0" y="2829064"/>
                    </a:moveTo>
                    <a:lnTo>
                      <a:pt x="111050" y="2778332"/>
                    </a:lnTo>
                    <a:lnTo>
                      <a:pt x="222101" y="2748782"/>
                    </a:lnTo>
                    <a:lnTo>
                      <a:pt x="333151" y="2719761"/>
                    </a:lnTo>
                    <a:lnTo>
                      <a:pt x="444202" y="2675913"/>
                    </a:lnTo>
                    <a:lnTo>
                      <a:pt x="555252" y="2700061"/>
                    </a:lnTo>
                    <a:lnTo>
                      <a:pt x="666303" y="2825569"/>
                    </a:lnTo>
                    <a:lnTo>
                      <a:pt x="777353" y="2309027"/>
                    </a:lnTo>
                    <a:lnTo>
                      <a:pt x="888404" y="1570490"/>
                    </a:lnTo>
                    <a:lnTo>
                      <a:pt x="999454" y="738008"/>
                    </a:lnTo>
                    <a:lnTo>
                      <a:pt x="1110505" y="204308"/>
                    </a:lnTo>
                    <a:lnTo>
                      <a:pt x="1221555" y="0"/>
                    </a:lnTo>
                    <a:lnTo>
                      <a:pt x="1332605" y="106020"/>
                    </a:lnTo>
                    <a:lnTo>
                      <a:pt x="1443656" y="523214"/>
                    </a:lnTo>
                    <a:lnTo>
                      <a:pt x="1554706" y="943375"/>
                    </a:lnTo>
                    <a:lnTo>
                      <a:pt x="1665757" y="1524736"/>
                    </a:lnTo>
                    <a:lnTo>
                      <a:pt x="1776807" y="2159265"/>
                    </a:lnTo>
                    <a:lnTo>
                      <a:pt x="1887858" y="2474041"/>
                    </a:lnTo>
                    <a:lnTo>
                      <a:pt x="1998908" y="2689470"/>
                    </a:lnTo>
                    <a:lnTo>
                      <a:pt x="2109959" y="2837114"/>
                    </a:lnTo>
                    <a:lnTo>
                      <a:pt x="2221009" y="2909029"/>
                    </a:lnTo>
                    <a:lnTo>
                      <a:pt x="2332060" y="2897802"/>
                    </a:lnTo>
                    <a:lnTo>
                      <a:pt x="2443110" y="2715736"/>
                    </a:lnTo>
                    <a:lnTo>
                      <a:pt x="2554161" y="2404032"/>
                    </a:lnTo>
                    <a:lnTo>
                      <a:pt x="2665211" y="2280431"/>
                    </a:lnTo>
                    <a:lnTo>
                      <a:pt x="2776262" y="2153652"/>
                    </a:lnTo>
                    <a:lnTo>
                      <a:pt x="2887312" y="2022848"/>
                    </a:lnTo>
                    <a:lnTo>
                      <a:pt x="2998362" y="1915558"/>
                    </a:lnTo>
                    <a:lnTo>
                      <a:pt x="3109519" y="1859529"/>
                    </a:lnTo>
                    <a:lnTo>
                      <a:pt x="3220569" y="1847667"/>
                    </a:lnTo>
                    <a:lnTo>
                      <a:pt x="3331620" y="1836334"/>
                    </a:lnTo>
                    <a:lnTo>
                      <a:pt x="3442670" y="1837075"/>
                    </a:lnTo>
                    <a:lnTo>
                      <a:pt x="3553721" y="1855610"/>
                    </a:lnTo>
                    <a:lnTo>
                      <a:pt x="3664771" y="1878170"/>
                    </a:lnTo>
                    <a:lnTo>
                      <a:pt x="3775822" y="1903272"/>
                    </a:lnTo>
                    <a:lnTo>
                      <a:pt x="3886872" y="1930809"/>
                    </a:lnTo>
                    <a:lnTo>
                      <a:pt x="3997923" y="1960677"/>
                    </a:lnTo>
                    <a:lnTo>
                      <a:pt x="4108973" y="1992451"/>
                    </a:lnTo>
                    <a:lnTo>
                      <a:pt x="4220024" y="2026026"/>
                    </a:lnTo>
                    <a:lnTo>
                      <a:pt x="4331074" y="2061295"/>
                    </a:lnTo>
                    <a:lnTo>
                      <a:pt x="4442124" y="2097941"/>
                    </a:lnTo>
                    <a:lnTo>
                      <a:pt x="4553175" y="2135964"/>
                    </a:lnTo>
                    <a:lnTo>
                      <a:pt x="4664225" y="2174941"/>
                    </a:lnTo>
                    <a:lnTo>
                      <a:pt x="4775276" y="2214870"/>
                    </a:lnTo>
                    <a:lnTo>
                      <a:pt x="4886326" y="2255435"/>
                    </a:lnTo>
                    <a:lnTo>
                      <a:pt x="4997377" y="2296424"/>
                    </a:lnTo>
                    <a:lnTo>
                      <a:pt x="5108428" y="2337730"/>
                    </a:lnTo>
                    <a:lnTo>
                      <a:pt x="5219478" y="2379248"/>
                    </a:lnTo>
                    <a:lnTo>
                      <a:pt x="5330528" y="2420555"/>
                    </a:lnTo>
                    <a:lnTo>
                      <a:pt x="5441578" y="2461543"/>
                    </a:lnTo>
                    <a:lnTo>
                      <a:pt x="5552629" y="2502108"/>
                    </a:lnTo>
                    <a:lnTo>
                      <a:pt x="5663679" y="2542038"/>
                    </a:lnTo>
                    <a:lnTo>
                      <a:pt x="5774730" y="2581014"/>
                    </a:lnTo>
                    <a:lnTo>
                      <a:pt x="5885781" y="2619037"/>
                    </a:lnTo>
                    <a:lnTo>
                      <a:pt x="5996831" y="2655789"/>
                    </a:lnTo>
                    <a:lnTo>
                      <a:pt x="6107881" y="2691059"/>
                    </a:lnTo>
                    <a:lnTo>
                      <a:pt x="6219038" y="2724633"/>
                    </a:lnTo>
                    <a:lnTo>
                      <a:pt x="6330088" y="2756513"/>
                    </a:lnTo>
                    <a:lnTo>
                      <a:pt x="6441139" y="2786275"/>
                    </a:lnTo>
                    <a:lnTo>
                      <a:pt x="6552189" y="2813813"/>
                    </a:lnTo>
                    <a:lnTo>
                      <a:pt x="6663240" y="2839020"/>
                    </a:lnTo>
                    <a:lnTo>
                      <a:pt x="6774290" y="2861580"/>
                    </a:lnTo>
                    <a:lnTo>
                      <a:pt x="6885340" y="2881386"/>
                    </a:lnTo>
                    <a:lnTo>
                      <a:pt x="6996391" y="2898438"/>
                    </a:lnTo>
                    <a:lnTo>
                      <a:pt x="7107441" y="2914325"/>
                    </a:lnTo>
                    <a:lnTo>
                      <a:pt x="7218492" y="2929470"/>
                    </a:lnTo>
                    <a:lnTo>
                      <a:pt x="7329543" y="2943875"/>
                    </a:lnTo>
                    <a:lnTo>
                      <a:pt x="7440593" y="2957644"/>
                    </a:lnTo>
                    <a:lnTo>
                      <a:pt x="7551643" y="2970459"/>
                    </a:lnTo>
                    <a:lnTo>
                      <a:pt x="7662694" y="2982639"/>
                    </a:lnTo>
                    <a:lnTo>
                      <a:pt x="7773744" y="2993972"/>
                    </a:lnTo>
                    <a:lnTo>
                      <a:pt x="7884794" y="3004458"/>
                    </a:lnTo>
                    <a:lnTo>
                      <a:pt x="7995845" y="3014202"/>
                    </a:lnTo>
                    <a:lnTo>
                      <a:pt x="8106896" y="3023098"/>
                    </a:lnTo>
                    <a:lnTo>
                      <a:pt x="8217946" y="3031148"/>
                    </a:lnTo>
                    <a:lnTo>
                      <a:pt x="8328997" y="3038350"/>
                    </a:lnTo>
                    <a:lnTo>
                      <a:pt x="8440047" y="3044599"/>
                    </a:lnTo>
                    <a:lnTo>
                      <a:pt x="8551097" y="3050106"/>
                    </a:lnTo>
                    <a:lnTo>
                      <a:pt x="8662148" y="3054661"/>
                    </a:lnTo>
                    <a:lnTo>
                      <a:pt x="8773198" y="3058368"/>
                    </a:lnTo>
                  </a:path>
                </a:pathLst>
              </a:custGeom>
              <a:noFill/>
              <a:ln w="22550" cap="flat">
                <a:solidFill>
                  <a:srgbClr val="E7882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0CF270-2B49-3AA7-F0C1-9E65D53AF036}"/>
                  </a:ext>
                </a:extLst>
              </p:cNvPr>
              <p:cNvSpPr txBox="1"/>
              <p:nvPr/>
            </p:nvSpPr>
            <p:spPr>
              <a:xfrm>
                <a:off x="6807661" y="1441847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E78828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17" name="Content Placeholder 5">
              <a:extLst>
                <a:ext uri="{FF2B5EF4-FFF2-40B4-BE49-F238E27FC236}">
                  <a16:creationId xmlns:a16="http://schemas.microsoft.com/office/drawing/2014/main" id="{329B65E9-CFFD-B3C9-5751-A4F6AA3B5389}"/>
                </a:ext>
              </a:extLst>
            </p:cNvPr>
            <p:cNvGrpSpPr/>
            <p:nvPr/>
          </p:nvGrpSpPr>
          <p:grpSpPr>
            <a:xfrm>
              <a:off x="961062" y="612426"/>
              <a:ext cx="10250976" cy="5419645"/>
              <a:chOff x="961062" y="612426"/>
              <a:chExt cx="10250976" cy="5419645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2D09C4E-B8CB-821E-E21F-D09F998B6EC3}"/>
                  </a:ext>
                </a:extLst>
              </p:cNvPr>
              <p:cNvSpPr/>
              <p:nvPr/>
            </p:nvSpPr>
            <p:spPr>
              <a:xfrm>
                <a:off x="147108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8A13BBE-AD3A-619F-42FB-43C2380273BF}"/>
                  </a:ext>
                </a:extLst>
              </p:cNvPr>
              <p:cNvSpPr txBox="1"/>
              <p:nvPr/>
            </p:nvSpPr>
            <p:spPr>
              <a:xfrm>
                <a:off x="124490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C2C934-0280-C552-28E4-B9C951BAF5C2}"/>
                  </a:ext>
                </a:extLst>
              </p:cNvPr>
              <p:cNvSpPr txBox="1"/>
              <p:nvPr/>
            </p:nvSpPr>
            <p:spPr>
              <a:xfrm>
                <a:off x="1244901" y="4602306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B9A493-1562-2264-D0E0-3FA8C502DDE1}"/>
                  </a:ext>
                </a:extLst>
              </p:cNvPr>
              <p:cNvSpPr txBox="1"/>
              <p:nvPr/>
            </p:nvSpPr>
            <p:spPr>
              <a:xfrm>
                <a:off x="1162396" y="3554713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E315757-2BBE-C06F-B594-139302F54FCD}"/>
                  </a:ext>
                </a:extLst>
              </p:cNvPr>
              <p:cNvSpPr txBox="1"/>
              <p:nvPr/>
            </p:nvSpPr>
            <p:spPr>
              <a:xfrm>
                <a:off x="1162396" y="2507225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15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91EF833-9804-492C-D02D-D81732D23A89}"/>
                  </a:ext>
                </a:extLst>
              </p:cNvPr>
              <p:cNvSpPr txBox="1"/>
              <p:nvPr/>
            </p:nvSpPr>
            <p:spPr>
              <a:xfrm>
                <a:off x="1162396" y="1459738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</a:t>
                </a: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BA401A9-FDA7-E42B-0522-FC03F44BFB78}"/>
                  </a:ext>
                </a:extLst>
              </p:cNvPr>
              <p:cNvSpPr/>
              <p:nvPr/>
            </p:nvSpPr>
            <p:spPr>
              <a:xfrm>
                <a:off x="144205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376030A-D9BB-BAB4-5518-E8589AFEDA35}"/>
                  </a:ext>
                </a:extLst>
              </p:cNvPr>
              <p:cNvSpPr/>
              <p:nvPr/>
            </p:nvSpPr>
            <p:spPr>
              <a:xfrm>
                <a:off x="1442052" y="4729091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F1FC6AE2-3623-3D77-39EC-530268F5B21D}"/>
                  </a:ext>
                </a:extLst>
              </p:cNvPr>
              <p:cNvSpPr/>
              <p:nvPr/>
            </p:nvSpPr>
            <p:spPr>
              <a:xfrm>
                <a:off x="1442052" y="3681604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FAFFDBB2-C7C4-660A-040C-BCD5792256A9}"/>
                  </a:ext>
                </a:extLst>
              </p:cNvPr>
              <p:cNvSpPr/>
              <p:nvPr/>
            </p:nvSpPr>
            <p:spPr>
              <a:xfrm>
                <a:off x="1442052" y="2634116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6ADB9C65-1C3D-7EA8-35D3-42E48C4D85E3}"/>
                  </a:ext>
                </a:extLst>
              </p:cNvPr>
              <p:cNvSpPr/>
              <p:nvPr/>
            </p:nvSpPr>
            <p:spPr>
              <a:xfrm>
                <a:off x="1442052" y="1586628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799B22E7-2EDF-39F6-C503-53266D92F2A3}"/>
                  </a:ext>
                </a:extLst>
              </p:cNvPr>
              <p:cNvSpPr/>
              <p:nvPr/>
            </p:nvSpPr>
            <p:spPr>
              <a:xfrm>
                <a:off x="1471087" y="5776685"/>
                <a:ext cx="9650581" cy="10591"/>
              </a:xfrm>
              <a:custGeom>
                <a:avLst/>
                <a:gdLst>
                  <a:gd name="connsiteX0" fmla="*/ 0 w 9650581"/>
                  <a:gd name="connsiteY0" fmla="*/ 0 h 10591"/>
                  <a:gd name="connsiteX1" fmla="*/ 9650582 w 965058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0581" h="10591">
                    <a:moveTo>
                      <a:pt x="0" y="0"/>
                    </a:moveTo>
                    <a:lnTo>
                      <a:pt x="965058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F25D9E5-9D2F-8631-F129-0199C4BB70E5}"/>
                  </a:ext>
                </a:extLst>
              </p:cNvPr>
              <p:cNvSpPr/>
              <p:nvPr/>
            </p:nvSpPr>
            <p:spPr>
              <a:xfrm>
                <a:off x="227736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84E38F76-89E9-7E39-4B0F-08B7DD4DD71B}"/>
                  </a:ext>
                </a:extLst>
              </p:cNvPr>
              <p:cNvSpPr/>
              <p:nvPr/>
            </p:nvSpPr>
            <p:spPr>
              <a:xfrm>
                <a:off x="312444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016AB4D-3512-197E-0912-E68FB32BE199}"/>
                  </a:ext>
                </a:extLst>
              </p:cNvPr>
              <p:cNvSpPr/>
              <p:nvPr/>
            </p:nvSpPr>
            <p:spPr>
              <a:xfrm>
                <a:off x="398084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59A7E959-58E2-8D78-737C-771A5ECAFD6F}"/>
                  </a:ext>
                </a:extLst>
              </p:cNvPr>
              <p:cNvSpPr/>
              <p:nvPr/>
            </p:nvSpPr>
            <p:spPr>
              <a:xfrm>
                <a:off x="482326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415807E4-3C0A-2ED1-DAB8-4776C3F47F3B}"/>
                  </a:ext>
                </a:extLst>
              </p:cNvPr>
              <p:cNvSpPr/>
              <p:nvPr/>
            </p:nvSpPr>
            <p:spPr>
              <a:xfrm>
                <a:off x="567966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41E90DC-3E4F-D75C-B0D9-E6EFCE4536B0}"/>
                  </a:ext>
                </a:extLst>
              </p:cNvPr>
              <p:cNvSpPr/>
              <p:nvPr/>
            </p:nvSpPr>
            <p:spPr>
              <a:xfrm>
                <a:off x="652208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7CDC17D6-A8EE-3918-D12F-639AA3C67558}"/>
                  </a:ext>
                </a:extLst>
              </p:cNvPr>
              <p:cNvSpPr/>
              <p:nvPr/>
            </p:nvSpPr>
            <p:spPr>
              <a:xfrm>
                <a:off x="737848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DCBDC0B8-B3AE-D083-C598-D62BCE8492A7}"/>
                  </a:ext>
                </a:extLst>
              </p:cNvPr>
              <p:cNvSpPr/>
              <p:nvPr/>
            </p:nvSpPr>
            <p:spPr>
              <a:xfrm>
                <a:off x="822089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C7B3C129-8BF4-A67A-D9AE-3E6BF27B2A14}"/>
                  </a:ext>
                </a:extLst>
              </p:cNvPr>
              <p:cNvSpPr/>
              <p:nvPr/>
            </p:nvSpPr>
            <p:spPr>
              <a:xfrm>
                <a:off x="907730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A9E30B7E-5C1A-3F10-835B-B90803985401}"/>
                  </a:ext>
                </a:extLst>
              </p:cNvPr>
              <p:cNvSpPr/>
              <p:nvPr/>
            </p:nvSpPr>
            <p:spPr>
              <a:xfrm>
                <a:off x="992437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73FE4A73-AD37-724B-FC5D-9FB5B1280BAC}"/>
                  </a:ext>
                </a:extLst>
              </p:cNvPr>
              <p:cNvSpPr/>
              <p:nvPr/>
            </p:nvSpPr>
            <p:spPr>
              <a:xfrm>
                <a:off x="1078078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1468EE5-DDF1-0F56-8F61-8FB867343114}"/>
                  </a:ext>
                </a:extLst>
              </p:cNvPr>
              <p:cNvSpPr txBox="1"/>
              <p:nvPr/>
            </p:nvSpPr>
            <p:spPr>
              <a:xfrm>
                <a:off x="186833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2019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E07F33D-5847-23A0-895D-7ADBC8DE4A25}"/>
                  </a:ext>
                </a:extLst>
              </p:cNvPr>
              <p:cNvSpPr txBox="1"/>
              <p:nvPr/>
            </p:nvSpPr>
            <p:spPr>
              <a:xfrm>
                <a:off x="2719646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2020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BB9EBAE-AE2B-C511-3DE6-0E6DE45023EF}"/>
                  </a:ext>
                </a:extLst>
              </p:cNvPr>
              <p:cNvSpPr txBox="1"/>
              <p:nvPr/>
            </p:nvSpPr>
            <p:spPr>
              <a:xfrm>
                <a:off x="357181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2020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AEE0CB7-30B9-82C9-1990-6B13D52A18B0}"/>
                  </a:ext>
                </a:extLst>
              </p:cNvPr>
              <p:cNvSpPr txBox="1"/>
              <p:nvPr/>
            </p:nvSpPr>
            <p:spPr>
              <a:xfrm>
                <a:off x="4418463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2021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98A29D8-2C59-370B-4F0E-80EF321D0E9E}"/>
                  </a:ext>
                </a:extLst>
              </p:cNvPr>
              <p:cNvSpPr txBox="1"/>
              <p:nvPr/>
            </p:nvSpPr>
            <p:spPr>
              <a:xfrm>
                <a:off x="5270628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2021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EA52A9F-C8EE-5BE5-23A0-FD38E8BE17A5}"/>
                  </a:ext>
                </a:extLst>
              </p:cNvPr>
              <p:cNvSpPr txBox="1"/>
              <p:nvPr/>
            </p:nvSpPr>
            <p:spPr>
              <a:xfrm>
                <a:off x="6117281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663DA8E-EAE8-54E2-8CC4-DA335930A922}"/>
                  </a:ext>
                </a:extLst>
              </p:cNvPr>
              <p:cNvSpPr txBox="1"/>
              <p:nvPr/>
            </p:nvSpPr>
            <p:spPr>
              <a:xfrm>
                <a:off x="696944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2022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E4CBB55-1253-C331-BE03-D9AE69A38017}"/>
                  </a:ext>
                </a:extLst>
              </p:cNvPr>
              <p:cNvSpPr txBox="1"/>
              <p:nvPr/>
            </p:nvSpPr>
            <p:spPr>
              <a:xfrm>
                <a:off x="7816099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2023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683A6D9-E7EF-C5F4-3E1D-5B1BCF3C2B67}"/>
                  </a:ext>
                </a:extLst>
              </p:cNvPr>
              <p:cNvSpPr txBox="1"/>
              <p:nvPr/>
            </p:nvSpPr>
            <p:spPr>
              <a:xfrm>
                <a:off x="866826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2023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F22F47B-5954-A46B-5875-928548D5CBBF}"/>
                  </a:ext>
                </a:extLst>
              </p:cNvPr>
              <p:cNvSpPr txBox="1"/>
              <p:nvPr/>
            </p:nvSpPr>
            <p:spPr>
              <a:xfrm>
                <a:off x="9519578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2024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B432E5B-6B8A-2D6F-8DDC-6294D64F7CC4}"/>
                  </a:ext>
                </a:extLst>
              </p:cNvPr>
              <p:cNvSpPr txBox="1"/>
              <p:nvPr/>
            </p:nvSpPr>
            <p:spPr>
              <a:xfrm>
                <a:off x="1037174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2024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B6A7552-9AE4-1A9D-4421-10158350C267}"/>
                  </a:ext>
                </a:extLst>
              </p:cNvPr>
              <p:cNvSpPr txBox="1"/>
              <p:nvPr/>
            </p:nvSpPr>
            <p:spPr>
              <a:xfrm rot="16200000">
                <a:off x="161580" y="3204753"/>
                <a:ext cx="1937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86238B4-B03A-473E-C8CE-CB29F84A2BF6}"/>
                  </a:ext>
                </a:extLst>
              </p:cNvPr>
              <p:cNvSpPr txBox="1"/>
              <p:nvPr/>
            </p:nvSpPr>
            <p:spPr>
              <a:xfrm>
                <a:off x="1379647" y="612426"/>
                <a:ext cx="63900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L.malabaricus in MAR Mawasangka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5877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D862A9-83FE-4EB8-8F41-EE579073A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2">
            <a:extLst>
              <a:ext uri="{FF2B5EF4-FFF2-40B4-BE49-F238E27FC236}">
                <a16:creationId xmlns:a16="http://schemas.microsoft.com/office/drawing/2014/main" id="{AC7B7B19-C7F0-5BF8-44F7-9FBA0EEA8A50}"/>
              </a:ext>
            </a:extLst>
          </p:cNvPr>
          <p:cNvGrpSpPr/>
          <p:nvPr/>
        </p:nvGrpSpPr>
        <p:grpSpPr>
          <a:xfrm>
            <a:off x="961062" y="612426"/>
            <a:ext cx="10248010" cy="5602107"/>
            <a:chOff x="961062" y="612426"/>
            <a:chExt cx="10248010" cy="560210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ED8CE4A-44CD-EC51-3B6B-634F67F41E07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D5F0BBD-7B51-BFC1-6707-3A1D4ACCCC1D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7" name="Graphic 2">
              <a:extLst>
                <a:ext uri="{FF2B5EF4-FFF2-40B4-BE49-F238E27FC236}">
                  <a16:creationId xmlns:a16="http://schemas.microsoft.com/office/drawing/2014/main" id="{AAA0F27E-AEA2-46BD-BDB8-56DEEAF53D30}"/>
                </a:ext>
              </a:extLst>
            </p:cNvPr>
            <p:cNvGrpSpPr/>
            <p:nvPr/>
          </p:nvGrpSpPr>
          <p:grpSpPr>
            <a:xfrm>
              <a:off x="1388646" y="971481"/>
              <a:ext cx="9733021" cy="4805204"/>
              <a:chOff x="1388646" y="971481"/>
              <a:chExt cx="9733021" cy="4805204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37BE4696-1572-98C5-345E-0B18A6D9B47B}"/>
                  </a:ext>
                </a:extLst>
              </p:cNvPr>
              <p:cNvSpPr/>
              <p:nvPr/>
            </p:nvSpPr>
            <p:spPr>
              <a:xfrm>
                <a:off x="1388646" y="971481"/>
                <a:ext cx="9733021" cy="4805204"/>
              </a:xfrm>
              <a:custGeom>
                <a:avLst/>
                <a:gdLst>
                  <a:gd name="connsiteX0" fmla="*/ 0 w 9733021"/>
                  <a:gd name="connsiteY0" fmla="*/ 0 h 4805204"/>
                  <a:gd name="connsiteX1" fmla="*/ 9733021 w 9733021"/>
                  <a:gd name="connsiteY1" fmla="*/ 0 h 4805204"/>
                  <a:gd name="connsiteX2" fmla="*/ 9733021 w 9733021"/>
                  <a:gd name="connsiteY2" fmla="*/ 4805204 h 4805204"/>
                  <a:gd name="connsiteX3" fmla="*/ 0 w 973302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33021" h="4805204">
                    <a:moveTo>
                      <a:pt x="0" y="0"/>
                    </a:moveTo>
                    <a:lnTo>
                      <a:pt x="9733021" y="0"/>
                    </a:lnTo>
                    <a:lnTo>
                      <a:pt x="9733021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E93337B1-7D33-0C58-8D32-2CA0ECB6AAC5}"/>
                  </a:ext>
                </a:extLst>
              </p:cNvPr>
              <p:cNvSpPr/>
              <p:nvPr/>
            </p:nvSpPr>
            <p:spPr>
              <a:xfrm>
                <a:off x="1831047" y="971481"/>
                <a:ext cx="8848221" cy="4137523"/>
              </a:xfrm>
              <a:custGeom>
                <a:avLst/>
                <a:gdLst>
                  <a:gd name="connsiteX0" fmla="*/ 0 w 8848221"/>
                  <a:gd name="connsiteY0" fmla="*/ 1502494 h 4137523"/>
                  <a:gd name="connsiteX1" fmla="*/ 112004 w 8848221"/>
                  <a:gd name="connsiteY1" fmla="*/ 1574727 h 4137523"/>
                  <a:gd name="connsiteX2" fmla="*/ 224008 w 8848221"/>
                  <a:gd name="connsiteY2" fmla="*/ 1511178 h 4137523"/>
                  <a:gd name="connsiteX3" fmla="*/ 336012 w 8848221"/>
                  <a:gd name="connsiteY3" fmla="*/ 1321063 h 4137523"/>
                  <a:gd name="connsiteX4" fmla="*/ 448017 w 8848221"/>
                  <a:gd name="connsiteY4" fmla="*/ 1090383 h 4137523"/>
                  <a:gd name="connsiteX5" fmla="*/ 560021 w 8848221"/>
                  <a:gd name="connsiteY5" fmla="*/ 986375 h 4137523"/>
                  <a:gd name="connsiteX6" fmla="*/ 672025 w 8848221"/>
                  <a:gd name="connsiteY6" fmla="*/ 856949 h 4137523"/>
                  <a:gd name="connsiteX7" fmla="*/ 784029 w 8848221"/>
                  <a:gd name="connsiteY7" fmla="*/ 671070 h 4137523"/>
                  <a:gd name="connsiteX8" fmla="*/ 896033 w 8848221"/>
                  <a:gd name="connsiteY8" fmla="*/ 377583 h 4137523"/>
                  <a:gd name="connsiteX9" fmla="*/ 1008037 w 8848221"/>
                  <a:gd name="connsiteY9" fmla="*/ 173169 h 4137523"/>
                  <a:gd name="connsiteX10" fmla="*/ 1120041 w 8848221"/>
                  <a:gd name="connsiteY10" fmla="*/ 107291 h 4137523"/>
                  <a:gd name="connsiteX11" fmla="*/ 1232046 w 8848221"/>
                  <a:gd name="connsiteY11" fmla="*/ 0 h 4137523"/>
                  <a:gd name="connsiteX12" fmla="*/ 1344050 w 8848221"/>
                  <a:gd name="connsiteY12" fmla="*/ 72869 h 4137523"/>
                  <a:gd name="connsiteX13" fmla="*/ 1456054 w 8848221"/>
                  <a:gd name="connsiteY13" fmla="*/ 465597 h 4137523"/>
                  <a:gd name="connsiteX14" fmla="*/ 1568058 w 8848221"/>
                  <a:gd name="connsiteY14" fmla="*/ 828034 h 4137523"/>
                  <a:gd name="connsiteX15" fmla="*/ 1680062 w 8848221"/>
                  <a:gd name="connsiteY15" fmla="*/ 1155838 h 4137523"/>
                  <a:gd name="connsiteX16" fmla="*/ 1792066 w 8848221"/>
                  <a:gd name="connsiteY16" fmla="*/ 1331337 h 4137523"/>
                  <a:gd name="connsiteX17" fmla="*/ 1904070 w 8848221"/>
                  <a:gd name="connsiteY17" fmla="*/ 1430366 h 4137523"/>
                  <a:gd name="connsiteX18" fmla="*/ 2016074 w 8848221"/>
                  <a:gd name="connsiteY18" fmla="*/ 1479722 h 4137523"/>
                  <a:gd name="connsiteX19" fmla="*/ 2128079 w 8848221"/>
                  <a:gd name="connsiteY19" fmla="*/ 1461505 h 4137523"/>
                  <a:gd name="connsiteX20" fmla="*/ 2240083 w 8848221"/>
                  <a:gd name="connsiteY20" fmla="*/ 1377727 h 4137523"/>
                  <a:gd name="connsiteX21" fmla="*/ 2352087 w 8848221"/>
                  <a:gd name="connsiteY21" fmla="*/ 1262387 h 4137523"/>
                  <a:gd name="connsiteX22" fmla="*/ 2464091 w 8848221"/>
                  <a:gd name="connsiteY22" fmla="*/ 1159121 h 4137523"/>
                  <a:gd name="connsiteX23" fmla="*/ 2576095 w 8848221"/>
                  <a:gd name="connsiteY23" fmla="*/ 1032024 h 4137523"/>
                  <a:gd name="connsiteX24" fmla="*/ 2688099 w 8848221"/>
                  <a:gd name="connsiteY24" fmla="*/ 869023 h 4137523"/>
                  <a:gd name="connsiteX25" fmla="*/ 2800104 w 8848221"/>
                  <a:gd name="connsiteY25" fmla="*/ 691935 h 4137523"/>
                  <a:gd name="connsiteX26" fmla="*/ 2912107 w 8848221"/>
                  <a:gd name="connsiteY26" fmla="*/ 554141 h 4137523"/>
                  <a:gd name="connsiteX27" fmla="*/ 3024006 w 8848221"/>
                  <a:gd name="connsiteY27" fmla="*/ 511140 h 4137523"/>
                  <a:gd name="connsiteX28" fmla="*/ 3136010 w 8848221"/>
                  <a:gd name="connsiteY28" fmla="*/ 481378 h 4137523"/>
                  <a:gd name="connsiteX29" fmla="*/ 3248014 w 8848221"/>
                  <a:gd name="connsiteY29" fmla="*/ 440813 h 4137523"/>
                  <a:gd name="connsiteX30" fmla="*/ 3360018 w 8848221"/>
                  <a:gd name="connsiteY30" fmla="*/ 403002 h 4137523"/>
                  <a:gd name="connsiteX31" fmla="*/ 3472022 w 8848221"/>
                  <a:gd name="connsiteY31" fmla="*/ 376312 h 4137523"/>
                  <a:gd name="connsiteX32" fmla="*/ 3584026 w 8848221"/>
                  <a:gd name="connsiteY32" fmla="*/ 363708 h 4137523"/>
                  <a:gd name="connsiteX33" fmla="*/ 3696031 w 8848221"/>
                  <a:gd name="connsiteY33" fmla="*/ 364555 h 4137523"/>
                  <a:gd name="connsiteX34" fmla="*/ 3808035 w 8848221"/>
                  <a:gd name="connsiteY34" fmla="*/ 376947 h 4137523"/>
                  <a:gd name="connsiteX35" fmla="*/ 3920039 w 8848221"/>
                  <a:gd name="connsiteY35" fmla="*/ 398342 h 4137523"/>
                  <a:gd name="connsiteX36" fmla="*/ 4032043 w 8848221"/>
                  <a:gd name="connsiteY36" fmla="*/ 426197 h 4137523"/>
                  <a:gd name="connsiteX37" fmla="*/ 4144047 w 8848221"/>
                  <a:gd name="connsiteY37" fmla="*/ 450028 h 4137523"/>
                  <a:gd name="connsiteX38" fmla="*/ 4256051 w 8848221"/>
                  <a:gd name="connsiteY38" fmla="*/ 468139 h 4137523"/>
                  <a:gd name="connsiteX39" fmla="*/ 4368056 w 8848221"/>
                  <a:gd name="connsiteY39" fmla="*/ 482437 h 4137523"/>
                  <a:gd name="connsiteX40" fmla="*/ 4480060 w 8848221"/>
                  <a:gd name="connsiteY40" fmla="*/ 494723 h 4137523"/>
                  <a:gd name="connsiteX41" fmla="*/ 4592064 w 8848221"/>
                  <a:gd name="connsiteY41" fmla="*/ 505950 h 4137523"/>
                  <a:gd name="connsiteX42" fmla="*/ 4704068 w 8848221"/>
                  <a:gd name="connsiteY42" fmla="*/ 516965 h 4137523"/>
                  <a:gd name="connsiteX43" fmla="*/ 4816072 w 8848221"/>
                  <a:gd name="connsiteY43" fmla="*/ 528404 h 4137523"/>
                  <a:gd name="connsiteX44" fmla="*/ 4928076 w 8848221"/>
                  <a:gd name="connsiteY44" fmla="*/ 540690 h 4137523"/>
                  <a:gd name="connsiteX45" fmla="*/ 5040081 w 8848221"/>
                  <a:gd name="connsiteY45" fmla="*/ 553929 h 4137523"/>
                  <a:gd name="connsiteX46" fmla="*/ 5152084 w 8848221"/>
                  <a:gd name="connsiteY46" fmla="*/ 568545 h 4137523"/>
                  <a:gd name="connsiteX47" fmla="*/ 5264088 w 8848221"/>
                  <a:gd name="connsiteY47" fmla="*/ 584644 h 4137523"/>
                  <a:gd name="connsiteX48" fmla="*/ 5376093 w 8848221"/>
                  <a:gd name="connsiteY48" fmla="*/ 602332 h 4137523"/>
                  <a:gd name="connsiteX49" fmla="*/ 5488097 w 8848221"/>
                  <a:gd name="connsiteY49" fmla="*/ 621608 h 4137523"/>
                  <a:gd name="connsiteX50" fmla="*/ 5600101 w 8848221"/>
                  <a:gd name="connsiteY50" fmla="*/ 642473 h 4137523"/>
                  <a:gd name="connsiteX51" fmla="*/ 5712105 w 8848221"/>
                  <a:gd name="connsiteY51" fmla="*/ 665033 h 4137523"/>
                  <a:gd name="connsiteX52" fmla="*/ 5824109 w 8848221"/>
                  <a:gd name="connsiteY52" fmla="*/ 689075 h 4137523"/>
                  <a:gd name="connsiteX53" fmla="*/ 5936114 w 8848221"/>
                  <a:gd name="connsiteY53" fmla="*/ 714601 h 4137523"/>
                  <a:gd name="connsiteX54" fmla="*/ 6048118 w 8848221"/>
                  <a:gd name="connsiteY54" fmla="*/ 741503 h 4137523"/>
                  <a:gd name="connsiteX55" fmla="*/ 6160121 w 8848221"/>
                  <a:gd name="connsiteY55" fmla="*/ 769570 h 4137523"/>
                  <a:gd name="connsiteX56" fmla="*/ 6272126 w 8848221"/>
                  <a:gd name="connsiteY56" fmla="*/ 798484 h 4137523"/>
                  <a:gd name="connsiteX57" fmla="*/ 6384130 w 8848221"/>
                  <a:gd name="connsiteY57" fmla="*/ 828034 h 4137523"/>
                  <a:gd name="connsiteX58" fmla="*/ 6496134 w 8848221"/>
                  <a:gd name="connsiteY58" fmla="*/ 857690 h 4137523"/>
                  <a:gd name="connsiteX59" fmla="*/ 6608138 w 8848221"/>
                  <a:gd name="connsiteY59" fmla="*/ 887240 h 4137523"/>
                  <a:gd name="connsiteX60" fmla="*/ 6720143 w 8848221"/>
                  <a:gd name="connsiteY60" fmla="*/ 915837 h 4137523"/>
                  <a:gd name="connsiteX61" fmla="*/ 6832147 w 8848221"/>
                  <a:gd name="connsiteY61" fmla="*/ 942951 h 4137523"/>
                  <a:gd name="connsiteX62" fmla="*/ 6944151 w 8848221"/>
                  <a:gd name="connsiteY62" fmla="*/ 967523 h 4137523"/>
                  <a:gd name="connsiteX63" fmla="*/ 7056154 w 8848221"/>
                  <a:gd name="connsiteY63" fmla="*/ 988811 h 4137523"/>
                  <a:gd name="connsiteX64" fmla="*/ 7168159 w 8848221"/>
                  <a:gd name="connsiteY64" fmla="*/ 1005652 h 4137523"/>
                  <a:gd name="connsiteX65" fmla="*/ 7280163 w 8848221"/>
                  <a:gd name="connsiteY65" fmla="*/ 1016773 h 4137523"/>
                  <a:gd name="connsiteX66" fmla="*/ 7392167 w 8848221"/>
                  <a:gd name="connsiteY66" fmla="*/ 1021009 h 4137523"/>
                  <a:gd name="connsiteX67" fmla="*/ 7504171 w 8848221"/>
                  <a:gd name="connsiteY67" fmla="*/ 1017090 h 4137523"/>
                  <a:gd name="connsiteX68" fmla="*/ 7616176 w 8848221"/>
                  <a:gd name="connsiteY68" fmla="*/ 1003745 h 4137523"/>
                  <a:gd name="connsiteX69" fmla="*/ 7728180 w 8848221"/>
                  <a:gd name="connsiteY69" fmla="*/ 980338 h 4137523"/>
                  <a:gd name="connsiteX70" fmla="*/ 7840184 w 8848221"/>
                  <a:gd name="connsiteY70" fmla="*/ 945916 h 4137523"/>
                  <a:gd name="connsiteX71" fmla="*/ 7952188 w 8848221"/>
                  <a:gd name="connsiteY71" fmla="*/ 900373 h 4137523"/>
                  <a:gd name="connsiteX72" fmla="*/ 8064192 w 8848221"/>
                  <a:gd name="connsiteY72" fmla="*/ 843392 h 4137523"/>
                  <a:gd name="connsiteX73" fmla="*/ 8176196 w 8848221"/>
                  <a:gd name="connsiteY73" fmla="*/ 775289 h 4137523"/>
                  <a:gd name="connsiteX74" fmla="*/ 8288200 w 8848221"/>
                  <a:gd name="connsiteY74" fmla="*/ 696383 h 4137523"/>
                  <a:gd name="connsiteX75" fmla="*/ 8400204 w 8848221"/>
                  <a:gd name="connsiteY75" fmla="*/ 607204 h 4137523"/>
                  <a:gd name="connsiteX76" fmla="*/ 8512208 w 8848221"/>
                  <a:gd name="connsiteY76" fmla="*/ 508175 h 4137523"/>
                  <a:gd name="connsiteX77" fmla="*/ 8624213 w 8848221"/>
                  <a:gd name="connsiteY77" fmla="*/ 399825 h 4137523"/>
                  <a:gd name="connsiteX78" fmla="*/ 8736217 w 8848221"/>
                  <a:gd name="connsiteY78" fmla="*/ 282684 h 4137523"/>
                  <a:gd name="connsiteX79" fmla="*/ 8848221 w 8848221"/>
                  <a:gd name="connsiteY79" fmla="*/ 157282 h 4137523"/>
                  <a:gd name="connsiteX80" fmla="*/ 8848221 w 8848221"/>
                  <a:gd name="connsiteY80" fmla="*/ 4137524 h 4137523"/>
                  <a:gd name="connsiteX81" fmla="*/ 8736217 w 8848221"/>
                  <a:gd name="connsiteY81" fmla="*/ 3988291 h 4137523"/>
                  <a:gd name="connsiteX82" fmla="*/ 8624213 w 8848221"/>
                  <a:gd name="connsiteY82" fmla="*/ 3849968 h 4137523"/>
                  <a:gd name="connsiteX83" fmla="*/ 8512208 w 8848221"/>
                  <a:gd name="connsiteY83" fmla="*/ 3722765 h 4137523"/>
                  <a:gd name="connsiteX84" fmla="*/ 8400204 w 8848221"/>
                  <a:gd name="connsiteY84" fmla="*/ 3607001 h 4137523"/>
                  <a:gd name="connsiteX85" fmla="*/ 8288200 w 8848221"/>
                  <a:gd name="connsiteY85" fmla="*/ 3502782 h 4137523"/>
                  <a:gd name="connsiteX86" fmla="*/ 8176196 w 8848221"/>
                  <a:gd name="connsiteY86" fmla="*/ 3410531 h 4137523"/>
                  <a:gd name="connsiteX87" fmla="*/ 8064192 w 8848221"/>
                  <a:gd name="connsiteY87" fmla="*/ 3330354 h 4137523"/>
                  <a:gd name="connsiteX88" fmla="*/ 7952188 w 8848221"/>
                  <a:gd name="connsiteY88" fmla="*/ 3262252 h 4137523"/>
                  <a:gd name="connsiteX89" fmla="*/ 7840184 w 8848221"/>
                  <a:gd name="connsiteY89" fmla="*/ 3206329 h 4137523"/>
                  <a:gd name="connsiteX90" fmla="*/ 7728180 w 8848221"/>
                  <a:gd name="connsiteY90" fmla="*/ 3162163 h 4137523"/>
                  <a:gd name="connsiteX91" fmla="*/ 7616176 w 8848221"/>
                  <a:gd name="connsiteY91" fmla="*/ 3129012 h 4137523"/>
                  <a:gd name="connsiteX92" fmla="*/ 7504171 w 8848221"/>
                  <a:gd name="connsiteY92" fmla="*/ 3106135 h 4137523"/>
                  <a:gd name="connsiteX93" fmla="*/ 7392167 w 8848221"/>
                  <a:gd name="connsiteY93" fmla="*/ 3092260 h 4137523"/>
                  <a:gd name="connsiteX94" fmla="*/ 7280163 w 8848221"/>
                  <a:gd name="connsiteY94" fmla="*/ 3086011 h 4137523"/>
                  <a:gd name="connsiteX95" fmla="*/ 7168159 w 8848221"/>
                  <a:gd name="connsiteY95" fmla="*/ 3085905 h 4137523"/>
                  <a:gd name="connsiteX96" fmla="*/ 7056154 w 8848221"/>
                  <a:gd name="connsiteY96" fmla="*/ 3090354 h 4137523"/>
                  <a:gd name="connsiteX97" fmla="*/ 6944151 w 8848221"/>
                  <a:gd name="connsiteY97" fmla="*/ 3097979 h 4137523"/>
                  <a:gd name="connsiteX98" fmla="*/ 6832147 w 8848221"/>
                  <a:gd name="connsiteY98" fmla="*/ 3107406 h 4137523"/>
                  <a:gd name="connsiteX99" fmla="*/ 6720143 w 8848221"/>
                  <a:gd name="connsiteY99" fmla="*/ 3117256 h 4137523"/>
                  <a:gd name="connsiteX100" fmla="*/ 6608138 w 8848221"/>
                  <a:gd name="connsiteY100" fmla="*/ 3126682 h 4137523"/>
                  <a:gd name="connsiteX101" fmla="*/ 6496134 w 8848221"/>
                  <a:gd name="connsiteY101" fmla="*/ 3134520 h 4137523"/>
                  <a:gd name="connsiteX102" fmla="*/ 6384130 w 8848221"/>
                  <a:gd name="connsiteY102" fmla="*/ 3139921 h 4137523"/>
                  <a:gd name="connsiteX103" fmla="*/ 6272126 w 8848221"/>
                  <a:gd name="connsiteY103" fmla="*/ 3142251 h 4137523"/>
                  <a:gd name="connsiteX104" fmla="*/ 6160121 w 8848221"/>
                  <a:gd name="connsiteY104" fmla="*/ 3140874 h 4137523"/>
                  <a:gd name="connsiteX105" fmla="*/ 6048118 w 8848221"/>
                  <a:gd name="connsiteY105" fmla="*/ 3135049 h 4137523"/>
                  <a:gd name="connsiteX106" fmla="*/ 5936114 w 8848221"/>
                  <a:gd name="connsiteY106" fmla="*/ 3124458 h 4137523"/>
                  <a:gd name="connsiteX107" fmla="*/ 5824109 w 8848221"/>
                  <a:gd name="connsiteY107" fmla="*/ 3108571 h 4137523"/>
                  <a:gd name="connsiteX108" fmla="*/ 5712105 w 8848221"/>
                  <a:gd name="connsiteY108" fmla="*/ 3086964 h 4137523"/>
                  <a:gd name="connsiteX109" fmla="*/ 5600101 w 8848221"/>
                  <a:gd name="connsiteY109" fmla="*/ 3059321 h 4137523"/>
                  <a:gd name="connsiteX110" fmla="*/ 5488097 w 8848221"/>
                  <a:gd name="connsiteY110" fmla="*/ 3025428 h 4137523"/>
                  <a:gd name="connsiteX111" fmla="*/ 5376093 w 8848221"/>
                  <a:gd name="connsiteY111" fmla="*/ 2984758 h 4137523"/>
                  <a:gd name="connsiteX112" fmla="*/ 5264088 w 8848221"/>
                  <a:gd name="connsiteY112" fmla="*/ 2937202 h 4137523"/>
                  <a:gd name="connsiteX113" fmla="*/ 5152084 w 8848221"/>
                  <a:gd name="connsiteY113" fmla="*/ 2882657 h 4137523"/>
                  <a:gd name="connsiteX114" fmla="*/ 5040081 w 8848221"/>
                  <a:gd name="connsiteY114" fmla="*/ 2820697 h 4137523"/>
                  <a:gd name="connsiteX115" fmla="*/ 4928076 w 8848221"/>
                  <a:gd name="connsiteY115" fmla="*/ 2751535 h 4137523"/>
                  <a:gd name="connsiteX116" fmla="*/ 4816072 w 8848221"/>
                  <a:gd name="connsiteY116" fmla="*/ 2674854 h 4137523"/>
                  <a:gd name="connsiteX117" fmla="*/ 4704068 w 8848221"/>
                  <a:gd name="connsiteY117" fmla="*/ 2590864 h 4137523"/>
                  <a:gd name="connsiteX118" fmla="*/ 4592064 w 8848221"/>
                  <a:gd name="connsiteY118" fmla="*/ 2499566 h 4137523"/>
                  <a:gd name="connsiteX119" fmla="*/ 4480060 w 8848221"/>
                  <a:gd name="connsiteY119" fmla="*/ 2401490 h 4137523"/>
                  <a:gd name="connsiteX120" fmla="*/ 4368056 w 8848221"/>
                  <a:gd name="connsiteY120" fmla="*/ 2296953 h 4137523"/>
                  <a:gd name="connsiteX121" fmla="*/ 4256051 w 8848221"/>
                  <a:gd name="connsiteY121" fmla="*/ 2186909 h 4137523"/>
                  <a:gd name="connsiteX122" fmla="*/ 4144047 w 8848221"/>
                  <a:gd name="connsiteY122" fmla="*/ 2072734 h 4137523"/>
                  <a:gd name="connsiteX123" fmla="*/ 4032043 w 8848221"/>
                  <a:gd name="connsiteY123" fmla="*/ 1956122 h 4137523"/>
                  <a:gd name="connsiteX124" fmla="*/ 3920039 w 8848221"/>
                  <a:gd name="connsiteY124" fmla="*/ 1845866 h 4137523"/>
                  <a:gd name="connsiteX125" fmla="*/ 3808035 w 8848221"/>
                  <a:gd name="connsiteY125" fmla="*/ 1757534 h 4137523"/>
                  <a:gd name="connsiteX126" fmla="*/ 3696031 w 8848221"/>
                  <a:gd name="connsiteY126" fmla="*/ 1689749 h 4137523"/>
                  <a:gd name="connsiteX127" fmla="*/ 3584026 w 8848221"/>
                  <a:gd name="connsiteY127" fmla="*/ 1640605 h 4137523"/>
                  <a:gd name="connsiteX128" fmla="*/ 3472022 w 8848221"/>
                  <a:gd name="connsiteY128" fmla="*/ 1608302 h 4137523"/>
                  <a:gd name="connsiteX129" fmla="*/ 3360018 w 8848221"/>
                  <a:gd name="connsiteY129" fmla="*/ 1592308 h 4137523"/>
                  <a:gd name="connsiteX130" fmla="*/ 3248014 w 8848221"/>
                  <a:gd name="connsiteY130" fmla="*/ 1595804 h 4137523"/>
                  <a:gd name="connsiteX131" fmla="*/ 3136010 w 8848221"/>
                  <a:gd name="connsiteY131" fmla="*/ 1622706 h 4137523"/>
                  <a:gd name="connsiteX132" fmla="*/ 3024006 w 8848221"/>
                  <a:gd name="connsiteY132" fmla="*/ 1674815 h 4137523"/>
                  <a:gd name="connsiteX133" fmla="*/ 2912107 w 8848221"/>
                  <a:gd name="connsiteY133" fmla="*/ 1757004 h 4137523"/>
                  <a:gd name="connsiteX134" fmla="*/ 2800104 w 8848221"/>
                  <a:gd name="connsiteY134" fmla="*/ 1930703 h 4137523"/>
                  <a:gd name="connsiteX135" fmla="*/ 2688099 w 8848221"/>
                  <a:gd name="connsiteY135" fmla="*/ 2183414 h 4137523"/>
                  <a:gd name="connsiteX136" fmla="*/ 2576095 w 8848221"/>
                  <a:gd name="connsiteY136" fmla="*/ 2463344 h 4137523"/>
                  <a:gd name="connsiteX137" fmla="*/ 2464091 w 8848221"/>
                  <a:gd name="connsiteY137" fmla="*/ 2687775 h 4137523"/>
                  <a:gd name="connsiteX138" fmla="*/ 2352087 w 8848221"/>
                  <a:gd name="connsiteY138" fmla="*/ 2795066 h 4137523"/>
                  <a:gd name="connsiteX139" fmla="*/ 2240083 w 8848221"/>
                  <a:gd name="connsiteY139" fmla="*/ 2843045 h 4137523"/>
                  <a:gd name="connsiteX140" fmla="*/ 2128079 w 8848221"/>
                  <a:gd name="connsiteY140" fmla="*/ 2866770 h 4137523"/>
                  <a:gd name="connsiteX141" fmla="*/ 2016074 w 8848221"/>
                  <a:gd name="connsiteY141" fmla="*/ 2883610 h 4137523"/>
                  <a:gd name="connsiteX142" fmla="*/ 1904070 w 8848221"/>
                  <a:gd name="connsiteY142" fmla="*/ 2879055 h 4137523"/>
                  <a:gd name="connsiteX143" fmla="*/ 1792066 w 8848221"/>
                  <a:gd name="connsiteY143" fmla="*/ 2818790 h 4137523"/>
                  <a:gd name="connsiteX144" fmla="*/ 1680062 w 8848221"/>
                  <a:gd name="connsiteY144" fmla="*/ 2582285 h 4137523"/>
                  <a:gd name="connsiteX145" fmla="*/ 1568058 w 8848221"/>
                  <a:gd name="connsiteY145" fmla="*/ 2226838 h 4137523"/>
                  <a:gd name="connsiteX146" fmla="*/ 1456054 w 8848221"/>
                  <a:gd name="connsiteY146" fmla="*/ 1750650 h 4137523"/>
                  <a:gd name="connsiteX147" fmla="*/ 1344050 w 8848221"/>
                  <a:gd name="connsiteY147" fmla="*/ 1219915 h 4137523"/>
                  <a:gd name="connsiteX148" fmla="*/ 1232046 w 8848221"/>
                  <a:gd name="connsiteY148" fmla="*/ 945493 h 4137523"/>
                  <a:gd name="connsiteX149" fmla="*/ 1120041 w 8848221"/>
                  <a:gd name="connsiteY149" fmla="*/ 961380 h 4137523"/>
                  <a:gd name="connsiteX150" fmla="*/ 1008037 w 8848221"/>
                  <a:gd name="connsiteY150" fmla="*/ 1288759 h 4137523"/>
                  <a:gd name="connsiteX151" fmla="*/ 896033 w 8848221"/>
                  <a:gd name="connsiteY151" fmla="*/ 1670367 h 4137523"/>
                  <a:gd name="connsiteX152" fmla="*/ 784029 w 8848221"/>
                  <a:gd name="connsiteY152" fmla="*/ 1883148 h 4137523"/>
                  <a:gd name="connsiteX153" fmla="*/ 672025 w 8848221"/>
                  <a:gd name="connsiteY153" fmla="*/ 2154287 h 4137523"/>
                  <a:gd name="connsiteX154" fmla="*/ 560021 w 8848221"/>
                  <a:gd name="connsiteY154" fmla="*/ 2276300 h 4137523"/>
                  <a:gd name="connsiteX155" fmla="*/ 448017 w 8848221"/>
                  <a:gd name="connsiteY155" fmla="*/ 2267721 h 4137523"/>
                  <a:gd name="connsiteX156" fmla="*/ 336012 w 8848221"/>
                  <a:gd name="connsiteY156" fmla="*/ 2434747 h 4137523"/>
                  <a:gd name="connsiteX157" fmla="*/ 224008 w 8848221"/>
                  <a:gd name="connsiteY157" fmla="*/ 2739461 h 4137523"/>
                  <a:gd name="connsiteX158" fmla="*/ 112004 w 8848221"/>
                  <a:gd name="connsiteY158" fmla="*/ 3279516 h 4137523"/>
                  <a:gd name="connsiteX159" fmla="*/ 0 w 8848221"/>
                  <a:gd name="connsiteY159" fmla="*/ 4058512 h 4137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848221" h="4137523">
                    <a:moveTo>
                      <a:pt x="0" y="1502494"/>
                    </a:moveTo>
                    <a:lnTo>
                      <a:pt x="112004" y="1574727"/>
                    </a:lnTo>
                    <a:lnTo>
                      <a:pt x="224008" y="1511178"/>
                    </a:lnTo>
                    <a:lnTo>
                      <a:pt x="336012" y="1321063"/>
                    </a:lnTo>
                    <a:lnTo>
                      <a:pt x="448017" y="1090383"/>
                    </a:lnTo>
                    <a:lnTo>
                      <a:pt x="560021" y="986375"/>
                    </a:lnTo>
                    <a:lnTo>
                      <a:pt x="672025" y="856949"/>
                    </a:lnTo>
                    <a:lnTo>
                      <a:pt x="784029" y="671070"/>
                    </a:lnTo>
                    <a:lnTo>
                      <a:pt x="896033" y="377583"/>
                    </a:lnTo>
                    <a:lnTo>
                      <a:pt x="1008037" y="173169"/>
                    </a:lnTo>
                    <a:lnTo>
                      <a:pt x="1120041" y="107291"/>
                    </a:lnTo>
                    <a:lnTo>
                      <a:pt x="1232046" y="0"/>
                    </a:lnTo>
                    <a:lnTo>
                      <a:pt x="1344050" y="72869"/>
                    </a:lnTo>
                    <a:lnTo>
                      <a:pt x="1456054" y="465597"/>
                    </a:lnTo>
                    <a:lnTo>
                      <a:pt x="1568058" y="828034"/>
                    </a:lnTo>
                    <a:lnTo>
                      <a:pt x="1680062" y="1155838"/>
                    </a:lnTo>
                    <a:lnTo>
                      <a:pt x="1792066" y="1331337"/>
                    </a:lnTo>
                    <a:lnTo>
                      <a:pt x="1904070" y="1430366"/>
                    </a:lnTo>
                    <a:lnTo>
                      <a:pt x="2016074" y="1479722"/>
                    </a:lnTo>
                    <a:lnTo>
                      <a:pt x="2128079" y="1461505"/>
                    </a:lnTo>
                    <a:lnTo>
                      <a:pt x="2240083" y="1377727"/>
                    </a:lnTo>
                    <a:lnTo>
                      <a:pt x="2352087" y="1262387"/>
                    </a:lnTo>
                    <a:lnTo>
                      <a:pt x="2464091" y="1159121"/>
                    </a:lnTo>
                    <a:lnTo>
                      <a:pt x="2576095" y="1032024"/>
                    </a:lnTo>
                    <a:lnTo>
                      <a:pt x="2688099" y="869023"/>
                    </a:lnTo>
                    <a:lnTo>
                      <a:pt x="2800104" y="691935"/>
                    </a:lnTo>
                    <a:lnTo>
                      <a:pt x="2912107" y="554141"/>
                    </a:lnTo>
                    <a:lnTo>
                      <a:pt x="3024006" y="511140"/>
                    </a:lnTo>
                    <a:lnTo>
                      <a:pt x="3136010" y="481378"/>
                    </a:lnTo>
                    <a:lnTo>
                      <a:pt x="3248014" y="440813"/>
                    </a:lnTo>
                    <a:lnTo>
                      <a:pt x="3360018" y="403002"/>
                    </a:lnTo>
                    <a:lnTo>
                      <a:pt x="3472022" y="376312"/>
                    </a:lnTo>
                    <a:lnTo>
                      <a:pt x="3584026" y="363708"/>
                    </a:lnTo>
                    <a:lnTo>
                      <a:pt x="3696031" y="364555"/>
                    </a:lnTo>
                    <a:lnTo>
                      <a:pt x="3808035" y="376947"/>
                    </a:lnTo>
                    <a:lnTo>
                      <a:pt x="3920039" y="398342"/>
                    </a:lnTo>
                    <a:lnTo>
                      <a:pt x="4032043" y="426197"/>
                    </a:lnTo>
                    <a:lnTo>
                      <a:pt x="4144047" y="450028"/>
                    </a:lnTo>
                    <a:lnTo>
                      <a:pt x="4256051" y="468139"/>
                    </a:lnTo>
                    <a:lnTo>
                      <a:pt x="4368056" y="482437"/>
                    </a:lnTo>
                    <a:lnTo>
                      <a:pt x="4480060" y="494723"/>
                    </a:lnTo>
                    <a:lnTo>
                      <a:pt x="4592064" y="505950"/>
                    </a:lnTo>
                    <a:lnTo>
                      <a:pt x="4704068" y="516965"/>
                    </a:lnTo>
                    <a:lnTo>
                      <a:pt x="4816072" y="528404"/>
                    </a:lnTo>
                    <a:lnTo>
                      <a:pt x="4928076" y="540690"/>
                    </a:lnTo>
                    <a:lnTo>
                      <a:pt x="5040081" y="553929"/>
                    </a:lnTo>
                    <a:lnTo>
                      <a:pt x="5152084" y="568545"/>
                    </a:lnTo>
                    <a:lnTo>
                      <a:pt x="5264088" y="584644"/>
                    </a:lnTo>
                    <a:lnTo>
                      <a:pt x="5376093" y="602332"/>
                    </a:lnTo>
                    <a:lnTo>
                      <a:pt x="5488097" y="621608"/>
                    </a:lnTo>
                    <a:lnTo>
                      <a:pt x="5600101" y="642473"/>
                    </a:lnTo>
                    <a:lnTo>
                      <a:pt x="5712105" y="665033"/>
                    </a:lnTo>
                    <a:lnTo>
                      <a:pt x="5824109" y="689075"/>
                    </a:lnTo>
                    <a:lnTo>
                      <a:pt x="5936114" y="714601"/>
                    </a:lnTo>
                    <a:lnTo>
                      <a:pt x="6048118" y="741503"/>
                    </a:lnTo>
                    <a:lnTo>
                      <a:pt x="6160121" y="769570"/>
                    </a:lnTo>
                    <a:lnTo>
                      <a:pt x="6272126" y="798484"/>
                    </a:lnTo>
                    <a:lnTo>
                      <a:pt x="6384130" y="828034"/>
                    </a:lnTo>
                    <a:lnTo>
                      <a:pt x="6496134" y="857690"/>
                    </a:lnTo>
                    <a:lnTo>
                      <a:pt x="6608138" y="887240"/>
                    </a:lnTo>
                    <a:lnTo>
                      <a:pt x="6720143" y="915837"/>
                    </a:lnTo>
                    <a:lnTo>
                      <a:pt x="6832147" y="942951"/>
                    </a:lnTo>
                    <a:lnTo>
                      <a:pt x="6944151" y="967523"/>
                    </a:lnTo>
                    <a:lnTo>
                      <a:pt x="7056154" y="988811"/>
                    </a:lnTo>
                    <a:lnTo>
                      <a:pt x="7168159" y="1005652"/>
                    </a:lnTo>
                    <a:lnTo>
                      <a:pt x="7280163" y="1016773"/>
                    </a:lnTo>
                    <a:lnTo>
                      <a:pt x="7392167" y="1021009"/>
                    </a:lnTo>
                    <a:lnTo>
                      <a:pt x="7504171" y="1017090"/>
                    </a:lnTo>
                    <a:lnTo>
                      <a:pt x="7616176" y="1003745"/>
                    </a:lnTo>
                    <a:lnTo>
                      <a:pt x="7728180" y="980338"/>
                    </a:lnTo>
                    <a:lnTo>
                      <a:pt x="7840184" y="945916"/>
                    </a:lnTo>
                    <a:lnTo>
                      <a:pt x="7952188" y="900373"/>
                    </a:lnTo>
                    <a:lnTo>
                      <a:pt x="8064192" y="843392"/>
                    </a:lnTo>
                    <a:lnTo>
                      <a:pt x="8176196" y="775289"/>
                    </a:lnTo>
                    <a:lnTo>
                      <a:pt x="8288200" y="696383"/>
                    </a:lnTo>
                    <a:lnTo>
                      <a:pt x="8400204" y="607204"/>
                    </a:lnTo>
                    <a:lnTo>
                      <a:pt x="8512208" y="508175"/>
                    </a:lnTo>
                    <a:lnTo>
                      <a:pt x="8624213" y="399825"/>
                    </a:lnTo>
                    <a:lnTo>
                      <a:pt x="8736217" y="282684"/>
                    </a:lnTo>
                    <a:lnTo>
                      <a:pt x="8848221" y="157282"/>
                    </a:lnTo>
                    <a:lnTo>
                      <a:pt x="8848221" y="4137524"/>
                    </a:lnTo>
                    <a:lnTo>
                      <a:pt x="8736217" y="3988291"/>
                    </a:lnTo>
                    <a:lnTo>
                      <a:pt x="8624213" y="3849968"/>
                    </a:lnTo>
                    <a:lnTo>
                      <a:pt x="8512208" y="3722765"/>
                    </a:lnTo>
                    <a:lnTo>
                      <a:pt x="8400204" y="3607001"/>
                    </a:lnTo>
                    <a:lnTo>
                      <a:pt x="8288200" y="3502782"/>
                    </a:lnTo>
                    <a:lnTo>
                      <a:pt x="8176196" y="3410531"/>
                    </a:lnTo>
                    <a:lnTo>
                      <a:pt x="8064192" y="3330354"/>
                    </a:lnTo>
                    <a:lnTo>
                      <a:pt x="7952188" y="3262252"/>
                    </a:lnTo>
                    <a:lnTo>
                      <a:pt x="7840184" y="3206329"/>
                    </a:lnTo>
                    <a:lnTo>
                      <a:pt x="7728180" y="3162163"/>
                    </a:lnTo>
                    <a:lnTo>
                      <a:pt x="7616176" y="3129012"/>
                    </a:lnTo>
                    <a:lnTo>
                      <a:pt x="7504171" y="3106135"/>
                    </a:lnTo>
                    <a:lnTo>
                      <a:pt x="7392167" y="3092260"/>
                    </a:lnTo>
                    <a:lnTo>
                      <a:pt x="7280163" y="3086011"/>
                    </a:lnTo>
                    <a:lnTo>
                      <a:pt x="7168159" y="3085905"/>
                    </a:lnTo>
                    <a:lnTo>
                      <a:pt x="7056154" y="3090354"/>
                    </a:lnTo>
                    <a:lnTo>
                      <a:pt x="6944151" y="3097979"/>
                    </a:lnTo>
                    <a:lnTo>
                      <a:pt x="6832147" y="3107406"/>
                    </a:lnTo>
                    <a:lnTo>
                      <a:pt x="6720143" y="3117256"/>
                    </a:lnTo>
                    <a:lnTo>
                      <a:pt x="6608138" y="3126682"/>
                    </a:lnTo>
                    <a:lnTo>
                      <a:pt x="6496134" y="3134520"/>
                    </a:lnTo>
                    <a:lnTo>
                      <a:pt x="6384130" y="3139921"/>
                    </a:lnTo>
                    <a:lnTo>
                      <a:pt x="6272126" y="3142251"/>
                    </a:lnTo>
                    <a:lnTo>
                      <a:pt x="6160121" y="3140874"/>
                    </a:lnTo>
                    <a:lnTo>
                      <a:pt x="6048118" y="3135049"/>
                    </a:lnTo>
                    <a:lnTo>
                      <a:pt x="5936114" y="3124458"/>
                    </a:lnTo>
                    <a:lnTo>
                      <a:pt x="5824109" y="3108571"/>
                    </a:lnTo>
                    <a:lnTo>
                      <a:pt x="5712105" y="3086964"/>
                    </a:lnTo>
                    <a:lnTo>
                      <a:pt x="5600101" y="3059321"/>
                    </a:lnTo>
                    <a:lnTo>
                      <a:pt x="5488097" y="3025428"/>
                    </a:lnTo>
                    <a:lnTo>
                      <a:pt x="5376093" y="2984758"/>
                    </a:lnTo>
                    <a:lnTo>
                      <a:pt x="5264088" y="2937202"/>
                    </a:lnTo>
                    <a:lnTo>
                      <a:pt x="5152084" y="2882657"/>
                    </a:lnTo>
                    <a:lnTo>
                      <a:pt x="5040081" y="2820697"/>
                    </a:lnTo>
                    <a:lnTo>
                      <a:pt x="4928076" y="2751535"/>
                    </a:lnTo>
                    <a:lnTo>
                      <a:pt x="4816072" y="2674854"/>
                    </a:lnTo>
                    <a:lnTo>
                      <a:pt x="4704068" y="2590864"/>
                    </a:lnTo>
                    <a:lnTo>
                      <a:pt x="4592064" y="2499566"/>
                    </a:lnTo>
                    <a:lnTo>
                      <a:pt x="4480060" y="2401490"/>
                    </a:lnTo>
                    <a:lnTo>
                      <a:pt x="4368056" y="2296953"/>
                    </a:lnTo>
                    <a:lnTo>
                      <a:pt x="4256051" y="2186909"/>
                    </a:lnTo>
                    <a:lnTo>
                      <a:pt x="4144047" y="2072734"/>
                    </a:lnTo>
                    <a:lnTo>
                      <a:pt x="4032043" y="1956122"/>
                    </a:lnTo>
                    <a:lnTo>
                      <a:pt x="3920039" y="1845866"/>
                    </a:lnTo>
                    <a:lnTo>
                      <a:pt x="3808035" y="1757534"/>
                    </a:lnTo>
                    <a:lnTo>
                      <a:pt x="3696031" y="1689749"/>
                    </a:lnTo>
                    <a:lnTo>
                      <a:pt x="3584026" y="1640605"/>
                    </a:lnTo>
                    <a:lnTo>
                      <a:pt x="3472022" y="1608302"/>
                    </a:lnTo>
                    <a:lnTo>
                      <a:pt x="3360018" y="1592308"/>
                    </a:lnTo>
                    <a:lnTo>
                      <a:pt x="3248014" y="1595804"/>
                    </a:lnTo>
                    <a:lnTo>
                      <a:pt x="3136010" y="1622706"/>
                    </a:lnTo>
                    <a:lnTo>
                      <a:pt x="3024006" y="1674815"/>
                    </a:lnTo>
                    <a:lnTo>
                      <a:pt x="2912107" y="1757004"/>
                    </a:lnTo>
                    <a:lnTo>
                      <a:pt x="2800104" y="1930703"/>
                    </a:lnTo>
                    <a:lnTo>
                      <a:pt x="2688099" y="2183414"/>
                    </a:lnTo>
                    <a:lnTo>
                      <a:pt x="2576095" y="2463344"/>
                    </a:lnTo>
                    <a:lnTo>
                      <a:pt x="2464091" y="2687775"/>
                    </a:lnTo>
                    <a:lnTo>
                      <a:pt x="2352087" y="2795066"/>
                    </a:lnTo>
                    <a:lnTo>
                      <a:pt x="2240083" y="2843045"/>
                    </a:lnTo>
                    <a:lnTo>
                      <a:pt x="2128079" y="2866770"/>
                    </a:lnTo>
                    <a:lnTo>
                      <a:pt x="2016074" y="2883610"/>
                    </a:lnTo>
                    <a:lnTo>
                      <a:pt x="1904070" y="2879055"/>
                    </a:lnTo>
                    <a:lnTo>
                      <a:pt x="1792066" y="2818790"/>
                    </a:lnTo>
                    <a:lnTo>
                      <a:pt x="1680062" y="2582285"/>
                    </a:lnTo>
                    <a:lnTo>
                      <a:pt x="1568058" y="2226838"/>
                    </a:lnTo>
                    <a:lnTo>
                      <a:pt x="1456054" y="1750650"/>
                    </a:lnTo>
                    <a:lnTo>
                      <a:pt x="1344050" y="1219915"/>
                    </a:lnTo>
                    <a:lnTo>
                      <a:pt x="1232046" y="945493"/>
                    </a:lnTo>
                    <a:lnTo>
                      <a:pt x="1120041" y="961380"/>
                    </a:lnTo>
                    <a:lnTo>
                      <a:pt x="1008037" y="1288759"/>
                    </a:lnTo>
                    <a:lnTo>
                      <a:pt x="896033" y="1670367"/>
                    </a:lnTo>
                    <a:lnTo>
                      <a:pt x="784029" y="1883148"/>
                    </a:lnTo>
                    <a:lnTo>
                      <a:pt x="672025" y="2154287"/>
                    </a:lnTo>
                    <a:lnTo>
                      <a:pt x="560021" y="2276300"/>
                    </a:lnTo>
                    <a:lnTo>
                      <a:pt x="448017" y="2267721"/>
                    </a:lnTo>
                    <a:lnTo>
                      <a:pt x="336012" y="2434747"/>
                    </a:lnTo>
                    <a:lnTo>
                      <a:pt x="224008" y="2739461"/>
                    </a:lnTo>
                    <a:lnTo>
                      <a:pt x="112004" y="3279516"/>
                    </a:lnTo>
                    <a:lnTo>
                      <a:pt x="0" y="4058512"/>
                    </a:lnTo>
                    <a:close/>
                  </a:path>
                </a:pathLst>
              </a:custGeom>
              <a:solidFill>
                <a:srgbClr val="E78828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524C53D-BE3F-FC77-B1EF-4E015D4699B3}"/>
                  </a:ext>
                </a:extLst>
              </p:cNvPr>
              <p:cNvSpPr/>
              <p:nvPr/>
            </p:nvSpPr>
            <p:spPr>
              <a:xfrm>
                <a:off x="1831047" y="971481"/>
                <a:ext cx="8848221" cy="1574726"/>
              </a:xfrm>
              <a:custGeom>
                <a:avLst/>
                <a:gdLst>
                  <a:gd name="connsiteX0" fmla="*/ 0 w 8848221"/>
                  <a:gd name="connsiteY0" fmla="*/ 1502494 h 1574726"/>
                  <a:gd name="connsiteX1" fmla="*/ 112004 w 8848221"/>
                  <a:gd name="connsiteY1" fmla="*/ 1574727 h 1574726"/>
                  <a:gd name="connsiteX2" fmla="*/ 224008 w 8848221"/>
                  <a:gd name="connsiteY2" fmla="*/ 1511178 h 1574726"/>
                  <a:gd name="connsiteX3" fmla="*/ 336012 w 8848221"/>
                  <a:gd name="connsiteY3" fmla="*/ 1321063 h 1574726"/>
                  <a:gd name="connsiteX4" fmla="*/ 448017 w 8848221"/>
                  <a:gd name="connsiteY4" fmla="*/ 1090383 h 1574726"/>
                  <a:gd name="connsiteX5" fmla="*/ 560021 w 8848221"/>
                  <a:gd name="connsiteY5" fmla="*/ 986375 h 1574726"/>
                  <a:gd name="connsiteX6" fmla="*/ 672025 w 8848221"/>
                  <a:gd name="connsiteY6" fmla="*/ 856949 h 1574726"/>
                  <a:gd name="connsiteX7" fmla="*/ 784029 w 8848221"/>
                  <a:gd name="connsiteY7" fmla="*/ 671070 h 1574726"/>
                  <a:gd name="connsiteX8" fmla="*/ 896033 w 8848221"/>
                  <a:gd name="connsiteY8" fmla="*/ 377583 h 1574726"/>
                  <a:gd name="connsiteX9" fmla="*/ 1008037 w 8848221"/>
                  <a:gd name="connsiteY9" fmla="*/ 173169 h 1574726"/>
                  <a:gd name="connsiteX10" fmla="*/ 1120041 w 8848221"/>
                  <a:gd name="connsiteY10" fmla="*/ 107291 h 1574726"/>
                  <a:gd name="connsiteX11" fmla="*/ 1232046 w 8848221"/>
                  <a:gd name="connsiteY11" fmla="*/ 0 h 1574726"/>
                  <a:gd name="connsiteX12" fmla="*/ 1344050 w 8848221"/>
                  <a:gd name="connsiteY12" fmla="*/ 72869 h 1574726"/>
                  <a:gd name="connsiteX13" fmla="*/ 1456054 w 8848221"/>
                  <a:gd name="connsiteY13" fmla="*/ 465597 h 1574726"/>
                  <a:gd name="connsiteX14" fmla="*/ 1568058 w 8848221"/>
                  <a:gd name="connsiteY14" fmla="*/ 828034 h 1574726"/>
                  <a:gd name="connsiteX15" fmla="*/ 1680062 w 8848221"/>
                  <a:gd name="connsiteY15" fmla="*/ 1155838 h 1574726"/>
                  <a:gd name="connsiteX16" fmla="*/ 1792066 w 8848221"/>
                  <a:gd name="connsiteY16" fmla="*/ 1331337 h 1574726"/>
                  <a:gd name="connsiteX17" fmla="*/ 1904070 w 8848221"/>
                  <a:gd name="connsiteY17" fmla="*/ 1430366 h 1574726"/>
                  <a:gd name="connsiteX18" fmla="*/ 2016074 w 8848221"/>
                  <a:gd name="connsiteY18" fmla="*/ 1479722 h 1574726"/>
                  <a:gd name="connsiteX19" fmla="*/ 2128079 w 8848221"/>
                  <a:gd name="connsiteY19" fmla="*/ 1461505 h 1574726"/>
                  <a:gd name="connsiteX20" fmla="*/ 2240083 w 8848221"/>
                  <a:gd name="connsiteY20" fmla="*/ 1377727 h 1574726"/>
                  <a:gd name="connsiteX21" fmla="*/ 2352087 w 8848221"/>
                  <a:gd name="connsiteY21" fmla="*/ 1262387 h 1574726"/>
                  <a:gd name="connsiteX22" fmla="*/ 2464091 w 8848221"/>
                  <a:gd name="connsiteY22" fmla="*/ 1159121 h 1574726"/>
                  <a:gd name="connsiteX23" fmla="*/ 2576095 w 8848221"/>
                  <a:gd name="connsiteY23" fmla="*/ 1032024 h 1574726"/>
                  <a:gd name="connsiteX24" fmla="*/ 2688099 w 8848221"/>
                  <a:gd name="connsiteY24" fmla="*/ 869023 h 1574726"/>
                  <a:gd name="connsiteX25" fmla="*/ 2800104 w 8848221"/>
                  <a:gd name="connsiteY25" fmla="*/ 691935 h 1574726"/>
                  <a:gd name="connsiteX26" fmla="*/ 2912107 w 8848221"/>
                  <a:gd name="connsiteY26" fmla="*/ 554141 h 1574726"/>
                  <a:gd name="connsiteX27" fmla="*/ 3024006 w 8848221"/>
                  <a:gd name="connsiteY27" fmla="*/ 511140 h 1574726"/>
                  <a:gd name="connsiteX28" fmla="*/ 3136010 w 8848221"/>
                  <a:gd name="connsiteY28" fmla="*/ 481378 h 1574726"/>
                  <a:gd name="connsiteX29" fmla="*/ 3248014 w 8848221"/>
                  <a:gd name="connsiteY29" fmla="*/ 440813 h 1574726"/>
                  <a:gd name="connsiteX30" fmla="*/ 3360018 w 8848221"/>
                  <a:gd name="connsiteY30" fmla="*/ 403002 h 1574726"/>
                  <a:gd name="connsiteX31" fmla="*/ 3472022 w 8848221"/>
                  <a:gd name="connsiteY31" fmla="*/ 376312 h 1574726"/>
                  <a:gd name="connsiteX32" fmla="*/ 3584026 w 8848221"/>
                  <a:gd name="connsiteY32" fmla="*/ 363708 h 1574726"/>
                  <a:gd name="connsiteX33" fmla="*/ 3696031 w 8848221"/>
                  <a:gd name="connsiteY33" fmla="*/ 364555 h 1574726"/>
                  <a:gd name="connsiteX34" fmla="*/ 3808035 w 8848221"/>
                  <a:gd name="connsiteY34" fmla="*/ 376947 h 1574726"/>
                  <a:gd name="connsiteX35" fmla="*/ 3920039 w 8848221"/>
                  <a:gd name="connsiteY35" fmla="*/ 398342 h 1574726"/>
                  <a:gd name="connsiteX36" fmla="*/ 4032043 w 8848221"/>
                  <a:gd name="connsiteY36" fmla="*/ 426197 h 1574726"/>
                  <a:gd name="connsiteX37" fmla="*/ 4144047 w 8848221"/>
                  <a:gd name="connsiteY37" fmla="*/ 450028 h 1574726"/>
                  <a:gd name="connsiteX38" fmla="*/ 4256051 w 8848221"/>
                  <a:gd name="connsiteY38" fmla="*/ 468139 h 1574726"/>
                  <a:gd name="connsiteX39" fmla="*/ 4368056 w 8848221"/>
                  <a:gd name="connsiteY39" fmla="*/ 482437 h 1574726"/>
                  <a:gd name="connsiteX40" fmla="*/ 4480060 w 8848221"/>
                  <a:gd name="connsiteY40" fmla="*/ 494723 h 1574726"/>
                  <a:gd name="connsiteX41" fmla="*/ 4592064 w 8848221"/>
                  <a:gd name="connsiteY41" fmla="*/ 505950 h 1574726"/>
                  <a:gd name="connsiteX42" fmla="*/ 4704068 w 8848221"/>
                  <a:gd name="connsiteY42" fmla="*/ 516965 h 1574726"/>
                  <a:gd name="connsiteX43" fmla="*/ 4816072 w 8848221"/>
                  <a:gd name="connsiteY43" fmla="*/ 528404 h 1574726"/>
                  <a:gd name="connsiteX44" fmla="*/ 4928076 w 8848221"/>
                  <a:gd name="connsiteY44" fmla="*/ 540690 h 1574726"/>
                  <a:gd name="connsiteX45" fmla="*/ 5040081 w 8848221"/>
                  <a:gd name="connsiteY45" fmla="*/ 553929 h 1574726"/>
                  <a:gd name="connsiteX46" fmla="*/ 5152084 w 8848221"/>
                  <a:gd name="connsiteY46" fmla="*/ 568545 h 1574726"/>
                  <a:gd name="connsiteX47" fmla="*/ 5264088 w 8848221"/>
                  <a:gd name="connsiteY47" fmla="*/ 584644 h 1574726"/>
                  <a:gd name="connsiteX48" fmla="*/ 5376093 w 8848221"/>
                  <a:gd name="connsiteY48" fmla="*/ 602332 h 1574726"/>
                  <a:gd name="connsiteX49" fmla="*/ 5488097 w 8848221"/>
                  <a:gd name="connsiteY49" fmla="*/ 621608 h 1574726"/>
                  <a:gd name="connsiteX50" fmla="*/ 5600101 w 8848221"/>
                  <a:gd name="connsiteY50" fmla="*/ 642473 h 1574726"/>
                  <a:gd name="connsiteX51" fmla="*/ 5712105 w 8848221"/>
                  <a:gd name="connsiteY51" fmla="*/ 665033 h 1574726"/>
                  <a:gd name="connsiteX52" fmla="*/ 5824109 w 8848221"/>
                  <a:gd name="connsiteY52" fmla="*/ 689075 h 1574726"/>
                  <a:gd name="connsiteX53" fmla="*/ 5936114 w 8848221"/>
                  <a:gd name="connsiteY53" fmla="*/ 714601 h 1574726"/>
                  <a:gd name="connsiteX54" fmla="*/ 6048118 w 8848221"/>
                  <a:gd name="connsiteY54" fmla="*/ 741503 h 1574726"/>
                  <a:gd name="connsiteX55" fmla="*/ 6160121 w 8848221"/>
                  <a:gd name="connsiteY55" fmla="*/ 769570 h 1574726"/>
                  <a:gd name="connsiteX56" fmla="*/ 6272126 w 8848221"/>
                  <a:gd name="connsiteY56" fmla="*/ 798484 h 1574726"/>
                  <a:gd name="connsiteX57" fmla="*/ 6384130 w 8848221"/>
                  <a:gd name="connsiteY57" fmla="*/ 828034 h 1574726"/>
                  <a:gd name="connsiteX58" fmla="*/ 6496134 w 8848221"/>
                  <a:gd name="connsiteY58" fmla="*/ 857690 h 1574726"/>
                  <a:gd name="connsiteX59" fmla="*/ 6608138 w 8848221"/>
                  <a:gd name="connsiteY59" fmla="*/ 887240 h 1574726"/>
                  <a:gd name="connsiteX60" fmla="*/ 6720143 w 8848221"/>
                  <a:gd name="connsiteY60" fmla="*/ 915837 h 1574726"/>
                  <a:gd name="connsiteX61" fmla="*/ 6832147 w 8848221"/>
                  <a:gd name="connsiteY61" fmla="*/ 942951 h 1574726"/>
                  <a:gd name="connsiteX62" fmla="*/ 6944151 w 8848221"/>
                  <a:gd name="connsiteY62" fmla="*/ 967523 h 1574726"/>
                  <a:gd name="connsiteX63" fmla="*/ 7056154 w 8848221"/>
                  <a:gd name="connsiteY63" fmla="*/ 988811 h 1574726"/>
                  <a:gd name="connsiteX64" fmla="*/ 7168159 w 8848221"/>
                  <a:gd name="connsiteY64" fmla="*/ 1005652 h 1574726"/>
                  <a:gd name="connsiteX65" fmla="*/ 7280163 w 8848221"/>
                  <a:gd name="connsiteY65" fmla="*/ 1016773 h 1574726"/>
                  <a:gd name="connsiteX66" fmla="*/ 7392167 w 8848221"/>
                  <a:gd name="connsiteY66" fmla="*/ 1021009 h 1574726"/>
                  <a:gd name="connsiteX67" fmla="*/ 7504171 w 8848221"/>
                  <a:gd name="connsiteY67" fmla="*/ 1017090 h 1574726"/>
                  <a:gd name="connsiteX68" fmla="*/ 7616176 w 8848221"/>
                  <a:gd name="connsiteY68" fmla="*/ 1003745 h 1574726"/>
                  <a:gd name="connsiteX69" fmla="*/ 7728180 w 8848221"/>
                  <a:gd name="connsiteY69" fmla="*/ 980338 h 1574726"/>
                  <a:gd name="connsiteX70" fmla="*/ 7840184 w 8848221"/>
                  <a:gd name="connsiteY70" fmla="*/ 945916 h 1574726"/>
                  <a:gd name="connsiteX71" fmla="*/ 7952188 w 8848221"/>
                  <a:gd name="connsiteY71" fmla="*/ 900373 h 1574726"/>
                  <a:gd name="connsiteX72" fmla="*/ 8064192 w 8848221"/>
                  <a:gd name="connsiteY72" fmla="*/ 843392 h 1574726"/>
                  <a:gd name="connsiteX73" fmla="*/ 8176196 w 8848221"/>
                  <a:gd name="connsiteY73" fmla="*/ 775289 h 1574726"/>
                  <a:gd name="connsiteX74" fmla="*/ 8288200 w 8848221"/>
                  <a:gd name="connsiteY74" fmla="*/ 696383 h 1574726"/>
                  <a:gd name="connsiteX75" fmla="*/ 8400204 w 8848221"/>
                  <a:gd name="connsiteY75" fmla="*/ 607204 h 1574726"/>
                  <a:gd name="connsiteX76" fmla="*/ 8512208 w 8848221"/>
                  <a:gd name="connsiteY76" fmla="*/ 508175 h 1574726"/>
                  <a:gd name="connsiteX77" fmla="*/ 8624213 w 8848221"/>
                  <a:gd name="connsiteY77" fmla="*/ 399825 h 1574726"/>
                  <a:gd name="connsiteX78" fmla="*/ 8736217 w 8848221"/>
                  <a:gd name="connsiteY78" fmla="*/ 282684 h 1574726"/>
                  <a:gd name="connsiteX79" fmla="*/ 8848221 w 8848221"/>
                  <a:gd name="connsiteY79" fmla="*/ 157282 h 1574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848221" h="1574726">
                    <a:moveTo>
                      <a:pt x="0" y="1502494"/>
                    </a:moveTo>
                    <a:lnTo>
                      <a:pt x="112004" y="1574727"/>
                    </a:lnTo>
                    <a:lnTo>
                      <a:pt x="224008" y="1511178"/>
                    </a:lnTo>
                    <a:lnTo>
                      <a:pt x="336012" y="1321063"/>
                    </a:lnTo>
                    <a:lnTo>
                      <a:pt x="448017" y="1090383"/>
                    </a:lnTo>
                    <a:lnTo>
                      <a:pt x="560021" y="986375"/>
                    </a:lnTo>
                    <a:lnTo>
                      <a:pt x="672025" y="856949"/>
                    </a:lnTo>
                    <a:lnTo>
                      <a:pt x="784029" y="671070"/>
                    </a:lnTo>
                    <a:lnTo>
                      <a:pt x="896033" y="377583"/>
                    </a:lnTo>
                    <a:lnTo>
                      <a:pt x="1008037" y="173169"/>
                    </a:lnTo>
                    <a:lnTo>
                      <a:pt x="1120041" y="107291"/>
                    </a:lnTo>
                    <a:lnTo>
                      <a:pt x="1232046" y="0"/>
                    </a:lnTo>
                    <a:lnTo>
                      <a:pt x="1344050" y="72869"/>
                    </a:lnTo>
                    <a:lnTo>
                      <a:pt x="1456054" y="465597"/>
                    </a:lnTo>
                    <a:lnTo>
                      <a:pt x="1568058" y="828034"/>
                    </a:lnTo>
                    <a:lnTo>
                      <a:pt x="1680062" y="1155838"/>
                    </a:lnTo>
                    <a:lnTo>
                      <a:pt x="1792066" y="1331337"/>
                    </a:lnTo>
                    <a:lnTo>
                      <a:pt x="1904070" y="1430366"/>
                    </a:lnTo>
                    <a:lnTo>
                      <a:pt x="2016074" y="1479722"/>
                    </a:lnTo>
                    <a:lnTo>
                      <a:pt x="2128079" y="1461505"/>
                    </a:lnTo>
                    <a:lnTo>
                      <a:pt x="2240083" y="1377727"/>
                    </a:lnTo>
                    <a:lnTo>
                      <a:pt x="2352087" y="1262387"/>
                    </a:lnTo>
                    <a:lnTo>
                      <a:pt x="2464091" y="1159121"/>
                    </a:lnTo>
                    <a:lnTo>
                      <a:pt x="2576095" y="1032024"/>
                    </a:lnTo>
                    <a:lnTo>
                      <a:pt x="2688099" y="869023"/>
                    </a:lnTo>
                    <a:lnTo>
                      <a:pt x="2800104" y="691935"/>
                    </a:lnTo>
                    <a:lnTo>
                      <a:pt x="2912107" y="554141"/>
                    </a:lnTo>
                    <a:lnTo>
                      <a:pt x="3024006" y="511140"/>
                    </a:lnTo>
                    <a:lnTo>
                      <a:pt x="3136010" y="481378"/>
                    </a:lnTo>
                    <a:lnTo>
                      <a:pt x="3248014" y="440813"/>
                    </a:lnTo>
                    <a:lnTo>
                      <a:pt x="3360018" y="403002"/>
                    </a:lnTo>
                    <a:lnTo>
                      <a:pt x="3472022" y="376312"/>
                    </a:lnTo>
                    <a:lnTo>
                      <a:pt x="3584026" y="363708"/>
                    </a:lnTo>
                    <a:lnTo>
                      <a:pt x="3696031" y="364555"/>
                    </a:lnTo>
                    <a:lnTo>
                      <a:pt x="3808035" y="376947"/>
                    </a:lnTo>
                    <a:lnTo>
                      <a:pt x="3920039" y="398342"/>
                    </a:lnTo>
                    <a:lnTo>
                      <a:pt x="4032043" y="426197"/>
                    </a:lnTo>
                    <a:lnTo>
                      <a:pt x="4144047" y="450028"/>
                    </a:lnTo>
                    <a:lnTo>
                      <a:pt x="4256051" y="468139"/>
                    </a:lnTo>
                    <a:lnTo>
                      <a:pt x="4368056" y="482437"/>
                    </a:lnTo>
                    <a:lnTo>
                      <a:pt x="4480060" y="494723"/>
                    </a:lnTo>
                    <a:lnTo>
                      <a:pt x="4592064" y="505950"/>
                    </a:lnTo>
                    <a:lnTo>
                      <a:pt x="4704068" y="516965"/>
                    </a:lnTo>
                    <a:lnTo>
                      <a:pt x="4816072" y="528404"/>
                    </a:lnTo>
                    <a:lnTo>
                      <a:pt x="4928076" y="540690"/>
                    </a:lnTo>
                    <a:lnTo>
                      <a:pt x="5040081" y="553929"/>
                    </a:lnTo>
                    <a:lnTo>
                      <a:pt x="5152084" y="568545"/>
                    </a:lnTo>
                    <a:lnTo>
                      <a:pt x="5264088" y="584644"/>
                    </a:lnTo>
                    <a:lnTo>
                      <a:pt x="5376093" y="602332"/>
                    </a:lnTo>
                    <a:lnTo>
                      <a:pt x="5488097" y="621608"/>
                    </a:lnTo>
                    <a:lnTo>
                      <a:pt x="5600101" y="642473"/>
                    </a:lnTo>
                    <a:lnTo>
                      <a:pt x="5712105" y="665033"/>
                    </a:lnTo>
                    <a:lnTo>
                      <a:pt x="5824109" y="689075"/>
                    </a:lnTo>
                    <a:lnTo>
                      <a:pt x="5936114" y="714601"/>
                    </a:lnTo>
                    <a:lnTo>
                      <a:pt x="6048118" y="741503"/>
                    </a:lnTo>
                    <a:lnTo>
                      <a:pt x="6160121" y="769570"/>
                    </a:lnTo>
                    <a:lnTo>
                      <a:pt x="6272126" y="798484"/>
                    </a:lnTo>
                    <a:lnTo>
                      <a:pt x="6384130" y="828034"/>
                    </a:lnTo>
                    <a:lnTo>
                      <a:pt x="6496134" y="857690"/>
                    </a:lnTo>
                    <a:lnTo>
                      <a:pt x="6608138" y="887240"/>
                    </a:lnTo>
                    <a:lnTo>
                      <a:pt x="6720143" y="915837"/>
                    </a:lnTo>
                    <a:lnTo>
                      <a:pt x="6832147" y="942951"/>
                    </a:lnTo>
                    <a:lnTo>
                      <a:pt x="6944151" y="967523"/>
                    </a:lnTo>
                    <a:lnTo>
                      <a:pt x="7056154" y="988811"/>
                    </a:lnTo>
                    <a:lnTo>
                      <a:pt x="7168159" y="1005652"/>
                    </a:lnTo>
                    <a:lnTo>
                      <a:pt x="7280163" y="1016773"/>
                    </a:lnTo>
                    <a:lnTo>
                      <a:pt x="7392167" y="1021009"/>
                    </a:lnTo>
                    <a:lnTo>
                      <a:pt x="7504171" y="1017090"/>
                    </a:lnTo>
                    <a:lnTo>
                      <a:pt x="7616176" y="1003745"/>
                    </a:lnTo>
                    <a:lnTo>
                      <a:pt x="7728180" y="980338"/>
                    </a:lnTo>
                    <a:lnTo>
                      <a:pt x="7840184" y="945916"/>
                    </a:lnTo>
                    <a:lnTo>
                      <a:pt x="7952188" y="900373"/>
                    </a:lnTo>
                    <a:lnTo>
                      <a:pt x="8064192" y="843392"/>
                    </a:lnTo>
                    <a:lnTo>
                      <a:pt x="8176196" y="775289"/>
                    </a:lnTo>
                    <a:lnTo>
                      <a:pt x="8288200" y="696383"/>
                    </a:lnTo>
                    <a:lnTo>
                      <a:pt x="8400204" y="607204"/>
                    </a:lnTo>
                    <a:lnTo>
                      <a:pt x="8512208" y="508175"/>
                    </a:lnTo>
                    <a:lnTo>
                      <a:pt x="8624213" y="399825"/>
                    </a:lnTo>
                    <a:lnTo>
                      <a:pt x="8736217" y="282684"/>
                    </a:lnTo>
                    <a:lnTo>
                      <a:pt x="8848221" y="157282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59B0916F-6C99-E0D5-E314-09D0F4DC34B8}"/>
                  </a:ext>
                </a:extLst>
              </p:cNvPr>
              <p:cNvSpPr/>
              <p:nvPr/>
            </p:nvSpPr>
            <p:spPr>
              <a:xfrm>
                <a:off x="1831047" y="1916973"/>
                <a:ext cx="8848221" cy="3192030"/>
              </a:xfrm>
              <a:custGeom>
                <a:avLst/>
                <a:gdLst>
                  <a:gd name="connsiteX0" fmla="*/ 8848221 w 8848221"/>
                  <a:gd name="connsiteY0" fmla="*/ 3192031 h 3192030"/>
                  <a:gd name="connsiteX1" fmla="*/ 8736217 w 8848221"/>
                  <a:gd name="connsiteY1" fmla="*/ 3042798 h 3192030"/>
                  <a:gd name="connsiteX2" fmla="*/ 8624213 w 8848221"/>
                  <a:gd name="connsiteY2" fmla="*/ 2904475 h 3192030"/>
                  <a:gd name="connsiteX3" fmla="*/ 8512208 w 8848221"/>
                  <a:gd name="connsiteY3" fmla="*/ 2777272 h 3192030"/>
                  <a:gd name="connsiteX4" fmla="*/ 8400204 w 8848221"/>
                  <a:gd name="connsiteY4" fmla="*/ 2661509 h 3192030"/>
                  <a:gd name="connsiteX5" fmla="*/ 8288200 w 8848221"/>
                  <a:gd name="connsiteY5" fmla="*/ 2557289 h 3192030"/>
                  <a:gd name="connsiteX6" fmla="*/ 8176196 w 8848221"/>
                  <a:gd name="connsiteY6" fmla="*/ 2465039 h 3192030"/>
                  <a:gd name="connsiteX7" fmla="*/ 8064192 w 8848221"/>
                  <a:gd name="connsiteY7" fmla="*/ 2384862 h 3192030"/>
                  <a:gd name="connsiteX8" fmla="*/ 7952188 w 8848221"/>
                  <a:gd name="connsiteY8" fmla="*/ 2316759 h 3192030"/>
                  <a:gd name="connsiteX9" fmla="*/ 7840184 w 8848221"/>
                  <a:gd name="connsiteY9" fmla="*/ 2260837 h 3192030"/>
                  <a:gd name="connsiteX10" fmla="*/ 7728180 w 8848221"/>
                  <a:gd name="connsiteY10" fmla="*/ 2216671 h 3192030"/>
                  <a:gd name="connsiteX11" fmla="*/ 7616176 w 8848221"/>
                  <a:gd name="connsiteY11" fmla="*/ 2183519 h 3192030"/>
                  <a:gd name="connsiteX12" fmla="*/ 7504171 w 8848221"/>
                  <a:gd name="connsiteY12" fmla="*/ 2160642 h 3192030"/>
                  <a:gd name="connsiteX13" fmla="*/ 7392167 w 8848221"/>
                  <a:gd name="connsiteY13" fmla="*/ 2146767 h 3192030"/>
                  <a:gd name="connsiteX14" fmla="*/ 7280163 w 8848221"/>
                  <a:gd name="connsiteY14" fmla="*/ 2140518 h 3192030"/>
                  <a:gd name="connsiteX15" fmla="*/ 7168159 w 8848221"/>
                  <a:gd name="connsiteY15" fmla="*/ 2140412 h 3192030"/>
                  <a:gd name="connsiteX16" fmla="*/ 7056154 w 8848221"/>
                  <a:gd name="connsiteY16" fmla="*/ 2144861 h 3192030"/>
                  <a:gd name="connsiteX17" fmla="*/ 6944151 w 8848221"/>
                  <a:gd name="connsiteY17" fmla="*/ 2152487 h 3192030"/>
                  <a:gd name="connsiteX18" fmla="*/ 6832147 w 8848221"/>
                  <a:gd name="connsiteY18" fmla="*/ 2161913 h 3192030"/>
                  <a:gd name="connsiteX19" fmla="*/ 6720143 w 8848221"/>
                  <a:gd name="connsiteY19" fmla="*/ 2171763 h 3192030"/>
                  <a:gd name="connsiteX20" fmla="*/ 6608138 w 8848221"/>
                  <a:gd name="connsiteY20" fmla="*/ 2181189 h 3192030"/>
                  <a:gd name="connsiteX21" fmla="*/ 6496134 w 8848221"/>
                  <a:gd name="connsiteY21" fmla="*/ 2189027 h 3192030"/>
                  <a:gd name="connsiteX22" fmla="*/ 6384130 w 8848221"/>
                  <a:gd name="connsiteY22" fmla="*/ 2194429 h 3192030"/>
                  <a:gd name="connsiteX23" fmla="*/ 6272126 w 8848221"/>
                  <a:gd name="connsiteY23" fmla="*/ 2196759 h 3192030"/>
                  <a:gd name="connsiteX24" fmla="*/ 6160121 w 8848221"/>
                  <a:gd name="connsiteY24" fmla="*/ 2195382 h 3192030"/>
                  <a:gd name="connsiteX25" fmla="*/ 6048118 w 8848221"/>
                  <a:gd name="connsiteY25" fmla="*/ 2189557 h 3192030"/>
                  <a:gd name="connsiteX26" fmla="*/ 5936114 w 8848221"/>
                  <a:gd name="connsiteY26" fmla="*/ 2178965 h 3192030"/>
                  <a:gd name="connsiteX27" fmla="*/ 5824109 w 8848221"/>
                  <a:gd name="connsiteY27" fmla="*/ 2163078 h 3192030"/>
                  <a:gd name="connsiteX28" fmla="*/ 5712105 w 8848221"/>
                  <a:gd name="connsiteY28" fmla="*/ 2141472 h 3192030"/>
                  <a:gd name="connsiteX29" fmla="*/ 5600101 w 8848221"/>
                  <a:gd name="connsiteY29" fmla="*/ 2113828 h 3192030"/>
                  <a:gd name="connsiteX30" fmla="*/ 5488097 w 8848221"/>
                  <a:gd name="connsiteY30" fmla="*/ 2079936 h 3192030"/>
                  <a:gd name="connsiteX31" fmla="*/ 5376093 w 8848221"/>
                  <a:gd name="connsiteY31" fmla="*/ 2039265 h 3192030"/>
                  <a:gd name="connsiteX32" fmla="*/ 5264088 w 8848221"/>
                  <a:gd name="connsiteY32" fmla="*/ 1991710 h 3192030"/>
                  <a:gd name="connsiteX33" fmla="*/ 5152084 w 8848221"/>
                  <a:gd name="connsiteY33" fmla="*/ 1937164 h 3192030"/>
                  <a:gd name="connsiteX34" fmla="*/ 5040081 w 8848221"/>
                  <a:gd name="connsiteY34" fmla="*/ 1875204 h 3192030"/>
                  <a:gd name="connsiteX35" fmla="*/ 4928076 w 8848221"/>
                  <a:gd name="connsiteY35" fmla="*/ 1806043 h 3192030"/>
                  <a:gd name="connsiteX36" fmla="*/ 4816072 w 8848221"/>
                  <a:gd name="connsiteY36" fmla="*/ 1729361 h 3192030"/>
                  <a:gd name="connsiteX37" fmla="*/ 4704068 w 8848221"/>
                  <a:gd name="connsiteY37" fmla="*/ 1645371 h 3192030"/>
                  <a:gd name="connsiteX38" fmla="*/ 4592064 w 8848221"/>
                  <a:gd name="connsiteY38" fmla="*/ 1554074 h 3192030"/>
                  <a:gd name="connsiteX39" fmla="*/ 4480060 w 8848221"/>
                  <a:gd name="connsiteY39" fmla="*/ 1455997 h 3192030"/>
                  <a:gd name="connsiteX40" fmla="*/ 4368056 w 8848221"/>
                  <a:gd name="connsiteY40" fmla="*/ 1351460 h 3192030"/>
                  <a:gd name="connsiteX41" fmla="*/ 4256051 w 8848221"/>
                  <a:gd name="connsiteY41" fmla="*/ 1241416 h 3192030"/>
                  <a:gd name="connsiteX42" fmla="*/ 4144047 w 8848221"/>
                  <a:gd name="connsiteY42" fmla="*/ 1127241 h 3192030"/>
                  <a:gd name="connsiteX43" fmla="*/ 4032043 w 8848221"/>
                  <a:gd name="connsiteY43" fmla="*/ 1010630 h 3192030"/>
                  <a:gd name="connsiteX44" fmla="*/ 3920039 w 8848221"/>
                  <a:gd name="connsiteY44" fmla="*/ 900373 h 3192030"/>
                  <a:gd name="connsiteX45" fmla="*/ 3808035 w 8848221"/>
                  <a:gd name="connsiteY45" fmla="*/ 812041 h 3192030"/>
                  <a:gd name="connsiteX46" fmla="*/ 3696031 w 8848221"/>
                  <a:gd name="connsiteY46" fmla="*/ 744256 h 3192030"/>
                  <a:gd name="connsiteX47" fmla="*/ 3584026 w 8848221"/>
                  <a:gd name="connsiteY47" fmla="*/ 695112 h 3192030"/>
                  <a:gd name="connsiteX48" fmla="*/ 3472022 w 8848221"/>
                  <a:gd name="connsiteY48" fmla="*/ 662809 h 3192030"/>
                  <a:gd name="connsiteX49" fmla="*/ 3360018 w 8848221"/>
                  <a:gd name="connsiteY49" fmla="*/ 646816 h 3192030"/>
                  <a:gd name="connsiteX50" fmla="*/ 3248014 w 8848221"/>
                  <a:gd name="connsiteY50" fmla="*/ 650311 h 3192030"/>
                  <a:gd name="connsiteX51" fmla="*/ 3136010 w 8848221"/>
                  <a:gd name="connsiteY51" fmla="*/ 677213 h 3192030"/>
                  <a:gd name="connsiteX52" fmla="*/ 3024006 w 8848221"/>
                  <a:gd name="connsiteY52" fmla="*/ 729323 h 3192030"/>
                  <a:gd name="connsiteX53" fmla="*/ 2912107 w 8848221"/>
                  <a:gd name="connsiteY53" fmla="*/ 811512 h 3192030"/>
                  <a:gd name="connsiteX54" fmla="*/ 2800104 w 8848221"/>
                  <a:gd name="connsiteY54" fmla="*/ 985210 h 3192030"/>
                  <a:gd name="connsiteX55" fmla="*/ 2688099 w 8848221"/>
                  <a:gd name="connsiteY55" fmla="*/ 1237921 h 3192030"/>
                  <a:gd name="connsiteX56" fmla="*/ 2576095 w 8848221"/>
                  <a:gd name="connsiteY56" fmla="*/ 1517851 h 3192030"/>
                  <a:gd name="connsiteX57" fmla="*/ 2464091 w 8848221"/>
                  <a:gd name="connsiteY57" fmla="*/ 1742282 h 3192030"/>
                  <a:gd name="connsiteX58" fmla="*/ 2352087 w 8848221"/>
                  <a:gd name="connsiteY58" fmla="*/ 1849573 h 3192030"/>
                  <a:gd name="connsiteX59" fmla="*/ 2240083 w 8848221"/>
                  <a:gd name="connsiteY59" fmla="*/ 1897552 h 3192030"/>
                  <a:gd name="connsiteX60" fmla="*/ 2128079 w 8848221"/>
                  <a:gd name="connsiteY60" fmla="*/ 1921277 h 3192030"/>
                  <a:gd name="connsiteX61" fmla="*/ 2016074 w 8848221"/>
                  <a:gd name="connsiteY61" fmla="*/ 1938117 h 3192030"/>
                  <a:gd name="connsiteX62" fmla="*/ 1904070 w 8848221"/>
                  <a:gd name="connsiteY62" fmla="*/ 1933563 h 3192030"/>
                  <a:gd name="connsiteX63" fmla="*/ 1792066 w 8848221"/>
                  <a:gd name="connsiteY63" fmla="*/ 1873298 h 3192030"/>
                  <a:gd name="connsiteX64" fmla="*/ 1680062 w 8848221"/>
                  <a:gd name="connsiteY64" fmla="*/ 1636792 h 3192030"/>
                  <a:gd name="connsiteX65" fmla="*/ 1568058 w 8848221"/>
                  <a:gd name="connsiteY65" fmla="*/ 1281346 h 3192030"/>
                  <a:gd name="connsiteX66" fmla="*/ 1456054 w 8848221"/>
                  <a:gd name="connsiteY66" fmla="*/ 805157 h 3192030"/>
                  <a:gd name="connsiteX67" fmla="*/ 1344050 w 8848221"/>
                  <a:gd name="connsiteY67" fmla="*/ 274423 h 3192030"/>
                  <a:gd name="connsiteX68" fmla="*/ 1232046 w 8848221"/>
                  <a:gd name="connsiteY68" fmla="*/ 0 h 3192030"/>
                  <a:gd name="connsiteX69" fmla="*/ 1120041 w 8848221"/>
                  <a:gd name="connsiteY69" fmla="*/ 15887 h 3192030"/>
                  <a:gd name="connsiteX70" fmla="*/ 1008037 w 8848221"/>
                  <a:gd name="connsiteY70" fmla="*/ 343267 h 3192030"/>
                  <a:gd name="connsiteX71" fmla="*/ 896033 w 8848221"/>
                  <a:gd name="connsiteY71" fmla="*/ 724874 h 3192030"/>
                  <a:gd name="connsiteX72" fmla="*/ 784029 w 8848221"/>
                  <a:gd name="connsiteY72" fmla="*/ 937655 h 3192030"/>
                  <a:gd name="connsiteX73" fmla="*/ 672025 w 8848221"/>
                  <a:gd name="connsiteY73" fmla="*/ 1208794 h 3192030"/>
                  <a:gd name="connsiteX74" fmla="*/ 560021 w 8848221"/>
                  <a:gd name="connsiteY74" fmla="*/ 1330807 h 3192030"/>
                  <a:gd name="connsiteX75" fmla="*/ 448017 w 8848221"/>
                  <a:gd name="connsiteY75" fmla="*/ 1322228 h 3192030"/>
                  <a:gd name="connsiteX76" fmla="*/ 336012 w 8848221"/>
                  <a:gd name="connsiteY76" fmla="*/ 1489254 h 3192030"/>
                  <a:gd name="connsiteX77" fmla="*/ 224008 w 8848221"/>
                  <a:gd name="connsiteY77" fmla="*/ 1793968 h 3192030"/>
                  <a:gd name="connsiteX78" fmla="*/ 112004 w 8848221"/>
                  <a:gd name="connsiteY78" fmla="*/ 2334023 h 3192030"/>
                  <a:gd name="connsiteX79" fmla="*/ 0 w 8848221"/>
                  <a:gd name="connsiteY79" fmla="*/ 3113019 h 3192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848221" h="3192030">
                    <a:moveTo>
                      <a:pt x="8848221" y="3192031"/>
                    </a:moveTo>
                    <a:lnTo>
                      <a:pt x="8736217" y="3042798"/>
                    </a:lnTo>
                    <a:lnTo>
                      <a:pt x="8624213" y="2904475"/>
                    </a:lnTo>
                    <a:lnTo>
                      <a:pt x="8512208" y="2777272"/>
                    </a:lnTo>
                    <a:lnTo>
                      <a:pt x="8400204" y="2661509"/>
                    </a:lnTo>
                    <a:lnTo>
                      <a:pt x="8288200" y="2557289"/>
                    </a:lnTo>
                    <a:lnTo>
                      <a:pt x="8176196" y="2465039"/>
                    </a:lnTo>
                    <a:lnTo>
                      <a:pt x="8064192" y="2384862"/>
                    </a:lnTo>
                    <a:lnTo>
                      <a:pt x="7952188" y="2316759"/>
                    </a:lnTo>
                    <a:lnTo>
                      <a:pt x="7840184" y="2260837"/>
                    </a:lnTo>
                    <a:lnTo>
                      <a:pt x="7728180" y="2216671"/>
                    </a:lnTo>
                    <a:lnTo>
                      <a:pt x="7616176" y="2183519"/>
                    </a:lnTo>
                    <a:lnTo>
                      <a:pt x="7504171" y="2160642"/>
                    </a:lnTo>
                    <a:lnTo>
                      <a:pt x="7392167" y="2146767"/>
                    </a:lnTo>
                    <a:lnTo>
                      <a:pt x="7280163" y="2140518"/>
                    </a:lnTo>
                    <a:lnTo>
                      <a:pt x="7168159" y="2140412"/>
                    </a:lnTo>
                    <a:lnTo>
                      <a:pt x="7056154" y="2144861"/>
                    </a:lnTo>
                    <a:lnTo>
                      <a:pt x="6944151" y="2152487"/>
                    </a:lnTo>
                    <a:lnTo>
                      <a:pt x="6832147" y="2161913"/>
                    </a:lnTo>
                    <a:lnTo>
                      <a:pt x="6720143" y="2171763"/>
                    </a:lnTo>
                    <a:lnTo>
                      <a:pt x="6608138" y="2181189"/>
                    </a:lnTo>
                    <a:lnTo>
                      <a:pt x="6496134" y="2189027"/>
                    </a:lnTo>
                    <a:lnTo>
                      <a:pt x="6384130" y="2194429"/>
                    </a:lnTo>
                    <a:lnTo>
                      <a:pt x="6272126" y="2196759"/>
                    </a:lnTo>
                    <a:lnTo>
                      <a:pt x="6160121" y="2195382"/>
                    </a:lnTo>
                    <a:lnTo>
                      <a:pt x="6048118" y="2189557"/>
                    </a:lnTo>
                    <a:lnTo>
                      <a:pt x="5936114" y="2178965"/>
                    </a:lnTo>
                    <a:lnTo>
                      <a:pt x="5824109" y="2163078"/>
                    </a:lnTo>
                    <a:lnTo>
                      <a:pt x="5712105" y="2141472"/>
                    </a:lnTo>
                    <a:lnTo>
                      <a:pt x="5600101" y="2113828"/>
                    </a:lnTo>
                    <a:lnTo>
                      <a:pt x="5488097" y="2079936"/>
                    </a:lnTo>
                    <a:lnTo>
                      <a:pt x="5376093" y="2039265"/>
                    </a:lnTo>
                    <a:lnTo>
                      <a:pt x="5264088" y="1991710"/>
                    </a:lnTo>
                    <a:lnTo>
                      <a:pt x="5152084" y="1937164"/>
                    </a:lnTo>
                    <a:lnTo>
                      <a:pt x="5040081" y="1875204"/>
                    </a:lnTo>
                    <a:lnTo>
                      <a:pt x="4928076" y="1806043"/>
                    </a:lnTo>
                    <a:lnTo>
                      <a:pt x="4816072" y="1729361"/>
                    </a:lnTo>
                    <a:lnTo>
                      <a:pt x="4704068" y="1645371"/>
                    </a:lnTo>
                    <a:lnTo>
                      <a:pt x="4592064" y="1554074"/>
                    </a:lnTo>
                    <a:lnTo>
                      <a:pt x="4480060" y="1455997"/>
                    </a:lnTo>
                    <a:lnTo>
                      <a:pt x="4368056" y="1351460"/>
                    </a:lnTo>
                    <a:lnTo>
                      <a:pt x="4256051" y="1241416"/>
                    </a:lnTo>
                    <a:lnTo>
                      <a:pt x="4144047" y="1127241"/>
                    </a:lnTo>
                    <a:lnTo>
                      <a:pt x="4032043" y="1010630"/>
                    </a:lnTo>
                    <a:lnTo>
                      <a:pt x="3920039" y="900373"/>
                    </a:lnTo>
                    <a:lnTo>
                      <a:pt x="3808035" y="812041"/>
                    </a:lnTo>
                    <a:lnTo>
                      <a:pt x="3696031" y="744256"/>
                    </a:lnTo>
                    <a:lnTo>
                      <a:pt x="3584026" y="695112"/>
                    </a:lnTo>
                    <a:lnTo>
                      <a:pt x="3472022" y="662809"/>
                    </a:lnTo>
                    <a:lnTo>
                      <a:pt x="3360018" y="646816"/>
                    </a:lnTo>
                    <a:lnTo>
                      <a:pt x="3248014" y="650311"/>
                    </a:lnTo>
                    <a:lnTo>
                      <a:pt x="3136010" y="677213"/>
                    </a:lnTo>
                    <a:lnTo>
                      <a:pt x="3024006" y="729323"/>
                    </a:lnTo>
                    <a:lnTo>
                      <a:pt x="2912107" y="811512"/>
                    </a:lnTo>
                    <a:lnTo>
                      <a:pt x="2800104" y="985210"/>
                    </a:lnTo>
                    <a:lnTo>
                      <a:pt x="2688099" y="1237921"/>
                    </a:lnTo>
                    <a:lnTo>
                      <a:pt x="2576095" y="1517851"/>
                    </a:lnTo>
                    <a:lnTo>
                      <a:pt x="2464091" y="1742282"/>
                    </a:lnTo>
                    <a:lnTo>
                      <a:pt x="2352087" y="1849573"/>
                    </a:lnTo>
                    <a:lnTo>
                      <a:pt x="2240083" y="1897552"/>
                    </a:lnTo>
                    <a:lnTo>
                      <a:pt x="2128079" y="1921277"/>
                    </a:lnTo>
                    <a:lnTo>
                      <a:pt x="2016074" y="1938117"/>
                    </a:lnTo>
                    <a:lnTo>
                      <a:pt x="1904070" y="1933563"/>
                    </a:lnTo>
                    <a:lnTo>
                      <a:pt x="1792066" y="1873298"/>
                    </a:lnTo>
                    <a:lnTo>
                      <a:pt x="1680062" y="1636792"/>
                    </a:lnTo>
                    <a:lnTo>
                      <a:pt x="1568058" y="1281346"/>
                    </a:lnTo>
                    <a:lnTo>
                      <a:pt x="1456054" y="805157"/>
                    </a:lnTo>
                    <a:lnTo>
                      <a:pt x="1344050" y="274423"/>
                    </a:lnTo>
                    <a:lnTo>
                      <a:pt x="1232046" y="0"/>
                    </a:lnTo>
                    <a:lnTo>
                      <a:pt x="1120041" y="15887"/>
                    </a:lnTo>
                    <a:lnTo>
                      <a:pt x="1008037" y="343267"/>
                    </a:lnTo>
                    <a:lnTo>
                      <a:pt x="896033" y="724874"/>
                    </a:lnTo>
                    <a:lnTo>
                      <a:pt x="784029" y="937655"/>
                    </a:lnTo>
                    <a:lnTo>
                      <a:pt x="672025" y="1208794"/>
                    </a:lnTo>
                    <a:lnTo>
                      <a:pt x="560021" y="1330807"/>
                    </a:lnTo>
                    <a:lnTo>
                      <a:pt x="448017" y="1322228"/>
                    </a:lnTo>
                    <a:lnTo>
                      <a:pt x="336012" y="1489254"/>
                    </a:lnTo>
                    <a:lnTo>
                      <a:pt x="224008" y="1793968"/>
                    </a:lnTo>
                    <a:lnTo>
                      <a:pt x="112004" y="2334023"/>
                    </a:lnTo>
                    <a:lnTo>
                      <a:pt x="0" y="3113019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8003ED7-DB7A-E4A2-0F71-7B8F960C69D8}"/>
                  </a:ext>
                </a:extLst>
              </p:cNvPr>
              <p:cNvSpPr/>
              <p:nvPr/>
            </p:nvSpPr>
            <p:spPr>
              <a:xfrm>
                <a:off x="1831047" y="1444174"/>
                <a:ext cx="8848221" cy="2307862"/>
              </a:xfrm>
              <a:custGeom>
                <a:avLst/>
                <a:gdLst>
                  <a:gd name="connsiteX0" fmla="*/ 0 w 8848221"/>
                  <a:gd name="connsiteY0" fmla="*/ 2307862 h 2307862"/>
                  <a:gd name="connsiteX1" fmla="*/ 112004 w 8848221"/>
                  <a:gd name="connsiteY1" fmla="*/ 1954428 h 2307862"/>
                  <a:gd name="connsiteX2" fmla="*/ 224008 w 8848221"/>
                  <a:gd name="connsiteY2" fmla="*/ 1652679 h 2307862"/>
                  <a:gd name="connsiteX3" fmla="*/ 336012 w 8848221"/>
                  <a:gd name="connsiteY3" fmla="*/ 1405265 h 2307862"/>
                  <a:gd name="connsiteX4" fmla="*/ 448017 w 8848221"/>
                  <a:gd name="connsiteY4" fmla="*/ 1206359 h 2307862"/>
                  <a:gd name="connsiteX5" fmla="*/ 560021 w 8848221"/>
                  <a:gd name="connsiteY5" fmla="*/ 1158697 h 2307862"/>
                  <a:gd name="connsiteX6" fmla="*/ 672025 w 8848221"/>
                  <a:gd name="connsiteY6" fmla="*/ 1032978 h 2307862"/>
                  <a:gd name="connsiteX7" fmla="*/ 784029 w 8848221"/>
                  <a:gd name="connsiteY7" fmla="*/ 804416 h 2307862"/>
                  <a:gd name="connsiteX8" fmla="*/ 896033 w 8848221"/>
                  <a:gd name="connsiteY8" fmla="*/ 551282 h 2307862"/>
                  <a:gd name="connsiteX9" fmla="*/ 1008037 w 8848221"/>
                  <a:gd name="connsiteY9" fmla="*/ 258218 h 2307862"/>
                  <a:gd name="connsiteX10" fmla="*/ 1120041 w 8848221"/>
                  <a:gd name="connsiteY10" fmla="*/ 61642 h 2307862"/>
                  <a:gd name="connsiteX11" fmla="*/ 1232046 w 8848221"/>
                  <a:gd name="connsiteY11" fmla="*/ 0 h 2307862"/>
                  <a:gd name="connsiteX12" fmla="*/ 1344050 w 8848221"/>
                  <a:gd name="connsiteY12" fmla="*/ 173699 h 2307862"/>
                  <a:gd name="connsiteX13" fmla="*/ 1456054 w 8848221"/>
                  <a:gd name="connsiteY13" fmla="*/ 635377 h 2307862"/>
                  <a:gd name="connsiteX14" fmla="*/ 1568058 w 8848221"/>
                  <a:gd name="connsiteY14" fmla="*/ 1054690 h 2307862"/>
                  <a:gd name="connsiteX15" fmla="*/ 1680062 w 8848221"/>
                  <a:gd name="connsiteY15" fmla="*/ 1396368 h 2307862"/>
                  <a:gd name="connsiteX16" fmla="*/ 1792066 w 8848221"/>
                  <a:gd name="connsiteY16" fmla="*/ 1602370 h 2307862"/>
                  <a:gd name="connsiteX17" fmla="*/ 1904070 w 8848221"/>
                  <a:gd name="connsiteY17" fmla="*/ 1682018 h 2307862"/>
                  <a:gd name="connsiteX18" fmla="*/ 2016074 w 8848221"/>
                  <a:gd name="connsiteY18" fmla="*/ 1709026 h 2307862"/>
                  <a:gd name="connsiteX19" fmla="*/ 2128079 w 8848221"/>
                  <a:gd name="connsiteY19" fmla="*/ 1691444 h 2307862"/>
                  <a:gd name="connsiteX20" fmla="*/ 2240083 w 8848221"/>
                  <a:gd name="connsiteY20" fmla="*/ 1637640 h 2307862"/>
                  <a:gd name="connsiteX21" fmla="*/ 2352087 w 8848221"/>
                  <a:gd name="connsiteY21" fmla="*/ 1556086 h 2307862"/>
                  <a:gd name="connsiteX22" fmla="*/ 2464091 w 8848221"/>
                  <a:gd name="connsiteY22" fmla="*/ 1450702 h 2307862"/>
                  <a:gd name="connsiteX23" fmla="*/ 2576095 w 8848221"/>
                  <a:gd name="connsiteY23" fmla="*/ 1274991 h 2307862"/>
                  <a:gd name="connsiteX24" fmla="*/ 2688099 w 8848221"/>
                  <a:gd name="connsiteY24" fmla="*/ 1053525 h 2307862"/>
                  <a:gd name="connsiteX25" fmla="*/ 2800104 w 8848221"/>
                  <a:gd name="connsiteY25" fmla="*/ 838626 h 2307862"/>
                  <a:gd name="connsiteX26" fmla="*/ 2912107 w 8848221"/>
                  <a:gd name="connsiteY26" fmla="*/ 682827 h 2307862"/>
                  <a:gd name="connsiteX27" fmla="*/ 3024006 w 8848221"/>
                  <a:gd name="connsiteY27" fmla="*/ 620231 h 2307862"/>
                  <a:gd name="connsiteX28" fmla="*/ 3136010 w 8848221"/>
                  <a:gd name="connsiteY28" fmla="*/ 579349 h 2307862"/>
                  <a:gd name="connsiteX29" fmla="*/ 3248014 w 8848221"/>
                  <a:gd name="connsiteY29" fmla="*/ 545668 h 2307862"/>
                  <a:gd name="connsiteX30" fmla="*/ 3360018 w 8848221"/>
                  <a:gd name="connsiteY30" fmla="*/ 525015 h 2307862"/>
                  <a:gd name="connsiteX31" fmla="*/ 3472022 w 8848221"/>
                  <a:gd name="connsiteY31" fmla="*/ 519613 h 2307862"/>
                  <a:gd name="connsiteX32" fmla="*/ 3584026 w 8848221"/>
                  <a:gd name="connsiteY32" fmla="*/ 529463 h 2307862"/>
                  <a:gd name="connsiteX33" fmla="*/ 3696031 w 8848221"/>
                  <a:gd name="connsiteY33" fmla="*/ 554459 h 2307862"/>
                  <a:gd name="connsiteX34" fmla="*/ 3808035 w 8848221"/>
                  <a:gd name="connsiteY34" fmla="*/ 594494 h 2307862"/>
                  <a:gd name="connsiteX35" fmla="*/ 3920039 w 8848221"/>
                  <a:gd name="connsiteY35" fmla="*/ 649358 h 2307862"/>
                  <a:gd name="connsiteX36" fmla="*/ 4032043 w 8848221"/>
                  <a:gd name="connsiteY36" fmla="*/ 718519 h 2307862"/>
                  <a:gd name="connsiteX37" fmla="*/ 4144047 w 8848221"/>
                  <a:gd name="connsiteY37" fmla="*/ 788740 h 2307862"/>
                  <a:gd name="connsiteX38" fmla="*/ 4256051 w 8848221"/>
                  <a:gd name="connsiteY38" fmla="*/ 854830 h 2307862"/>
                  <a:gd name="connsiteX39" fmla="*/ 4368056 w 8848221"/>
                  <a:gd name="connsiteY39" fmla="*/ 917002 h 2307862"/>
                  <a:gd name="connsiteX40" fmla="*/ 4480060 w 8848221"/>
                  <a:gd name="connsiteY40" fmla="*/ 975360 h 2307862"/>
                  <a:gd name="connsiteX41" fmla="*/ 4592064 w 8848221"/>
                  <a:gd name="connsiteY41" fmla="*/ 1030118 h 2307862"/>
                  <a:gd name="connsiteX42" fmla="*/ 4704068 w 8848221"/>
                  <a:gd name="connsiteY42" fmla="*/ 1081274 h 2307862"/>
                  <a:gd name="connsiteX43" fmla="*/ 4816072 w 8848221"/>
                  <a:gd name="connsiteY43" fmla="*/ 1128936 h 2307862"/>
                  <a:gd name="connsiteX44" fmla="*/ 4928076 w 8848221"/>
                  <a:gd name="connsiteY44" fmla="*/ 1173419 h 2307862"/>
                  <a:gd name="connsiteX45" fmla="*/ 5040081 w 8848221"/>
                  <a:gd name="connsiteY45" fmla="*/ 1214620 h 2307862"/>
                  <a:gd name="connsiteX46" fmla="*/ 5152084 w 8848221"/>
                  <a:gd name="connsiteY46" fmla="*/ 1252855 h 2307862"/>
                  <a:gd name="connsiteX47" fmla="*/ 5264088 w 8848221"/>
                  <a:gd name="connsiteY47" fmla="*/ 1288230 h 2307862"/>
                  <a:gd name="connsiteX48" fmla="*/ 5376093 w 8848221"/>
                  <a:gd name="connsiteY48" fmla="*/ 1320851 h 2307862"/>
                  <a:gd name="connsiteX49" fmla="*/ 5488097 w 8848221"/>
                  <a:gd name="connsiteY49" fmla="*/ 1350825 h 2307862"/>
                  <a:gd name="connsiteX50" fmla="*/ 5600101 w 8848221"/>
                  <a:gd name="connsiteY50" fmla="*/ 1378257 h 2307862"/>
                  <a:gd name="connsiteX51" fmla="*/ 5712105 w 8848221"/>
                  <a:gd name="connsiteY51" fmla="*/ 1403358 h 2307862"/>
                  <a:gd name="connsiteX52" fmla="*/ 5824109 w 8848221"/>
                  <a:gd name="connsiteY52" fmla="*/ 1426130 h 2307862"/>
                  <a:gd name="connsiteX53" fmla="*/ 5936114 w 8848221"/>
                  <a:gd name="connsiteY53" fmla="*/ 1446889 h 2307862"/>
                  <a:gd name="connsiteX54" fmla="*/ 6048118 w 8848221"/>
                  <a:gd name="connsiteY54" fmla="*/ 1465635 h 2307862"/>
                  <a:gd name="connsiteX55" fmla="*/ 6160121 w 8848221"/>
                  <a:gd name="connsiteY55" fmla="*/ 1482476 h 2307862"/>
                  <a:gd name="connsiteX56" fmla="*/ 6272126 w 8848221"/>
                  <a:gd name="connsiteY56" fmla="*/ 1497727 h 2307862"/>
                  <a:gd name="connsiteX57" fmla="*/ 6384130 w 8848221"/>
                  <a:gd name="connsiteY57" fmla="*/ 1511284 h 2307862"/>
                  <a:gd name="connsiteX58" fmla="*/ 6496134 w 8848221"/>
                  <a:gd name="connsiteY58" fmla="*/ 1523465 h 2307862"/>
                  <a:gd name="connsiteX59" fmla="*/ 6608138 w 8848221"/>
                  <a:gd name="connsiteY59" fmla="*/ 1534268 h 2307862"/>
                  <a:gd name="connsiteX60" fmla="*/ 6720143 w 8848221"/>
                  <a:gd name="connsiteY60" fmla="*/ 1543906 h 2307862"/>
                  <a:gd name="connsiteX61" fmla="*/ 6832147 w 8848221"/>
                  <a:gd name="connsiteY61" fmla="*/ 1552485 h 2307862"/>
                  <a:gd name="connsiteX62" fmla="*/ 6944151 w 8848221"/>
                  <a:gd name="connsiteY62" fmla="*/ 1560111 h 2307862"/>
                  <a:gd name="connsiteX63" fmla="*/ 7056154 w 8848221"/>
                  <a:gd name="connsiteY63" fmla="*/ 1566889 h 2307862"/>
                  <a:gd name="connsiteX64" fmla="*/ 7168159 w 8848221"/>
                  <a:gd name="connsiteY64" fmla="*/ 1573138 h 2307862"/>
                  <a:gd name="connsiteX65" fmla="*/ 7280163 w 8848221"/>
                  <a:gd name="connsiteY65" fmla="*/ 1578752 h 2307862"/>
                  <a:gd name="connsiteX66" fmla="*/ 7392167 w 8848221"/>
                  <a:gd name="connsiteY66" fmla="*/ 1583941 h 2307862"/>
                  <a:gd name="connsiteX67" fmla="*/ 7504171 w 8848221"/>
                  <a:gd name="connsiteY67" fmla="*/ 1588919 h 2307862"/>
                  <a:gd name="connsiteX68" fmla="*/ 7616176 w 8848221"/>
                  <a:gd name="connsiteY68" fmla="*/ 1593685 h 2307862"/>
                  <a:gd name="connsiteX69" fmla="*/ 7728180 w 8848221"/>
                  <a:gd name="connsiteY69" fmla="*/ 1598557 h 2307862"/>
                  <a:gd name="connsiteX70" fmla="*/ 7840184 w 8848221"/>
                  <a:gd name="connsiteY70" fmla="*/ 1603429 h 2307862"/>
                  <a:gd name="connsiteX71" fmla="*/ 7952188 w 8848221"/>
                  <a:gd name="connsiteY71" fmla="*/ 1608619 h 2307862"/>
                  <a:gd name="connsiteX72" fmla="*/ 8064192 w 8848221"/>
                  <a:gd name="connsiteY72" fmla="*/ 1614127 h 2307862"/>
                  <a:gd name="connsiteX73" fmla="*/ 8176196 w 8848221"/>
                  <a:gd name="connsiteY73" fmla="*/ 1620270 h 2307862"/>
                  <a:gd name="connsiteX74" fmla="*/ 8288200 w 8848221"/>
                  <a:gd name="connsiteY74" fmla="*/ 1626942 h 2307862"/>
                  <a:gd name="connsiteX75" fmla="*/ 8400204 w 8848221"/>
                  <a:gd name="connsiteY75" fmla="*/ 1634356 h 2307862"/>
                  <a:gd name="connsiteX76" fmla="*/ 8512208 w 8848221"/>
                  <a:gd name="connsiteY76" fmla="*/ 1642829 h 2307862"/>
                  <a:gd name="connsiteX77" fmla="*/ 8624213 w 8848221"/>
                  <a:gd name="connsiteY77" fmla="*/ 1652256 h 2307862"/>
                  <a:gd name="connsiteX78" fmla="*/ 8736217 w 8848221"/>
                  <a:gd name="connsiteY78" fmla="*/ 1662847 h 2307862"/>
                  <a:gd name="connsiteX79" fmla="*/ 8848221 w 8848221"/>
                  <a:gd name="connsiteY79" fmla="*/ 1674709 h 2307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848221" h="2307862">
                    <a:moveTo>
                      <a:pt x="0" y="2307862"/>
                    </a:moveTo>
                    <a:lnTo>
                      <a:pt x="112004" y="1954428"/>
                    </a:lnTo>
                    <a:lnTo>
                      <a:pt x="224008" y="1652679"/>
                    </a:lnTo>
                    <a:lnTo>
                      <a:pt x="336012" y="1405265"/>
                    </a:lnTo>
                    <a:lnTo>
                      <a:pt x="448017" y="1206359"/>
                    </a:lnTo>
                    <a:lnTo>
                      <a:pt x="560021" y="1158697"/>
                    </a:lnTo>
                    <a:lnTo>
                      <a:pt x="672025" y="1032978"/>
                    </a:lnTo>
                    <a:lnTo>
                      <a:pt x="784029" y="804416"/>
                    </a:lnTo>
                    <a:lnTo>
                      <a:pt x="896033" y="551282"/>
                    </a:lnTo>
                    <a:lnTo>
                      <a:pt x="1008037" y="258218"/>
                    </a:lnTo>
                    <a:lnTo>
                      <a:pt x="1120041" y="61642"/>
                    </a:lnTo>
                    <a:lnTo>
                      <a:pt x="1232046" y="0"/>
                    </a:lnTo>
                    <a:lnTo>
                      <a:pt x="1344050" y="173699"/>
                    </a:lnTo>
                    <a:lnTo>
                      <a:pt x="1456054" y="635377"/>
                    </a:lnTo>
                    <a:lnTo>
                      <a:pt x="1568058" y="1054690"/>
                    </a:lnTo>
                    <a:lnTo>
                      <a:pt x="1680062" y="1396368"/>
                    </a:lnTo>
                    <a:lnTo>
                      <a:pt x="1792066" y="1602370"/>
                    </a:lnTo>
                    <a:lnTo>
                      <a:pt x="1904070" y="1682018"/>
                    </a:lnTo>
                    <a:lnTo>
                      <a:pt x="2016074" y="1709026"/>
                    </a:lnTo>
                    <a:lnTo>
                      <a:pt x="2128079" y="1691444"/>
                    </a:lnTo>
                    <a:lnTo>
                      <a:pt x="2240083" y="1637640"/>
                    </a:lnTo>
                    <a:lnTo>
                      <a:pt x="2352087" y="1556086"/>
                    </a:lnTo>
                    <a:lnTo>
                      <a:pt x="2464091" y="1450702"/>
                    </a:lnTo>
                    <a:lnTo>
                      <a:pt x="2576095" y="1274991"/>
                    </a:lnTo>
                    <a:lnTo>
                      <a:pt x="2688099" y="1053525"/>
                    </a:lnTo>
                    <a:lnTo>
                      <a:pt x="2800104" y="838626"/>
                    </a:lnTo>
                    <a:lnTo>
                      <a:pt x="2912107" y="682827"/>
                    </a:lnTo>
                    <a:lnTo>
                      <a:pt x="3024006" y="620231"/>
                    </a:lnTo>
                    <a:lnTo>
                      <a:pt x="3136010" y="579349"/>
                    </a:lnTo>
                    <a:lnTo>
                      <a:pt x="3248014" y="545668"/>
                    </a:lnTo>
                    <a:lnTo>
                      <a:pt x="3360018" y="525015"/>
                    </a:lnTo>
                    <a:lnTo>
                      <a:pt x="3472022" y="519613"/>
                    </a:lnTo>
                    <a:lnTo>
                      <a:pt x="3584026" y="529463"/>
                    </a:lnTo>
                    <a:lnTo>
                      <a:pt x="3696031" y="554459"/>
                    </a:lnTo>
                    <a:lnTo>
                      <a:pt x="3808035" y="594494"/>
                    </a:lnTo>
                    <a:lnTo>
                      <a:pt x="3920039" y="649358"/>
                    </a:lnTo>
                    <a:lnTo>
                      <a:pt x="4032043" y="718519"/>
                    </a:lnTo>
                    <a:lnTo>
                      <a:pt x="4144047" y="788740"/>
                    </a:lnTo>
                    <a:lnTo>
                      <a:pt x="4256051" y="854830"/>
                    </a:lnTo>
                    <a:lnTo>
                      <a:pt x="4368056" y="917002"/>
                    </a:lnTo>
                    <a:lnTo>
                      <a:pt x="4480060" y="975360"/>
                    </a:lnTo>
                    <a:lnTo>
                      <a:pt x="4592064" y="1030118"/>
                    </a:lnTo>
                    <a:lnTo>
                      <a:pt x="4704068" y="1081274"/>
                    </a:lnTo>
                    <a:lnTo>
                      <a:pt x="4816072" y="1128936"/>
                    </a:lnTo>
                    <a:lnTo>
                      <a:pt x="4928076" y="1173419"/>
                    </a:lnTo>
                    <a:lnTo>
                      <a:pt x="5040081" y="1214620"/>
                    </a:lnTo>
                    <a:lnTo>
                      <a:pt x="5152084" y="1252855"/>
                    </a:lnTo>
                    <a:lnTo>
                      <a:pt x="5264088" y="1288230"/>
                    </a:lnTo>
                    <a:lnTo>
                      <a:pt x="5376093" y="1320851"/>
                    </a:lnTo>
                    <a:lnTo>
                      <a:pt x="5488097" y="1350825"/>
                    </a:lnTo>
                    <a:lnTo>
                      <a:pt x="5600101" y="1378257"/>
                    </a:lnTo>
                    <a:lnTo>
                      <a:pt x="5712105" y="1403358"/>
                    </a:lnTo>
                    <a:lnTo>
                      <a:pt x="5824109" y="1426130"/>
                    </a:lnTo>
                    <a:lnTo>
                      <a:pt x="5936114" y="1446889"/>
                    </a:lnTo>
                    <a:lnTo>
                      <a:pt x="6048118" y="1465635"/>
                    </a:lnTo>
                    <a:lnTo>
                      <a:pt x="6160121" y="1482476"/>
                    </a:lnTo>
                    <a:lnTo>
                      <a:pt x="6272126" y="1497727"/>
                    </a:lnTo>
                    <a:lnTo>
                      <a:pt x="6384130" y="1511284"/>
                    </a:lnTo>
                    <a:lnTo>
                      <a:pt x="6496134" y="1523465"/>
                    </a:lnTo>
                    <a:lnTo>
                      <a:pt x="6608138" y="1534268"/>
                    </a:lnTo>
                    <a:lnTo>
                      <a:pt x="6720143" y="1543906"/>
                    </a:lnTo>
                    <a:lnTo>
                      <a:pt x="6832147" y="1552485"/>
                    </a:lnTo>
                    <a:lnTo>
                      <a:pt x="6944151" y="1560111"/>
                    </a:lnTo>
                    <a:lnTo>
                      <a:pt x="7056154" y="1566889"/>
                    </a:lnTo>
                    <a:lnTo>
                      <a:pt x="7168159" y="1573138"/>
                    </a:lnTo>
                    <a:lnTo>
                      <a:pt x="7280163" y="1578752"/>
                    </a:lnTo>
                    <a:lnTo>
                      <a:pt x="7392167" y="1583941"/>
                    </a:lnTo>
                    <a:lnTo>
                      <a:pt x="7504171" y="1588919"/>
                    </a:lnTo>
                    <a:lnTo>
                      <a:pt x="7616176" y="1593685"/>
                    </a:lnTo>
                    <a:lnTo>
                      <a:pt x="7728180" y="1598557"/>
                    </a:lnTo>
                    <a:lnTo>
                      <a:pt x="7840184" y="1603429"/>
                    </a:lnTo>
                    <a:lnTo>
                      <a:pt x="7952188" y="1608619"/>
                    </a:lnTo>
                    <a:lnTo>
                      <a:pt x="8064192" y="1614127"/>
                    </a:lnTo>
                    <a:lnTo>
                      <a:pt x="8176196" y="1620270"/>
                    </a:lnTo>
                    <a:lnTo>
                      <a:pt x="8288200" y="1626942"/>
                    </a:lnTo>
                    <a:lnTo>
                      <a:pt x="8400204" y="1634356"/>
                    </a:lnTo>
                    <a:lnTo>
                      <a:pt x="8512208" y="1642829"/>
                    </a:lnTo>
                    <a:lnTo>
                      <a:pt x="8624213" y="1652256"/>
                    </a:lnTo>
                    <a:lnTo>
                      <a:pt x="8736217" y="1662847"/>
                    </a:lnTo>
                    <a:lnTo>
                      <a:pt x="8848221" y="1674709"/>
                    </a:lnTo>
                  </a:path>
                </a:pathLst>
              </a:custGeom>
              <a:noFill/>
              <a:ln w="22550" cap="flat">
                <a:solidFill>
                  <a:srgbClr val="E7882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070A78-AF0D-7E9D-77FC-E2DF527760D1}"/>
                  </a:ext>
                </a:extLst>
              </p:cNvPr>
              <p:cNvSpPr txBox="1"/>
              <p:nvPr/>
            </p:nvSpPr>
            <p:spPr>
              <a:xfrm>
                <a:off x="6771951" y="1042022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E78828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14" name="Graphic 2">
              <a:extLst>
                <a:ext uri="{FF2B5EF4-FFF2-40B4-BE49-F238E27FC236}">
                  <a16:creationId xmlns:a16="http://schemas.microsoft.com/office/drawing/2014/main" id="{E3ACC558-D098-9EAB-8701-0F920EF5F3C1}"/>
                </a:ext>
              </a:extLst>
            </p:cNvPr>
            <p:cNvGrpSpPr/>
            <p:nvPr/>
          </p:nvGrpSpPr>
          <p:grpSpPr>
            <a:xfrm>
              <a:off x="961062" y="612426"/>
              <a:ext cx="10248010" cy="5419645"/>
              <a:chOff x="961062" y="612426"/>
              <a:chExt cx="10248010" cy="5419645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BD51BD3-3B11-D056-4EFC-0822E84EF0DE}"/>
                  </a:ext>
                </a:extLst>
              </p:cNvPr>
              <p:cNvSpPr/>
              <p:nvPr/>
            </p:nvSpPr>
            <p:spPr>
              <a:xfrm>
                <a:off x="1388646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E5A550-DFDE-2FBB-27C1-8D7E47C18039}"/>
                  </a:ext>
                </a:extLst>
              </p:cNvPr>
              <p:cNvSpPr txBox="1"/>
              <p:nvPr/>
            </p:nvSpPr>
            <p:spPr>
              <a:xfrm>
                <a:off x="116246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BB74A8A-0229-78AA-40D5-06054B43C142}"/>
                  </a:ext>
                </a:extLst>
              </p:cNvPr>
              <p:cNvSpPr txBox="1"/>
              <p:nvPr/>
            </p:nvSpPr>
            <p:spPr>
              <a:xfrm>
                <a:off x="1162461" y="4338369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851CF13-5FBB-B572-2E08-A3875DB5E5E5}"/>
                  </a:ext>
                </a:extLst>
              </p:cNvPr>
              <p:cNvSpPr txBox="1"/>
              <p:nvPr/>
            </p:nvSpPr>
            <p:spPr>
              <a:xfrm>
                <a:off x="1162461" y="302694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4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C3A594C-C62B-45CD-E95D-5F4A4984E4EB}"/>
                  </a:ext>
                </a:extLst>
              </p:cNvPr>
              <p:cNvSpPr txBox="1"/>
              <p:nvPr/>
            </p:nvSpPr>
            <p:spPr>
              <a:xfrm>
                <a:off x="1162461" y="1715519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6</a:t>
                </a: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D72C8BB-8641-9886-9BED-26C053D6C2F6}"/>
                  </a:ext>
                </a:extLst>
              </p:cNvPr>
              <p:cNvSpPr/>
              <p:nvPr/>
            </p:nvSpPr>
            <p:spPr>
              <a:xfrm>
                <a:off x="135961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C7F092D-345F-F308-31CE-37CD847AF8C0}"/>
                  </a:ext>
                </a:extLst>
              </p:cNvPr>
              <p:cNvSpPr/>
              <p:nvPr/>
            </p:nvSpPr>
            <p:spPr>
              <a:xfrm>
                <a:off x="1359612" y="4465260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CE4D1AC-67EE-8C4F-A6A6-9FB2D668A827}"/>
                  </a:ext>
                </a:extLst>
              </p:cNvPr>
              <p:cNvSpPr/>
              <p:nvPr/>
            </p:nvSpPr>
            <p:spPr>
              <a:xfrm>
                <a:off x="1359612" y="315383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793C7AE-772B-4E8A-8164-78DCDBBA34E8}"/>
                  </a:ext>
                </a:extLst>
              </p:cNvPr>
              <p:cNvSpPr/>
              <p:nvPr/>
            </p:nvSpPr>
            <p:spPr>
              <a:xfrm>
                <a:off x="1359612" y="1842410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54B6DEAE-DB9E-8BDD-57EA-D4ED23D7D980}"/>
                  </a:ext>
                </a:extLst>
              </p:cNvPr>
              <p:cNvSpPr/>
              <p:nvPr/>
            </p:nvSpPr>
            <p:spPr>
              <a:xfrm>
                <a:off x="1388646" y="5776685"/>
                <a:ext cx="9733021" cy="10591"/>
              </a:xfrm>
              <a:custGeom>
                <a:avLst/>
                <a:gdLst>
                  <a:gd name="connsiteX0" fmla="*/ 0 w 9733021"/>
                  <a:gd name="connsiteY0" fmla="*/ 0 h 10591"/>
                  <a:gd name="connsiteX1" fmla="*/ 9733022 w 973302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733021" h="10591">
                    <a:moveTo>
                      <a:pt x="0" y="0"/>
                    </a:moveTo>
                    <a:lnTo>
                      <a:pt x="973302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5044500-9226-75D6-19C2-1FC14BDD2036}"/>
                  </a:ext>
                </a:extLst>
              </p:cNvPr>
              <p:cNvSpPr/>
              <p:nvPr/>
            </p:nvSpPr>
            <p:spPr>
              <a:xfrm>
                <a:off x="220181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B6107040-E591-FE4D-D537-855F17ECFE8A}"/>
                  </a:ext>
                </a:extLst>
              </p:cNvPr>
              <p:cNvSpPr/>
              <p:nvPr/>
            </p:nvSpPr>
            <p:spPr>
              <a:xfrm>
                <a:off x="305620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F6DD67EC-2EE6-3A4C-1AA2-FE1D9D41077E}"/>
                  </a:ext>
                </a:extLst>
              </p:cNvPr>
              <p:cNvSpPr/>
              <p:nvPr/>
            </p:nvSpPr>
            <p:spPr>
              <a:xfrm>
                <a:off x="391981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8017FE7E-3628-72B0-0ECE-AD33718F6BC3}"/>
                  </a:ext>
                </a:extLst>
              </p:cNvPr>
              <p:cNvSpPr/>
              <p:nvPr/>
            </p:nvSpPr>
            <p:spPr>
              <a:xfrm>
                <a:off x="476943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C938854-C7B0-0CEB-C0EE-67A012FBB470}"/>
                  </a:ext>
                </a:extLst>
              </p:cNvPr>
              <p:cNvSpPr/>
              <p:nvPr/>
            </p:nvSpPr>
            <p:spPr>
              <a:xfrm>
                <a:off x="563314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480E9962-9A32-7E96-E6A4-94B40F16E73F}"/>
                  </a:ext>
                </a:extLst>
              </p:cNvPr>
              <p:cNvSpPr/>
              <p:nvPr/>
            </p:nvSpPr>
            <p:spPr>
              <a:xfrm>
                <a:off x="648276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E2ACC4E-6178-8922-C74C-8584B34634D1}"/>
                  </a:ext>
                </a:extLst>
              </p:cNvPr>
              <p:cNvSpPr/>
              <p:nvPr/>
            </p:nvSpPr>
            <p:spPr>
              <a:xfrm>
                <a:off x="734648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B0D319C-1DAA-F675-0532-E106FA41578F}"/>
                  </a:ext>
                </a:extLst>
              </p:cNvPr>
              <p:cNvSpPr/>
              <p:nvPr/>
            </p:nvSpPr>
            <p:spPr>
              <a:xfrm>
                <a:off x="8196103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01BA219B-8556-94A0-7D26-F7D8C56C26B4}"/>
                  </a:ext>
                </a:extLst>
              </p:cNvPr>
              <p:cNvSpPr/>
              <p:nvPr/>
            </p:nvSpPr>
            <p:spPr>
              <a:xfrm>
                <a:off x="905981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C62FCF7-86CA-5D68-DE24-73F3BBEF2E01}"/>
                  </a:ext>
                </a:extLst>
              </p:cNvPr>
              <p:cNvSpPr/>
              <p:nvPr/>
            </p:nvSpPr>
            <p:spPr>
              <a:xfrm>
                <a:off x="9914100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31A5377A-846C-A44A-30BC-83F290324BC2}"/>
                  </a:ext>
                </a:extLst>
              </p:cNvPr>
              <p:cNvSpPr/>
              <p:nvPr/>
            </p:nvSpPr>
            <p:spPr>
              <a:xfrm>
                <a:off x="1077781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C0A3C0F-7026-880E-1114-1AE32C0EBDEF}"/>
                  </a:ext>
                </a:extLst>
              </p:cNvPr>
              <p:cNvSpPr txBox="1"/>
              <p:nvPr/>
            </p:nvSpPr>
            <p:spPr>
              <a:xfrm>
                <a:off x="1792778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2019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1B49CF3-BB5C-C064-2B28-509ADB5A05DA}"/>
                  </a:ext>
                </a:extLst>
              </p:cNvPr>
              <p:cNvSpPr txBox="1"/>
              <p:nvPr/>
            </p:nvSpPr>
            <p:spPr>
              <a:xfrm>
                <a:off x="2651405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2020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A8C16D8-1495-B113-9E89-B35A9FA20B26}"/>
                  </a:ext>
                </a:extLst>
              </p:cNvPr>
              <p:cNvSpPr txBox="1"/>
              <p:nvPr/>
            </p:nvSpPr>
            <p:spPr>
              <a:xfrm>
                <a:off x="351077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2020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782805D-316F-D831-FC0F-E4D19C93E120}"/>
                  </a:ext>
                </a:extLst>
              </p:cNvPr>
              <p:cNvSpPr txBox="1"/>
              <p:nvPr/>
            </p:nvSpPr>
            <p:spPr>
              <a:xfrm>
                <a:off x="4364633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2021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245B7F1-363C-AA5C-F88D-A4439B550096}"/>
                  </a:ext>
                </a:extLst>
              </p:cNvPr>
              <p:cNvSpPr txBox="1"/>
              <p:nvPr/>
            </p:nvSpPr>
            <p:spPr>
              <a:xfrm>
                <a:off x="522411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2021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9982268-BA15-690B-ACF7-351F294EF18A}"/>
                  </a:ext>
                </a:extLst>
              </p:cNvPr>
              <p:cNvSpPr txBox="1"/>
              <p:nvPr/>
            </p:nvSpPr>
            <p:spPr>
              <a:xfrm>
                <a:off x="6077968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2022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229180B-F353-3D7B-B435-0D3436006642}"/>
                  </a:ext>
                </a:extLst>
              </p:cNvPr>
              <p:cNvSpPr txBox="1"/>
              <p:nvPr/>
            </p:nvSpPr>
            <p:spPr>
              <a:xfrm>
                <a:off x="6937445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2022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3842A22-CE6B-A353-C21A-6DDFD52BAD92}"/>
                  </a:ext>
                </a:extLst>
              </p:cNvPr>
              <p:cNvSpPr txBox="1"/>
              <p:nvPr/>
            </p:nvSpPr>
            <p:spPr>
              <a:xfrm>
                <a:off x="7791303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2023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8EC3B83-B21B-56C4-A395-745DE8B5C8A2}"/>
                  </a:ext>
                </a:extLst>
              </p:cNvPr>
              <p:cNvSpPr txBox="1"/>
              <p:nvPr/>
            </p:nvSpPr>
            <p:spPr>
              <a:xfrm>
                <a:off x="865078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2023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FCDC64E-62F1-F3CD-FC6D-F62599325CD6}"/>
                  </a:ext>
                </a:extLst>
              </p:cNvPr>
              <p:cNvSpPr txBox="1"/>
              <p:nvPr/>
            </p:nvSpPr>
            <p:spPr>
              <a:xfrm>
                <a:off x="9509300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Mar 2024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CE56009-866B-CE4F-7054-4E7A1068A1EE}"/>
                  </a:ext>
                </a:extLst>
              </p:cNvPr>
              <p:cNvSpPr txBox="1"/>
              <p:nvPr/>
            </p:nvSpPr>
            <p:spPr>
              <a:xfrm>
                <a:off x="1036877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Sep 2024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24E8C0B-7660-8D73-A01B-0D076D42F0AA}"/>
                  </a:ext>
                </a:extLst>
              </p:cNvPr>
              <p:cNvSpPr txBox="1"/>
              <p:nvPr/>
            </p:nvSpPr>
            <p:spPr>
              <a:xfrm rot="16200000">
                <a:off x="33724" y="3204753"/>
                <a:ext cx="21932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91D30A5-5669-1350-E910-3CB97168B2AF}"/>
                  </a:ext>
                </a:extLst>
              </p:cNvPr>
              <p:cNvSpPr txBox="1"/>
              <p:nvPr/>
            </p:nvSpPr>
            <p:spPr>
              <a:xfrm>
                <a:off x="1297206" y="612426"/>
                <a:ext cx="71048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L.malabaricus in MAR Mawasangka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14944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F980E0-8512-E49A-CAD0-C403F1107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6ADC2FB-BFDA-7112-EA4A-AA0D69752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90487"/>
            <a:ext cx="12192000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916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23A5B-1AE4-26EF-CD7F-B4F1DFAEE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4AB54-B845-1007-8632-6437644DAB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Gurita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BD1BAF6-0DEF-5D7C-E6E0-CB52CDA361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Octopus vulgaris</a:t>
            </a:r>
          </a:p>
        </p:txBody>
      </p:sp>
    </p:spTree>
    <p:extLst>
      <p:ext uri="{BB962C8B-B14F-4D97-AF65-F5344CB8AC3E}">
        <p14:creationId xmlns:p14="http://schemas.microsoft.com/office/powerpoint/2010/main" val="2095361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CA73AF-1F17-1FBF-4555-0AB8EB2D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aphic 2">
            <a:extLst>
              <a:ext uri="{FF2B5EF4-FFF2-40B4-BE49-F238E27FC236}">
                <a16:creationId xmlns:a16="http://schemas.microsoft.com/office/drawing/2014/main" id="{FDC39735-6E82-19FC-A372-BEF2643B2E7E}"/>
              </a:ext>
            </a:extLst>
          </p:cNvPr>
          <p:cNvGrpSpPr/>
          <p:nvPr/>
        </p:nvGrpSpPr>
        <p:grpSpPr>
          <a:xfrm>
            <a:off x="961062" y="612426"/>
            <a:ext cx="10221218" cy="5602107"/>
            <a:chOff x="961062" y="612426"/>
            <a:chExt cx="10221218" cy="5602107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E20807C-E206-5EBD-C88E-6B23E432A99B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05B9856-9C9A-62EA-0C80-15C18E4213B9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44" name="Graphic 2">
              <a:extLst>
                <a:ext uri="{FF2B5EF4-FFF2-40B4-BE49-F238E27FC236}">
                  <a16:creationId xmlns:a16="http://schemas.microsoft.com/office/drawing/2014/main" id="{F3E7734F-3331-1212-4798-7C79B4C8669D}"/>
                </a:ext>
              </a:extLst>
            </p:cNvPr>
            <p:cNvGrpSpPr/>
            <p:nvPr/>
          </p:nvGrpSpPr>
          <p:grpSpPr>
            <a:xfrm>
              <a:off x="1471087" y="971481"/>
              <a:ext cx="9650581" cy="4805204"/>
              <a:chOff x="1471087" y="971481"/>
              <a:chExt cx="9650581" cy="4805204"/>
            </a:xfrm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435E55D-58C7-0413-A17D-CEE6F4367373}"/>
                  </a:ext>
                </a:extLst>
              </p:cNvPr>
              <p:cNvSpPr/>
              <p:nvPr/>
            </p:nvSpPr>
            <p:spPr>
              <a:xfrm>
                <a:off x="1471087" y="971481"/>
                <a:ext cx="9650581" cy="4805204"/>
              </a:xfrm>
              <a:custGeom>
                <a:avLst/>
                <a:gdLst>
                  <a:gd name="connsiteX0" fmla="*/ 0 w 9650581"/>
                  <a:gd name="connsiteY0" fmla="*/ 0 h 4805204"/>
                  <a:gd name="connsiteX1" fmla="*/ 9650582 w 9650581"/>
                  <a:gd name="connsiteY1" fmla="*/ 0 h 4805204"/>
                  <a:gd name="connsiteX2" fmla="*/ 9650582 w 9650581"/>
                  <a:gd name="connsiteY2" fmla="*/ 4805204 h 4805204"/>
                  <a:gd name="connsiteX3" fmla="*/ 0 w 965058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0581" h="4805204">
                    <a:moveTo>
                      <a:pt x="0" y="0"/>
                    </a:moveTo>
                    <a:lnTo>
                      <a:pt x="9650582" y="0"/>
                    </a:lnTo>
                    <a:lnTo>
                      <a:pt x="965058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56B54205-6982-6E6E-D977-D3B333BEAE94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4637330"/>
              </a:xfrm>
              <a:custGeom>
                <a:avLst/>
                <a:gdLst>
                  <a:gd name="connsiteX0" fmla="*/ 0 w 8773198"/>
                  <a:gd name="connsiteY0" fmla="*/ 2666487 h 4637330"/>
                  <a:gd name="connsiteX1" fmla="*/ 111050 w 8773198"/>
                  <a:gd name="connsiteY1" fmla="*/ 2345885 h 4637330"/>
                  <a:gd name="connsiteX2" fmla="*/ 222101 w 8773198"/>
                  <a:gd name="connsiteY2" fmla="*/ 2027614 h 4637330"/>
                  <a:gd name="connsiteX3" fmla="*/ 333151 w 8773198"/>
                  <a:gd name="connsiteY3" fmla="*/ 1714639 h 4637330"/>
                  <a:gd name="connsiteX4" fmla="*/ 444202 w 8773198"/>
                  <a:gd name="connsiteY4" fmla="*/ 1418398 h 4637330"/>
                  <a:gd name="connsiteX5" fmla="*/ 555252 w 8773198"/>
                  <a:gd name="connsiteY5" fmla="*/ 1156367 h 4637330"/>
                  <a:gd name="connsiteX6" fmla="*/ 666303 w 8773198"/>
                  <a:gd name="connsiteY6" fmla="*/ 958414 h 4637330"/>
                  <a:gd name="connsiteX7" fmla="*/ 777353 w 8773198"/>
                  <a:gd name="connsiteY7" fmla="*/ 833648 h 4637330"/>
                  <a:gd name="connsiteX8" fmla="*/ 888404 w 8773198"/>
                  <a:gd name="connsiteY8" fmla="*/ 775925 h 4637330"/>
                  <a:gd name="connsiteX9" fmla="*/ 999454 w 8773198"/>
                  <a:gd name="connsiteY9" fmla="*/ 789482 h 4637330"/>
                  <a:gd name="connsiteX10" fmla="*/ 1110505 w 8773198"/>
                  <a:gd name="connsiteY10" fmla="*/ 904186 h 4637330"/>
                  <a:gd name="connsiteX11" fmla="*/ 1221555 w 8773198"/>
                  <a:gd name="connsiteY11" fmla="*/ 1202863 h 4637330"/>
                  <a:gd name="connsiteX12" fmla="*/ 1332605 w 8773198"/>
                  <a:gd name="connsiteY12" fmla="*/ 1492432 h 4637330"/>
                  <a:gd name="connsiteX13" fmla="*/ 1443656 w 8773198"/>
                  <a:gd name="connsiteY13" fmla="*/ 1656810 h 4637330"/>
                  <a:gd name="connsiteX14" fmla="*/ 1554706 w 8773198"/>
                  <a:gd name="connsiteY14" fmla="*/ 1777234 h 4637330"/>
                  <a:gd name="connsiteX15" fmla="*/ 1665757 w 8773198"/>
                  <a:gd name="connsiteY15" fmla="*/ 1846713 h 4637330"/>
                  <a:gd name="connsiteX16" fmla="*/ 1776807 w 8773198"/>
                  <a:gd name="connsiteY16" fmla="*/ 1868002 h 4637330"/>
                  <a:gd name="connsiteX17" fmla="*/ 1887858 w 8773198"/>
                  <a:gd name="connsiteY17" fmla="*/ 1842265 h 4637330"/>
                  <a:gd name="connsiteX18" fmla="*/ 1998908 w 8773198"/>
                  <a:gd name="connsiteY18" fmla="*/ 1757534 h 4637330"/>
                  <a:gd name="connsiteX19" fmla="*/ 2109959 w 8773198"/>
                  <a:gd name="connsiteY19" fmla="*/ 1637851 h 4637330"/>
                  <a:gd name="connsiteX20" fmla="*/ 2221009 w 8773198"/>
                  <a:gd name="connsiteY20" fmla="*/ 1551426 h 4637330"/>
                  <a:gd name="connsiteX21" fmla="*/ 2332060 w 8773198"/>
                  <a:gd name="connsiteY21" fmla="*/ 1428989 h 4637330"/>
                  <a:gd name="connsiteX22" fmla="*/ 2443110 w 8773198"/>
                  <a:gd name="connsiteY22" fmla="*/ 1250842 h 4637330"/>
                  <a:gd name="connsiteX23" fmla="*/ 2554161 w 8773198"/>
                  <a:gd name="connsiteY23" fmla="*/ 1124169 h 4637330"/>
                  <a:gd name="connsiteX24" fmla="*/ 2665211 w 8773198"/>
                  <a:gd name="connsiteY24" fmla="*/ 1035202 h 4637330"/>
                  <a:gd name="connsiteX25" fmla="*/ 2776262 w 8773198"/>
                  <a:gd name="connsiteY25" fmla="*/ 938714 h 4637330"/>
                  <a:gd name="connsiteX26" fmla="*/ 2887312 w 8773198"/>
                  <a:gd name="connsiteY26" fmla="*/ 858961 h 4637330"/>
                  <a:gd name="connsiteX27" fmla="*/ 2998362 w 8773198"/>
                  <a:gd name="connsiteY27" fmla="*/ 850700 h 4637330"/>
                  <a:gd name="connsiteX28" fmla="*/ 3109519 w 8773198"/>
                  <a:gd name="connsiteY28" fmla="*/ 896455 h 4637330"/>
                  <a:gd name="connsiteX29" fmla="*/ 3220569 w 8773198"/>
                  <a:gd name="connsiteY29" fmla="*/ 958626 h 4637330"/>
                  <a:gd name="connsiteX30" fmla="*/ 3331620 w 8773198"/>
                  <a:gd name="connsiteY30" fmla="*/ 1026517 h 4637330"/>
                  <a:gd name="connsiteX31" fmla="*/ 3442670 w 8773198"/>
                  <a:gd name="connsiteY31" fmla="*/ 1116544 h 4637330"/>
                  <a:gd name="connsiteX32" fmla="*/ 3553721 w 8773198"/>
                  <a:gd name="connsiteY32" fmla="*/ 1258892 h 4637330"/>
                  <a:gd name="connsiteX33" fmla="*/ 3664771 w 8773198"/>
                  <a:gd name="connsiteY33" fmla="*/ 1416597 h 4637330"/>
                  <a:gd name="connsiteX34" fmla="*/ 3775822 w 8773198"/>
                  <a:gd name="connsiteY34" fmla="*/ 1559369 h 4637330"/>
                  <a:gd name="connsiteX35" fmla="*/ 3886872 w 8773198"/>
                  <a:gd name="connsiteY35" fmla="*/ 1676298 h 4637330"/>
                  <a:gd name="connsiteX36" fmla="*/ 3997923 w 8773198"/>
                  <a:gd name="connsiteY36" fmla="*/ 1790367 h 4637330"/>
                  <a:gd name="connsiteX37" fmla="*/ 4108973 w 8773198"/>
                  <a:gd name="connsiteY37" fmla="*/ 1908461 h 4637330"/>
                  <a:gd name="connsiteX38" fmla="*/ 4220024 w 8773198"/>
                  <a:gd name="connsiteY38" fmla="*/ 2009609 h 4637330"/>
                  <a:gd name="connsiteX39" fmla="*/ 4331074 w 8773198"/>
                  <a:gd name="connsiteY39" fmla="*/ 2087350 h 4637330"/>
                  <a:gd name="connsiteX40" fmla="*/ 4442124 w 8773198"/>
                  <a:gd name="connsiteY40" fmla="*/ 2168374 h 4637330"/>
                  <a:gd name="connsiteX41" fmla="*/ 4553175 w 8773198"/>
                  <a:gd name="connsiteY41" fmla="*/ 2252681 h 4637330"/>
                  <a:gd name="connsiteX42" fmla="*/ 4664225 w 8773198"/>
                  <a:gd name="connsiteY42" fmla="*/ 2335188 h 4637330"/>
                  <a:gd name="connsiteX43" fmla="*/ 4775276 w 8773198"/>
                  <a:gd name="connsiteY43" fmla="*/ 2411234 h 4637330"/>
                  <a:gd name="connsiteX44" fmla="*/ 4886326 w 8773198"/>
                  <a:gd name="connsiteY44" fmla="*/ 2477536 h 4637330"/>
                  <a:gd name="connsiteX45" fmla="*/ 4997377 w 8773198"/>
                  <a:gd name="connsiteY45" fmla="*/ 2532400 h 4637330"/>
                  <a:gd name="connsiteX46" fmla="*/ 5108428 w 8773198"/>
                  <a:gd name="connsiteY46" fmla="*/ 2575507 h 4637330"/>
                  <a:gd name="connsiteX47" fmla="*/ 5219478 w 8773198"/>
                  <a:gd name="connsiteY47" fmla="*/ 2607493 h 4637330"/>
                  <a:gd name="connsiteX48" fmla="*/ 5330528 w 8773198"/>
                  <a:gd name="connsiteY48" fmla="*/ 2629840 h 4637330"/>
                  <a:gd name="connsiteX49" fmla="*/ 5441578 w 8773198"/>
                  <a:gd name="connsiteY49" fmla="*/ 2643927 h 4637330"/>
                  <a:gd name="connsiteX50" fmla="*/ 5552629 w 8773198"/>
                  <a:gd name="connsiteY50" fmla="*/ 2650600 h 4637330"/>
                  <a:gd name="connsiteX51" fmla="*/ 5663679 w 8773198"/>
                  <a:gd name="connsiteY51" fmla="*/ 2649752 h 4637330"/>
                  <a:gd name="connsiteX52" fmla="*/ 5774730 w 8773198"/>
                  <a:gd name="connsiteY52" fmla="*/ 2641385 h 4637330"/>
                  <a:gd name="connsiteX53" fmla="*/ 5885781 w 8773198"/>
                  <a:gd name="connsiteY53" fmla="*/ 2626133 h 4637330"/>
                  <a:gd name="connsiteX54" fmla="*/ 5996831 w 8773198"/>
                  <a:gd name="connsiteY54" fmla="*/ 2604421 h 4637330"/>
                  <a:gd name="connsiteX55" fmla="*/ 6107881 w 8773198"/>
                  <a:gd name="connsiteY55" fmla="*/ 2577095 h 4637330"/>
                  <a:gd name="connsiteX56" fmla="*/ 6219038 w 8773198"/>
                  <a:gd name="connsiteY56" fmla="*/ 2545003 h 4637330"/>
                  <a:gd name="connsiteX57" fmla="*/ 6330088 w 8773198"/>
                  <a:gd name="connsiteY57" fmla="*/ 2508992 h 4637330"/>
                  <a:gd name="connsiteX58" fmla="*/ 6441139 w 8773198"/>
                  <a:gd name="connsiteY58" fmla="*/ 2470122 h 4637330"/>
                  <a:gd name="connsiteX59" fmla="*/ 6552189 w 8773198"/>
                  <a:gd name="connsiteY59" fmla="*/ 2429345 h 4637330"/>
                  <a:gd name="connsiteX60" fmla="*/ 6663240 w 8773198"/>
                  <a:gd name="connsiteY60" fmla="*/ 2387510 h 4637330"/>
                  <a:gd name="connsiteX61" fmla="*/ 6774290 w 8773198"/>
                  <a:gd name="connsiteY61" fmla="*/ 2345250 h 4637330"/>
                  <a:gd name="connsiteX62" fmla="*/ 6885340 w 8773198"/>
                  <a:gd name="connsiteY62" fmla="*/ 2301825 h 4637330"/>
                  <a:gd name="connsiteX63" fmla="*/ 6996391 w 8773198"/>
                  <a:gd name="connsiteY63" fmla="*/ 2252152 h 4637330"/>
                  <a:gd name="connsiteX64" fmla="*/ 7107441 w 8773198"/>
                  <a:gd name="connsiteY64" fmla="*/ 2194217 h 4637330"/>
                  <a:gd name="connsiteX65" fmla="*/ 7218492 w 8773198"/>
                  <a:gd name="connsiteY65" fmla="*/ 2126644 h 4637330"/>
                  <a:gd name="connsiteX66" fmla="*/ 7329543 w 8773198"/>
                  <a:gd name="connsiteY66" fmla="*/ 2048267 h 4637330"/>
                  <a:gd name="connsiteX67" fmla="*/ 7440593 w 8773198"/>
                  <a:gd name="connsiteY67" fmla="*/ 1958664 h 4637330"/>
                  <a:gd name="connsiteX68" fmla="*/ 7551643 w 8773198"/>
                  <a:gd name="connsiteY68" fmla="*/ 1857199 h 4637330"/>
                  <a:gd name="connsiteX69" fmla="*/ 7662694 w 8773198"/>
                  <a:gd name="connsiteY69" fmla="*/ 1743977 h 4637330"/>
                  <a:gd name="connsiteX70" fmla="*/ 7773744 w 8773198"/>
                  <a:gd name="connsiteY70" fmla="*/ 1618893 h 4637330"/>
                  <a:gd name="connsiteX71" fmla="*/ 7884794 w 8773198"/>
                  <a:gd name="connsiteY71" fmla="*/ 1482264 h 4637330"/>
                  <a:gd name="connsiteX72" fmla="*/ 7995845 w 8773198"/>
                  <a:gd name="connsiteY72" fmla="*/ 1334302 h 4637330"/>
                  <a:gd name="connsiteX73" fmla="*/ 8106896 w 8773198"/>
                  <a:gd name="connsiteY73" fmla="*/ 1175326 h 4637330"/>
                  <a:gd name="connsiteX74" fmla="*/ 8217946 w 8773198"/>
                  <a:gd name="connsiteY74" fmla="*/ 1005440 h 4637330"/>
                  <a:gd name="connsiteX75" fmla="*/ 8328997 w 8773198"/>
                  <a:gd name="connsiteY75" fmla="*/ 824857 h 4637330"/>
                  <a:gd name="connsiteX76" fmla="*/ 8440047 w 8773198"/>
                  <a:gd name="connsiteY76" fmla="*/ 634000 h 4637330"/>
                  <a:gd name="connsiteX77" fmla="*/ 8551097 w 8773198"/>
                  <a:gd name="connsiteY77" fmla="*/ 432764 h 4637330"/>
                  <a:gd name="connsiteX78" fmla="*/ 8662148 w 8773198"/>
                  <a:gd name="connsiteY78" fmla="*/ 221360 h 4637330"/>
                  <a:gd name="connsiteX79" fmla="*/ 8773198 w 8773198"/>
                  <a:gd name="connsiteY79" fmla="*/ 0 h 4637330"/>
                  <a:gd name="connsiteX80" fmla="*/ 8773198 w 8773198"/>
                  <a:gd name="connsiteY80" fmla="*/ 4637331 h 4637330"/>
                  <a:gd name="connsiteX81" fmla="*/ 8662148 w 8773198"/>
                  <a:gd name="connsiteY81" fmla="*/ 4528769 h 4637330"/>
                  <a:gd name="connsiteX82" fmla="*/ 8551097 w 8773198"/>
                  <a:gd name="connsiteY82" fmla="*/ 4424868 h 4637330"/>
                  <a:gd name="connsiteX83" fmla="*/ 8440047 w 8773198"/>
                  <a:gd name="connsiteY83" fmla="*/ 4325838 h 4637330"/>
                  <a:gd name="connsiteX84" fmla="*/ 8328997 w 8773198"/>
                  <a:gd name="connsiteY84" fmla="*/ 4232211 h 4637330"/>
                  <a:gd name="connsiteX85" fmla="*/ 8217946 w 8773198"/>
                  <a:gd name="connsiteY85" fmla="*/ 4144514 h 4637330"/>
                  <a:gd name="connsiteX86" fmla="*/ 8106896 w 8773198"/>
                  <a:gd name="connsiteY86" fmla="*/ 4063172 h 4637330"/>
                  <a:gd name="connsiteX87" fmla="*/ 7995845 w 8773198"/>
                  <a:gd name="connsiteY87" fmla="*/ 3988715 h 4637330"/>
                  <a:gd name="connsiteX88" fmla="*/ 7884794 w 8773198"/>
                  <a:gd name="connsiteY88" fmla="*/ 3921777 h 4637330"/>
                  <a:gd name="connsiteX89" fmla="*/ 7773744 w 8773198"/>
                  <a:gd name="connsiteY89" fmla="*/ 3862889 h 4637330"/>
                  <a:gd name="connsiteX90" fmla="*/ 7662694 w 8773198"/>
                  <a:gd name="connsiteY90" fmla="*/ 3812580 h 4637330"/>
                  <a:gd name="connsiteX91" fmla="*/ 7551643 w 8773198"/>
                  <a:gd name="connsiteY91" fmla="*/ 3771485 h 4637330"/>
                  <a:gd name="connsiteX92" fmla="*/ 7440593 w 8773198"/>
                  <a:gd name="connsiteY92" fmla="*/ 3739817 h 4637330"/>
                  <a:gd name="connsiteX93" fmla="*/ 7329543 w 8773198"/>
                  <a:gd name="connsiteY93" fmla="*/ 3717999 h 4637330"/>
                  <a:gd name="connsiteX94" fmla="*/ 7218492 w 8773198"/>
                  <a:gd name="connsiteY94" fmla="*/ 3705819 h 4637330"/>
                  <a:gd name="connsiteX95" fmla="*/ 7107441 w 8773198"/>
                  <a:gd name="connsiteY95" fmla="*/ 3702959 h 4637330"/>
                  <a:gd name="connsiteX96" fmla="*/ 6996391 w 8773198"/>
                  <a:gd name="connsiteY96" fmla="*/ 3708679 h 4637330"/>
                  <a:gd name="connsiteX97" fmla="*/ 6885340 w 8773198"/>
                  <a:gd name="connsiteY97" fmla="*/ 3722024 h 4637330"/>
                  <a:gd name="connsiteX98" fmla="*/ 6774290 w 8773198"/>
                  <a:gd name="connsiteY98" fmla="*/ 3741935 h 4637330"/>
                  <a:gd name="connsiteX99" fmla="*/ 6663240 w 8773198"/>
                  <a:gd name="connsiteY99" fmla="*/ 3769049 h 4637330"/>
                  <a:gd name="connsiteX100" fmla="*/ 6552189 w 8773198"/>
                  <a:gd name="connsiteY100" fmla="*/ 3801353 h 4637330"/>
                  <a:gd name="connsiteX101" fmla="*/ 6441139 w 8773198"/>
                  <a:gd name="connsiteY101" fmla="*/ 3837046 h 4637330"/>
                  <a:gd name="connsiteX102" fmla="*/ 6330088 w 8773198"/>
                  <a:gd name="connsiteY102" fmla="*/ 3874328 h 4637330"/>
                  <a:gd name="connsiteX103" fmla="*/ 6219038 w 8773198"/>
                  <a:gd name="connsiteY103" fmla="*/ 3911715 h 4637330"/>
                  <a:gd name="connsiteX104" fmla="*/ 6107881 w 8773198"/>
                  <a:gd name="connsiteY104" fmla="*/ 3947726 h 4637330"/>
                  <a:gd name="connsiteX105" fmla="*/ 5996831 w 8773198"/>
                  <a:gd name="connsiteY105" fmla="*/ 3980771 h 4637330"/>
                  <a:gd name="connsiteX106" fmla="*/ 5885781 w 8773198"/>
                  <a:gd name="connsiteY106" fmla="*/ 4009156 h 4637330"/>
                  <a:gd name="connsiteX107" fmla="*/ 5774730 w 8773198"/>
                  <a:gd name="connsiteY107" fmla="*/ 4030974 h 4637330"/>
                  <a:gd name="connsiteX108" fmla="*/ 5663679 w 8773198"/>
                  <a:gd name="connsiteY108" fmla="*/ 4044319 h 4637330"/>
                  <a:gd name="connsiteX109" fmla="*/ 5552629 w 8773198"/>
                  <a:gd name="connsiteY109" fmla="*/ 4047285 h 4637330"/>
                  <a:gd name="connsiteX110" fmla="*/ 5441578 w 8773198"/>
                  <a:gd name="connsiteY110" fmla="*/ 4033410 h 4637330"/>
                  <a:gd name="connsiteX111" fmla="*/ 5330528 w 8773198"/>
                  <a:gd name="connsiteY111" fmla="*/ 3995281 h 4637330"/>
                  <a:gd name="connsiteX112" fmla="*/ 5219478 w 8773198"/>
                  <a:gd name="connsiteY112" fmla="*/ 3937770 h 4637330"/>
                  <a:gd name="connsiteX113" fmla="*/ 5108428 w 8773198"/>
                  <a:gd name="connsiteY113" fmla="*/ 3865855 h 4637330"/>
                  <a:gd name="connsiteX114" fmla="*/ 4997377 w 8773198"/>
                  <a:gd name="connsiteY114" fmla="*/ 3784936 h 4637330"/>
                  <a:gd name="connsiteX115" fmla="*/ 4886326 w 8773198"/>
                  <a:gd name="connsiteY115" fmla="*/ 3699464 h 4637330"/>
                  <a:gd name="connsiteX116" fmla="*/ 4775276 w 8773198"/>
                  <a:gd name="connsiteY116" fmla="*/ 3613250 h 4637330"/>
                  <a:gd name="connsiteX117" fmla="*/ 4664225 w 8773198"/>
                  <a:gd name="connsiteY117" fmla="*/ 3528201 h 4637330"/>
                  <a:gd name="connsiteX118" fmla="*/ 4553175 w 8773198"/>
                  <a:gd name="connsiteY118" fmla="*/ 3444953 h 4637330"/>
                  <a:gd name="connsiteX119" fmla="*/ 4442124 w 8773198"/>
                  <a:gd name="connsiteY119" fmla="*/ 3362764 h 4637330"/>
                  <a:gd name="connsiteX120" fmla="*/ 4331074 w 8773198"/>
                  <a:gd name="connsiteY120" fmla="*/ 3280363 h 4637330"/>
                  <a:gd name="connsiteX121" fmla="*/ 4220024 w 8773198"/>
                  <a:gd name="connsiteY121" fmla="*/ 3190548 h 4637330"/>
                  <a:gd name="connsiteX122" fmla="*/ 4108973 w 8773198"/>
                  <a:gd name="connsiteY122" fmla="*/ 3069277 h 4637330"/>
                  <a:gd name="connsiteX123" fmla="*/ 3997923 w 8773198"/>
                  <a:gd name="connsiteY123" fmla="*/ 2939532 h 4637330"/>
                  <a:gd name="connsiteX124" fmla="*/ 3886872 w 8773198"/>
                  <a:gd name="connsiteY124" fmla="*/ 2822921 h 4637330"/>
                  <a:gd name="connsiteX125" fmla="*/ 3775822 w 8773198"/>
                  <a:gd name="connsiteY125" fmla="*/ 2691694 h 4637330"/>
                  <a:gd name="connsiteX126" fmla="*/ 3664771 w 8773198"/>
                  <a:gd name="connsiteY126" fmla="*/ 2539813 h 4637330"/>
                  <a:gd name="connsiteX127" fmla="*/ 3553721 w 8773198"/>
                  <a:gd name="connsiteY127" fmla="*/ 2404985 h 4637330"/>
                  <a:gd name="connsiteX128" fmla="*/ 3442670 w 8773198"/>
                  <a:gd name="connsiteY128" fmla="*/ 2305109 h 4637330"/>
                  <a:gd name="connsiteX129" fmla="*/ 3331620 w 8773198"/>
                  <a:gd name="connsiteY129" fmla="*/ 2234252 h 4637330"/>
                  <a:gd name="connsiteX130" fmla="*/ 3220569 w 8773198"/>
                  <a:gd name="connsiteY130" fmla="*/ 2153228 h 4637330"/>
                  <a:gd name="connsiteX131" fmla="*/ 3109519 w 8773198"/>
                  <a:gd name="connsiteY131" fmla="*/ 2087879 h 4637330"/>
                  <a:gd name="connsiteX132" fmla="*/ 2998362 w 8773198"/>
                  <a:gd name="connsiteY132" fmla="*/ 2054940 h 4637330"/>
                  <a:gd name="connsiteX133" fmla="*/ 2887312 w 8773198"/>
                  <a:gd name="connsiteY133" fmla="*/ 2056211 h 4637330"/>
                  <a:gd name="connsiteX134" fmla="*/ 2776262 w 8773198"/>
                  <a:gd name="connsiteY134" fmla="*/ 2122089 h 4637330"/>
                  <a:gd name="connsiteX135" fmla="*/ 2665211 w 8773198"/>
                  <a:gd name="connsiteY135" fmla="*/ 2242937 h 4637330"/>
                  <a:gd name="connsiteX136" fmla="*/ 2554161 w 8773198"/>
                  <a:gd name="connsiteY136" fmla="*/ 2366327 h 4637330"/>
                  <a:gd name="connsiteX137" fmla="*/ 2443110 w 8773198"/>
                  <a:gd name="connsiteY137" fmla="*/ 2461226 h 4637330"/>
                  <a:gd name="connsiteX138" fmla="*/ 2332060 w 8773198"/>
                  <a:gd name="connsiteY138" fmla="*/ 2598490 h 4637330"/>
                  <a:gd name="connsiteX139" fmla="*/ 2221009 w 8773198"/>
                  <a:gd name="connsiteY139" fmla="*/ 2735225 h 4637330"/>
                  <a:gd name="connsiteX140" fmla="*/ 2109959 w 8773198"/>
                  <a:gd name="connsiteY140" fmla="*/ 2821650 h 4637330"/>
                  <a:gd name="connsiteX141" fmla="*/ 1998908 w 8773198"/>
                  <a:gd name="connsiteY141" fmla="*/ 2949276 h 4637330"/>
                  <a:gd name="connsiteX142" fmla="*/ 1887858 w 8773198"/>
                  <a:gd name="connsiteY142" fmla="*/ 3098933 h 4637330"/>
                  <a:gd name="connsiteX143" fmla="*/ 1776807 w 8773198"/>
                  <a:gd name="connsiteY143" fmla="*/ 3197009 h 4637330"/>
                  <a:gd name="connsiteX144" fmla="*/ 1665757 w 8773198"/>
                  <a:gd name="connsiteY144" fmla="*/ 3159304 h 4637330"/>
                  <a:gd name="connsiteX145" fmla="*/ 1554706 w 8773198"/>
                  <a:gd name="connsiteY145" fmla="*/ 3048412 h 4637330"/>
                  <a:gd name="connsiteX146" fmla="*/ 1443656 w 8773198"/>
                  <a:gd name="connsiteY146" fmla="*/ 2933284 h 4637330"/>
                  <a:gd name="connsiteX147" fmla="*/ 1332605 w 8773198"/>
                  <a:gd name="connsiteY147" fmla="*/ 2698790 h 4637330"/>
                  <a:gd name="connsiteX148" fmla="*/ 1221555 w 8773198"/>
                  <a:gd name="connsiteY148" fmla="*/ 2331693 h 4637330"/>
                  <a:gd name="connsiteX149" fmla="*/ 1110505 w 8773198"/>
                  <a:gd name="connsiteY149" fmla="*/ 2053351 h 4637330"/>
                  <a:gd name="connsiteX150" fmla="*/ 999454 w 8773198"/>
                  <a:gd name="connsiteY150" fmla="*/ 1951356 h 4637330"/>
                  <a:gd name="connsiteX151" fmla="*/ 888404 w 8773198"/>
                  <a:gd name="connsiteY151" fmla="*/ 1925513 h 4637330"/>
                  <a:gd name="connsiteX152" fmla="*/ 777353 w 8773198"/>
                  <a:gd name="connsiteY152" fmla="*/ 1960571 h 4637330"/>
                  <a:gd name="connsiteX153" fmla="*/ 666303 w 8773198"/>
                  <a:gd name="connsiteY153" fmla="*/ 2043290 h 4637330"/>
                  <a:gd name="connsiteX154" fmla="*/ 555252 w 8773198"/>
                  <a:gd name="connsiteY154" fmla="*/ 2183202 h 4637330"/>
                  <a:gd name="connsiteX155" fmla="*/ 444202 w 8773198"/>
                  <a:gd name="connsiteY155" fmla="*/ 2389839 h 4637330"/>
                  <a:gd name="connsiteX156" fmla="*/ 333151 w 8773198"/>
                  <a:gd name="connsiteY156" fmla="*/ 2684174 h 4637330"/>
                  <a:gd name="connsiteX157" fmla="*/ 222101 w 8773198"/>
                  <a:gd name="connsiteY157" fmla="*/ 3099886 h 4637330"/>
                  <a:gd name="connsiteX158" fmla="*/ 111050 w 8773198"/>
                  <a:gd name="connsiteY158" fmla="*/ 3660382 h 4637330"/>
                  <a:gd name="connsiteX159" fmla="*/ 0 w 8773198"/>
                  <a:gd name="connsiteY159" fmla="*/ 4365662 h 4637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773198" h="4637330">
                    <a:moveTo>
                      <a:pt x="0" y="2666487"/>
                    </a:moveTo>
                    <a:lnTo>
                      <a:pt x="111050" y="2345885"/>
                    </a:lnTo>
                    <a:lnTo>
                      <a:pt x="222101" y="2027614"/>
                    </a:lnTo>
                    <a:lnTo>
                      <a:pt x="333151" y="1714639"/>
                    </a:lnTo>
                    <a:lnTo>
                      <a:pt x="444202" y="1418398"/>
                    </a:lnTo>
                    <a:lnTo>
                      <a:pt x="555252" y="1156367"/>
                    </a:lnTo>
                    <a:lnTo>
                      <a:pt x="666303" y="958414"/>
                    </a:lnTo>
                    <a:lnTo>
                      <a:pt x="777353" y="833648"/>
                    </a:lnTo>
                    <a:lnTo>
                      <a:pt x="888404" y="775925"/>
                    </a:lnTo>
                    <a:lnTo>
                      <a:pt x="999454" y="789482"/>
                    </a:lnTo>
                    <a:lnTo>
                      <a:pt x="1110505" y="904186"/>
                    </a:lnTo>
                    <a:lnTo>
                      <a:pt x="1221555" y="1202863"/>
                    </a:lnTo>
                    <a:lnTo>
                      <a:pt x="1332605" y="1492432"/>
                    </a:lnTo>
                    <a:lnTo>
                      <a:pt x="1443656" y="1656810"/>
                    </a:lnTo>
                    <a:lnTo>
                      <a:pt x="1554706" y="1777234"/>
                    </a:lnTo>
                    <a:lnTo>
                      <a:pt x="1665757" y="1846713"/>
                    </a:lnTo>
                    <a:lnTo>
                      <a:pt x="1776807" y="1868002"/>
                    </a:lnTo>
                    <a:lnTo>
                      <a:pt x="1887858" y="1842265"/>
                    </a:lnTo>
                    <a:lnTo>
                      <a:pt x="1998908" y="1757534"/>
                    </a:lnTo>
                    <a:lnTo>
                      <a:pt x="2109959" y="1637851"/>
                    </a:lnTo>
                    <a:lnTo>
                      <a:pt x="2221009" y="1551426"/>
                    </a:lnTo>
                    <a:lnTo>
                      <a:pt x="2332060" y="1428989"/>
                    </a:lnTo>
                    <a:lnTo>
                      <a:pt x="2443110" y="1250842"/>
                    </a:lnTo>
                    <a:lnTo>
                      <a:pt x="2554161" y="1124169"/>
                    </a:lnTo>
                    <a:lnTo>
                      <a:pt x="2665211" y="1035202"/>
                    </a:lnTo>
                    <a:lnTo>
                      <a:pt x="2776262" y="938714"/>
                    </a:lnTo>
                    <a:lnTo>
                      <a:pt x="2887312" y="858961"/>
                    </a:lnTo>
                    <a:lnTo>
                      <a:pt x="2998362" y="850700"/>
                    </a:lnTo>
                    <a:lnTo>
                      <a:pt x="3109519" y="896455"/>
                    </a:lnTo>
                    <a:lnTo>
                      <a:pt x="3220569" y="958626"/>
                    </a:lnTo>
                    <a:lnTo>
                      <a:pt x="3331620" y="1026517"/>
                    </a:lnTo>
                    <a:lnTo>
                      <a:pt x="3442670" y="1116544"/>
                    </a:lnTo>
                    <a:lnTo>
                      <a:pt x="3553721" y="1258892"/>
                    </a:lnTo>
                    <a:lnTo>
                      <a:pt x="3664771" y="1416597"/>
                    </a:lnTo>
                    <a:lnTo>
                      <a:pt x="3775822" y="1559369"/>
                    </a:lnTo>
                    <a:lnTo>
                      <a:pt x="3886872" y="1676298"/>
                    </a:lnTo>
                    <a:lnTo>
                      <a:pt x="3997923" y="1790367"/>
                    </a:lnTo>
                    <a:lnTo>
                      <a:pt x="4108973" y="1908461"/>
                    </a:lnTo>
                    <a:lnTo>
                      <a:pt x="4220024" y="2009609"/>
                    </a:lnTo>
                    <a:lnTo>
                      <a:pt x="4331074" y="2087350"/>
                    </a:lnTo>
                    <a:lnTo>
                      <a:pt x="4442124" y="2168374"/>
                    </a:lnTo>
                    <a:lnTo>
                      <a:pt x="4553175" y="2252681"/>
                    </a:lnTo>
                    <a:lnTo>
                      <a:pt x="4664225" y="2335188"/>
                    </a:lnTo>
                    <a:lnTo>
                      <a:pt x="4775276" y="2411234"/>
                    </a:lnTo>
                    <a:lnTo>
                      <a:pt x="4886326" y="2477536"/>
                    </a:lnTo>
                    <a:lnTo>
                      <a:pt x="4997377" y="2532400"/>
                    </a:lnTo>
                    <a:lnTo>
                      <a:pt x="5108428" y="2575507"/>
                    </a:lnTo>
                    <a:lnTo>
                      <a:pt x="5219478" y="2607493"/>
                    </a:lnTo>
                    <a:lnTo>
                      <a:pt x="5330528" y="2629840"/>
                    </a:lnTo>
                    <a:lnTo>
                      <a:pt x="5441578" y="2643927"/>
                    </a:lnTo>
                    <a:lnTo>
                      <a:pt x="5552629" y="2650600"/>
                    </a:lnTo>
                    <a:lnTo>
                      <a:pt x="5663679" y="2649752"/>
                    </a:lnTo>
                    <a:lnTo>
                      <a:pt x="5774730" y="2641385"/>
                    </a:lnTo>
                    <a:lnTo>
                      <a:pt x="5885781" y="2626133"/>
                    </a:lnTo>
                    <a:lnTo>
                      <a:pt x="5996831" y="2604421"/>
                    </a:lnTo>
                    <a:lnTo>
                      <a:pt x="6107881" y="2577095"/>
                    </a:lnTo>
                    <a:lnTo>
                      <a:pt x="6219038" y="2545003"/>
                    </a:lnTo>
                    <a:lnTo>
                      <a:pt x="6330088" y="2508992"/>
                    </a:lnTo>
                    <a:lnTo>
                      <a:pt x="6441139" y="2470122"/>
                    </a:lnTo>
                    <a:lnTo>
                      <a:pt x="6552189" y="2429345"/>
                    </a:lnTo>
                    <a:lnTo>
                      <a:pt x="6663240" y="2387510"/>
                    </a:lnTo>
                    <a:lnTo>
                      <a:pt x="6774290" y="2345250"/>
                    </a:lnTo>
                    <a:lnTo>
                      <a:pt x="6885340" y="2301825"/>
                    </a:lnTo>
                    <a:lnTo>
                      <a:pt x="6996391" y="2252152"/>
                    </a:lnTo>
                    <a:lnTo>
                      <a:pt x="7107441" y="2194217"/>
                    </a:lnTo>
                    <a:lnTo>
                      <a:pt x="7218492" y="2126644"/>
                    </a:lnTo>
                    <a:lnTo>
                      <a:pt x="7329543" y="2048267"/>
                    </a:lnTo>
                    <a:lnTo>
                      <a:pt x="7440593" y="1958664"/>
                    </a:lnTo>
                    <a:lnTo>
                      <a:pt x="7551643" y="1857199"/>
                    </a:lnTo>
                    <a:lnTo>
                      <a:pt x="7662694" y="1743977"/>
                    </a:lnTo>
                    <a:lnTo>
                      <a:pt x="7773744" y="1618893"/>
                    </a:lnTo>
                    <a:lnTo>
                      <a:pt x="7884794" y="1482264"/>
                    </a:lnTo>
                    <a:lnTo>
                      <a:pt x="7995845" y="1334302"/>
                    </a:lnTo>
                    <a:lnTo>
                      <a:pt x="8106896" y="1175326"/>
                    </a:lnTo>
                    <a:lnTo>
                      <a:pt x="8217946" y="1005440"/>
                    </a:lnTo>
                    <a:lnTo>
                      <a:pt x="8328997" y="824857"/>
                    </a:lnTo>
                    <a:lnTo>
                      <a:pt x="8440047" y="634000"/>
                    </a:lnTo>
                    <a:lnTo>
                      <a:pt x="8551097" y="432764"/>
                    </a:lnTo>
                    <a:lnTo>
                      <a:pt x="8662148" y="221360"/>
                    </a:lnTo>
                    <a:lnTo>
                      <a:pt x="8773198" y="0"/>
                    </a:lnTo>
                    <a:lnTo>
                      <a:pt x="8773198" y="4637331"/>
                    </a:lnTo>
                    <a:lnTo>
                      <a:pt x="8662148" y="4528769"/>
                    </a:lnTo>
                    <a:lnTo>
                      <a:pt x="8551097" y="4424868"/>
                    </a:lnTo>
                    <a:lnTo>
                      <a:pt x="8440047" y="4325838"/>
                    </a:lnTo>
                    <a:lnTo>
                      <a:pt x="8328997" y="4232211"/>
                    </a:lnTo>
                    <a:lnTo>
                      <a:pt x="8217946" y="4144514"/>
                    </a:lnTo>
                    <a:lnTo>
                      <a:pt x="8106896" y="4063172"/>
                    </a:lnTo>
                    <a:lnTo>
                      <a:pt x="7995845" y="3988715"/>
                    </a:lnTo>
                    <a:lnTo>
                      <a:pt x="7884794" y="3921777"/>
                    </a:lnTo>
                    <a:lnTo>
                      <a:pt x="7773744" y="3862889"/>
                    </a:lnTo>
                    <a:lnTo>
                      <a:pt x="7662694" y="3812580"/>
                    </a:lnTo>
                    <a:lnTo>
                      <a:pt x="7551643" y="3771485"/>
                    </a:lnTo>
                    <a:lnTo>
                      <a:pt x="7440593" y="3739817"/>
                    </a:lnTo>
                    <a:lnTo>
                      <a:pt x="7329543" y="3717999"/>
                    </a:lnTo>
                    <a:lnTo>
                      <a:pt x="7218492" y="3705819"/>
                    </a:lnTo>
                    <a:lnTo>
                      <a:pt x="7107441" y="3702959"/>
                    </a:lnTo>
                    <a:lnTo>
                      <a:pt x="6996391" y="3708679"/>
                    </a:lnTo>
                    <a:lnTo>
                      <a:pt x="6885340" y="3722024"/>
                    </a:lnTo>
                    <a:lnTo>
                      <a:pt x="6774290" y="3741935"/>
                    </a:lnTo>
                    <a:lnTo>
                      <a:pt x="6663240" y="3769049"/>
                    </a:lnTo>
                    <a:lnTo>
                      <a:pt x="6552189" y="3801353"/>
                    </a:lnTo>
                    <a:lnTo>
                      <a:pt x="6441139" y="3837046"/>
                    </a:lnTo>
                    <a:lnTo>
                      <a:pt x="6330088" y="3874328"/>
                    </a:lnTo>
                    <a:lnTo>
                      <a:pt x="6219038" y="3911715"/>
                    </a:lnTo>
                    <a:lnTo>
                      <a:pt x="6107881" y="3947726"/>
                    </a:lnTo>
                    <a:lnTo>
                      <a:pt x="5996831" y="3980771"/>
                    </a:lnTo>
                    <a:lnTo>
                      <a:pt x="5885781" y="4009156"/>
                    </a:lnTo>
                    <a:lnTo>
                      <a:pt x="5774730" y="4030974"/>
                    </a:lnTo>
                    <a:lnTo>
                      <a:pt x="5663679" y="4044319"/>
                    </a:lnTo>
                    <a:lnTo>
                      <a:pt x="5552629" y="4047285"/>
                    </a:lnTo>
                    <a:lnTo>
                      <a:pt x="5441578" y="4033410"/>
                    </a:lnTo>
                    <a:lnTo>
                      <a:pt x="5330528" y="3995281"/>
                    </a:lnTo>
                    <a:lnTo>
                      <a:pt x="5219478" y="3937770"/>
                    </a:lnTo>
                    <a:lnTo>
                      <a:pt x="5108428" y="3865855"/>
                    </a:lnTo>
                    <a:lnTo>
                      <a:pt x="4997377" y="3784936"/>
                    </a:lnTo>
                    <a:lnTo>
                      <a:pt x="4886326" y="3699464"/>
                    </a:lnTo>
                    <a:lnTo>
                      <a:pt x="4775276" y="3613250"/>
                    </a:lnTo>
                    <a:lnTo>
                      <a:pt x="4664225" y="3528201"/>
                    </a:lnTo>
                    <a:lnTo>
                      <a:pt x="4553175" y="3444953"/>
                    </a:lnTo>
                    <a:lnTo>
                      <a:pt x="4442124" y="3362764"/>
                    </a:lnTo>
                    <a:lnTo>
                      <a:pt x="4331074" y="3280363"/>
                    </a:lnTo>
                    <a:lnTo>
                      <a:pt x="4220024" y="3190548"/>
                    </a:lnTo>
                    <a:lnTo>
                      <a:pt x="4108973" y="3069277"/>
                    </a:lnTo>
                    <a:lnTo>
                      <a:pt x="3997923" y="2939532"/>
                    </a:lnTo>
                    <a:lnTo>
                      <a:pt x="3886872" y="2822921"/>
                    </a:lnTo>
                    <a:lnTo>
                      <a:pt x="3775822" y="2691694"/>
                    </a:lnTo>
                    <a:lnTo>
                      <a:pt x="3664771" y="2539813"/>
                    </a:lnTo>
                    <a:lnTo>
                      <a:pt x="3553721" y="2404985"/>
                    </a:lnTo>
                    <a:lnTo>
                      <a:pt x="3442670" y="2305109"/>
                    </a:lnTo>
                    <a:lnTo>
                      <a:pt x="3331620" y="2234252"/>
                    </a:lnTo>
                    <a:lnTo>
                      <a:pt x="3220569" y="2153228"/>
                    </a:lnTo>
                    <a:lnTo>
                      <a:pt x="3109519" y="2087879"/>
                    </a:lnTo>
                    <a:lnTo>
                      <a:pt x="2998362" y="2054940"/>
                    </a:lnTo>
                    <a:lnTo>
                      <a:pt x="2887312" y="2056211"/>
                    </a:lnTo>
                    <a:lnTo>
                      <a:pt x="2776262" y="2122089"/>
                    </a:lnTo>
                    <a:lnTo>
                      <a:pt x="2665211" y="2242937"/>
                    </a:lnTo>
                    <a:lnTo>
                      <a:pt x="2554161" y="2366327"/>
                    </a:lnTo>
                    <a:lnTo>
                      <a:pt x="2443110" y="2461226"/>
                    </a:lnTo>
                    <a:lnTo>
                      <a:pt x="2332060" y="2598490"/>
                    </a:lnTo>
                    <a:lnTo>
                      <a:pt x="2221009" y="2735225"/>
                    </a:lnTo>
                    <a:lnTo>
                      <a:pt x="2109959" y="2821650"/>
                    </a:lnTo>
                    <a:lnTo>
                      <a:pt x="1998908" y="2949276"/>
                    </a:lnTo>
                    <a:lnTo>
                      <a:pt x="1887858" y="3098933"/>
                    </a:lnTo>
                    <a:lnTo>
                      <a:pt x="1776807" y="3197009"/>
                    </a:lnTo>
                    <a:lnTo>
                      <a:pt x="1665757" y="3159304"/>
                    </a:lnTo>
                    <a:lnTo>
                      <a:pt x="1554706" y="3048412"/>
                    </a:lnTo>
                    <a:lnTo>
                      <a:pt x="1443656" y="2933284"/>
                    </a:lnTo>
                    <a:lnTo>
                      <a:pt x="1332605" y="2698790"/>
                    </a:lnTo>
                    <a:lnTo>
                      <a:pt x="1221555" y="2331693"/>
                    </a:lnTo>
                    <a:lnTo>
                      <a:pt x="1110505" y="2053351"/>
                    </a:lnTo>
                    <a:lnTo>
                      <a:pt x="999454" y="1951356"/>
                    </a:lnTo>
                    <a:lnTo>
                      <a:pt x="888404" y="1925513"/>
                    </a:lnTo>
                    <a:lnTo>
                      <a:pt x="777353" y="1960571"/>
                    </a:lnTo>
                    <a:lnTo>
                      <a:pt x="666303" y="2043290"/>
                    </a:lnTo>
                    <a:lnTo>
                      <a:pt x="555252" y="2183202"/>
                    </a:lnTo>
                    <a:lnTo>
                      <a:pt x="444202" y="2389839"/>
                    </a:lnTo>
                    <a:lnTo>
                      <a:pt x="333151" y="2684174"/>
                    </a:lnTo>
                    <a:lnTo>
                      <a:pt x="222101" y="3099886"/>
                    </a:lnTo>
                    <a:lnTo>
                      <a:pt x="111050" y="3660382"/>
                    </a:lnTo>
                    <a:lnTo>
                      <a:pt x="0" y="4365662"/>
                    </a:lnTo>
                    <a:close/>
                  </a:path>
                </a:pathLst>
              </a:custGeom>
              <a:solidFill>
                <a:srgbClr val="E78828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F68F4A1-1166-DED3-F8A4-6FDB56911720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2666486"/>
              </a:xfrm>
              <a:custGeom>
                <a:avLst/>
                <a:gdLst>
                  <a:gd name="connsiteX0" fmla="*/ 0 w 8773198"/>
                  <a:gd name="connsiteY0" fmla="*/ 2666487 h 2666486"/>
                  <a:gd name="connsiteX1" fmla="*/ 111050 w 8773198"/>
                  <a:gd name="connsiteY1" fmla="*/ 2345885 h 2666486"/>
                  <a:gd name="connsiteX2" fmla="*/ 222101 w 8773198"/>
                  <a:gd name="connsiteY2" fmla="*/ 2027614 h 2666486"/>
                  <a:gd name="connsiteX3" fmla="*/ 333151 w 8773198"/>
                  <a:gd name="connsiteY3" fmla="*/ 1714639 h 2666486"/>
                  <a:gd name="connsiteX4" fmla="*/ 444202 w 8773198"/>
                  <a:gd name="connsiteY4" fmla="*/ 1418398 h 2666486"/>
                  <a:gd name="connsiteX5" fmla="*/ 555252 w 8773198"/>
                  <a:gd name="connsiteY5" fmla="*/ 1156367 h 2666486"/>
                  <a:gd name="connsiteX6" fmla="*/ 666303 w 8773198"/>
                  <a:gd name="connsiteY6" fmla="*/ 958414 h 2666486"/>
                  <a:gd name="connsiteX7" fmla="*/ 777353 w 8773198"/>
                  <a:gd name="connsiteY7" fmla="*/ 833648 h 2666486"/>
                  <a:gd name="connsiteX8" fmla="*/ 888404 w 8773198"/>
                  <a:gd name="connsiteY8" fmla="*/ 775925 h 2666486"/>
                  <a:gd name="connsiteX9" fmla="*/ 999454 w 8773198"/>
                  <a:gd name="connsiteY9" fmla="*/ 789482 h 2666486"/>
                  <a:gd name="connsiteX10" fmla="*/ 1110505 w 8773198"/>
                  <a:gd name="connsiteY10" fmla="*/ 904186 h 2666486"/>
                  <a:gd name="connsiteX11" fmla="*/ 1221555 w 8773198"/>
                  <a:gd name="connsiteY11" fmla="*/ 1202863 h 2666486"/>
                  <a:gd name="connsiteX12" fmla="*/ 1332605 w 8773198"/>
                  <a:gd name="connsiteY12" fmla="*/ 1492432 h 2666486"/>
                  <a:gd name="connsiteX13" fmla="*/ 1443656 w 8773198"/>
                  <a:gd name="connsiteY13" fmla="*/ 1656810 h 2666486"/>
                  <a:gd name="connsiteX14" fmla="*/ 1554706 w 8773198"/>
                  <a:gd name="connsiteY14" fmla="*/ 1777234 h 2666486"/>
                  <a:gd name="connsiteX15" fmla="*/ 1665757 w 8773198"/>
                  <a:gd name="connsiteY15" fmla="*/ 1846713 h 2666486"/>
                  <a:gd name="connsiteX16" fmla="*/ 1776807 w 8773198"/>
                  <a:gd name="connsiteY16" fmla="*/ 1868002 h 2666486"/>
                  <a:gd name="connsiteX17" fmla="*/ 1887858 w 8773198"/>
                  <a:gd name="connsiteY17" fmla="*/ 1842265 h 2666486"/>
                  <a:gd name="connsiteX18" fmla="*/ 1998908 w 8773198"/>
                  <a:gd name="connsiteY18" fmla="*/ 1757534 h 2666486"/>
                  <a:gd name="connsiteX19" fmla="*/ 2109959 w 8773198"/>
                  <a:gd name="connsiteY19" fmla="*/ 1637851 h 2666486"/>
                  <a:gd name="connsiteX20" fmla="*/ 2221009 w 8773198"/>
                  <a:gd name="connsiteY20" fmla="*/ 1551426 h 2666486"/>
                  <a:gd name="connsiteX21" fmla="*/ 2332060 w 8773198"/>
                  <a:gd name="connsiteY21" fmla="*/ 1428989 h 2666486"/>
                  <a:gd name="connsiteX22" fmla="*/ 2443110 w 8773198"/>
                  <a:gd name="connsiteY22" fmla="*/ 1250842 h 2666486"/>
                  <a:gd name="connsiteX23" fmla="*/ 2554161 w 8773198"/>
                  <a:gd name="connsiteY23" fmla="*/ 1124169 h 2666486"/>
                  <a:gd name="connsiteX24" fmla="*/ 2665211 w 8773198"/>
                  <a:gd name="connsiteY24" fmla="*/ 1035202 h 2666486"/>
                  <a:gd name="connsiteX25" fmla="*/ 2776262 w 8773198"/>
                  <a:gd name="connsiteY25" fmla="*/ 938714 h 2666486"/>
                  <a:gd name="connsiteX26" fmla="*/ 2887312 w 8773198"/>
                  <a:gd name="connsiteY26" fmla="*/ 858961 h 2666486"/>
                  <a:gd name="connsiteX27" fmla="*/ 2998362 w 8773198"/>
                  <a:gd name="connsiteY27" fmla="*/ 850700 h 2666486"/>
                  <a:gd name="connsiteX28" fmla="*/ 3109519 w 8773198"/>
                  <a:gd name="connsiteY28" fmla="*/ 896455 h 2666486"/>
                  <a:gd name="connsiteX29" fmla="*/ 3220569 w 8773198"/>
                  <a:gd name="connsiteY29" fmla="*/ 958626 h 2666486"/>
                  <a:gd name="connsiteX30" fmla="*/ 3331620 w 8773198"/>
                  <a:gd name="connsiteY30" fmla="*/ 1026517 h 2666486"/>
                  <a:gd name="connsiteX31" fmla="*/ 3442670 w 8773198"/>
                  <a:gd name="connsiteY31" fmla="*/ 1116544 h 2666486"/>
                  <a:gd name="connsiteX32" fmla="*/ 3553721 w 8773198"/>
                  <a:gd name="connsiteY32" fmla="*/ 1258892 h 2666486"/>
                  <a:gd name="connsiteX33" fmla="*/ 3664771 w 8773198"/>
                  <a:gd name="connsiteY33" fmla="*/ 1416597 h 2666486"/>
                  <a:gd name="connsiteX34" fmla="*/ 3775822 w 8773198"/>
                  <a:gd name="connsiteY34" fmla="*/ 1559369 h 2666486"/>
                  <a:gd name="connsiteX35" fmla="*/ 3886872 w 8773198"/>
                  <a:gd name="connsiteY35" fmla="*/ 1676298 h 2666486"/>
                  <a:gd name="connsiteX36" fmla="*/ 3997923 w 8773198"/>
                  <a:gd name="connsiteY36" fmla="*/ 1790367 h 2666486"/>
                  <a:gd name="connsiteX37" fmla="*/ 4108973 w 8773198"/>
                  <a:gd name="connsiteY37" fmla="*/ 1908461 h 2666486"/>
                  <a:gd name="connsiteX38" fmla="*/ 4220024 w 8773198"/>
                  <a:gd name="connsiteY38" fmla="*/ 2009609 h 2666486"/>
                  <a:gd name="connsiteX39" fmla="*/ 4331074 w 8773198"/>
                  <a:gd name="connsiteY39" fmla="*/ 2087350 h 2666486"/>
                  <a:gd name="connsiteX40" fmla="*/ 4442124 w 8773198"/>
                  <a:gd name="connsiteY40" fmla="*/ 2168374 h 2666486"/>
                  <a:gd name="connsiteX41" fmla="*/ 4553175 w 8773198"/>
                  <a:gd name="connsiteY41" fmla="*/ 2252681 h 2666486"/>
                  <a:gd name="connsiteX42" fmla="*/ 4664225 w 8773198"/>
                  <a:gd name="connsiteY42" fmla="*/ 2335188 h 2666486"/>
                  <a:gd name="connsiteX43" fmla="*/ 4775276 w 8773198"/>
                  <a:gd name="connsiteY43" fmla="*/ 2411234 h 2666486"/>
                  <a:gd name="connsiteX44" fmla="*/ 4886326 w 8773198"/>
                  <a:gd name="connsiteY44" fmla="*/ 2477536 h 2666486"/>
                  <a:gd name="connsiteX45" fmla="*/ 4997377 w 8773198"/>
                  <a:gd name="connsiteY45" fmla="*/ 2532400 h 2666486"/>
                  <a:gd name="connsiteX46" fmla="*/ 5108428 w 8773198"/>
                  <a:gd name="connsiteY46" fmla="*/ 2575507 h 2666486"/>
                  <a:gd name="connsiteX47" fmla="*/ 5219478 w 8773198"/>
                  <a:gd name="connsiteY47" fmla="*/ 2607493 h 2666486"/>
                  <a:gd name="connsiteX48" fmla="*/ 5330528 w 8773198"/>
                  <a:gd name="connsiteY48" fmla="*/ 2629840 h 2666486"/>
                  <a:gd name="connsiteX49" fmla="*/ 5441578 w 8773198"/>
                  <a:gd name="connsiteY49" fmla="*/ 2643927 h 2666486"/>
                  <a:gd name="connsiteX50" fmla="*/ 5552629 w 8773198"/>
                  <a:gd name="connsiteY50" fmla="*/ 2650600 h 2666486"/>
                  <a:gd name="connsiteX51" fmla="*/ 5663679 w 8773198"/>
                  <a:gd name="connsiteY51" fmla="*/ 2649752 h 2666486"/>
                  <a:gd name="connsiteX52" fmla="*/ 5774730 w 8773198"/>
                  <a:gd name="connsiteY52" fmla="*/ 2641385 h 2666486"/>
                  <a:gd name="connsiteX53" fmla="*/ 5885781 w 8773198"/>
                  <a:gd name="connsiteY53" fmla="*/ 2626133 h 2666486"/>
                  <a:gd name="connsiteX54" fmla="*/ 5996831 w 8773198"/>
                  <a:gd name="connsiteY54" fmla="*/ 2604421 h 2666486"/>
                  <a:gd name="connsiteX55" fmla="*/ 6107881 w 8773198"/>
                  <a:gd name="connsiteY55" fmla="*/ 2577095 h 2666486"/>
                  <a:gd name="connsiteX56" fmla="*/ 6219038 w 8773198"/>
                  <a:gd name="connsiteY56" fmla="*/ 2545003 h 2666486"/>
                  <a:gd name="connsiteX57" fmla="*/ 6330088 w 8773198"/>
                  <a:gd name="connsiteY57" fmla="*/ 2508992 h 2666486"/>
                  <a:gd name="connsiteX58" fmla="*/ 6441139 w 8773198"/>
                  <a:gd name="connsiteY58" fmla="*/ 2470122 h 2666486"/>
                  <a:gd name="connsiteX59" fmla="*/ 6552189 w 8773198"/>
                  <a:gd name="connsiteY59" fmla="*/ 2429345 h 2666486"/>
                  <a:gd name="connsiteX60" fmla="*/ 6663240 w 8773198"/>
                  <a:gd name="connsiteY60" fmla="*/ 2387510 h 2666486"/>
                  <a:gd name="connsiteX61" fmla="*/ 6774290 w 8773198"/>
                  <a:gd name="connsiteY61" fmla="*/ 2345250 h 2666486"/>
                  <a:gd name="connsiteX62" fmla="*/ 6885340 w 8773198"/>
                  <a:gd name="connsiteY62" fmla="*/ 2301825 h 2666486"/>
                  <a:gd name="connsiteX63" fmla="*/ 6996391 w 8773198"/>
                  <a:gd name="connsiteY63" fmla="*/ 2252152 h 2666486"/>
                  <a:gd name="connsiteX64" fmla="*/ 7107441 w 8773198"/>
                  <a:gd name="connsiteY64" fmla="*/ 2194217 h 2666486"/>
                  <a:gd name="connsiteX65" fmla="*/ 7218492 w 8773198"/>
                  <a:gd name="connsiteY65" fmla="*/ 2126644 h 2666486"/>
                  <a:gd name="connsiteX66" fmla="*/ 7329543 w 8773198"/>
                  <a:gd name="connsiteY66" fmla="*/ 2048267 h 2666486"/>
                  <a:gd name="connsiteX67" fmla="*/ 7440593 w 8773198"/>
                  <a:gd name="connsiteY67" fmla="*/ 1958664 h 2666486"/>
                  <a:gd name="connsiteX68" fmla="*/ 7551643 w 8773198"/>
                  <a:gd name="connsiteY68" fmla="*/ 1857199 h 2666486"/>
                  <a:gd name="connsiteX69" fmla="*/ 7662694 w 8773198"/>
                  <a:gd name="connsiteY69" fmla="*/ 1743977 h 2666486"/>
                  <a:gd name="connsiteX70" fmla="*/ 7773744 w 8773198"/>
                  <a:gd name="connsiteY70" fmla="*/ 1618893 h 2666486"/>
                  <a:gd name="connsiteX71" fmla="*/ 7884794 w 8773198"/>
                  <a:gd name="connsiteY71" fmla="*/ 1482264 h 2666486"/>
                  <a:gd name="connsiteX72" fmla="*/ 7995845 w 8773198"/>
                  <a:gd name="connsiteY72" fmla="*/ 1334302 h 2666486"/>
                  <a:gd name="connsiteX73" fmla="*/ 8106896 w 8773198"/>
                  <a:gd name="connsiteY73" fmla="*/ 1175326 h 2666486"/>
                  <a:gd name="connsiteX74" fmla="*/ 8217946 w 8773198"/>
                  <a:gd name="connsiteY74" fmla="*/ 1005440 h 2666486"/>
                  <a:gd name="connsiteX75" fmla="*/ 8328997 w 8773198"/>
                  <a:gd name="connsiteY75" fmla="*/ 824857 h 2666486"/>
                  <a:gd name="connsiteX76" fmla="*/ 8440047 w 8773198"/>
                  <a:gd name="connsiteY76" fmla="*/ 634000 h 2666486"/>
                  <a:gd name="connsiteX77" fmla="*/ 8551097 w 8773198"/>
                  <a:gd name="connsiteY77" fmla="*/ 432764 h 2666486"/>
                  <a:gd name="connsiteX78" fmla="*/ 8662148 w 8773198"/>
                  <a:gd name="connsiteY78" fmla="*/ 221360 h 2666486"/>
                  <a:gd name="connsiteX79" fmla="*/ 8773198 w 8773198"/>
                  <a:gd name="connsiteY79" fmla="*/ 0 h 2666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666486">
                    <a:moveTo>
                      <a:pt x="0" y="2666487"/>
                    </a:moveTo>
                    <a:lnTo>
                      <a:pt x="111050" y="2345885"/>
                    </a:lnTo>
                    <a:lnTo>
                      <a:pt x="222101" y="2027614"/>
                    </a:lnTo>
                    <a:lnTo>
                      <a:pt x="333151" y="1714639"/>
                    </a:lnTo>
                    <a:lnTo>
                      <a:pt x="444202" y="1418398"/>
                    </a:lnTo>
                    <a:lnTo>
                      <a:pt x="555252" y="1156367"/>
                    </a:lnTo>
                    <a:lnTo>
                      <a:pt x="666303" y="958414"/>
                    </a:lnTo>
                    <a:lnTo>
                      <a:pt x="777353" y="833648"/>
                    </a:lnTo>
                    <a:lnTo>
                      <a:pt x="888404" y="775925"/>
                    </a:lnTo>
                    <a:lnTo>
                      <a:pt x="999454" y="789482"/>
                    </a:lnTo>
                    <a:lnTo>
                      <a:pt x="1110505" y="904186"/>
                    </a:lnTo>
                    <a:lnTo>
                      <a:pt x="1221555" y="1202863"/>
                    </a:lnTo>
                    <a:lnTo>
                      <a:pt x="1332605" y="1492432"/>
                    </a:lnTo>
                    <a:lnTo>
                      <a:pt x="1443656" y="1656810"/>
                    </a:lnTo>
                    <a:lnTo>
                      <a:pt x="1554706" y="1777234"/>
                    </a:lnTo>
                    <a:lnTo>
                      <a:pt x="1665757" y="1846713"/>
                    </a:lnTo>
                    <a:lnTo>
                      <a:pt x="1776807" y="1868002"/>
                    </a:lnTo>
                    <a:lnTo>
                      <a:pt x="1887858" y="1842265"/>
                    </a:lnTo>
                    <a:lnTo>
                      <a:pt x="1998908" y="1757534"/>
                    </a:lnTo>
                    <a:lnTo>
                      <a:pt x="2109959" y="1637851"/>
                    </a:lnTo>
                    <a:lnTo>
                      <a:pt x="2221009" y="1551426"/>
                    </a:lnTo>
                    <a:lnTo>
                      <a:pt x="2332060" y="1428989"/>
                    </a:lnTo>
                    <a:lnTo>
                      <a:pt x="2443110" y="1250842"/>
                    </a:lnTo>
                    <a:lnTo>
                      <a:pt x="2554161" y="1124169"/>
                    </a:lnTo>
                    <a:lnTo>
                      <a:pt x="2665211" y="1035202"/>
                    </a:lnTo>
                    <a:lnTo>
                      <a:pt x="2776262" y="938714"/>
                    </a:lnTo>
                    <a:lnTo>
                      <a:pt x="2887312" y="858961"/>
                    </a:lnTo>
                    <a:lnTo>
                      <a:pt x="2998362" y="850700"/>
                    </a:lnTo>
                    <a:lnTo>
                      <a:pt x="3109519" y="896455"/>
                    </a:lnTo>
                    <a:lnTo>
                      <a:pt x="3220569" y="958626"/>
                    </a:lnTo>
                    <a:lnTo>
                      <a:pt x="3331620" y="1026517"/>
                    </a:lnTo>
                    <a:lnTo>
                      <a:pt x="3442670" y="1116544"/>
                    </a:lnTo>
                    <a:lnTo>
                      <a:pt x="3553721" y="1258892"/>
                    </a:lnTo>
                    <a:lnTo>
                      <a:pt x="3664771" y="1416597"/>
                    </a:lnTo>
                    <a:lnTo>
                      <a:pt x="3775822" y="1559369"/>
                    </a:lnTo>
                    <a:lnTo>
                      <a:pt x="3886872" y="1676298"/>
                    </a:lnTo>
                    <a:lnTo>
                      <a:pt x="3997923" y="1790367"/>
                    </a:lnTo>
                    <a:lnTo>
                      <a:pt x="4108973" y="1908461"/>
                    </a:lnTo>
                    <a:lnTo>
                      <a:pt x="4220024" y="2009609"/>
                    </a:lnTo>
                    <a:lnTo>
                      <a:pt x="4331074" y="2087350"/>
                    </a:lnTo>
                    <a:lnTo>
                      <a:pt x="4442124" y="2168374"/>
                    </a:lnTo>
                    <a:lnTo>
                      <a:pt x="4553175" y="2252681"/>
                    </a:lnTo>
                    <a:lnTo>
                      <a:pt x="4664225" y="2335188"/>
                    </a:lnTo>
                    <a:lnTo>
                      <a:pt x="4775276" y="2411234"/>
                    </a:lnTo>
                    <a:lnTo>
                      <a:pt x="4886326" y="2477536"/>
                    </a:lnTo>
                    <a:lnTo>
                      <a:pt x="4997377" y="2532400"/>
                    </a:lnTo>
                    <a:lnTo>
                      <a:pt x="5108428" y="2575507"/>
                    </a:lnTo>
                    <a:lnTo>
                      <a:pt x="5219478" y="2607493"/>
                    </a:lnTo>
                    <a:lnTo>
                      <a:pt x="5330528" y="2629840"/>
                    </a:lnTo>
                    <a:lnTo>
                      <a:pt x="5441578" y="2643927"/>
                    </a:lnTo>
                    <a:lnTo>
                      <a:pt x="5552629" y="2650600"/>
                    </a:lnTo>
                    <a:lnTo>
                      <a:pt x="5663679" y="2649752"/>
                    </a:lnTo>
                    <a:lnTo>
                      <a:pt x="5774730" y="2641385"/>
                    </a:lnTo>
                    <a:lnTo>
                      <a:pt x="5885781" y="2626133"/>
                    </a:lnTo>
                    <a:lnTo>
                      <a:pt x="5996831" y="2604421"/>
                    </a:lnTo>
                    <a:lnTo>
                      <a:pt x="6107881" y="2577095"/>
                    </a:lnTo>
                    <a:lnTo>
                      <a:pt x="6219038" y="2545003"/>
                    </a:lnTo>
                    <a:lnTo>
                      <a:pt x="6330088" y="2508992"/>
                    </a:lnTo>
                    <a:lnTo>
                      <a:pt x="6441139" y="2470122"/>
                    </a:lnTo>
                    <a:lnTo>
                      <a:pt x="6552189" y="2429345"/>
                    </a:lnTo>
                    <a:lnTo>
                      <a:pt x="6663240" y="2387510"/>
                    </a:lnTo>
                    <a:lnTo>
                      <a:pt x="6774290" y="2345250"/>
                    </a:lnTo>
                    <a:lnTo>
                      <a:pt x="6885340" y="2301825"/>
                    </a:lnTo>
                    <a:lnTo>
                      <a:pt x="6996391" y="2252152"/>
                    </a:lnTo>
                    <a:lnTo>
                      <a:pt x="7107441" y="2194217"/>
                    </a:lnTo>
                    <a:lnTo>
                      <a:pt x="7218492" y="2126644"/>
                    </a:lnTo>
                    <a:lnTo>
                      <a:pt x="7329543" y="2048267"/>
                    </a:lnTo>
                    <a:lnTo>
                      <a:pt x="7440593" y="1958664"/>
                    </a:lnTo>
                    <a:lnTo>
                      <a:pt x="7551643" y="1857199"/>
                    </a:lnTo>
                    <a:lnTo>
                      <a:pt x="7662694" y="1743977"/>
                    </a:lnTo>
                    <a:lnTo>
                      <a:pt x="7773744" y="1618893"/>
                    </a:lnTo>
                    <a:lnTo>
                      <a:pt x="7884794" y="1482264"/>
                    </a:lnTo>
                    <a:lnTo>
                      <a:pt x="7995845" y="1334302"/>
                    </a:lnTo>
                    <a:lnTo>
                      <a:pt x="8106896" y="1175326"/>
                    </a:lnTo>
                    <a:lnTo>
                      <a:pt x="8217946" y="1005440"/>
                    </a:lnTo>
                    <a:lnTo>
                      <a:pt x="8328997" y="824857"/>
                    </a:lnTo>
                    <a:lnTo>
                      <a:pt x="8440047" y="634000"/>
                    </a:lnTo>
                    <a:lnTo>
                      <a:pt x="8551097" y="432764"/>
                    </a:lnTo>
                    <a:lnTo>
                      <a:pt x="8662148" y="221360"/>
                    </a:lnTo>
                    <a:lnTo>
                      <a:pt x="8773198" y="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1332E6AE-C43A-166D-5A16-160A4BE668EA}"/>
                  </a:ext>
                </a:extLst>
              </p:cNvPr>
              <p:cNvSpPr/>
              <p:nvPr/>
            </p:nvSpPr>
            <p:spPr>
              <a:xfrm>
                <a:off x="1909778" y="2896994"/>
                <a:ext cx="8773198" cy="2711817"/>
              </a:xfrm>
              <a:custGeom>
                <a:avLst/>
                <a:gdLst>
                  <a:gd name="connsiteX0" fmla="*/ 8773198 w 8773198"/>
                  <a:gd name="connsiteY0" fmla="*/ 2711818 h 2711817"/>
                  <a:gd name="connsiteX1" fmla="*/ 8662148 w 8773198"/>
                  <a:gd name="connsiteY1" fmla="*/ 2603256 h 2711817"/>
                  <a:gd name="connsiteX2" fmla="*/ 8551097 w 8773198"/>
                  <a:gd name="connsiteY2" fmla="*/ 2499354 h 2711817"/>
                  <a:gd name="connsiteX3" fmla="*/ 8440047 w 8773198"/>
                  <a:gd name="connsiteY3" fmla="*/ 2400325 h 2711817"/>
                  <a:gd name="connsiteX4" fmla="*/ 8328997 w 8773198"/>
                  <a:gd name="connsiteY4" fmla="*/ 2306697 h 2711817"/>
                  <a:gd name="connsiteX5" fmla="*/ 8217946 w 8773198"/>
                  <a:gd name="connsiteY5" fmla="*/ 2219001 h 2711817"/>
                  <a:gd name="connsiteX6" fmla="*/ 8106896 w 8773198"/>
                  <a:gd name="connsiteY6" fmla="*/ 2137659 h 2711817"/>
                  <a:gd name="connsiteX7" fmla="*/ 7995845 w 8773198"/>
                  <a:gd name="connsiteY7" fmla="*/ 2063201 h 2711817"/>
                  <a:gd name="connsiteX8" fmla="*/ 7884794 w 8773198"/>
                  <a:gd name="connsiteY8" fmla="*/ 1996264 h 2711817"/>
                  <a:gd name="connsiteX9" fmla="*/ 7773744 w 8773198"/>
                  <a:gd name="connsiteY9" fmla="*/ 1937376 h 2711817"/>
                  <a:gd name="connsiteX10" fmla="*/ 7662694 w 8773198"/>
                  <a:gd name="connsiteY10" fmla="*/ 1887067 h 2711817"/>
                  <a:gd name="connsiteX11" fmla="*/ 7551643 w 8773198"/>
                  <a:gd name="connsiteY11" fmla="*/ 1845972 h 2711817"/>
                  <a:gd name="connsiteX12" fmla="*/ 7440593 w 8773198"/>
                  <a:gd name="connsiteY12" fmla="*/ 1814304 h 2711817"/>
                  <a:gd name="connsiteX13" fmla="*/ 7329543 w 8773198"/>
                  <a:gd name="connsiteY13" fmla="*/ 1792486 h 2711817"/>
                  <a:gd name="connsiteX14" fmla="*/ 7218492 w 8773198"/>
                  <a:gd name="connsiteY14" fmla="*/ 1780305 h 2711817"/>
                  <a:gd name="connsiteX15" fmla="*/ 7107441 w 8773198"/>
                  <a:gd name="connsiteY15" fmla="*/ 1777446 h 2711817"/>
                  <a:gd name="connsiteX16" fmla="*/ 6996391 w 8773198"/>
                  <a:gd name="connsiteY16" fmla="*/ 1783165 h 2711817"/>
                  <a:gd name="connsiteX17" fmla="*/ 6885340 w 8773198"/>
                  <a:gd name="connsiteY17" fmla="*/ 1796510 h 2711817"/>
                  <a:gd name="connsiteX18" fmla="*/ 6774290 w 8773198"/>
                  <a:gd name="connsiteY18" fmla="*/ 1816422 h 2711817"/>
                  <a:gd name="connsiteX19" fmla="*/ 6663240 w 8773198"/>
                  <a:gd name="connsiteY19" fmla="*/ 1843536 h 2711817"/>
                  <a:gd name="connsiteX20" fmla="*/ 6552189 w 8773198"/>
                  <a:gd name="connsiteY20" fmla="*/ 1875840 h 2711817"/>
                  <a:gd name="connsiteX21" fmla="*/ 6441139 w 8773198"/>
                  <a:gd name="connsiteY21" fmla="*/ 1911533 h 2711817"/>
                  <a:gd name="connsiteX22" fmla="*/ 6330088 w 8773198"/>
                  <a:gd name="connsiteY22" fmla="*/ 1948814 h 2711817"/>
                  <a:gd name="connsiteX23" fmla="*/ 6219038 w 8773198"/>
                  <a:gd name="connsiteY23" fmla="*/ 1986202 h 2711817"/>
                  <a:gd name="connsiteX24" fmla="*/ 6107881 w 8773198"/>
                  <a:gd name="connsiteY24" fmla="*/ 2022213 h 2711817"/>
                  <a:gd name="connsiteX25" fmla="*/ 5996831 w 8773198"/>
                  <a:gd name="connsiteY25" fmla="*/ 2055258 h 2711817"/>
                  <a:gd name="connsiteX26" fmla="*/ 5885781 w 8773198"/>
                  <a:gd name="connsiteY26" fmla="*/ 2083643 h 2711817"/>
                  <a:gd name="connsiteX27" fmla="*/ 5774730 w 8773198"/>
                  <a:gd name="connsiteY27" fmla="*/ 2105461 h 2711817"/>
                  <a:gd name="connsiteX28" fmla="*/ 5663679 w 8773198"/>
                  <a:gd name="connsiteY28" fmla="*/ 2118806 h 2711817"/>
                  <a:gd name="connsiteX29" fmla="*/ 5552629 w 8773198"/>
                  <a:gd name="connsiteY29" fmla="*/ 2121772 h 2711817"/>
                  <a:gd name="connsiteX30" fmla="*/ 5441578 w 8773198"/>
                  <a:gd name="connsiteY30" fmla="*/ 2107897 h 2711817"/>
                  <a:gd name="connsiteX31" fmla="*/ 5330528 w 8773198"/>
                  <a:gd name="connsiteY31" fmla="*/ 2069768 h 2711817"/>
                  <a:gd name="connsiteX32" fmla="*/ 5219478 w 8773198"/>
                  <a:gd name="connsiteY32" fmla="*/ 2012257 h 2711817"/>
                  <a:gd name="connsiteX33" fmla="*/ 5108428 w 8773198"/>
                  <a:gd name="connsiteY33" fmla="*/ 1940341 h 2711817"/>
                  <a:gd name="connsiteX34" fmla="*/ 4997377 w 8773198"/>
                  <a:gd name="connsiteY34" fmla="*/ 1859423 h 2711817"/>
                  <a:gd name="connsiteX35" fmla="*/ 4886326 w 8773198"/>
                  <a:gd name="connsiteY35" fmla="*/ 1773951 h 2711817"/>
                  <a:gd name="connsiteX36" fmla="*/ 4775276 w 8773198"/>
                  <a:gd name="connsiteY36" fmla="*/ 1687737 h 2711817"/>
                  <a:gd name="connsiteX37" fmla="*/ 4664225 w 8773198"/>
                  <a:gd name="connsiteY37" fmla="*/ 1602688 h 2711817"/>
                  <a:gd name="connsiteX38" fmla="*/ 4553175 w 8773198"/>
                  <a:gd name="connsiteY38" fmla="*/ 1519440 h 2711817"/>
                  <a:gd name="connsiteX39" fmla="*/ 4442124 w 8773198"/>
                  <a:gd name="connsiteY39" fmla="*/ 1437251 h 2711817"/>
                  <a:gd name="connsiteX40" fmla="*/ 4331074 w 8773198"/>
                  <a:gd name="connsiteY40" fmla="*/ 1354850 h 2711817"/>
                  <a:gd name="connsiteX41" fmla="*/ 4220024 w 8773198"/>
                  <a:gd name="connsiteY41" fmla="*/ 1265035 h 2711817"/>
                  <a:gd name="connsiteX42" fmla="*/ 4108973 w 8773198"/>
                  <a:gd name="connsiteY42" fmla="*/ 1143763 h 2711817"/>
                  <a:gd name="connsiteX43" fmla="*/ 3997923 w 8773198"/>
                  <a:gd name="connsiteY43" fmla="*/ 1014019 h 2711817"/>
                  <a:gd name="connsiteX44" fmla="*/ 3886872 w 8773198"/>
                  <a:gd name="connsiteY44" fmla="*/ 897408 h 2711817"/>
                  <a:gd name="connsiteX45" fmla="*/ 3775822 w 8773198"/>
                  <a:gd name="connsiteY45" fmla="*/ 766180 h 2711817"/>
                  <a:gd name="connsiteX46" fmla="*/ 3664771 w 8773198"/>
                  <a:gd name="connsiteY46" fmla="*/ 614300 h 2711817"/>
                  <a:gd name="connsiteX47" fmla="*/ 3553721 w 8773198"/>
                  <a:gd name="connsiteY47" fmla="*/ 479472 h 2711817"/>
                  <a:gd name="connsiteX48" fmla="*/ 3442670 w 8773198"/>
                  <a:gd name="connsiteY48" fmla="*/ 379595 h 2711817"/>
                  <a:gd name="connsiteX49" fmla="*/ 3331620 w 8773198"/>
                  <a:gd name="connsiteY49" fmla="*/ 308739 h 2711817"/>
                  <a:gd name="connsiteX50" fmla="*/ 3220569 w 8773198"/>
                  <a:gd name="connsiteY50" fmla="*/ 227715 h 2711817"/>
                  <a:gd name="connsiteX51" fmla="*/ 3109519 w 8773198"/>
                  <a:gd name="connsiteY51" fmla="*/ 162366 h 2711817"/>
                  <a:gd name="connsiteX52" fmla="*/ 2998362 w 8773198"/>
                  <a:gd name="connsiteY52" fmla="*/ 129427 h 2711817"/>
                  <a:gd name="connsiteX53" fmla="*/ 2887312 w 8773198"/>
                  <a:gd name="connsiteY53" fmla="*/ 130698 h 2711817"/>
                  <a:gd name="connsiteX54" fmla="*/ 2776262 w 8773198"/>
                  <a:gd name="connsiteY54" fmla="*/ 196576 h 2711817"/>
                  <a:gd name="connsiteX55" fmla="*/ 2665211 w 8773198"/>
                  <a:gd name="connsiteY55" fmla="*/ 317424 h 2711817"/>
                  <a:gd name="connsiteX56" fmla="*/ 2554161 w 8773198"/>
                  <a:gd name="connsiteY56" fmla="*/ 440813 h 2711817"/>
                  <a:gd name="connsiteX57" fmla="*/ 2443110 w 8773198"/>
                  <a:gd name="connsiteY57" fmla="*/ 535712 h 2711817"/>
                  <a:gd name="connsiteX58" fmla="*/ 2332060 w 8773198"/>
                  <a:gd name="connsiteY58" fmla="*/ 672976 h 2711817"/>
                  <a:gd name="connsiteX59" fmla="*/ 2221009 w 8773198"/>
                  <a:gd name="connsiteY59" fmla="*/ 809711 h 2711817"/>
                  <a:gd name="connsiteX60" fmla="*/ 2109959 w 8773198"/>
                  <a:gd name="connsiteY60" fmla="*/ 896137 h 2711817"/>
                  <a:gd name="connsiteX61" fmla="*/ 1998908 w 8773198"/>
                  <a:gd name="connsiteY61" fmla="*/ 1023763 h 2711817"/>
                  <a:gd name="connsiteX62" fmla="*/ 1887858 w 8773198"/>
                  <a:gd name="connsiteY62" fmla="*/ 1173419 h 2711817"/>
                  <a:gd name="connsiteX63" fmla="*/ 1776807 w 8773198"/>
                  <a:gd name="connsiteY63" fmla="*/ 1271496 h 2711817"/>
                  <a:gd name="connsiteX64" fmla="*/ 1665757 w 8773198"/>
                  <a:gd name="connsiteY64" fmla="*/ 1233790 h 2711817"/>
                  <a:gd name="connsiteX65" fmla="*/ 1554706 w 8773198"/>
                  <a:gd name="connsiteY65" fmla="*/ 1122898 h 2711817"/>
                  <a:gd name="connsiteX66" fmla="*/ 1443656 w 8773198"/>
                  <a:gd name="connsiteY66" fmla="*/ 1007770 h 2711817"/>
                  <a:gd name="connsiteX67" fmla="*/ 1332605 w 8773198"/>
                  <a:gd name="connsiteY67" fmla="*/ 773277 h 2711817"/>
                  <a:gd name="connsiteX68" fmla="*/ 1221555 w 8773198"/>
                  <a:gd name="connsiteY68" fmla="*/ 406179 h 2711817"/>
                  <a:gd name="connsiteX69" fmla="*/ 1110505 w 8773198"/>
                  <a:gd name="connsiteY69" fmla="*/ 127838 h 2711817"/>
                  <a:gd name="connsiteX70" fmla="*/ 999454 w 8773198"/>
                  <a:gd name="connsiteY70" fmla="*/ 25843 h 2711817"/>
                  <a:gd name="connsiteX71" fmla="*/ 888404 w 8773198"/>
                  <a:gd name="connsiteY71" fmla="*/ 0 h 2711817"/>
                  <a:gd name="connsiteX72" fmla="*/ 777353 w 8773198"/>
                  <a:gd name="connsiteY72" fmla="*/ 35057 h 2711817"/>
                  <a:gd name="connsiteX73" fmla="*/ 666303 w 8773198"/>
                  <a:gd name="connsiteY73" fmla="*/ 117776 h 2711817"/>
                  <a:gd name="connsiteX74" fmla="*/ 555252 w 8773198"/>
                  <a:gd name="connsiteY74" fmla="*/ 257688 h 2711817"/>
                  <a:gd name="connsiteX75" fmla="*/ 444202 w 8773198"/>
                  <a:gd name="connsiteY75" fmla="*/ 464326 h 2711817"/>
                  <a:gd name="connsiteX76" fmla="*/ 333151 w 8773198"/>
                  <a:gd name="connsiteY76" fmla="*/ 758661 h 2711817"/>
                  <a:gd name="connsiteX77" fmla="*/ 222101 w 8773198"/>
                  <a:gd name="connsiteY77" fmla="*/ 1174372 h 2711817"/>
                  <a:gd name="connsiteX78" fmla="*/ 111050 w 8773198"/>
                  <a:gd name="connsiteY78" fmla="*/ 1734868 h 2711817"/>
                  <a:gd name="connsiteX79" fmla="*/ 0 w 8773198"/>
                  <a:gd name="connsiteY79" fmla="*/ 2440149 h 2711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711817">
                    <a:moveTo>
                      <a:pt x="8773198" y="2711818"/>
                    </a:moveTo>
                    <a:lnTo>
                      <a:pt x="8662148" y="2603256"/>
                    </a:lnTo>
                    <a:lnTo>
                      <a:pt x="8551097" y="2499354"/>
                    </a:lnTo>
                    <a:lnTo>
                      <a:pt x="8440047" y="2400325"/>
                    </a:lnTo>
                    <a:lnTo>
                      <a:pt x="8328997" y="2306697"/>
                    </a:lnTo>
                    <a:lnTo>
                      <a:pt x="8217946" y="2219001"/>
                    </a:lnTo>
                    <a:lnTo>
                      <a:pt x="8106896" y="2137659"/>
                    </a:lnTo>
                    <a:lnTo>
                      <a:pt x="7995845" y="2063201"/>
                    </a:lnTo>
                    <a:lnTo>
                      <a:pt x="7884794" y="1996264"/>
                    </a:lnTo>
                    <a:lnTo>
                      <a:pt x="7773744" y="1937376"/>
                    </a:lnTo>
                    <a:lnTo>
                      <a:pt x="7662694" y="1887067"/>
                    </a:lnTo>
                    <a:lnTo>
                      <a:pt x="7551643" y="1845972"/>
                    </a:lnTo>
                    <a:lnTo>
                      <a:pt x="7440593" y="1814304"/>
                    </a:lnTo>
                    <a:lnTo>
                      <a:pt x="7329543" y="1792486"/>
                    </a:lnTo>
                    <a:lnTo>
                      <a:pt x="7218492" y="1780305"/>
                    </a:lnTo>
                    <a:lnTo>
                      <a:pt x="7107441" y="1777446"/>
                    </a:lnTo>
                    <a:lnTo>
                      <a:pt x="6996391" y="1783165"/>
                    </a:lnTo>
                    <a:lnTo>
                      <a:pt x="6885340" y="1796510"/>
                    </a:lnTo>
                    <a:lnTo>
                      <a:pt x="6774290" y="1816422"/>
                    </a:lnTo>
                    <a:lnTo>
                      <a:pt x="6663240" y="1843536"/>
                    </a:lnTo>
                    <a:lnTo>
                      <a:pt x="6552189" y="1875840"/>
                    </a:lnTo>
                    <a:lnTo>
                      <a:pt x="6441139" y="1911533"/>
                    </a:lnTo>
                    <a:lnTo>
                      <a:pt x="6330088" y="1948814"/>
                    </a:lnTo>
                    <a:lnTo>
                      <a:pt x="6219038" y="1986202"/>
                    </a:lnTo>
                    <a:lnTo>
                      <a:pt x="6107881" y="2022213"/>
                    </a:lnTo>
                    <a:lnTo>
                      <a:pt x="5996831" y="2055258"/>
                    </a:lnTo>
                    <a:lnTo>
                      <a:pt x="5885781" y="2083643"/>
                    </a:lnTo>
                    <a:lnTo>
                      <a:pt x="5774730" y="2105461"/>
                    </a:lnTo>
                    <a:lnTo>
                      <a:pt x="5663679" y="2118806"/>
                    </a:lnTo>
                    <a:lnTo>
                      <a:pt x="5552629" y="2121772"/>
                    </a:lnTo>
                    <a:lnTo>
                      <a:pt x="5441578" y="2107897"/>
                    </a:lnTo>
                    <a:lnTo>
                      <a:pt x="5330528" y="2069768"/>
                    </a:lnTo>
                    <a:lnTo>
                      <a:pt x="5219478" y="2012257"/>
                    </a:lnTo>
                    <a:lnTo>
                      <a:pt x="5108428" y="1940341"/>
                    </a:lnTo>
                    <a:lnTo>
                      <a:pt x="4997377" y="1859423"/>
                    </a:lnTo>
                    <a:lnTo>
                      <a:pt x="4886326" y="1773951"/>
                    </a:lnTo>
                    <a:lnTo>
                      <a:pt x="4775276" y="1687737"/>
                    </a:lnTo>
                    <a:lnTo>
                      <a:pt x="4664225" y="1602688"/>
                    </a:lnTo>
                    <a:lnTo>
                      <a:pt x="4553175" y="1519440"/>
                    </a:lnTo>
                    <a:lnTo>
                      <a:pt x="4442124" y="1437251"/>
                    </a:lnTo>
                    <a:lnTo>
                      <a:pt x="4331074" y="1354850"/>
                    </a:lnTo>
                    <a:lnTo>
                      <a:pt x="4220024" y="1265035"/>
                    </a:lnTo>
                    <a:lnTo>
                      <a:pt x="4108973" y="1143763"/>
                    </a:lnTo>
                    <a:lnTo>
                      <a:pt x="3997923" y="1014019"/>
                    </a:lnTo>
                    <a:lnTo>
                      <a:pt x="3886872" y="897408"/>
                    </a:lnTo>
                    <a:lnTo>
                      <a:pt x="3775822" y="766180"/>
                    </a:lnTo>
                    <a:lnTo>
                      <a:pt x="3664771" y="614300"/>
                    </a:lnTo>
                    <a:lnTo>
                      <a:pt x="3553721" y="479472"/>
                    </a:lnTo>
                    <a:lnTo>
                      <a:pt x="3442670" y="379595"/>
                    </a:lnTo>
                    <a:lnTo>
                      <a:pt x="3331620" y="308739"/>
                    </a:lnTo>
                    <a:lnTo>
                      <a:pt x="3220569" y="227715"/>
                    </a:lnTo>
                    <a:lnTo>
                      <a:pt x="3109519" y="162366"/>
                    </a:lnTo>
                    <a:lnTo>
                      <a:pt x="2998362" y="129427"/>
                    </a:lnTo>
                    <a:lnTo>
                      <a:pt x="2887312" y="130698"/>
                    </a:lnTo>
                    <a:lnTo>
                      <a:pt x="2776262" y="196576"/>
                    </a:lnTo>
                    <a:lnTo>
                      <a:pt x="2665211" y="317424"/>
                    </a:lnTo>
                    <a:lnTo>
                      <a:pt x="2554161" y="440813"/>
                    </a:lnTo>
                    <a:lnTo>
                      <a:pt x="2443110" y="535712"/>
                    </a:lnTo>
                    <a:lnTo>
                      <a:pt x="2332060" y="672976"/>
                    </a:lnTo>
                    <a:lnTo>
                      <a:pt x="2221009" y="809711"/>
                    </a:lnTo>
                    <a:lnTo>
                      <a:pt x="2109959" y="896137"/>
                    </a:lnTo>
                    <a:lnTo>
                      <a:pt x="1998908" y="1023763"/>
                    </a:lnTo>
                    <a:lnTo>
                      <a:pt x="1887858" y="1173419"/>
                    </a:lnTo>
                    <a:lnTo>
                      <a:pt x="1776807" y="1271496"/>
                    </a:lnTo>
                    <a:lnTo>
                      <a:pt x="1665757" y="1233790"/>
                    </a:lnTo>
                    <a:lnTo>
                      <a:pt x="1554706" y="1122898"/>
                    </a:lnTo>
                    <a:lnTo>
                      <a:pt x="1443656" y="1007770"/>
                    </a:lnTo>
                    <a:lnTo>
                      <a:pt x="1332605" y="773277"/>
                    </a:lnTo>
                    <a:lnTo>
                      <a:pt x="1221555" y="406179"/>
                    </a:lnTo>
                    <a:lnTo>
                      <a:pt x="1110505" y="127838"/>
                    </a:lnTo>
                    <a:lnTo>
                      <a:pt x="999454" y="25843"/>
                    </a:lnTo>
                    <a:lnTo>
                      <a:pt x="888404" y="0"/>
                    </a:lnTo>
                    <a:lnTo>
                      <a:pt x="777353" y="35057"/>
                    </a:lnTo>
                    <a:lnTo>
                      <a:pt x="666303" y="117776"/>
                    </a:lnTo>
                    <a:lnTo>
                      <a:pt x="555252" y="257688"/>
                    </a:lnTo>
                    <a:lnTo>
                      <a:pt x="444202" y="464326"/>
                    </a:lnTo>
                    <a:lnTo>
                      <a:pt x="333151" y="758661"/>
                    </a:lnTo>
                    <a:lnTo>
                      <a:pt x="222101" y="1174372"/>
                    </a:lnTo>
                    <a:lnTo>
                      <a:pt x="111050" y="1734868"/>
                    </a:lnTo>
                    <a:lnTo>
                      <a:pt x="0" y="2440149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733DD52C-D4FC-9F4A-805D-79B9EC319520}"/>
                  </a:ext>
                </a:extLst>
              </p:cNvPr>
              <p:cNvSpPr/>
              <p:nvPr/>
            </p:nvSpPr>
            <p:spPr>
              <a:xfrm>
                <a:off x="1909778" y="2322200"/>
                <a:ext cx="8773198" cy="2165302"/>
              </a:xfrm>
              <a:custGeom>
                <a:avLst/>
                <a:gdLst>
                  <a:gd name="connsiteX0" fmla="*/ 0 w 8773198"/>
                  <a:gd name="connsiteY0" fmla="*/ 2165302 h 2165302"/>
                  <a:gd name="connsiteX1" fmla="*/ 111050 w 8773198"/>
                  <a:gd name="connsiteY1" fmla="*/ 1652467 h 2165302"/>
                  <a:gd name="connsiteX2" fmla="*/ 222101 w 8773198"/>
                  <a:gd name="connsiteY2" fmla="*/ 1213031 h 2165302"/>
                  <a:gd name="connsiteX3" fmla="*/ 333151 w 8773198"/>
                  <a:gd name="connsiteY3" fmla="*/ 848688 h 2165302"/>
                  <a:gd name="connsiteX4" fmla="*/ 444202 w 8773198"/>
                  <a:gd name="connsiteY4" fmla="*/ 553400 h 2165302"/>
                  <a:gd name="connsiteX5" fmla="*/ 555252 w 8773198"/>
                  <a:gd name="connsiteY5" fmla="*/ 319118 h 2165302"/>
                  <a:gd name="connsiteX6" fmla="*/ 666303 w 8773198"/>
                  <a:gd name="connsiteY6" fmla="*/ 150186 h 2165302"/>
                  <a:gd name="connsiteX7" fmla="*/ 777353 w 8773198"/>
                  <a:gd name="connsiteY7" fmla="*/ 46390 h 2165302"/>
                  <a:gd name="connsiteX8" fmla="*/ 888404 w 8773198"/>
                  <a:gd name="connsiteY8" fmla="*/ 0 h 2165302"/>
                  <a:gd name="connsiteX9" fmla="*/ 999454 w 8773198"/>
                  <a:gd name="connsiteY9" fmla="*/ 19700 h 2165302"/>
                  <a:gd name="connsiteX10" fmla="*/ 1110505 w 8773198"/>
                  <a:gd name="connsiteY10" fmla="*/ 128050 h 2165302"/>
                  <a:gd name="connsiteX11" fmla="*/ 1221555 w 8773198"/>
                  <a:gd name="connsiteY11" fmla="*/ 416559 h 2165302"/>
                  <a:gd name="connsiteX12" fmla="*/ 1332605 w 8773198"/>
                  <a:gd name="connsiteY12" fmla="*/ 744892 h 2165302"/>
                  <a:gd name="connsiteX13" fmla="*/ 1443656 w 8773198"/>
                  <a:gd name="connsiteY13" fmla="*/ 944328 h 2165302"/>
                  <a:gd name="connsiteX14" fmla="*/ 1554706 w 8773198"/>
                  <a:gd name="connsiteY14" fmla="*/ 1062104 h 2165302"/>
                  <a:gd name="connsiteX15" fmla="*/ 1665757 w 8773198"/>
                  <a:gd name="connsiteY15" fmla="*/ 1152342 h 2165302"/>
                  <a:gd name="connsiteX16" fmla="*/ 1776807 w 8773198"/>
                  <a:gd name="connsiteY16" fmla="*/ 1181786 h 2165302"/>
                  <a:gd name="connsiteX17" fmla="*/ 1887858 w 8773198"/>
                  <a:gd name="connsiteY17" fmla="*/ 1119827 h 2165302"/>
                  <a:gd name="connsiteX18" fmla="*/ 1998908 w 8773198"/>
                  <a:gd name="connsiteY18" fmla="*/ 1002686 h 2165302"/>
                  <a:gd name="connsiteX19" fmla="*/ 2109959 w 8773198"/>
                  <a:gd name="connsiteY19" fmla="*/ 879085 h 2165302"/>
                  <a:gd name="connsiteX20" fmla="*/ 2221009 w 8773198"/>
                  <a:gd name="connsiteY20" fmla="*/ 792659 h 2165302"/>
                  <a:gd name="connsiteX21" fmla="*/ 2332060 w 8773198"/>
                  <a:gd name="connsiteY21" fmla="*/ 663021 h 2165302"/>
                  <a:gd name="connsiteX22" fmla="*/ 2443110 w 8773198"/>
                  <a:gd name="connsiteY22" fmla="*/ 505315 h 2165302"/>
                  <a:gd name="connsiteX23" fmla="*/ 2554161 w 8773198"/>
                  <a:gd name="connsiteY23" fmla="*/ 394529 h 2165302"/>
                  <a:gd name="connsiteX24" fmla="*/ 2665211 w 8773198"/>
                  <a:gd name="connsiteY24" fmla="*/ 288297 h 2165302"/>
                  <a:gd name="connsiteX25" fmla="*/ 2776262 w 8773198"/>
                  <a:gd name="connsiteY25" fmla="*/ 179736 h 2165302"/>
                  <a:gd name="connsiteX26" fmla="*/ 2887312 w 8773198"/>
                  <a:gd name="connsiteY26" fmla="*/ 106867 h 2165302"/>
                  <a:gd name="connsiteX27" fmla="*/ 2998362 w 8773198"/>
                  <a:gd name="connsiteY27" fmla="*/ 102101 h 2165302"/>
                  <a:gd name="connsiteX28" fmla="*/ 3109519 w 8773198"/>
                  <a:gd name="connsiteY28" fmla="*/ 141501 h 2165302"/>
                  <a:gd name="connsiteX29" fmla="*/ 3220569 w 8773198"/>
                  <a:gd name="connsiteY29" fmla="*/ 205155 h 2165302"/>
                  <a:gd name="connsiteX30" fmla="*/ 3331620 w 8773198"/>
                  <a:gd name="connsiteY30" fmla="*/ 279612 h 2165302"/>
                  <a:gd name="connsiteX31" fmla="*/ 3442670 w 8773198"/>
                  <a:gd name="connsiteY31" fmla="*/ 360107 h 2165302"/>
                  <a:gd name="connsiteX32" fmla="*/ 3553721 w 8773198"/>
                  <a:gd name="connsiteY32" fmla="*/ 481166 h 2165302"/>
                  <a:gd name="connsiteX33" fmla="*/ 3664771 w 8773198"/>
                  <a:gd name="connsiteY33" fmla="*/ 627434 h 2165302"/>
                  <a:gd name="connsiteX34" fmla="*/ 3775822 w 8773198"/>
                  <a:gd name="connsiteY34" fmla="*/ 774760 h 2165302"/>
                  <a:gd name="connsiteX35" fmla="*/ 3886872 w 8773198"/>
                  <a:gd name="connsiteY35" fmla="*/ 898891 h 2165302"/>
                  <a:gd name="connsiteX36" fmla="*/ 3997923 w 8773198"/>
                  <a:gd name="connsiteY36" fmla="*/ 1014231 h 2165302"/>
                  <a:gd name="connsiteX37" fmla="*/ 4108973 w 8773198"/>
                  <a:gd name="connsiteY37" fmla="*/ 1138150 h 2165302"/>
                  <a:gd name="connsiteX38" fmla="*/ 4220024 w 8773198"/>
                  <a:gd name="connsiteY38" fmla="*/ 1249359 h 2165302"/>
                  <a:gd name="connsiteX39" fmla="*/ 4331074 w 8773198"/>
                  <a:gd name="connsiteY39" fmla="*/ 1333137 h 2165302"/>
                  <a:gd name="connsiteX40" fmla="*/ 4442124 w 8773198"/>
                  <a:gd name="connsiteY40" fmla="*/ 1414903 h 2165302"/>
                  <a:gd name="connsiteX41" fmla="*/ 4553175 w 8773198"/>
                  <a:gd name="connsiteY41" fmla="*/ 1498045 h 2165302"/>
                  <a:gd name="connsiteX42" fmla="*/ 4664225 w 8773198"/>
                  <a:gd name="connsiteY42" fmla="*/ 1580976 h 2165302"/>
                  <a:gd name="connsiteX43" fmla="*/ 4775276 w 8773198"/>
                  <a:gd name="connsiteY43" fmla="*/ 1661470 h 2165302"/>
                  <a:gd name="connsiteX44" fmla="*/ 4886326 w 8773198"/>
                  <a:gd name="connsiteY44" fmla="*/ 1737834 h 2165302"/>
                  <a:gd name="connsiteX45" fmla="*/ 4997377 w 8773198"/>
                  <a:gd name="connsiteY45" fmla="*/ 1807949 h 2165302"/>
                  <a:gd name="connsiteX46" fmla="*/ 5108428 w 8773198"/>
                  <a:gd name="connsiteY46" fmla="*/ 1869908 h 2165302"/>
                  <a:gd name="connsiteX47" fmla="*/ 5219478 w 8773198"/>
                  <a:gd name="connsiteY47" fmla="*/ 1921912 h 2165302"/>
                  <a:gd name="connsiteX48" fmla="*/ 5330528 w 8773198"/>
                  <a:gd name="connsiteY48" fmla="*/ 1961842 h 2165302"/>
                  <a:gd name="connsiteX49" fmla="*/ 5441578 w 8773198"/>
                  <a:gd name="connsiteY49" fmla="*/ 1987897 h 2165302"/>
                  <a:gd name="connsiteX50" fmla="*/ 5552629 w 8773198"/>
                  <a:gd name="connsiteY50" fmla="*/ 1998276 h 2165302"/>
                  <a:gd name="connsiteX51" fmla="*/ 5663679 w 8773198"/>
                  <a:gd name="connsiteY51" fmla="*/ 1996370 h 2165302"/>
                  <a:gd name="connsiteX52" fmla="*/ 5774730 w 8773198"/>
                  <a:gd name="connsiteY52" fmla="*/ 1985460 h 2165302"/>
                  <a:gd name="connsiteX53" fmla="*/ 5885781 w 8773198"/>
                  <a:gd name="connsiteY53" fmla="*/ 1966926 h 2165302"/>
                  <a:gd name="connsiteX54" fmla="*/ 5996831 w 8773198"/>
                  <a:gd name="connsiteY54" fmla="*/ 1941930 h 2165302"/>
                  <a:gd name="connsiteX55" fmla="*/ 6107881 w 8773198"/>
                  <a:gd name="connsiteY55" fmla="*/ 1911745 h 2165302"/>
                  <a:gd name="connsiteX56" fmla="*/ 6219038 w 8773198"/>
                  <a:gd name="connsiteY56" fmla="*/ 1877640 h 2165302"/>
                  <a:gd name="connsiteX57" fmla="*/ 6330088 w 8773198"/>
                  <a:gd name="connsiteY57" fmla="*/ 1840888 h 2165302"/>
                  <a:gd name="connsiteX58" fmla="*/ 6441139 w 8773198"/>
                  <a:gd name="connsiteY58" fmla="*/ 1802865 h 2165302"/>
                  <a:gd name="connsiteX59" fmla="*/ 6552189 w 8773198"/>
                  <a:gd name="connsiteY59" fmla="*/ 1764630 h 2165302"/>
                  <a:gd name="connsiteX60" fmla="*/ 6663240 w 8773198"/>
                  <a:gd name="connsiteY60" fmla="*/ 1727560 h 2165302"/>
                  <a:gd name="connsiteX61" fmla="*/ 6774290 w 8773198"/>
                  <a:gd name="connsiteY61" fmla="*/ 1692927 h 2165302"/>
                  <a:gd name="connsiteX62" fmla="*/ 6885340 w 8773198"/>
                  <a:gd name="connsiteY62" fmla="*/ 1661258 h 2165302"/>
                  <a:gd name="connsiteX63" fmla="*/ 6996391 w 8773198"/>
                  <a:gd name="connsiteY63" fmla="*/ 1629696 h 2165302"/>
                  <a:gd name="connsiteX64" fmla="*/ 7107441 w 8773198"/>
                  <a:gd name="connsiteY64" fmla="*/ 1597922 h 2165302"/>
                  <a:gd name="connsiteX65" fmla="*/ 7218492 w 8773198"/>
                  <a:gd name="connsiteY65" fmla="*/ 1565512 h 2165302"/>
                  <a:gd name="connsiteX66" fmla="*/ 7329543 w 8773198"/>
                  <a:gd name="connsiteY66" fmla="*/ 1532467 h 2165302"/>
                  <a:gd name="connsiteX67" fmla="*/ 7440593 w 8773198"/>
                  <a:gd name="connsiteY67" fmla="*/ 1498575 h 2165302"/>
                  <a:gd name="connsiteX68" fmla="*/ 7551643 w 8773198"/>
                  <a:gd name="connsiteY68" fmla="*/ 1463623 h 2165302"/>
                  <a:gd name="connsiteX69" fmla="*/ 7662694 w 8773198"/>
                  <a:gd name="connsiteY69" fmla="*/ 1427613 h 2165302"/>
                  <a:gd name="connsiteX70" fmla="*/ 7773744 w 8773198"/>
                  <a:gd name="connsiteY70" fmla="*/ 1390225 h 2165302"/>
                  <a:gd name="connsiteX71" fmla="*/ 7884794 w 8773198"/>
                  <a:gd name="connsiteY71" fmla="*/ 1351354 h 2165302"/>
                  <a:gd name="connsiteX72" fmla="*/ 7995845 w 8773198"/>
                  <a:gd name="connsiteY72" fmla="*/ 1310790 h 2165302"/>
                  <a:gd name="connsiteX73" fmla="*/ 8106896 w 8773198"/>
                  <a:gd name="connsiteY73" fmla="*/ 1268530 h 2165302"/>
                  <a:gd name="connsiteX74" fmla="*/ 8217946 w 8773198"/>
                  <a:gd name="connsiteY74" fmla="*/ 1224258 h 2165302"/>
                  <a:gd name="connsiteX75" fmla="*/ 8328997 w 8773198"/>
                  <a:gd name="connsiteY75" fmla="*/ 1177868 h 2165302"/>
                  <a:gd name="connsiteX76" fmla="*/ 8440047 w 8773198"/>
                  <a:gd name="connsiteY76" fmla="*/ 1129147 h 2165302"/>
                  <a:gd name="connsiteX77" fmla="*/ 8551097 w 8773198"/>
                  <a:gd name="connsiteY77" fmla="*/ 1078097 h 2165302"/>
                  <a:gd name="connsiteX78" fmla="*/ 8662148 w 8773198"/>
                  <a:gd name="connsiteY78" fmla="*/ 1024399 h 2165302"/>
                  <a:gd name="connsiteX79" fmla="*/ 8773198 w 8773198"/>
                  <a:gd name="connsiteY79" fmla="*/ 967946 h 2165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165302">
                    <a:moveTo>
                      <a:pt x="0" y="2165302"/>
                    </a:moveTo>
                    <a:lnTo>
                      <a:pt x="111050" y="1652467"/>
                    </a:lnTo>
                    <a:lnTo>
                      <a:pt x="222101" y="1213031"/>
                    </a:lnTo>
                    <a:lnTo>
                      <a:pt x="333151" y="848688"/>
                    </a:lnTo>
                    <a:lnTo>
                      <a:pt x="444202" y="553400"/>
                    </a:lnTo>
                    <a:lnTo>
                      <a:pt x="555252" y="319118"/>
                    </a:lnTo>
                    <a:lnTo>
                      <a:pt x="666303" y="150186"/>
                    </a:lnTo>
                    <a:lnTo>
                      <a:pt x="777353" y="46390"/>
                    </a:lnTo>
                    <a:lnTo>
                      <a:pt x="888404" y="0"/>
                    </a:lnTo>
                    <a:lnTo>
                      <a:pt x="999454" y="19700"/>
                    </a:lnTo>
                    <a:lnTo>
                      <a:pt x="1110505" y="128050"/>
                    </a:lnTo>
                    <a:lnTo>
                      <a:pt x="1221555" y="416559"/>
                    </a:lnTo>
                    <a:lnTo>
                      <a:pt x="1332605" y="744892"/>
                    </a:lnTo>
                    <a:lnTo>
                      <a:pt x="1443656" y="944328"/>
                    </a:lnTo>
                    <a:lnTo>
                      <a:pt x="1554706" y="1062104"/>
                    </a:lnTo>
                    <a:lnTo>
                      <a:pt x="1665757" y="1152342"/>
                    </a:lnTo>
                    <a:lnTo>
                      <a:pt x="1776807" y="1181786"/>
                    </a:lnTo>
                    <a:lnTo>
                      <a:pt x="1887858" y="1119827"/>
                    </a:lnTo>
                    <a:lnTo>
                      <a:pt x="1998908" y="1002686"/>
                    </a:lnTo>
                    <a:lnTo>
                      <a:pt x="2109959" y="879085"/>
                    </a:lnTo>
                    <a:lnTo>
                      <a:pt x="2221009" y="792659"/>
                    </a:lnTo>
                    <a:lnTo>
                      <a:pt x="2332060" y="663021"/>
                    </a:lnTo>
                    <a:lnTo>
                      <a:pt x="2443110" y="505315"/>
                    </a:lnTo>
                    <a:lnTo>
                      <a:pt x="2554161" y="394529"/>
                    </a:lnTo>
                    <a:lnTo>
                      <a:pt x="2665211" y="288297"/>
                    </a:lnTo>
                    <a:lnTo>
                      <a:pt x="2776262" y="179736"/>
                    </a:lnTo>
                    <a:lnTo>
                      <a:pt x="2887312" y="106867"/>
                    </a:lnTo>
                    <a:lnTo>
                      <a:pt x="2998362" y="102101"/>
                    </a:lnTo>
                    <a:lnTo>
                      <a:pt x="3109519" y="141501"/>
                    </a:lnTo>
                    <a:lnTo>
                      <a:pt x="3220569" y="205155"/>
                    </a:lnTo>
                    <a:lnTo>
                      <a:pt x="3331620" y="279612"/>
                    </a:lnTo>
                    <a:lnTo>
                      <a:pt x="3442670" y="360107"/>
                    </a:lnTo>
                    <a:lnTo>
                      <a:pt x="3553721" y="481166"/>
                    </a:lnTo>
                    <a:lnTo>
                      <a:pt x="3664771" y="627434"/>
                    </a:lnTo>
                    <a:lnTo>
                      <a:pt x="3775822" y="774760"/>
                    </a:lnTo>
                    <a:lnTo>
                      <a:pt x="3886872" y="898891"/>
                    </a:lnTo>
                    <a:lnTo>
                      <a:pt x="3997923" y="1014231"/>
                    </a:lnTo>
                    <a:lnTo>
                      <a:pt x="4108973" y="1138150"/>
                    </a:lnTo>
                    <a:lnTo>
                      <a:pt x="4220024" y="1249359"/>
                    </a:lnTo>
                    <a:lnTo>
                      <a:pt x="4331074" y="1333137"/>
                    </a:lnTo>
                    <a:lnTo>
                      <a:pt x="4442124" y="1414903"/>
                    </a:lnTo>
                    <a:lnTo>
                      <a:pt x="4553175" y="1498045"/>
                    </a:lnTo>
                    <a:lnTo>
                      <a:pt x="4664225" y="1580976"/>
                    </a:lnTo>
                    <a:lnTo>
                      <a:pt x="4775276" y="1661470"/>
                    </a:lnTo>
                    <a:lnTo>
                      <a:pt x="4886326" y="1737834"/>
                    </a:lnTo>
                    <a:lnTo>
                      <a:pt x="4997377" y="1807949"/>
                    </a:lnTo>
                    <a:lnTo>
                      <a:pt x="5108428" y="1869908"/>
                    </a:lnTo>
                    <a:lnTo>
                      <a:pt x="5219478" y="1921912"/>
                    </a:lnTo>
                    <a:lnTo>
                      <a:pt x="5330528" y="1961842"/>
                    </a:lnTo>
                    <a:lnTo>
                      <a:pt x="5441578" y="1987897"/>
                    </a:lnTo>
                    <a:lnTo>
                      <a:pt x="5552629" y="1998276"/>
                    </a:lnTo>
                    <a:lnTo>
                      <a:pt x="5663679" y="1996370"/>
                    </a:lnTo>
                    <a:lnTo>
                      <a:pt x="5774730" y="1985460"/>
                    </a:lnTo>
                    <a:lnTo>
                      <a:pt x="5885781" y="1966926"/>
                    </a:lnTo>
                    <a:lnTo>
                      <a:pt x="5996831" y="1941930"/>
                    </a:lnTo>
                    <a:lnTo>
                      <a:pt x="6107881" y="1911745"/>
                    </a:lnTo>
                    <a:lnTo>
                      <a:pt x="6219038" y="1877640"/>
                    </a:lnTo>
                    <a:lnTo>
                      <a:pt x="6330088" y="1840888"/>
                    </a:lnTo>
                    <a:lnTo>
                      <a:pt x="6441139" y="1802865"/>
                    </a:lnTo>
                    <a:lnTo>
                      <a:pt x="6552189" y="1764630"/>
                    </a:lnTo>
                    <a:lnTo>
                      <a:pt x="6663240" y="1727560"/>
                    </a:lnTo>
                    <a:lnTo>
                      <a:pt x="6774290" y="1692927"/>
                    </a:lnTo>
                    <a:lnTo>
                      <a:pt x="6885340" y="1661258"/>
                    </a:lnTo>
                    <a:lnTo>
                      <a:pt x="6996391" y="1629696"/>
                    </a:lnTo>
                    <a:lnTo>
                      <a:pt x="7107441" y="1597922"/>
                    </a:lnTo>
                    <a:lnTo>
                      <a:pt x="7218492" y="1565512"/>
                    </a:lnTo>
                    <a:lnTo>
                      <a:pt x="7329543" y="1532467"/>
                    </a:lnTo>
                    <a:lnTo>
                      <a:pt x="7440593" y="1498575"/>
                    </a:lnTo>
                    <a:lnTo>
                      <a:pt x="7551643" y="1463623"/>
                    </a:lnTo>
                    <a:lnTo>
                      <a:pt x="7662694" y="1427613"/>
                    </a:lnTo>
                    <a:lnTo>
                      <a:pt x="7773744" y="1390225"/>
                    </a:lnTo>
                    <a:lnTo>
                      <a:pt x="7884794" y="1351354"/>
                    </a:lnTo>
                    <a:lnTo>
                      <a:pt x="7995845" y="1310790"/>
                    </a:lnTo>
                    <a:lnTo>
                      <a:pt x="8106896" y="1268530"/>
                    </a:lnTo>
                    <a:lnTo>
                      <a:pt x="8217946" y="1224258"/>
                    </a:lnTo>
                    <a:lnTo>
                      <a:pt x="8328997" y="1177868"/>
                    </a:lnTo>
                    <a:lnTo>
                      <a:pt x="8440047" y="1129147"/>
                    </a:lnTo>
                    <a:lnTo>
                      <a:pt x="8551097" y="1078097"/>
                    </a:lnTo>
                    <a:lnTo>
                      <a:pt x="8662148" y="1024399"/>
                    </a:lnTo>
                    <a:lnTo>
                      <a:pt x="8773198" y="967946"/>
                    </a:lnTo>
                  </a:path>
                </a:pathLst>
              </a:custGeom>
              <a:noFill/>
              <a:ln w="22550" cap="flat">
                <a:solidFill>
                  <a:srgbClr val="E7882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D08D474-FAB5-129F-BFA1-30E5E896E055}"/>
                  </a:ext>
                </a:extLst>
              </p:cNvPr>
              <p:cNvSpPr txBox="1"/>
              <p:nvPr/>
            </p:nvSpPr>
            <p:spPr>
              <a:xfrm>
                <a:off x="6061674" y="1723048"/>
                <a:ext cx="7649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E78828"/>
                    </a:solidFill>
                    <a:latin typeface="Arial"/>
                    <a:cs typeface="Arial"/>
                    <a:sym typeface="Arial"/>
                    <a:rtl val="0"/>
                  </a:rPr>
                  <a:t>Stable</a:t>
                </a:r>
              </a:p>
            </p:txBody>
          </p:sp>
        </p:grpSp>
        <p:grpSp>
          <p:nvGrpSpPr>
            <p:cNvPr id="51" name="Graphic 2">
              <a:extLst>
                <a:ext uri="{FF2B5EF4-FFF2-40B4-BE49-F238E27FC236}">
                  <a16:creationId xmlns:a16="http://schemas.microsoft.com/office/drawing/2014/main" id="{FD500284-31B6-11A9-041E-816B8457DCF5}"/>
                </a:ext>
              </a:extLst>
            </p:cNvPr>
            <p:cNvGrpSpPr/>
            <p:nvPr/>
          </p:nvGrpSpPr>
          <p:grpSpPr>
            <a:xfrm>
              <a:off x="961062" y="612426"/>
              <a:ext cx="10204140" cy="5419645"/>
              <a:chOff x="961062" y="612426"/>
              <a:chExt cx="10204140" cy="5419645"/>
            </a:xfrm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9CEB7637-3D2C-B972-7C5A-A8651D3F59E0}"/>
                  </a:ext>
                </a:extLst>
              </p:cNvPr>
              <p:cNvSpPr/>
              <p:nvPr/>
            </p:nvSpPr>
            <p:spPr>
              <a:xfrm>
                <a:off x="147108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BF53B7F-ECDB-7CEC-2CB1-11350B41BEFB}"/>
                  </a:ext>
                </a:extLst>
              </p:cNvPr>
              <p:cNvSpPr txBox="1"/>
              <p:nvPr/>
            </p:nvSpPr>
            <p:spPr>
              <a:xfrm>
                <a:off x="124490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BA2ABE8-B0BD-CC9C-EE89-4326A9245783}"/>
                  </a:ext>
                </a:extLst>
              </p:cNvPr>
              <p:cNvSpPr txBox="1"/>
              <p:nvPr/>
            </p:nvSpPr>
            <p:spPr>
              <a:xfrm>
                <a:off x="1244901" y="4672527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5F90CBD-A64A-3C10-46C1-B53583FAC427}"/>
                  </a:ext>
                </a:extLst>
              </p:cNvPr>
              <p:cNvSpPr txBox="1"/>
              <p:nvPr/>
            </p:nvSpPr>
            <p:spPr>
              <a:xfrm>
                <a:off x="1162396" y="3695261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4C125ED-B9BB-FBBE-4F93-DC279136B43F}"/>
                  </a:ext>
                </a:extLst>
              </p:cNvPr>
              <p:cNvSpPr txBox="1"/>
              <p:nvPr/>
            </p:nvSpPr>
            <p:spPr>
              <a:xfrm>
                <a:off x="1162396" y="2718100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15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2C7A97F-CD83-BF72-019C-A3D3379411C2}"/>
                  </a:ext>
                </a:extLst>
              </p:cNvPr>
              <p:cNvSpPr txBox="1"/>
              <p:nvPr/>
            </p:nvSpPr>
            <p:spPr>
              <a:xfrm>
                <a:off x="1162396" y="1740833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</a:t>
                </a: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3C15062-097E-4DA3-97D7-1A4D970076D2}"/>
                  </a:ext>
                </a:extLst>
              </p:cNvPr>
              <p:cNvSpPr/>
              <p:nvPr/>
            </p:nvSpPr>
            <p:spPr>
              <a:xfrm>
                <a:off x="144205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60F753F-E02B-7B0D-416E-9CA4D797CDB9}"/>
                  </a:ext>
                </a:extLst>
              </p:cNvPr>
              <p:cNvSpPr/>
              <p:nvPr/>
            </p:nvSpPr>
            <p:spPr>
              <a:xfrm>
                <a:off x="1442052" y="4799418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F93B8D61-2776-5345-E453-29C3B8C8FE81}"/>
                  </a:ext>
                </a:extLst>
              </p:cNvPr>
              <p:cNvSpPr/>
              <p:nvPr/>
            </p:nvSpPr>
            <p:spPr>
              <a:xfrm>
                <a:off x="1442052" y="3822151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5A5A8CD4-E7B1-8FB2-8213-59904E0F2CFB}"/>
                  </a:ext>
                </a:extLst>
              </p:cNvPr>
              <p:cNvSpPr/>
              <p:nvPr/>
            </p:nvSpPr>
            <p:spPr>
              <a:xfrm>
                <a:off x="1442052" y="2844884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7AABB78-6753-06D4-5AF3-A743FB73846A}"/>
                  </a:ext>
                </a:extLst>
              </p:cNvPr>
              <p:cNvSpPr/>
              <p:nvPr/>
            </p:nvSpPr>
            <p:spPr>
              <a:xfrm>
                <a:off x="1442052" y="1867723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15BBF8F5-0F46-27B5-860A-D83AB710121F}"/>
                  </a:ext>
                </a:extLst>
              </p:cNvPr>
              <p:cNvSpPr/>
              <p:nvPr/>
            </p:nvSpPr>
            <p:spPr>
              <a:xfrm>
                <a:off x="1471087" y="5776685"/>
                <a:ext cx="9650581" cy="10591"/>
              </a:xfrm>
              <a:custGeom>
                <a:avLst/>
                <a:gdLst>
                  <a:gd name="connsiteX0" fmla="*/ 0 w 9650581"/>
                  <a:gd name="connsiteY0" fmla="*/ 0 h 10591"/>
                  <a:gd name="connsiteX1" fmla="*/ 9650582 w 965058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0581" h="10591">
                    <a:moveTo>
                      <a:pt x="0" y="0"/>
                    </a:moveTo>
                    <a:lnTo>
                      <a:pt x="965058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51CBA501-FE1A-BB66-7E8E-30D330A1EFA4}"/>
                  </a:ext>
                </a:extLst>
              </p:cNvPr>
              <p:cNvSpPr/>
              <p:nvPr/>
            </p:nvSpPr>
            <p:spPr>
              <a:xfrm>
                <a:off x="215243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F94E5AB5-A228-F053-5BFC-3C3DECA54143}"/>
                  </a:ext>
                </a:extLst>
              </p:cNvPr>
              <p:cNvSpPr/>
              <p:nvPr/>
            </p:nvSpPr>
            <p:spPr>
              <a:xfrm>
                <a:off x="287278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44E08B3E-9D37-BC9B-6C01-FEF24728C300}"/>
                  </a:ext>
                </a:extLst>
              </p:cNvPr>
              <p:cNvSpPr/>
              <p:nvPr/>
            </p:nvSpPr>
            <p:spPr>
              <a:xfrm>
                <a:off x="358528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5B91A41C-1A84-9FF2-727B-18616DB90877}"/>
                  </a:ext>
                </a:extLst>
              </p:cNvPr>
              <p:cNvSpPr/>
              <p:nvPr/>
            </p:nvSpPr>
            <p:spPr>
              <a:xfrm>
                <a:off x="430562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B4B8CF82-A26B-FB18-55CE-328F7E5D2B18}"/>
                  </a:ext>
                </a:extLst>
              </p:cNvPr>
              <p:cNvSpPr/>
              <p:nvPr/>
            </p:nvSpPr>
            <p:spPr>
              <a:xfrm>
                <a:off x="501421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A92BF50C-77ED-4E8F-714E-8E69CF781CA9}"/>
                  </a:ext>
                </a:extLst>
              </p:cNvPr>
              <p:cNvSpPr/>
              <p:nvPr/>
            </p:nvSpPr>
            <p:spPr>
              <a:xfrm>
                <a:off x="573455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7CACB158-5688-D841-266D-10B02A4791F3}"/>
                  </a:ext>
                </a:extLst>
              </p:cNvPr>
              <p:cNvSpPr/>
              <p:nvPr/>
            </p:nvSpPr>
            <p:spPr>
              <a:xfrm>
                <a:off x="644313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34847064-43BB-02CC-7272-E6982E31CC3F}"/>
                  </a:ext>
                </a:extLst>
              </p:cNvPr>
              <p:cNvSpPr/>
              <p:nvPr/>
            </p:nvSpPr>
            <p:spPr>
              <a:xfrm>
                <a:off x="716348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5B60380A-A3B6-A58D-A857-C89D3CF4D93D}"/>
                  </a:ext>
                </a:extLst>
              </p:cNvPr>
              <p:cNvSpPr/>
              <p:nvPr/>
            </p:nvSpPr>
            <p:spPr>
              <a:xfrm>
                <a:off x="787206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BFF60F50-8D51-6787-E379-1EBF1E598981}"/>
                  </a:ext>
                </a:extLst>
              </p:cNvPr>
              <p:cNvSpPr/>
              <p:nvPr/>
            </p:nvSpPr>
            <p:spPr>
              <a:xfrm>
                <a:off x="859240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DA9AAA2E-EA17-A204-FCE7-F3D08651ECE4}"/>
                  </a:ext>
                </a:extLst>
              </p:cNvPr>
              <p:cNvSpPr/>
              <p:nvPr/>
            </p:nvSpPr>
            <p:spPr>
              <a:xfrm>
                <a:off x="930501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E87D69B4-37F0-F8C5-BE39-14F9F8D944D0}"/>
                  </a:ext>
                </a:extLst>
              </p:cNvPr>
              <p:cNvSpPr/>
              <p:nvPr/>
            </p:nvSpPr>
            <p:spPr>
              <a:xfrm>
                <a:off x="1002525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8A28268C-4C70-667E-3B4B-B6C88FB52A2E}"/>
                  </a:ext>
                </a:extLst>
              </p:cNvPr>
              <p:cNvSpPr/>
              <p:nvPr/>
            </p:nvSpPr>
            <p:spPr>
              <a:xfrm>
                <a:off x="1073394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F6A1072-A2C6-609F-C2E7-8121DF6DB49A}"/>
                  </a:ext>
                </a:extLst>
              </p:cNvPr>
              <p:cNvSpPr txBox="1"/>
              <p:nvPr/>
            </p:nvSpPr>
            <p:spPr>
              <a:xfrm>
                <a:off x="1743399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2019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25B830F-96C2-2951-640F-AE8254D29228}"/>
                  </a:ext>
                </a:extLst>
              </p:cNvPr>
              <p:cNvSpPr txBox="1"/>
              <p:nvPr/>
            </p:nvSpPr>
            <p:spPr>
              <a:xfrm>
                <a:off x="2467908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2020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6250E1D-3A0F-BD18-6F54-EAAC45E6AA66}"/>
                  </a:ext>
                </a:extLst>
              </p:cNvPr>
              <p:cNvSpPr txBox="1"/>
              <p:nvPr/>
            </p:nvSpPr>
            <p:spPr>
              <a:xfrm>
                <a:off x="317624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2020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8BBAA7F-B796-512A-2832-977C822C077B}"/>
                  </a:ext>
                </a:extLst>
              </p:cNvPr>
              <p:cNvSpPr txBox="1"/>
              <p:nvPr/>
            </p:nvSpPr>
            <p:spPr>
              <a:xfrm>
                <a:off x="3900756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2021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F349412-0B66-212D-9F64-F69D21B7AF11}"/>
                  </a:ext>
                </a:extLst>
              </p:cNvPr>
              <p:cNvSpPr txBox="1"/>
              <p:nvPr/>
            </p:nvSpPr>
            <p:spPr>
              <a:xfrm>
                <a:off x="460517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2021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7980188-80F9-69CA-CDE6-57A6F4A7CD0B}"/>
                  </a:ext>
                </a:extLst>
              </p:cNvPr>
              <p:cNvSpPr txBox="1"/>
              <p:nvPr/>
            </p:nvSpPr>
            <p:spPr>
              <a:xfrm>
                <a:off x="5329683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2022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59796F5-10F0-6C7F-98AD-CF8CBDA4BF65}"/>
                  </a:ext>
                </a:extLst>
              </p:cNvPr>
              <p:cNvSpPr txBox="1"/>
              <p:nvPr/>
            </p:nvSpPr>
            <p:spPr>
              <a:xfrm>
                <a:off x="603410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2022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9DB63EC-3E9F-60CF-E392-8BEEBB3EBF91}"/>
                  </a:ext>
                </a:extLst>
              </p:cNvPr>
              <p:cNvSpPr txBox="1"/>
              <p:nvPr/>
            </p:nvSpPr>
            <p:spPr>
              <a:xfrm>
                <a:off x="6758610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2023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2575D1FE-823F-9DAB-CA5D-632B030C1CF3}"/>
                  </a:ext>
                </a:extLst>
              </p:cNvPr>
              <p:cNvSpPr txBox="1"/>
              <p:nvPr/>
            </p:nvSpPr>
            <p:spPr>
              <a:xfrm>
                <a:off x="746302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2023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C73B2D3E-68E7-64E6-EE4B-1CF446EF11CC}"/>
                  </a:ext>
                </a:extLst>
              </p:cNvPr>
              <p:cNvSpPr txBox="1"/>
              <p:nvPr/>
            </p:nvSpPr>
            <p:spPr>
              <a:xfrm>
                <a:off x="8187537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2024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462B0A2-4DE8-C18D-F8EA-1C93BFD7E774}"/>
                  </a:ext>
                </a:extLst>
              </p:cNvPr>
              <p:cNvSpPr txBox="1"/>
              <p:nvPr/>
            </p:nvSpPr>
            <p:spPr>
              <a:xfrm>
                <a:off x="8895981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2024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9D321E35-8C70-C2ED-ADDA-EB9D18230ADB}"/>
                  </a:ext>
                </a:extLst>
              </p:cNvPr>
              <p:cNvSpPr txBox="1"/>
              <p:nvPr/>
            </p:nvSpPr>
            <p:spPr>
              <a:xfrm>
                <a:off x="9620384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2025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1518B80-12F9-76F4-3949-17DC62B35F78}"/>
                  </a:ext>
                </a:extLst>
              </p:cNvPr>
              <p:cNvSpPr txBox="1"/>
              <p:nvPr/>
            </p:nvSpPr>
            <p:spPr>
              <a:xfrm>
                <a:off x="1032490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2025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1A9999C-343A-DE50-6CE9-ACD154C57391}"/>
                  </a:ext>
                </a:extLst>
              </p:cNvPr>
              <p:cNvSpPr txBox="1"/>
              <p:nvPr/>
            </p:nvSpPr>
            <p:spPr>
              <a:xfrm rot="16200000">
                <a:off x="161580" y="3204753"/>
                <a:ext cx="193751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landings(kg)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E2677074-DC6F-8811-AE83-84DC5CF0EAE7}"/>
                  </a:ext>
                </a:extLst>
              </p:cNvPr>
              <p:cNvSpPr txBox="1"/>
              <p:nvPr/>
            </p:nvSpPr>
            <p:spPr>
              <a:xfrm>
                <a:off x="1379647" y="612426"/>
                <a:ext cx="58065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Total Landings O.cyanea in MAR Mawasangka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841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918A28-C251-D327-E89F-E20B6F85E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aphic 2">
            <a:extLst>
              <a:ext uri="{FF2B5EF4-FFF2-40B4-BE49-F238E27FC236}">
                <a16:creationId xmlns:a16="http://schemas.microsoft.com/office/drawing/2014/main" id="{9DCF196D-555A-F337-D9FD-B11B80D22277}"/>
              </a:ext>
            </a:extLst>
          </p:cNvPr>
          <p:cNvGrpSpPr/>
          <p:nvPr/>
        </p:nvGrpSpPr>
        <p:grpSpPr>
          <a:xfrm>
            <a:off x="961062" y="612426"/>
            <a:ext cx="10221218" cy="5602107"/>
            <a:chOff x="961062" y="612426"/>
            <a:chExt cx="10221218" cy="5602107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E3B85CC-D7DD-DEBE-AE7B-6E8D9E50A9E3}"/>
                </a:ext>
              </a:extLst>
            </p:cNvPr>
            <p:cNvSpPr/>
            <p:nvPr/>
          </p:nvSpPr>
          <p:spPr>
            <a:xfrm>
              <a:off x="1009719" y="643466"/>
              <a:ext cx="10172561" cy="5571067"/>
            </a:xfrm>
            <a:custGeom>
              <a:avLst/>
              <a:gdLst>
                <a:gd name="connsiteX0" fmla="*/ 0 w 10172561"/>
                <a:gd name="connsiteY0" fmla="*/ 0 h 5571067"/>
                <a:gd name="connsiteX1" fmla="*/ 10172561 w 10172561"/>
                <a:gd name="connsiteY1" fmla="*/ 0 h 5571067"/>
                <a:gd name="connsiteX2" fmla="*/ 10172561 w 10172561"/>
                <a:gd name="connsiteY2" fmla="*/ 5571067 h 5571067"/>
                <a:gd name="connsiteX3" fmla="*/ 0 w 10172561"/>
                <a:gd name="connsiteY3" fmla="*/ 5571067 h 5571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2561" h="5571067">
                  <a:moveTo>
                    <a:pt x="0" y="0"/>
                  </a:moveTo>
                  <a:lnTo>
                    <a:pt x="10172561" y="0"/>
                  </a:lnTo>
                  <a:lnTo>
                    <a:pt x="10172561" y="5571067"/>
                  </a:lnTo>
                  <a:lnTo>
                    <a:pt x="0" y="5571067"/>
                  </a:lnTo>
                  <a:close/>
                </a:path>
              </a:pathLst>
            </a:custGeom>
            <a:noFill/>
            <a:ln w="10587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B592F95-0452-BE31-A732-2FC3F91EDC63}"/>
                </a:ext>
              </a:extLst>
            </p:cNvPr>
            <p:cNvSpPr/>
            <p:nvPr/>
          </p:nvSpPr>
          <p:spPr>
            <a:xfrm>
              <a:off x="1009719" y="643466"/>
              <a:ext cx="10170017" cy="5566830"/>
            </a:xfrm>
            <a:custGeom>
              <a:avLst/>
              <a:gdLst>
                <a:gd name="connsiteX0" fmla="*/ 0 w 10170017"/>
                <a:gd name="connsiteY0" fmla="*/ 0 h 5566830"/>
                <a:gd name="connsiteX1" fmla="*/ 10170018 w 10170017"/>
                <a:gd name="connsiteY1" fmla="*/ 0 h 5566830"/>
                <a:gd name="connsiteX2" fmla="*/ 10170018 w 10170017"/>
                <a:gd name="connsiteY2" fmla="*/ 5566830 h 5566830"/>
                <a:gd name="connsiteX3" fmla="*/ 0 w 10170017"/>
                <a:gd name="connsiteY3" fmla="*/ 5566830 h 5566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017" h="5566830">
                  <a:moveTo>
                    <a:pt x="0" y="0"/>
                  </a:moveTo>
                  <a:lnTo>
                    <a:pt x="10170018" y="0"/>
                  </a:lnTo>
                  <a:lnTo>
                    <a:pt x="10170018" y="5566830"/>
                  </a:lnTo>
                  <a:lnTo>
                    <a:pt x="0" y="5566830"/>
                  </a:lnTo>
                  <a:close/>
                </a:path>
              </a:pathLst>
            </a:custGeom>
            <a:noFill/>
            <a:ln w="11328" cap="rnd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US" sz="2400"/>
            </a:p>
          </p:txBody>
        </p:sp>
        <p:grpSp>
          <p:nvGrpSpPr>
            <p:cNvPr id="9" name="Graphic 2">
              <a:extLst>
                <a:ext uri="{FF2B5EF4-FFF2-40B4-BE49-F238E27FC236}">
                  <a16:creationId xmlns:a16="http://schemas.microsoft.com/office/drawing/2014/main" id="{21505BC1-05E6-E373-61CF-C941E5783AF6}"/>
                </a:ext>
              </a:extLst>
            </p:cNvPr>
            <p:cNvGrpSpPr/>
            <p:nvPr/>
          </p:nvGrpSpPr>
          <p:grpSpPr>
            <a:xfrm>
              <a:off x="1471087" y="971481"/>
              <a:ext cx="9650581" cy="4805204"/>
              <a:chOff x="1471087" y="971481"/>
              <a:chExt cx="9650581" cy="4805204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9B20332-EFF6-A268-4690-21B6F9B62133}"/>
                  </a:ext>
                </a:extLst>
              </p:cNvPr>
              <p:cNvSpPr/>
              <p:nvPr/>
            </p:nvSpPr>
            <p:spPr>
              <a:xfrm>
                <a:off x="1471087" y="971481"/>
                <a:ext cx="9650581" cy="4805204"/>
              </a:xfrm>
              <a:custGeom>
                <a:avLst/>
                <a:gdLst>
                  <a:gd name="connsiteX0" fmla="*/ 0 w 9650581"/>
                  <a:gd name="connsiteY0" fmla="*/ 0 h 4805204"/>
                  <a:gd name="connsiteX1" fmla="*/ 9650582 w 9650581"/>
                  <a:gd name="connsiteY1" fmla="*/ 0 h 4805204"/>
                  <a:gd name="connsiteX2" fmla="*/ 9650582 w 9650581"/>
                  <a:gd name="connsiteY2" fmla="*/ 4805204 h 4805204"/>
                  <a:gd name="connsiteX3" fmla="*/ 0 w 9650581"/>
                  <a:gd name="connsiteY3" fmla="*/ 4805204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650581" h="4805204">
                    <a:moveTo>
                      <a:pt x="0" y="0"/>
                    </a:moveTo>
                    <a:lnTo>
                      <a:pt x="9650582" y="0"/>
                    </a:lnTo>
                    <a:lnTo>
                      <a:pt x="9650582" y="4805204"/>
                    </a:lnTo>
                    <a:lnTo>
                      <a:pt x="0" y="4805204"/>
                    </a:lnTo>
                    <a:close/>
                  </a:path>
                </a:pathLst>
              </a:custGeom>
              <a:noFill/>
              <a:ln w="11328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B8159C1E-618C-CB30-9260-1984D9D6B3FC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3968273"/>
              </a:xfrm>
              <a:custGeom>
                <a:avLst/>
                <a:gdLst>
                  <a:gd name="connsiteX0" fmla="*/ 0 w 8773198"/>
                  <a:gd name="connsiteY0" fmla="*/ 2883610 h 3968273"/>
                  <a:gd name="connsiteX1" fmla="*/ 111050 w 8773198"/>
                  <a:gd name="connsiteY1" fmla="*/ 2512912 h 3968273"/>
                  <a:gd name="connsiteX2" fmla="*/ 222101 w 8773198"/>
                  <a:gd name="connsiteY2" fmla="*/ 2171022 h 3968273"/>
                  <a:gd name="connsiteX3" fmla="*/ 333151 w 8773198"/>
                  <a:gd name="connsiteY3" fmla="*/ 1851480 h 3968273"/>
                  <a:gd name="connsiteX4" fmla="*/ 444202 w 8773198"/>
                  <a:gd name="connsiteY4" fmla="*/ 1564241 h 3968273"/>
                  <a:gd name="connsiteX5" fmla="*/ 555252 w 8773198"/>
                  <a:gd name="connsiteY5" fmla="*/ 1318627 h 3968273"/>
                  <a:gd name="connsiteX6" fmla="*/ 666303 w 8773198"/>
                  <a:gd name="connsiteY6" fmla="*/ 1118662 h 3968273"/>
                  <a:gd name="connsiteX7" fmla="*/ 777353 w 8773198"/>
                  <a:gd name="connsiteY7" fmla="*/ 971018 h 3968273"/>
                  <a:gd name="connsiteX8" fmla="*/ 888404 w 8773198"/>
                  <a:gd name="connsiteY8" fmla="*/ 890841 h 3968273"/>
                  <a:gd name="connsiteX9" fmla="*/ 999454 w 8773198"/>
                  <a:gd name="connsiteY9" fmla="*/ 861927 h 3968273"/>
                  <a:gd name="connsiteX10" fmla="*/ 1110505 w 8773198"/>
                  <a:gd name="connsiteY10" fmla="*/ 903339 h 3968273"/>
                  <a:gd name="connsiteX11" fmla="*/ 1221555 w 8773198"/>
                  <a:gd name="connsiteY11" fmla="*/ 1021221 h 3968273"/>
                  <a:gd name="connsiteX12" fmla="*/ 1332605 w 8773198"/>
                  <a:gd name="connsiteY12" fmla="*/ 1254867 h 3968273"/>
                  <a:gd name="connsiteX13" fmla="*/ 1443656 w 8773198"/>
                  <a:gd name="connsiteY13" fmla="*/ 1518169 h 3968273"/>
                  <a:gd name="connsiteX14" fmla="*/ 1554706 w 8773198"/>
                  <a:gd name="connsiteY14" fmla="*/ 1748002 h 3968273"/>
                  <a:gd name="connsiteX15" fmla="*/ 1665757 w 8773198"/>
                  <a:gd name="connsiteY15" fmla="*/ 1904436 h 3968273"/>
                  <a:gd name="connsiteX16" fmla="*/ 1776807 w 8773198"/>
                  <a:gd name="connsiteY16" fmla="*/ 1983766 h 3968273"/>
                  <a:gd name="connsiteX17" fmla="*/ 1887858 w 8773198"/>
                  <a:gd name="connsiteY17" fmla="*/ 2044455 h 3968273"/>
                  <a:gd name="connsiteX18" fmla="*/ 1998908 w 8773198"/>
                  <a:gd name="connsiteY18" fmla="*/ 2068815 h 3968273"/>
                  <a:gd name="connsiteX19" fmla="*/ 2109959 w 8773198"/>
                  <a:gd name="connsiteY19" fmla="*/ 2061930 h 3968273"/>
                  <a:gd name="connsiteX20" fmla="*/ 2221009 w 8773198"/>
                  <a:gd name="connsiteY20" fmla="*/ 1990121 h 3968273"/>
                  <a:gd name="connsiteX21" fmla="*/ 2332060 w 8773198"/>
                  <a:gd name="connsiteY21" fmla="*/ 1858258 h 3968273"/>
                  <a:gd name="connsiteX22" fmla="*/ 2443110 w 8773198"/>
                  <a:gd name="connsiteY22" fmla="*/ 1730844 h 3968273"/>
                  <a:gd name="connsiteX23" fmla="*/ 2554161 w 8773198"/>
                  <a:gd name="connsiteY23" fmla="*/ 1669096 h 3968273"/>
                  <a:gd name="connsiteX24" fmla="*/ 2665211 w 8773198"/>
                  <a:gd name="connsiteY24" fmla="*/ 1640923 h 3968273"/>
                  <a:gd name="connsiteX25" fmla="*/ 2776262 w 8773198"/>
                  <a:gd name="connsiteY25" fmla="*/ 1652891 h 3968273"/>
                  <a:gd name="connsiteX26" fmla="*/ 2887312 w 8773198"/>
                  <a:gd name="connsiteY26" fmla="*/ 1677993 h 3968273"/>
                  <a:gd name="connsiteX27" fmla="*/ 2998362 w 8773198"/>
                  <a:gd name="connsiteY27" fmla="*/ 1703306 h 3968273"/>
                  <a:gd name="connsiteX28" fmla="*/ 3109519 w 8773198"/>
                  <a:gd name="connsiteY28" fmla="*/ 1729149 h 3968273"/>
                  <a:gd name="connsiteX29" fmla="*/ 3220569 w 8773198"/>
                  <a:gd name="connsiteY29" fmla="*/ 1768231 h 3968273"/>
                  <a:gd name="connsiteX30" fmla="*/ 3331620 w 8773198"/>
                  <a:gd name="connsiteY30" fmla="*/ 1838558 h 3968273"/>
                  <a:gd name="connsiteX31" fmla="*/ 3442670 w 8773198"/>
                  <a:gd name="connsiteY31" fmla="*/ 1950403 h 3968273"/>
                  <a:gd name="connsiteX32" fmla="*/ 3553721 w 8773198"/>
                  <a:gd name="connsiteY32" fmla="*/ 2079406 h 3968273"/>
                  <a:gd name="connsiteX33" fmla="*/ 3664771 w 8773198"/>
                  <a:gd name="connsiteY33" fmla="*/ 2204067 h 3968273"/>
                  <a:gd name="connsiteX34" fmla="*/ 3775822 w 8773198"/>
                  <a:gd name="connsiteY34" fmla="*/ 2320678 h 3968273"/>
                  <a:gd name="connsiteX35" fmla="*/ 3886872 w 8773198"/>
                  <a:gd name="connsiteY35" fmla="*/ 2454341 h 3968273"/>
                  <a:gd name="connsiteX36" fmla="*/ 3997923 w 8773198"/>
                  <a:gd name="connsiteY36" fmla="*/ 2562267 h 3968273"/>
                  <a:gd name="connsiteX37" fmla="*/ 4108973 w 8773198"/>
                  <a:gd name="connsiteY37" fmla="*/ 2671994 h 3968273"/>
                  <a:gd name="connsiteX38" fmla="*/ 4220024 w 8773198"/>
                  <a:gd name="connsiteY38" fmla="*/ 2762974 h 3968273"/>
                  <a:gd name="connsiteX39" fmla="*/ 4331074 w 8773198"/>
                  <a:gd name="connsiteY39" fmla="*/ 2829382 h 3968273"/>
                  <a:gd name="connsiteX40" fmla="*/ 4442124 w 8773198"/>
                  <a:gd name="connsiteY40" fmla="*/ 2891341 h 3968273"/>
                  <a:gd name="connsiteX41" fmla="*/ 4553175 w 8773198"/>
                  <a:gd name="connsiteY41" fmla="*/ 2949276 h 3968273"/>
                  <a:gd name="connsiteX42" fmla="*/ 4664225 w 8773198"/>
                  <a:gd name="connsiteY42" fmla="*/ 2999480 h 3968273"/>
                  <a:gd name="connsiteX43" fmla="*/ 4775276 w 8773198"/>
                  <a:gd name="connsiteY43" fmla="*/ 3039515 h 3968273"/>
                  <a:gd name="connsiteX44" fmla="*/ 4886326 w 8773198"/>
                  <a:gd name="connsiteY44" fmla="*/ 3068218 h 3968273"/>
                  <a:gd name="connsiteX45" fmla="*/ 4997377 w 8773198"/>
                  <a:gd name="connsiteY45" fmla="*/ 3086011 h 3968273"/>
                  <a:gd name="connsiteX46" fmla="*/ 5108428 w 8773198"/>
                  <a:gd name="connsiteY46" fmla="*/ 3094061 h 3968273"/>
                  <a:gd name="connsiteX47" fmla="*/ 5219478 w 8773198"/>
                  <a:gd name="connsiteY47" fmla="*/ 3093849 h 3968273"/>
                  <a:gd name="connsiteX48" fmla="*/ 5330528 w 8773198"/>
                  <a:gd name="connsiteY48" fmla="*/ 3086541 h 3968273"/>
                  <a:gd name="connsiteX49" fmla="*/ 5441578 w 8773198"/>
                  <a:gd name="connsiteY49" fmla="*/ 3069277 h 3968273"/>
                  <a:gd name="connsiteX50" fmla="*/ 5552629 w 8773198"/>
                  <a:gd name="connsiteY50" fmla="*/ 3041527 h 3968273"/>
                  <a:gd name="connsiteX51" fmla="*/ 5663679 w 8773198"/>
                  <a:gd name="connsiteY51" fmla="*/ 3004458 h 3968273"/>
                  <a:gd name="connsiteX52" fmla="*/ 5774730 w 8773198"/>
                  <a:gd name="connsiteY52" fmla="*/ 2959868 h 3968273"/>
                  <a:gd name="connsiteX53" fmla="*/ 5885781 w 8773198"/>
                  <a:gd name="connsiteY53" fmla="*/ 2909559 h 3968273"/>
                  <a:gd name="connsiteX54" fmla="*/ 5996831 w 8773198"/>
                  <a:gd name="connsiteY54" fmla="*/ 2856178 h 3968273"/>
                  <a:gd name="connsiteX55" fmla="*/ 6107881 w 8773198"/>
                  <a:gd name="connsiteY55" fmla="*/ 2802692 h 3968273"/>
                  <a:gd name="connsiteX56" fmla="*/ 6219038 w 8773198"/>
                  <a:gd name="connsiteY56" fmla="*/ 2751853 h 3968273"/>
                  <a:gd name="connsiteX57" fmla="*/ 6330088 w 8773198"/>
                  <a:gd name="connsiteY57" fmla="*/ 2705887 h 3968273"/>
                  <a:gd name="connsiteX58" fmla="*/ 6441139 w 8773198"/>
                  <a:gd name="connsiteY58" fmla="*/ 2659496 h 3968273"/>
                  <a:gd name="connsiteX59" fmla="*/ 6552189 w 8773198"/>
                  <a:gd name="connsiteY59" fmla="*/ 2610034 h 3968273"/>
                  <a:gd name="connsiteX60" fmla="*/ 6663240 w 8773198"/>
                  <a:gd name="connsiteY60" fmla="*/ 2556442 h 3968273"/>
                  <a:gd name="connsiteX61" fmla="*/ 6774290 w 8773198"/>
                  <a:gd name="connsiteY61" fmla="*/ 2497766 h 3968273"/>
                  <a:gd name="connsiteX62" fmla="*/ 6885340 w 8773198"/>
                  <a:gd name="connsiteY62" fmla="*/ 2432841 h 3968273"/>
                  <a:gd name="connsiteX63" fmla="*/ 6996391 w 8773198"/>
                  <a:gd name="connsiteY63" fmla="*/ 2360396 h 3968273"/>
                  <a:gd name="connsiteX64" fmla="*/ 7107441 w 8773198"/>
                  <a:gd name="connsiteY64" fmla="*/ 2279689 h 3968273"/>
                  <a:gd name="connsiteX65" fmla="*/ 7218492 w 8773198"/>
                  <a:gd name="connsiteY65" fmla="*/ 2190086 h 3968273"/>
                  <a:gd name="connsiteX66" fmla="*/ 7329543 w 8773198"/>
                  <a:gd name="connsiteY66" fmla="*/ 2091057 h 3968273"/>
                  <a:gd name="connsiteX67" fmla="*/ 7440593 w 8773198"/>
                  <a:gd name="connsiteY67" fmla="*/ 1982601 h 3968273"/>
                  <a:gd name="connsiteX68" fmla="*/ 7551643 w 8773198"/>
                  <a:gd name="connsiteY68" fmla="*/ 1864613 h 3968273"/>
                  <a:gd name="connsiteX69" fmla="*/ 7662694 w 8773198"/>
                  <a:gd name="connsiteY69" fmla="*/ 1737410 h 3968273"/>
                  <a:gd name="connsiteX70" fmla="*/ 7773744 w 8773198"/>
                  <a:gd name="connsiteY70" fmla="*/ 1601099 h 3968273"/>
                  <a:gd name="connsiteX71" fmla="*/ 7884794 w 8773198"/>
                  <a:gd name="connsiteY71" fmla="*/ 1455997 h 3968273"/>
                  <a:gd name="connsiteX72" fmla="*/ 7995845 w 8773198"/>
                  <a:gd name="connsiteY72" fmla="*/ 1302316 h 3968273"/>
                  <a:gd name="connsiteX73" fmla="*/ 8106896 w 8773198"/>
                  <a:gd name="connsiteY73" fmla="*/ 1140268 h 3968273"/>
                  <a:gd name="connsiteX74" fmla="*/ 8217946 w 8773198"/>
                  <a:gd name="connsiteY74" fmla="*/ 969959 h 3968273"/>
                  <a:gd name="connsiteX75" fmla="*/ 8328997 w 8773198"/>
                  <a:gd name="connsiteY75" fmla="*/ 791706 h 3968273"/>
                  <a:gd name="connsiteX76" fmla="*/ 8440047 w 8773198"/>
                  <a:gd name="connsiteY76" fmla="*/ 605403 h 3968273"/>
                  <a:gd name="connsiteX77" fmla="*/ 8551097 w 8773198"/>
                  <a:gd name="connsiteY77" fmla="*/ 411369 h 3968273"/>
                  <a:gd name="connsiteX78" fmla="*/ 8662148 w 8773198"/>
                  <a:gd name="connsiteY78" fmla="*/ 209498 h 3968273"/>
                  <a:gd name="connsiteX79" fmla="*/ 8773198 w 8773198"/>
                  <a:gd name="connsiteY79" fmla="*/ 0 h 3968273"/>
                  <a:gd name="connsiteX80" fmla="*/ 8773198 w 8773198"/>
                  <a:gd name="connsiteY80" fmla="*/ 3333108 h 3968273"/>
                  <a:gd name="connsiteX81" fmla="*/ 8662148 w 8773198"/>
                  <a:gd name="connsiteY81" fmla="*/ 3301864 h 3968273"/>
                  <a:gd name="connsiteX82" fmla="*/ 8551097 w 8773198"/>
                  <a:gd name="connsiteY82" fmla="*/ 3273584 h 3968273"/>
                  <a:gd name="connsiteX83" fmla="*/ 8440047 w 8773198"/>
                  <a:gd name="connsiteY83" fmla="*/ 3248165 h 3968273"/>
                  <a:gd name="connsiteX84" fmla="*/ 8328997 w 8773198"/>
                  <a:gd name="connsiteY84" fmla="*/ 3226135 h 3968273"/>
                  <a:gd name="connsiteX85" fmla="*/ 8217946 w 8773198"/>
                  <a:gd name="connsiteY85" fmla="*/ 3207388 h 3968273"/>
                  <a:gd name="connsiteX86" fmla="*/ 8106896 w 8773198"/>
                  <a:gd name="connsiteY86" fmla="*/ 3192349 h 3968273"/>
                  <a:gd name="connsiteX87" fmla="*/ 7995845 w 8773198"/>
                  <a:gd name="connsiteY87" fmla="*/ 3181122 h 3968273"/>
                  <a:gd name="connsiteX88" fmla="*/ 7884794 w 8773198"/>
                  <a:gd name="connsiteY88" fmla="*/ 3174025 h 3968273"/>
                  <a:gd name="connsiteX89" fmla="*/ 7773744 w 8773198"/>
                  <a:gd name="connsiteY89" fmla="*/ 3171378 h 3968273"/>
                  <a:gd name="connsiteX90" fmla="*/ 7662694 w 8773198"/>
                  <a:gd name="connsiteY90" fmla="*/ 3173602 h 3968273"/>
                  <a:gd name="connsiteX91" fmla="*/ 7551643 w 8773198"/>
                  <a:gd name="connsiteY91" fmla="*/ 3180804 h 3968273"/>
                  <a:gd name="connsiteX92" fmla="*/ 7440593 w 8773198"/>
                  <a:gd name="connsiteY92" fmla="*/ 3193514 h 3968273"/>
                  <a:gd name="connsiteX93" fmla="*/ 7329543 w 8773198"/>
                  <a:gd name="connsiteY93" fmla="*/ 3211837 h 3968273"/>
                  <a:gd name="connsiteX94" fmla="*/ 7218492 w 8773198"/>
                  <a:gd name="connsiteY94" fmla="*/ 3236091 h 3968273"/>
                  <a:gd name="connsiteX95" fmla="*/ 7107441 w 8773198"/>
                  <a:gd name="connsiteY95" fmla="*/ 3266065 h 3968273"/>
                  <a:gd name="connsiteX96" fmla="*/ 6996391 w 8773198"/>
                  <a:gd name="connsiteY96" fmla="*/ 3301546 h 3968273"/>
                  <a:gd name="connsiteX97" fmla="*/ 6885340 w 8773198"/>
                  <a:gd name="connsiteY97" fmla="*/ 3342005 h 3968273"/>
                  <a:gd name="connsiteX98" fmla="*/ 6774290 w 8773198"/>
                  <a:gd name="connsiteY98" fmla="*/ 3386595 h 3968273"/>
                  <a:gd name="connsiteX99" fmla="*/ 6663240 w 8773198"/>
                  <a:gd name="connsiteY99" fmla="*/ 3434256 h 3968273"/>
                  <a:gd name="connsiteX100" fmla="*/ 6552189 w 8773198"/>
                  <a:gd name="connsiteY100" fmla="*/ 3484035 h 3968273"/>
                  <a:gd name="connsiteX101" fmla="*/ 6441139 w 8773198"/>
                  <a:gd name="connsiteY101" fmla="*/ 3534874 h 3968273"/>
                  <a:gd name="connsiteX102" fmla="*/ 6330088 w 8773198"/>
                  <a:gd name="connsiteY102" fmla="*/ 3585924 h 3968273"/>
                  <a:gd name="connsiteX103" fmla="*/ 6219038 w 8773198"/>
                  <a:gd name="connsiteY103" fmla="*/ 3637081 h 3968273"/>
                  <a:gd name="connsiteX104" fmla="*/ 6107881 w 8773198"/>
                  <a:gd name="connsiteY104" fmla="*/ 3690038 h 3968273"/>
                  <a:gd name="connsiteX105" fmla="*/ 5996831 w 8773198"/>
                  <a:gd name="connsiteY105" fmla="*/ 3743101 h 3968273"/>
                  <a:gd name="connsiteX106" fmla="*/ 5885781 w 8773198"/>
                  <a:gd name="connsiteY106" fmla="*/ 3794998 h 3968273"/>
                  <a:gd name="connsiteX107" fmla="*/ 5774730 w 8773198"/>
                  <a:gd name="connsiteY107" fmla="*/ 3844142 h 3968273"/>
                  <a:gd name="connsiteX108" fmla="*/ 5663679 w 8773198"/>
                  <a:gd name="connsiteY108" fmla="*/ 3888626 h 3968273"/>
                  <a:gd name="connsiteX109" fmla="*/ 5552629 w 8773198"/>
                  <a:gd name="connsiteY109" fmla="*/ 3926120 h 3968273"/>
                  <a:gd name="connsiteX110" fmla="*/ 5441578 w 8773198"/>
                  <a:gd name="connsiteY110" fmla="*/ 3953763 h 3968273"/>
                  <a:gd name="connsiteX111" fmla="*/ 5330528 w 8773198"/>
                  <a:gd name="connsiteY111" fmla="*/ 3968273 h 3968273"/>
                  <a:gd name="connsiteX112" fmla="*/ 5219478 w 8773198"/>
                  <a:gd name="connsiteY112" fmla="*/ 3965520 h 3968273"/>
                  <a:gd name="connsiteX113" fmla="*/ 5108428 w 8773198"/>
                  <a:gd name="connsiteY113" fmla="*/ 3943595 h 3968273"/>
                  <a:gd name="connsiteX114" fmla="*/ 4997377 w 8773198"/>
                  <a:gd name="connsiteY114" fmla="*/ 3905996 h 3968273"/>
                  <a:gd name="connsiteX115" fmla="*/ 4886326 w 8773198"/>
                  <a:gd name="connsiteY115" fmla="*/ 3857170 h 3968273"/>
                  <a:gd name="connsiteX116" fmla="*/ 4775276 w 8773198"/>
                  <a:gd name="connsiteY116" fmla="*/ 3800718 h 3968273"/>
                  <a:gd name="connsiteX117" fmla="*/ 4664225 w 8773198"/>
                  <a:gd name="connsiteY117" fmla="*/ 3739605 h 3968273"/>
                  <a:gd name="connsiteX118" fmla="*/ 4553175 w 8773198"/>
                  <a:gd name="connsiteY118" fmla="*/ 3675421 h 3968273"/>
                  <a:gd name="connsiteX119" fmla="*/ 4442124 w 8773198"/>
                  <a:gd name="connsiteY119" fmla="*/ 3608272 h 3968273"/>
                  <a:gd name="connsiteX120" fmla="*/ 4331074 w 8773198"/>
                  <a:gd name="connsiteY120" fmla="*/ 3537204 h 3968273"/>
                  <a:gd name="connsiteX121" fmla="*/ 4220024 w 8773198"/>
                  <a:gd name="connsiteY121" fmla="*/ 3454697 h 3968273"/>
                  <a:gd name="connsiteX122" fmla="*/ 4108973 w 8773198"/>
                  <a:gd name="connsiteY122" fmla="*/ 3338192 h 3968273"/>
                  <a:gd name="connsiteX123" fmla="*/ 3997923 w 8773198"/>
                  <a:gd name="connsiteY123" fmla="*/ 3215120 h 3968273"/>
                  <a:gd name="connsiteX124" fmla="*/ 3886872 w 8773198"/>
                  <a:gd name="connsiteY124" fmla="*/ 3110901 h 3968273"/>
                  <a:gd name="connsiteX125" fmla="*/ 3775822 w 8773198"/>
                  <a:gd name="connsiteY125" fmla="*/ 2991430 h 3968273"/>
                  <a:gd name="connsiteX126" fmla="*/ 3664771 w 8773198"/>
                  <a:gd name="connsiteY126" fmla="*/ 2894307 h 3968273"/>
                  <a:gd name="connsiteX127" fmla="*/ 3553721 w 8773198"/>
                  <a:gd name="connsiteY127" fmla="*/ 2789558 h 3968273"/>
                  <a:gd name="connsiteX128" fmla="*/ 3442670 w 8773198"/>
                  <a:gd name="connsiteY128" fmla="*/ 2687881 h 3968273"/>
                  <a:gd name="connsiteX129" fmla="*/ 3331620 w 8773198"/>
                  <a:gd name="connsiteY129" fmla="*/ 2599549 h 3968273"/>
                  <a:gd name="connsiteX130" fmla="*/ 3220569 w 8773198"/>
                  <a:gd name="connsiteY130" fmla="*/ 2524032 h 3968273"/>
                  <a:gd name="connsiteX131" fmla="*/ 3109519 w 8773198"/>
                  <a:gd name="connsiteY131" fmla="*/ 2448728 h 3968273"/>
                  <a:gd name="connsiteX132" fmla="*/ 2998362 w 8773198"/>
                  <a:gd name="connsiteY132" fmla="*/ 2387510 h 3968273"/>
                  <a:gd name="connsiteX133" fmla="*/ 2887312 w 8773198"/>
                  <a:gd name="connsiteY133" fmla="*/ 2353935 h 3968273"/>
                  <a:gd name="connsiteX134" fmla="*/ 2776262 w 8773198"/>
                  <a:gd name="connsiteY134" fmla="*/ 2349380 h 3968273"/>
                  <a:gd name="connsiteX135" fmla="*/ 2665211 w 8773198"/>
                  <a:gd name="connsiteY135" fmla="*/ 2361984 h 3968273"/>
                  <a:gd name="connsiteX136" fmla="*/ 2554161 w 8773198"/>
                  <a:gd name="connsiteY136" fmla="*/ 2400643 h 3968273"/>
                  <a:gd name="connsiteX137" fmla="*/ 2443110 w 8773198"/>
                  <a:gd name="connsiteY137" fmla="*/ 2474253 h 3968273"/>
                  <a:gd name="connsiteX138" fmla="*/ 2332060 w 8773198"/>
                  <a:gd name="connsiteY138" fmla="*/ 2566504 h 3968273"/>
                  <a:gd name="connsiteX139" fmla="*/ 2221009 w 8773198"/>
                  <a:gd name="connsiteY139" fmla="*/ 2698261 h 3968273"/>
                  <a:gd name="connsiteX140" fmla="*/ 2109959 w 8773198"/>
                  <a:gd name="connsiteY140" fmla="*/ 2805233 h 3968273"/>
                  <a:gd name="connsiteX141" fmla="*/ 1998908 w 8773198"/>
                  <a:gd name="connsiteY141" fmla="*/ 2826205 h 3968273"/>
                  <a:gd name="connsiteX142" fmla="*/ 1887858 w 8773198"/>
                  <a:gd name="connsiteY142" fmla="*/ 2816990 h 3968273"/>
                  <a:gd name="connsiteX143" fmla="*/ 1776807 w 8773198"/>
                  <a:gd name="connsiteY143" fmla="*/ 2790935 h 3968273"/>
                  <a:gd name="connsiteX144" fmla="*/ 1665757 w 8773198"/>
                  <a:gd name="connsiteY144" fmla="*/ 2721456 h 3968273"/>
                  <a:gd name="connsiteX145" fmla="*/ 1554706 w 8773198"/>
                  <a:gd name="connsiteY145" fmla="*/ 2515136 h 3968273"/>
                  <a:gd name="connsiteX146" fmla="*/ 1443656 w 8773198"/>
                  <a:gd name="connsiteY146" fmla="*/ 2222496 h 3968273"/>
                  <a:gd name="connsiteX147" fmla="*/ 1332605 w 8773198"/>
                  <a:gd name="connsiteY147" fmla="*/ 1934940 h 3968273"/>
                  <a:gd name="connsiteX148" fmla="*/ 1221555 w 8773198"/>
                  <a:gd name="connsiteY148" fmla="*/ 1720358 h 3968273"/>
                  <a:gd name="connsiteX149" fmla="*/ 1110505 w 8773198"/>
                  <a:gd name="connsiteY149" fmla="*/ 1619211 h 3968273"/>
                  <a:gd name="connsiteX150" fmla="*/ 999454 w 8773198"/>
                  <a:gd name="connsiteY150" fmla="*/ 1571232 h 3968273"/>
                  <a:gd name="connsiteX151" fmla="*/ 888404 w 8773198"/>
                  <a:gd name="connsiteY151" fmla="*/ 1588707 h 3968273"/>
                  <a:gd name="connsiteX152" fmla="*/ 777353 w 8773198"/>
                  <a:gd name="connsiteY152" fmla="*/ 1647913 h 3968273"/>
                  <a:gd name="connsiteX153" fmla="*/ 666303 w 8773198"/>
                  <a:gd name="connsiteY153" fmla="*/ 1761665 h 3968273"/>
                  <a:gd name="connsiteX154" fmla="*/ 555252 w 8773198"/>
                  <a:gd name="connsiteY154" fmla="*/ 1925831 h 3968273"/>
                  <a:gd name="connsiteX155" fmla="*/ 444202 w 8773198"/>
                  <a:gd name="connsiteY155" fmla="*/ 2150157 h 3968273"/>
                  <a:gd name="connsiteX156" fmla="*/ 333151 w 8773198"/>
                  <a:gd name="connsiteY156" fmla="*/ 2452011 h 3968273"/>
                  <a:gd name="connsiteX157" fmla="*/ 222101 w 8773198"/>
                  <a:gd name="connsiteY157" fmla="*/ 2846328 h 3968273"/>
                  <a:gd name="connsiteX158" fmla="*/ 111050 w 8773198"/>
                  <a:gd name="connsiteY158" fmla="*/ 3333849 h 3968273"/>
                  <a:gd name="connsiteX159" fmla="*/ 0 w 8773198"/>
                  <a:gd name="connsiteY159" fmla="*/ 3917541 h 3968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8773198" h="3968273">
                    <a:moveTo>
                      <a:pt x="0" y="2883610"/>
                    </a:moveTo>
                    <a:lnTo>
                      <a:pt x="111050" y="2512912"/>
                    </a:lnTo>
                    <a:lnTo>
                      <a:pt x="222101" y="2171022"/>
                    </a:lnTo>
                    <a:lnTo>
                      <a:pt x="333151" y="1851480"/>
                    </a:lnTo>
                    <a:lnTo>
                      <a:pt x="444202" y="1564241"/>
                    </a:lnTo>
                    <a:lnTo>
                      <a:pt x="555252" y="1318627"/>
                    </a:lnTo>
                    <a:lnTo>
                      <a:pt x="666303" y="1118662"/>
                    </a:lnTo>
                    <a:lnTo>
                      <a:pt x="777353" y="971018"/>
                    </a:lnTo>
                    <a:lnTo>
                      <a:pt x="888404" y="890841"/>
                    </a:lnTo>
                    <a:lnTo>
                      <a:pt x="999454" y="861927"/>
                    </a:lnTo>
                    <a:lnTo>
                      <a:pt x="1110505" y="903339"/>
                    </a:lnTo>
                    <a:lnTo>
                      <a:pt x="1221555" y="1021221"/>
                    </a:lnTo>
                    <a:lnTo>
                      <a:pt x="1332605" y="1254867"/>
                    </a:lnTo>
                    <a:lnTo>
                      <a:pt x="1443656" y="1518169"/>
                    </a:lnTo>
                    <a:lnTo>
                      <a:pt x="1554706" y="1748002"/>
                    </a:lnTo>
                    <a:lnTo>
                      <a:pt x="1665757" y="1904436"/>
                    </a:lnTo>
                    <a:lnTo>
                      <a:pt x="1776807" y="1983766"/>
                    </a:lnTo>
                    <a:lnTo>
                      <a:pt x="1887858" y="2044455"/>
                    </a:lnTo>
                    <a:lnTo>
                      <a:pt x="1998908" y="2068815"/>
                    </a:lnTo>
                    <a:lnTo>
                      <a:pt x="2109959" y="2061930"/>
                    </a:lnTo>
                    <a:lnTo>
                      <a:pt x="2221009" y="1990121"/>
                    </a:lnTo>
                    <a:lnTo>
                      <a:pt x="2332060" y="1858258"/>
                    </a:lnTo>
                    <a:lnTo>
                      <a:pt x="2443110" y="1730844"/>
                    </a:lnTo>
                    <a:lnTo>
                      <a:pt x="2554161" y="1669096"/>
                    </a:lnTo>
                    <a:lnTo>
                      <a:pt x="2665211" y="1640923"/>
                    </a:lnTo>
                    <a:lnTo>
                      <a:pt x="2776262" y="1652891"/>
                    </a:lnTo>
                    <a:lnTo>
                      <a:pt x="2887312" y="1677993"/>
                    </a:lnTo>
                    <a:lnTo>
                      <a:pt x="2998362" y="1703306"/>
                    </a:lnTo>
                    <a:lnTo>
                      <a:pt x="3109519" y="1729149"/>
                    </a:lnTo>
                    <a:lnTo>
                      <a:pt x="3220569" y="1768231"/>
                    </a:lnTo>
                    <a:lnTo>
                      <a:pt x="3331620" y="1838558"/>
                    </a:lnTo>
                    <a:lnTo>
                      <a:pt x="3442670" y="1950403"/>
                    </a:lnTo>
                    <a:lnTo>
                      <a:pt x="3553721" y="2079406"/>
                    </a:lnTo>
                    <a:lnTo>
                      <a:pt x="3664771" y="2204067"/>
                    </a:lnTo>
                    <a:lnTo>
                      <a:pt x="3775822" y="2320678"/>
                    </a:lnTo>
                    <a:lnTo>
                      <a:pt x="3886872" y="2454341"/>
                    </a:lnTo>
                    <a:lnTo>
                      <a:pt x="3997923" y="2562267"/>
                    </a:lnTo>
                    <a:lnTo>
                      <a:pt x="4108973" y="2671994"/>
                    </a:lnTo>
                    <a:lnTo>
                      <a:pt x="4220024" y="2762974"/>
                    </a:lnTo>
                    <a:lnTo>
                      <a:pt x="4331074" y="2829382"/>
                    </a:lnTo>
                    <a:lnTo>
                      <a:pt x="4442124" y="2891341"/>
                    </a:lnTo>
                    <a:lnTo>
                      <a:pt x="4553175" y="2949276"/>
                    </a:lnTo>
                    <a:lnTo>
                      <a:pt x="4664225" y="2999480"/>
                    </a:lnTo>
                    <a:lnTo>
                      <a:pt x="4775276" y="3039515"/>
                    </a:lnTo>
                    <a:lnTo>
                      <a:pt x="4886326" y="3068218"/>
                    </a:lnTo>
                    <a:lnTo>
                      <a:pt x="4997377" y="3086011"/>
                    </a:lnTo>
                    <a:lnTo>
                      <a:pt x="5108428" y="3094061"/>
                    </a:lnTo>
                    <a:lnTo>
                      <a:pt x="5219478" y="3093849"/>
                    </a:lnTo>
                    <a:lnTo>
                      <a:pt x="5330528" y="3086541"/>
                    </a:lnTo>
                    <a:lnTo>
                      <a:pt x="5441578" y="3069277"/>
                    </a:lnTo>
                    <a:lnTo>
                      <a:pt x="5552629" y="3041527"/>
                    </a:lnTo>
                    <a:lnTo>
                      <a:pt x="5663679" y="3004458"/>
                    </a:lnTo>
                    <a:lnTo>
                      <a:pt x="5774730" y="2959868"/>
                    </a:lnTo>
                    <a:lnTo>
                      <a:pt x="5885781" y="2909559"/>
                    </a:lnTo>
                    <a:lnTo>
                      <a:pt x="5996831" y="2856178"/>
                    </a:lnTo>
                    <a:lnTo>
                      <a:pt x="6107881" y="2802692"/>
                    </a:lnTo>
                    <a:lnTo>
                      <a:pt x="6219038" y="2751853"/>
                    </a:lnTo>
                    <a:lnTo>
                      <a:pt x="6330088" y="2705887"/>
                    </a:lnTo>
                    <a:lnTo>
                      <a:pt x="6441139" y="2659496"/>
                    </a:lnTo>
                    <a:lnTo>
                      <a:pt x="6552189" y="2610034"/>
                    </a:lnTo>
                    <a:lnTo>
                      <a:pt x="6663240" y="2556442"/>
                    </a:lnTo>
                    <a:lnTo>
                      <a:pt x="6774290" y="2497766"/>
                    </a:lnTo>
                    <a:lnTo>
                      <a:pt x="6885340" y="2432841"/>
                    </a:lnTo>
                    <a:lnTo>
                      <a:pt x="6996391" y="2360396"/>
                    </a:lnTo>
                    <a:lnTo>
                      <a:pt x="7107441" y="2279689"/>
                    </a:lnTo>
                    <a:lnTo>
                      <a:pt x="7218492" y="2190086"/>
                    </a:lnTo>
                    <a:lnTo>
                      <a:pt x="7329543" y="2091057"/>
                    </a:lnTo>
                    <a:lnTo>
                      <a:pt x="7440593" y="1982601"/>
                    </a:lnTo>
                    <a:lnTo>
                      <a:pt x="7551643" y="1864613"/>
                    </a:lnTo>
                    <a:lnTo>
                      <a:pt x="7662694" y="1737410"/>
                    </a:lnTo>
                    <a:lnTo>
                      <a:pt x="7773744" y="1601099"/>
                    </a:lnTo>
                    <a:lnTo>
                      <a:pt x="7884794" y="1455997"/>
                    </a:lnTo>
                    <a:lnTo>
                      <a:pt x="7995845" y="1302316"/>
                    </a:lnTo>
                    <a:lnTo>
                      <a:pt x="8106896" y="1140268"/>
                    </a:lnTo>
                    <a:lnTo>
                      <a:pt x="8217946" y="969959"/>
                    </a:lnTo>
                    <a:lnTo>
                      <a:pt x="8328997" y="791706"/>
                    </a:lnTo>
                    <a:lnTo>
                      <a:pt x="8440047" y="605403"/>
                    </a:lnTo>
                    <a:lnTo>
                      <a:pt x="8551097" y="411369"/>
                    </a:lnTo>
                    <a:lnTo>
                      <a:pt x="8662148" y="209498"/>
                    </a:lnTo>
                    <a:lnTo>
                      <a:pt x="8773198" y="0"/>
                    </a:lnTo>
                    <a:lnTo>
                      <a:pt x="8773198" y="3333108"/>
                    </a:lnTo>
                    <a:lnTo>
                      <a:pt x="8662148" y="3301864"/>
                    </a:lnTo>
                    <a:lnTo>
                      <a:pt x="8551097" y="3273584"/>
                    </a:lnTo>
                    <a:lnTo>
                      <a:pt x="8440047" y="3248165"/>
                    </a:lnTo>
                    <a:lnTo>
                      <a:pt x="8328997" y="3226135"/>
                    </a:lnTo>
                    <a:lnTo>
                      <a:pt x="8217946" y="3207388"/>
                    </a:lnTo>
                    <a:lnTo>
                      <a:pt x="8106896" y="3192349"/>
                    </a:lnTo>
                    <a:lnTo>
                      <a:pt x="7995845" y="3181122"/>
                    </a:lnTo>
                    <a:lnTo>
                      <a:pt x="7884794" y="3174025"/>
                    </a:lnTo>
                    <a:lnTo>
                      <a:pt x="7773744" y="3171378"/>
                    </a:lnTo>
                    <a:lnTo>
                      <a:pt x="7662694" y="3173602"/>
                    </a:lnTo>
                    <a:lnTo>
                      <a:pt x="7551643" y="3180804"/>
                    </a:lnTo>
                    <a:lnTo>
                      <a:pt x="7440593" y="3193514"/>
                    </a:lnTo>
                    <a:lnTo>
                      <a:pt x="7329543" y="3211837"/>
                    </a:lnTo>
                    <a:lnTo>
                      <a:pt x="7218492" y="3236091"/>
                    </a:lnTo>
                    <a:lnTo>
                      <a:pt x="7107441" y="3266065"/>
                    </a:lnTo>
                    <a:lnTo>
                      <a:pt x="6996391" y="3301546"/>
                    </a:lnTo>
                    <a:lnTo>
                      <a:pt x="6885340" y="3342005"/>
                    </a:lnTo>
                    <a:lnTo>
                      <a:pt x="6774290" y="3386595"/>
                    </a:lnTo>
                    <a:lnTo>
                      <a:pt x="6663240" y="3434256"/>
                    </a:lnTo>
                    <a:lnTo>
                      <a:pt x="6552189" y="3484035"/>
                    </a:lnTo>
                    <a:lnTo>
                      <a:pt x="6441139" y="3534874"/>
                    </a:lnTo>
                    <a:lnTo>
                      <a:pt x="6330088" y="3585924"/>
                    </a:lnTo>
                    <a:lnTo>
                      <a:pt x="6219038" y="3637081"/>
                    </a:lnTo>
                    <a:lnTo>
                      <a:pt x="6107881" y="3690038"/>
                    </a:lnTo>
                    <a:lnTo>
                      <a:pt x="5996831" y="3743101"/>
                    </a:lnTo>
                    <a:lnTo>
                      <a:pt x="5885781" y="3794998"/>
                    </a:lnTo>
                    <a:lnTo>
                      <a:pt x="5774730" y="3844142"/>
                    </a:lnTo>
                    <a:lnTo>
                      <a:pt x="5663679" y="3888626"/>
                    </a:lnTo>
                    <a:lnTo>
                      <a:pt x="5552629" y="3926120"/>
                    </a:lnTo>
                    <a:lnTo>
                      <a:pt x="5441578" y="3953763"/>
                    </a:lnTo>
                    <a:lnTo>
                      <a:pt x="5330528" y="3968273"/>
                    </a:lnTo>
                    <a:lnTo>
                      <a:pt x="5219478" y="3965520"/>
                    </a:lnTo>
                    <a:lnTo>
                      <a:pt x="5108428" y="3943595"/>
                    </a:lnTo>
                    <a:lnTo>
                      <a:pt x="4997377" y="3905996"/>
                    </a:lnTo>
                    <a:lnTo>
                      <a:pt x="4886326" y="3857170"/>
                    </a:lnTo>
                    <a:lnTo>
                      <a:pt x="4775276" y="3800718"/>
                    </a:lnTo>
                    <a:lnTo>
                      <a:pt x="4664225" y="3739605"/>
                    </a:lnTo>
                    <a:lnTo>
                      <a:pt x="4553175" y="3675421"/>
                    </a:lnTo>
                    <a:lnTo>
                      <a:pt x="4442124" y="3608272"/>
                    </a:lnTo>
                    <a:lnTo>
                      <a:pt x="4331074" y="3537204"/>
                    </a:lnTo>
                    <a:lnTo>
                      <a:pt x="4220024" y="3454697"/>
                    </a:lnTo>
                    <a:lnTo>
                      <a:pt x="4108973" y="3338192"/>
                    </a:lnTo>
                    <a:lnTo>
                      <a:pt x="3997923" y="3215120"/>
                    </a:lnTo>
                    <a:lnTo>
                      <a:pt x="3886872" y="3110901"/>
                    </a:lnTo>
                    <a:lnTo>
                      <a:pt x="3775822" y="2991430"/>
                    </a:lnTo>
                    <a:lnTo>
                      <a:pt x="3664771" y="2894307"/>
                    </a:lnTo>
                    <a:lnTo>
                      <a:pt x="3553721" y="2789558"/>
                    </a:lnTo>
                    <a:lnTo>
                      <a:pt x="3442670" y="2687881"/>
                    </a:lnTo>
                    <a:lnTo>
                      <a:pt x="3331620" y="2599549"/>
                    </a:lnTo>
                    <a:lnTo>
                      <a:pt x="3220569" y="2524032"/>
                    </a:lnTo>
                    <a:lnTo>
                      <a:pt x="3109519" y="2448728"/>
                    </a:lnTo>
                    <a:lnTo>
                      <a:pt x="2998362" y="2387510"/>
                    </a:lnTo>
                    <a:lnTo>
                      <a:pt x="2887312" y="2353935"/>
                    </a:lnTo>
                    <a:lnTo>
                      <a:pt x="2776262" y="2349380"/>
                    </a:lnTo>
                    <a:lnTo>
                      <a:pt x="2665211" y="2361984"/>
                    </a:lnTo>
                    <a:lnTo>
                      <a:pt x="2554161" y="2400643"/>
                    </a:lnTo>
                    <a:lnTo>
                      <a:pt x="2443110" y="2474253"/>
                    </a:lnTo>
                    <a:lnTo>
                      <a:pt x="2332060" y="2566504"/>
                    </a:lnTo>
                    <a:lnTo>
                      <a:pt x="2221009" y="2698261"/>
                    </a:lnTo>
                    <a:lnTo>
                      <a:pt x="2109959" y="2805233"/>
                    </a:lnTo>
                    <a:lnTo>
                      <a:pt x="1998908" y="2826205"/>
                    </a:lnTo>
                    <a:lnTo>
                      <a:pt x="1887858" y="2816990"/>
                    </a:lnTo>
                    <a:lnTo>
                      <a:pt x="1776807" y="2790935"/>
                    </a:lnTo>
                    <a:lnTo>
                      <a:pt x="1665757" y="2721456"/>
                    </a:lnTo>
                    <a:lnTo>
                      <a:pt x="1554706" y="2515136"/>
                    </a:lnTo>
                    <a:lnTo>
                      <a:pt x="1443656" y="2222496"/>
                    </a:lnTo>
                    <a:lnTo>
                      <a:pt x="1332605" y="1934940"/>
                    </a:lnTo>
                    <a:lnTo>
                      <a:pt x="1221555" y="1720358"/>
                    </a:lnTo>
                    <a:lnTo>
                      <a:pt x="1110505" y="1619211"/>
                    </a:lnTo>
                    <a:lnTo>
                      <a:pt x="999454" y="1571232"/>
                    </a:lnTo>
                    <a:lnTo>
                      <a:pt x="888404" y="1588707"/>
                    </a:lnTo>
                    <a:lnTo>
                      <a:pt x="777353" y="1647913"/>
                    </a:lnTo>
                    <a:lnTo>
                      <a:pt x="666303" y="1761665"/>
                    </a:lnTo>
                    <a:lnTo>
                      <a:pt x="555252" y="1925831"/>
                    </a:lnTo>
                    <a:lnTo>
                      <a:pt x="444202" y="2150157"/>
                    </a:lnTo>
                    <a:lnTo>
                      <a:pt x="333151" y="2452011"/>
                    </a:lnTo>
                    <a:lnTo>
                      <a:pt x="222101" y="2846328"/>
                    </a:lnTo>
                    <a:lnTo>
                      <a:pt x="111050" y="3333849"/>
                    </a:lnTo>
                    <a:lnTo>
                      <a:pt x="0" y="3917541"/>
                    </a:lnTo>
                    <a:close/>
                  </a:path>
                </a:pathLst>
              </a:custGeom>
              <a:solidFill>
                <a:srgbClr val="B50A37">
                  <a:alpha val="40000"/>
                </a:srgbClr>
              </a:solidFill>
              <a:ln w="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D1BA2EE-0008-7131-C75A-3340D30D107E}"/>
                  </a:ext>
                </a:extLst>
              </p:cNvPr>
              <p:cNvSpPr/>
              <p:nvPr/>
            </p:nvSpPr>
            <p:spPr>
              <a:xfrm>
                <a:off x="1909778" y="971481"/>
                <a:ext cx="8773198" cy="3094060"/>
              </a:xfrm>
              <a:custGeom>
                <a:avLst/>
                <a:gdLst>
                  <a:gd name="connsiteX0" fmla="*/ 0 w 8773198"/>
                  <a:gd name="connsiteY0" fmla="*/ 2883610 h 3094060"/>
                  <a:gd name="connsiteX1" fmla="*/ 111050 w 8773198"/>
                  <a:gd name="connsiteY1" fmla="*/ 2512912 h 3094060"/>
                  <a:gd name="connsiteX2" fmla="*/ 222101 w 8773198"/>
                  <a:gd name="connsiteY2" fmla="*/ 2171022 h 3094060"/>
                  <a:gd name="connsiteX3" fmla="*/ 333151 w 8773198"/>
                  <a:gd name="connsiteY3" fmla="*/ 1851480 h 3094060"/>
                  <a:gd name="connsiteX4" fmla="*/ 444202 w 8773198"/>
                  <a:gd name="connsiteY4" fmla="*/ 1564241 h 3094060"/>
                  <a:gd name="connsiteX5" fmla="*/ 555252 w 8773198"/>
                  <a:gd name="connsiteY5" fmla="*/ 1318627 h 3094060"/>
                  <a:gd name="connsiteX6" fmla="*/ 666303 w 8773198"/>
                  <a:gd name="connsiteY6" fmla="*/ 1118662 h 3094060"/>
                  <a:gd name="connsiteX7" fmla="*/ 777353 w 8773198"/>
                  <a:gd name="connsiteY7" fmla="*/ 971018 h 3094060"/>
                  <a:gd name="connsiteX8" fmla="*/ 888404 w 8773198"/>
                  <a:gd name="connsiteY8" fmla="*/ 890841 h 3094060"/>
                  <a:gd name="connsiteX9" fmla="*/ 999454 w 8773198"/>
                  <a:gd name="connsiteY9" fmla="*/ 861927 h 3094060"/>
                  <a:gd name="connsiteX10" fmla="*/ 1110505 w 8773198"/>
                  <a:gd name="connsiteY10" fmla="*/ 903339 h 3094060"/>
                  <a:gd name="connsiteX11" fmla="*/ 1221555 w 8773198"/>
                  <a:gd name="connsiteY11" fmla="*/ 1021221 h 3094060"/>
                  <a:gd name="connsiteX12" fmla="*/ 1332605 w 8773198"/>
                  <a:gd name="connsiteY12" fmla="*/ 1254867 h 3094060"/>
                  <a:gd name="connsiteX13" fmla="*/ 1443656 w 8773198"/>
                  <a:gd name="connsiteY13" fmla="*/ 1518169 h 3094060"/>
                  <a:gd name="connsiteX14" fmla="*/ 1554706 w 8773198"/>
                  <a:gd name="connsiteY14" fmla="*/ 1748002 h 3094060"/>
                  <a:gd name="connsiteX15" fmla="*/ 1665757 w 8773198"/>
                  <a:gd name="connsiteY15" fmla="*/ 1904436 h 3094060"/>
                  <a:gd name="connsiteX16" fmla="*/ 1776807 w 8773198"/>
                  <a:gd name="connsiteY16" fmla="*/ 1983766 h 3094060"/>
                  <a:gd name="connsiteX17" fmla="*/ 1887858 w 8773198"/>
                  <a:gd name="connsiteY17" fmla="*/ 2044455 h 3094060"/>
                  <a:gd name="connsiteX18" fmla="*/ 1998908 w 8773198"/>
                  <a:gd name="connsiteY18" fmla="*/ 2068815 h 3094060"/>
                  <a:gd name="connsiteX19" fmla="*/ 2109959 w 8773198"/>
                  <a:gd name="connsiteY19" fmla="*/ 2061930 h 3094060"/>
                  <a:gd name="connsiteX20" fmla="*/ 2221009 w 8773198"/>
                  <a:gd name="connsiteY20" fmla="*/ 1990121 h 3094060"/>
                  <a:gd name="connsiteX21" fmla="*/ 2332060 w 8773198"/>
                  <a:gd name="connsiteY21" fmla="*/ 1858258 h 3094060"/>
                  <a:gd name="connsiteX22" fmla="*/ 2443110 w 8773198"/>
                  <a:gd name="connsiteY22" fmla="*/ 1730844 h 3094060"/>
                  <a:gd name="connsiteX23" fmla="*/ 2554161 w 8773198"/>
                  <a:gd name="connsiteY23" fmla="*/ 1669096 h 3094060"/>
                  <a:gd name="connsiteX24" fmla="*/ 2665211 w 8773198"/>
                  <a:gd name="connsiteY24" fmla="*/ 1640923 h 3094060"/>
                  <a:gd name="connsiteX25" fmla="*/ 2776262 w 8773198"/>
                  <a:gd name="connsiteY25" fmla="*/ 1652891 h 3094060"/>
                  <a:gd name="connsiteX26" fmla="*/ 2887312 w 8773198"/>
                  <a:gd name="connsiteY26" fmla="*/ 1677993 h 3094060"/>
                  <a:gd name="connsiteX27" fmla="*/ 2998362 w 8773198"/>
                  <a:gd name="connsiteY27" fmla="*/ 1703306 h 3094060"/>
                  <a:gd name="connsiteX28" fmla="*/ 3109519 w 8773198"/>
                  <a:gd name="connsiteY28" fmla="*/ 1729149 h 3094060"/>
                  <a:gd name="connsiteX29" fmla="*/ 3220569 w 8773198"/>
                  <a:gd name="connsiteY29" fmla="*/ 1768231 h 3094060"/>
                  <a:gd name="connsiteX30" fmla="*/ 3331620 w 8773198"/>
                  <a:gd name="connsiteY30" fmla="*/ 1838558 h 3094060"/>
                  <a:gd name="connsiteX31" fmla="*/ 3442670 w 8773198"/>
                  <a:gd name="connsiteY31" fmla="*/ 1950403 h 3094060"/>
                  <a:gd name="connsiteX32" fmla="*/ 3553721 w 8773198"/>
                  <a:gd name="connsiteY32" fmla="*/ 2079406 h 3094060"/>
                  <a:gd name="connsiteX33" fmla="*/ 3664771 w 8773198"/>
                  <a:gd name="connsiteY33" fmla="*/ 2204067 h 3094060"/>
                  <a:gd name="connsiteX34" fmla="*/ 3775822 w 8773198"/>
                  <a:gd name="connsiteY34" fmla="*/ 2320678 h 3094060"/>
                  <a:gd name="connsiteX35" fmla="*/ 3886872 w 8773198"/>
                  <a:gd name="connsiteY35" fmla="*/ 2454341 h 3094060"/>
                  <a:gd name="connsiteX36" fmla="*/ 3997923 w 8773198"/>
                  <a:gd name="connsiteY36" fmla="*/ 2562267 h 3094060"/>
                  <a:gd name="connsiteX37" fmla="*/ 4108973 w 8773198"/>
                  <a:gd name="connsiteY37" fmla="*/ 2671994 h 3094060"/>
                  <a:gd name="connsiteX38" fmla="*/ 4220024 w 8773198"/>
                  <a:gd name="connsiteY38" fmla="*/ 2762974 h 3094060"/>
                  <a:gd name="connsiteX39" fmla="*/ 4331074 w 8773198"/>
                  <a:gd name="connsiteY39" fmla="*/ 2829382 h 3094060"/>
                  <a:gd name="connsiteX40" fmla="*/ 4442124 w 8773198"/>
                  <a:gd name="connsiteY40" fmla="*/ 2891341 h 3094060"/>
                  <a:gd name="connsiteX41" fmla="*/ 4553175 w 8773198"/>
                  <a:gd name="connsiteY41" fmla="*/ 2949276 h 3094060"/>
                  <a:gd name="connsiteX42" fmla="*/ 4664225 w 8773198"/>
                  <a:gd name="connsiteY42" fmla="*/ 2999480 h 3094060"/>
                  <a:gd name="connsiteX43" fmla="*/ 4775276 w 8773198"/>
                  <a:gd name="connsiteY43" fmla="*/ 3039515 h 3094060"/>
                  <a:gd name="connsiteX44" fmla="*/ 4886326 w 8773198"/>
                  <a:gd name="connsiteY44" fmla="*/ 3068218 h 3094060"/>
                  <a:gd name="connsiteX45" fmla="*/ 4997377 w 8773198"/>
                  <a:gd name="connsiteY45" fmla="*/ 3086011 h 3094060"/>
                  <a:gd name="connsiteX46" fmla="*/ 5108428 w 8773198"/>
                  <a:gd name="connsiteY46" fmla="*/ 3094061 h 3094060"/>
                  <a:gd name="connsiteX47" fmla="*/ 5219478 w 8773198"/>
                  <a:gd name="connsiteY47" fmla="*/ 3093849 h 3094060"/>
                  <a:gd name="connsiteX48" fmla="*/ 5330528 w 8773198"/>
                  <a:gd name="connsiteY48" fmla="*/ 3086541 h 3094060"/>
                  <a:gd name="connsiteX49" fmla="*/ 5441578 w 8773198"/>
                  <a:gd name="connsiteY49" fmla="*/ 3069277 h 3094060"/>
                  <a:gd name="connsiteX50" fmla="*/ 5552629 w 8773198"/>
                  <a:gd name="connsiteY50" fmla="*/ 3041527 h 3094060"/>
                  <a:gd name="connsiteX51" fmla="*/ 5663679 w 8773198"/>
                  <a:gd name="connsiteY51" fmla="*/ 3004458 h 3094060"/>
                  <a:gd name="connsiteX52" fmla="*/ 5774730 w 8773198"/>
                  <a:gd name="connsiteY52" fmla="*/ 2959868 h 3094060"/>
                  <a:gd name="connsiteX53" fmla="*/ 5885781 w 8773198"/>
                  <a:gd name="connsiteY53" fmla="*/ 2909559 h 3094060"/>
                  <a:gd name="connsiteX54" fmla="*/ 5996831 w 8773198"/>
                  <a:gd name="connsiteY54" fmla="*/ 2856178 h 3094060"/>
                  <a:gd name="connsiteX55" fmla="*/ 6107881 w 8773198"/>
                  <a:gd name="connsiteY55" fmla="*/ 2802692 h 3094060"/>
                  <a:gd name="connsiteX56" fmla="*/ 6219038 w 8773198"/>
                  <a:gd name="connsiteY56" fmla="*/ 2751853 h 3094060"/>
                  <a:gd name="connsiteX57" fmla="*/ 6330088 w 8773198"/>
                  <a:gd name="connsiteY57" fmla="*/ 2705887 h 3094060"/>
                  <a:gd name="connsiteX58" fmla="*/ 6441139 w 8773198"/>
                  <a:gd name="connsiteY58" fmla="*/ 2659496 h 3094060"/>
                  <a:gd name="connsiteX59" fmla="*/ 6552189 w 8773198"/>
                  <a:gd name="connsiteY59" fmla="*/ 2610034 h 3094060"/>
                  <a:gd name="connsiteX60" fmla="*/ 6663240 w 8773198"/>
                  <a:gd name="connsiteY60" fmla="*/ 2556442 h 3094060"/>
                  <a:gd name="connsiteX61" fmla="*/ 6774290 w 8773198"/>
                  <a:gd name="connsiteY61" fmla="*/ 2497766 h 3094060"/>
                  <a:gd name="connsiteX62" fmla="*/ 6885340 w 8773198"/>
                  <a:gd name="connsiteY62" fmla="*/ 2432841 h 3094060"/>
                  <a:gd name="connsiteX63" fmla="*/ 6996391 w 8773198"/>
                  <a:gd name="connsiteY63" fmla="*/ 2360396 h 3094060"/>
                  <a:gd name="connsiteX64" fmla="*/ 7107441 w 8773198"/>
                  <a:gd name="connsiteY64" fmla="*/ 2279689 h 3094060"/>
                  <a:gd name="connsiteX65" fmla="*/ 7218492 w 8773198"/>
                  <a:gd name="connsiteY65" fmla="*/ 2190086 h 3094060"/>
                  <a:gd name="connsiteX66" fmla="*/ 7329543 w 8773198"/>
                  <a:gd name="connsiteY66" fmla="*/ 2091057 h 3094060"/>
                  <a:gd name="connsiteX67" fmla="*/ 7440593 w 8773198"/>
                  <a:gd name="connsiteY67" fmla="*/ 1982601 h 3094060"/>
                  <a:gd name="connsiteX68" fmla="*/ 7551643 w 8773198"/>
                  <a:gd name="connsiteY68" fmla="*/ 1864613 h 3094060"/>
                  <a:gd name="connsiteX69" fmla="*/ 7662694 w 8773198"/>
                  <a:gd name="connsiteY69" fmla="*/ 1737410 h 3094060"/>
                  <a:gd name="connsiteX70" fmla="*/ 7773744 w 8773198"/>
                  <a:gd name="connsiteY70" fmla="*/ 1601099 h 3094060"/>
                  <a:gd name="connsiteX71" fmla="*/ 7884794 w 8773198"/>
                  <a:gd name="connsiteY71" fmla="*/ 1455997 h 3094060"/>
                  <a:gd name="connsiteX72" fmla="*/ 7995845 w 8773198"/>
                  <a:gd name="connsiteY72" fmla="*/ 1302316 h 3094060"/>
                  <a:gd name="connsiteX73" fmla="*/ 8106896 w 8773198"/>
                  <a:gd name="connsiteY73" fmla="*/ 1140268 h 3094060"/>
                  <a:gd name="connsiteX74" fmla="*/ 8217946 w 8773198"/>
                  <a:gd name="connsiteY74" fmla="*/ 969959 h 3094060"/>
                  <a:gd name="connsiteX75" fmla="*/ 8328997 w 8773198"/>
                  <a:gd name="connsiteY75" fmla="*/ 791706 h 3094060"/>
                  <a:gd name="connsiteX76" fmla="*/ 8440047 w 8773198"/>
                  <a:gd name="connsiteY76" fmla="*/ 605403 h 3094060"/>
                  <a:gd name="connsiteX77" fmla="*/ 8551097 w 8773198"/>
                  <a:gd name="connsiteY77" fmla="*/ 411369 h 3094060"/>
                  <a:gd name="connsiteX78" fmla="*/ 8662148 w 8773198"/>
                  <a:gd name="connsiteY78" fmla="*/ 209498 h 3094060"/>
                  <a:gd name="connsiteX79" fmla="*/ 8773198 w 8773198"/>
                  <a:gd name="connsiteY79" fmla="*/ 0 h 30940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3094060">
                    <a:moveTo>
                      <a:pt x="0" y="2883610"/>
                    </a:moveTo>
                    <a:lnTo>
                      <a:pt x="111050" y="2512912"/>
                    </a:lnTo>
                    <a:lnTo>
                      <a:pt x="222101" y="2171022"/>
                    </a:lnTo>
                    <a:lnTo>
                      <a:pt x="333151" y="1851480"/>
                    </a:lnTo>
                    <a:lnTo>
                      <a:pt x="444202" y="1564241"/>
                    </a:lnTo>
                    <a:lnTo>
                      <a:pt x="555252" y="1318627"/>
                    </a:lnTo>
                    <a:lnTo>
                      <a:pt x="666303" y="1118662"/>
                    </a:lnTo>
                    <a:lnTo>
                      <a:pt x="777353" y="971018"/>
                    </a:lnTo>
                    <a:lnTo>
                      <a:pt x="888404" y="890841"/>
                    </a:lnTo>
                    <a:lnTo>
                      <a:pt x="999454" y="861927"/>
                    </a:lnTo>
                    <a:lnTo>
                      <a:pt x="1110505" y="903339"/>
                    </a:lnTo>
                    <a:lnTo>
                      <a:pt x="1221555" y="1021221"/>
                    </a:lnTo>
                    <a:lnTo>
                      <a:pt x="1332605" y="1254867"/>
                    </a:lnTo>
                    <a:lnTo>
                      <a:pt x="1443656" y="1518169"/>
                    </a:lnTo>
                    <a:lnTo>
                      <a:pt x="1554706" y="1748002"/>
                    </a:lnTo>
                    <a:lnTo>
                      <a:pt x="1665757" y="1904436"/>
                    </a:lnTo>
                    <a:lnTo>
                      <a:pt x="1776807" y="1983766"/>
                    </a:lnTo>
                    <a:lnTo>
                      <a:pt x="1887858" y="2044455"/>
                    </a:lnTo>
                    <a:lnTo>
                      <a:pt x="1998908" y="2068815"/>
                    </a:lnTo>
                    <a:lnTo>
                      <a:pt x="2109959" y="2061930"/>
                    </a:lnTo>
                    <a:lnTo>
                      <a:pt x="2221009" y="1990121"/>
                    </a:lnTo>
                    <a:lnTo>
                      <a:pt x="2332060" y="1858258"/>
                    </a:lnTo>
                    <a:lnTo>
                      <a:pt x="2443110" y="1730844"/>
                    </a:lnTo>
                    <a:lnTo>
                      <a:pt x="2554161" y="1669096"/>
                    </a:lnTo>
                    <a:lnTo>
                      <a:pt x="2665211" y="1640923"/>
                    </a:lnTo>
                    <a:lnTo>
                      <a:pt x="2776262" y="1652891"/>
                    </a:lnTo>
                    <a:lnTo>
                      <a:pt x="2887312" y="1677993"/>
                    </a:lnTo>
                    <a:lnTo>
                      <a:pt x="2998362" y="1703306"/>
                    </a:lnTo>
                    <a:lnTo>
                      <a:pt x="3109519" y="1729149"/>
                    </a:lnTo>
                    <a:lnTo>
                      <a:pt x="3220569" y="1768231"/>
                    </a:lnTo>
                    <a:lnTo>
                      <a:pt x="3331620" y="1838558"/>
                    </a:lnTo>
                    <a:lnTo>
                      <a:pt x="3442670" y="1950403"/>
                    </a:lnTo>
                    <a:lnTo>
                      <a:pt x="3553721" y="2079406"/>
                    </a:lnTo>
                    <a:lnTo>
                      <a:pt x="3664771" y="2204067"/>
                    </a:lnTo>
                    <a:lnTo>
                      <a:pt x="3775822" y="2320678"/>
                    </a:lnTo>
                    <a:lnTo>
                      <a:pt x="3886872" y="2454341"/>
                    </a:lnTo>
                    <a:lnTo>
                      <a:pt x="3997923" y="2562267"/>
                    </a:lnTo>
                    <a:lnTo>
                      <a:pt x="4108973" y="2671994"/>
                    </a:lnTo>
                    <a:lnTo>
                      <a:pt x="4220024" y="2762974"/>
                    </a:lnTo>
                    <a:lnTo>
                      <a:pt x="4331074" y="2829382"/>
                    </a:lnTo>
                    <a:lnTo>
                      <a:pt x="4442124" y="2891341"/>
                    </a:lnTo>
                    <a:lnTo>
                      <a:pt x="4553175" y="2949276"/>
                    </a:lnTo>
                    <a:lnTo>
                      <a:pt x="4664225" y="2999480"/>
                    </a:lnTo>
                    <a:lnTo>
                      <a:pt x="4775276" y="3039515"/>
                    </a:lnTo>
                    <a:lnTo>
                      <a:pt x="4886326" y="3068218"/>
                    </a:lnTo>
                    <a:lnTo>
                      <a:pt x="4997377" y="3086011"/>
                    </a:lnTo>
                    <a:lnTo>
                      <a:pt x="5108428" y="3094061"/>
                    </a:lnTo>
                    <a:lnTo>
                      <a:pt x="5219478" y="3093849"/>
                    </a:lnTo>
                    <a:lnTo>
                      <a:pt x="5330528" y="3086541"/>
                    </a:lnTo>
                    <a:lnTo>
                      <a:pt x="5441578" y="3069277"/>
                    </a:lnTo>
                    <a:lnTo>
                      <a:pt x="5552629" y="3041527"/>
                    </a:lnTo>
                    <a:lnTo>
                      <a:pt x="5663679" y="3004458"/>
                    </a:lnTo>
                    <a:lnTo>
                      <a:pt x="5774730" y="2959868"/>
                    </a:lnTo>
                    <a:lnTo>
                      <a:pt x="5885781" y="2909559"/>
                    </a:lnTo>
                    <a:lnTo>
                      <a:pt x="5996831" y="2856178"/>
                    </a:lnTo>
                    <a:lnTo>
                      <a:pt x="6107881" y="2802692"/>
                    </a:lnTo>
                    <a:lnTo>
                      <a:pt x="6219038" y="2751853"/>
                    </a:lnTo>
                    <a:lnTo>
                      <a:pt x="6330088" y="2705887"/>
                    </a:lnTo>
                    <a:lnTo>
                      <a:pt x="6441139" y="2659496"/>
                    </a:lnTo>
                    <a:lnTo>
                      <a:pt x="6552189" y="2610034"/>
                    </a:lnTo>
                    <a:lnTo>
                      <a:pt x="6663240" y="2556442"/>
                    </a:lnTo>
                    <a:lnTo>
                      <a:pt x="6774290" y="2497766"/>
                    </a:lnTo>
                    <a:lnTo>
                      <a:pt x="6885340" y="2432841"/>
                    </a:lnTo>
                    <a:lnTo>
                      <a:pt x="6996391" y="2360396"/>
                    </a:lnTo>
                    <a:lnTo>
                      <a:pt x="7107441" y="2279689"/>
                    </a:lnTo>
                    <a:lnTo>
                      <a:pt x="7218492" y="2190086"/>
                    </a:lnTo>
                    <a:lnTo>
                      <a:pt x="7329543" y="2091057"/>
                    </a:lnTo>
                    <a:lnTo>
                      <a:pt x="7440593" y="1982601"/>
                    </a:lnTo>
                    <a:lnTo>
                      <a:pt x="7551643" y="1864613"/>
                    </a:lnTo>
                    <a:lnTo>
                      <a:pt x="7662694" y="1737410"/>
                    </a:lnTo>
                    <a:lnTo>
                      <a:pt x="7773744" y="1601099"/>
                    </a:lnTo>
                    <a:lnTo>
                      <a:pt x="7884794" y="1455997"/>
                    </a:lnTo>
                    <a:lnTo>
                      <a:pt x="7995845" y="1302316"/>
                    </a:lnTo>
                    <a:lnTo>
                      <a:pt x="8106896" y="1140268"/>
                    </a:lnTo>
                    <a:lnTo>
                      <a:pt x="8217946" y="969959"/>
                    </a:lnTo>
                    <a:lnTo>
                      <a:pt x="8328997" y="791706"/>
                    </a:lnTo>
                    <a:lnTo>
                      <a:pt x="8440047" y="605403"/>
                    </a:lnTo>
                    <a:lnTo>
                      <a:pt x="8551097" y="411369"/>
                    </a:lnTo>
                    <a:lnTo>
                      <a:pt x="8662148" y="209498"/>
                    </a:lnTo>
                    <a:lnTo>
                      <a:pt x="8773198" y="0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FAC9E66D-3DA1-93B5-8FED-28097D1F9070}"/>
                  </a:ext>
                </a:extLst>
              </p:cNvPr>
              <p:cNvSpPr/>
              <p:nvPr/>
            </p:nvSpPr>
            <p:spPr>
              <a:xfrm>
                <a:off x="1909778" y="2542712"/>
                <a:ext cx="8773198" cy="2397041"/>
              </a:xfrm>
              <a:custGeom>
                <a:avLst/>
                <a:gdLst>
                  <a:gd name="connsiteX0" fmla="*/ 8773198 w 8773198"/>
                  <a:gd name="connsiteY0" fmla="*/ 1761877 h 2397041"/>
                  <a:gd name="connsiteX1" fmla="*/ 8662148 w 8773198"/>
                  <a:gd name="connsiteY1" fmla="*/ 1730632 h 2397041"/>
                  <a:gd name="connsiteX2" fmla="*/ 8551097 w 8773198"/>
                  <a:gd name="connsiteY2" fmla="*/ 1702353 h 2397041"/>
                  <a:gd name="connsiteX3" fmla="*/ 8440047 w 8773198"/>
                  <a:gd name="connsiteY3" fmla="*/ 1676933 h 2397041"/>
                  <a:gd name="connsiteX4" fmla="*/ 8328997 w 8773198"/>
                  <a:gd name="connsiteY4" fmla="*/ 1654904 h 2397041"/>
                  <a:gd name="connsiteX5" fmla="*/ 8217946 w 8773198"/>
                  <a:gd name="connsiteY5" fmla="*/ 1636157 h 2397041"/>
                  <a:gd name="connsiteX6" fmla="*/ 8106896 w 8773198"/>
                  <a:gd name="connsiteY6" fmla="*/ 1621117 h 2397041"/>
                  <a:gd name="connsiteX7" fmla="*/ 7995845 w 8773198"/>
                  <a:gd name="connsiteY7" fmla="*/ 1609890 h 2397041"/>
                  <a:gd name="connsiteX8" fmla="*/ 7884794 w 8773198"/>
                  <a:gd name="connsiteY8" fmla="*/ 1602794 h 2397041"/>
                  <a:gd name="connsiteX9" fmla="*/ 7773744 w 8773198"/>
                  <a:gd name="connsiteY9" fmla="*/ 1600146 h 2397041"/>
                  <a:gd name="connsiteX10" fmla="*/ 7662694 w 8773198"/>
                  <a:gd name="connsiteY10" fmla="*/ 1602370 h 2397041"/>
                  <a:gd name="connsiteX11" fmla="*/ 7551643 w 8773198"/>
                  <a:gd name="connsiteY11" fmla="*/ 1609572 h 2397041"/>
                  <a:gd name="connsiteX12" fmla="*/ 7440593 w 8773198"/>
                  <a:gd name="connsiteY12" fmla="*/ 1622282 h 2397041"/>
                  <a:gd name="connsiteX13" fmla="*/ 7329543 w 8773198"/>
                  <a:gd name="connsiteY13" fmla="*/ 1640605 h 2397041"/>
                  <a:gd name="connsiteX14" fmla="*/ 7218492 w 8773198"/>
                  <a:gd name="connsiteY14" fmla="*/ 1664859 h 2397041"/>
                  <a:gd name="connsiteX15" fmla="*/ 7107441 w 8773198"/>
                  <a:gd name="connsiteY15" fmla="*/ 1694833 h 2397041"/>
                  <a:gd name="connsiteX16" fmla="*/ 6996391 w 8773198"/>
                  <a:gd name="connsiteY16" fmla="*/ 1730314 h 2397041"/>
                  <a:gd name="connsiteX17" fmla="*/ 6885340 w 8773198"/>
                  <a:gd name="connsiteY17" fmla="*/ 1770773 h 2397041"/>
                  <a:gd name="connsiteX18" fmla="*/ 6774290 w 8773198"/>
                  <a:gd name="connsiteY18" fmla="*/ 1815363 h 2397041"/>
                  <a:gd name="connsiteX19" fmla="*/ 6663240 w 8773198"/>
                  <a:gd name="connsiteY19" fmla="*/ 1863024 h 2397041"/>
                  <a:gd name="connsiteX20" fmla="*/ 6552189 w 8773198"/>
                  <a:gd name="connsiteY20" fmla="*/ 1912804 h 2397041"/>
                  <a:gd name="connsiteX21" fmla="*/ 6441139 w 8773198"/>
                  <a:gd name="connsiteY21" fmla="*/ 1963642 h 2397041"/>
                  <a:gd name="connsiteX22" fmla="*/ 6330088 w 8773198"/>
                  <a:gd name="connsiteY22" fmla="*/ 2014693 h 2397041"/>
                  <a:gd name="connsiteX23" fmla="*/ 6219038 w 8773198"/>
                  <a:gd name="connsiteY23" fmla="*/ 2065849 h 2397041"/>
                  <a:gd name="connsiteX24" fmla="*/ 6107881 w 8773198"/>
                  <a:gd name="connsiteY24" fmla="*/ 2118806 h 2397041"/>
                  <a:gd name="connsiteX25" fmla="*/ 5996831 w 8773198"/>
                  <a:gd name="connsiteY25" fmla="*/ 2171869 h 2397041"/>
                  <a:gd name="connsiteX26" fmla="*/ 5885781 w 8773198"/>
                  <a:gd name="connsiteY26" fmla="*/ 2223767 h 2397041"/>
                  <a:gd name="connsiteX27" fmla="*/ 5774730 w 8773198"/>
                  <a:gd name="connsiteY27" fmla="*/ 2272911 h 2397041"/>
                  <a:gd name="connsiteX28" fmla="*/ 5663679 w 8773198"/>
                  <a:gd name="connsiteY28" fmla="*/ 2317394 h 2397041"/>
                  <a:gd name="connsiteX29" fmla="*/ 5552629 w 8773198"/>
                  <a:gd name="connsiteY29" fmla="*/ 2354888 h 2397041"/>
                  <a:gd name="connsiteX30" fmla="*/ 5441578 w 8773198"/>
                  <a:gd name="connsiteY30" fmla="*/ 2382531 h 2397041"/>
                  <a:gd name="connsiteX31" fmla="*/ 5330528 w 8773198"/>
                  <a:gd name="connsiteY31" fmla="*/ 2397042 h 2397041"/>
                  <a:gd name="connsiteX32" fmla="*/ 5219478 w 8773198"/>
                  <a:gd name="connsiteY32" fmla="*/ 2394288 h 2397041"/>
                  <a:gd name="connsiteX33" fmla="*/ 5108428 w 8773198"/>
                  <a:gd name="connsiteY33" fmla="*/ 2372364 h 2397041"/>
                  <a:gd name="connsiteX34" fmla="*/ 4997377 w 8773198"/>
                  <a:gd name="connsiteY34" fmla="*/ 2334764 h 2397041"/>
                  <a:gd name="connsiteX35" fmla="*/ 4886326 w 8773198"/>
                  <a:gd name="connsiteY35" fmla="*/ 2285938 h 2397041"/>
                  <a:gd name="connsiteX36" fmla="*/ 4775276 w 8773198"/>
                  <a:gd name="connsiteY36" fmla="*/ 2229486 h 2397041"/>
                  <a:gd name="connsiteX37" fmla="*/ 4664225 w 8773198"/>
                  <a:gd name="connsiteY37" fmla="*/ 2168374 h 2397041"/>
                  <a:gd name="connsiteX38" fmla="*/ 4553175 w 8773198"/>
                  <a:gd name="connsiteY38" fmla="*/ 2104190 h 2397041"/>
                  <a:gd name="connsiteX39" fmla="*/ 4442124 w 8773198"/>
                  <a:gd name="connsiteY39" fmla="*/ 2037040 h 2397041"/>
                  <a:gd name="connsiteX40" fmla="*/ 4331074 w 8773198"/>
                  <a:gd name="connsiteY40" fmla="*/ 1965972 h 2397041"/>
                  <a:gd name="connsiteX41" fmla="*/ 4220024 w 8773198"/>
                  <a:gd name="connsiteY41" fmla="*/ 1883465 h 2397041"/>
                  <a:gd name="connsiteX42" fmla="*/ 4108973 w 8773198"/>
                  <a:gd name="connsiteY42" fmla="*/ 1766960 h 2397041"/>
                  <a:gd name="connsiteX43" fmla="*/ 3997923 w 8773198"/>
                  <a:gd name="connsiteY43" fmla="*/ 1643888 h 2397041"/>
                  <a:gd name="connsiteX44" fmla="*/ 3886872 w 8773198"/>
                  <a:gd name="connsiteY44" fmla="*/ 1539669 h 2397041"/>
                  <a:gd name="connsiteX45" fmla="*/ 3775822 w 8773198"/>
                  <a:gd name="connsiteY45" fmla="*/ 1420198 h 2397041"/>
                  <a:gd name="connsiteX46" fmla="*/ 3664771 w 8773198"/>
                  <a:gd name="connsiteY46" fmla="*/ 1323075 h 2397041"/>
                  <a:gd name="connsiteX47" fmla="*/ 3553721 w 8773198"/>
                  <a:gd name="connsiteY47" fmla="*/ 1218327 h 2397041"/>
                  <a:gd name="connsiteX48" fmla="*/ 3442670 w 8773198"/>
                  <a:gd name="connsiteY48" fmla="*/ 1116649 h 2397041"/>
                  <a:gd name="connsiteX49" fmla="*/ 3331620 w 8773198"/>
                  <a:gd name="connsiteY49" fmla="*/ 1028317 h 2397041"/>
                  <a:gd name="connsiteX50" fmla="*/ 3220569 w 8773198"/>
                  <a:gd name="connsiteY50" fmla="*/ 952801 h 2397041"/>
                  <a:gd name="connsiteX51" fmla="*/ 3109519 w 8773198"/>
                  <a:gd name="connsiteY51" fmla="*/ 877496 h 2397041"/>
                  <a:gd name="connsiteX52" fmla="*/ 2998362 w 8773198"/>
                  <a:gd name="connsiteY52" fmla="*/ 816278 h 2397041"/>
                  <a:gd name="connsiteX53" fmla="*/ 2887312 w 8773198"/>
                  <a:gd name="connsiteY53" fmla="*/ 782703 h 2397041"/>
                  <a:gd name="connsiteX54" fmla="*/ 2776262 w 8773198"/>
                  <a:gd name="connsiteY54" fmla="*/ 778149 h 2397041"/>
                  <a:gd name="connsiteX55" fmla="*/ 2665211 w 8773198"/>
                  <a:gd name="connsiteY55" fmla="*/ 790752 h 2397041"/>
                  <a:gd name="connsiteX56" fmla="*/ 2554161 w 8773198"/>
                  <a:gd name="connsiteY56" fmla="*/ 829411 h 2397041"/>
                  <a:gd name="connsiteX57" fmla="*/ 2443110 w 8773198"/>
                  <a:gd name="connsiteY57" fmla="*/ 903021 h 2397041"/>
                  <a:gd name="connsiteX58" fmla="*/ 2332060 w 8773198"/>
                  <a:gd name="connsiteY58" fmla="*/ 995272 h 2397041"/>
                  <a:gd name="connsiteX59" fmla="*/ 2221009 w 8773198"/>
                  <a:gd name="connsiteY59" fmla="*/ 1127029 h 2397041"/>
                  <a:gd name="connsiteX60" fmla="*/ 2109959 w 8773198"/>
                  <a:gd name="connsiteY60" fmla="*/ 1234002 h 2397041"/>
                  <a:gd name="connsiteX61" fmla="*/ 1998908 w 8773198"/>
                  <a:gd name="connsiteY61" fmla="*/ 1254973 h 2397041"/>
                  <a:gd name="connsiteX62" fmla="*/ 1887858 w 8773198"/>
                  <a:gd name="connsiteY62" fmla="*/ 1245758 h 2397041"/>
                  <a:gd name="connsiteX63" fmla="*/ 1776807 w 8773198"/>
                  <a:gd name="connsiteY63" fmla="*/ 1219704 h 2397041"/>
                  <a:gd name="connsiteX64" fmla="*/ 1665757 w 8773198"/>
                  <a:gd name="connsiteY64" fmla="*/ 1150224 h 2397041"/>
                  <a:gd name="connsiteX65" fmla="*/ 1554706 w 8773198"/>
                  <a:gd name="connsiteY65" fmla="*/ 943904 h 2397041"/>
                  <a:gd name="connsiteX66" fmla="*/ 1443656 w 8773198"/>
                  <a:gd name="connsiteY66" fmla="*/ 651264 h 2397041"/>
                  <a:gd name="connsiteX67" fmla="*/ 1332605 w 8773198"/>
                  <a:gd name="connsiteY67" fmla="*/ 363708 h 2397041"/>
                  <a:gd name="connsiteX68" fmla="*/ 1221555 w 8773198"/>
                  <a:gd name="connsiteY68" fmla="*/ 149127 h 2397041"/>
                  <a:gd name="connsiteX69" fmla="*/ 1110505 w 8773198"/>
                  <a:gd name="connsiteY69" fmla="*/ 47979 h 2397041"/>
                  <a:gd name="connsiteX70" fmla="*/ 999454 w 8773198"/>
                  <a:gd name="connsiteY70" fmla="*/ 0 h 2397041"/>
                  <a:gd name="connsiteX71" fmla="*/ 888404 w 8773198"/>
                  <a:gd name="connsiteY71" fmla="*/ 17476 h 2397041"/>
                  <a:gd name="connsiteX72" fmla="*/ 777353 w 8773198"/>
                  <a:gd name="connsiteY72" fmla="*/ 76682 h 2397041"/>
                  <a:gd name="connsiteX73" fmla="*/ 666303 w 8773198"/>
                  <a:gd name="connsiteY73" fmla="*/ 190433 h 2397041"/>
                  <a:gd name="connsiteX74" fmla="*/ 555252 w 8773198"/>
                  <a:gd name="connsiteY74" fmla="*/ 354599 h 2397041"/>
                  <a:gd name="connsiteX75" fmla="*/ 444202 w 8773198"/>
                  <a:gd name="connsiteY75" fmla="*/ 578925 h 2397041"/>
                  <a:gd name="connsiteX76" fmla="*/ 333151 w 8773198"/>
                  <a:gd name="connsiteY76" fmla="*/ 880779 h 2397041"/>
                  <a:gd name="connsiteX77" fmla="*/ 222101 w 8773198"/>
                  <a:gd name="connsiteY77" fmla="*/ 1275096 h 2397041"/>
                  <a:gd name="connsiteX78" fmla="*/ 111050 w 8773198"/>
                  <a:gd name="connsiteY78" fmla="*/ 1762618 h 2397041"/>
                  <a:gd name="connsiteX79" fmla="*/ 0 w 8773198"/>
                  <a:gd name="connsiteY79" fmla="*/ 2346309 h 23970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397041">
                    <a:moveTo>
                      <a:pt x="8773198" y="1761877"/>
                    </a:moveTo>
                    <a:lnTo>
                      <a:pt x="8662148" y="1730632"/>
                    </a:lnTo>
                    <a:lnTo>
                      <a:pt x="8551097" y="1702353"/>
                    </a:lnTo>
                    <a:lnTo>
                      <a:pt x="8440047" y="1676933"/>
                    </a:lnTo>
                    <a:lnTo>
                      <a:pt x="8328997" y="1654904"/>
                    </a:lnTo>
                    <a:lnTo>
                      <a:pt x="8217946" y="1636157"/>
                    </a:lnTo>
                    <a:lnTo>
                      <a:pt x="8106896" y="1621117"/>
                    </a:lnTo>
                    <a:lnTo>
                      <a:pt x="7995845" y="1609890"/>
                    </a:lnTo>
                    <a:lnTo>
                      <a:pt x="7884794" y="1602794"/>
                    </a:lnTo>
                    <a:lnTo>
                      <a:pt x="7773744" y="1600146"/>
                    </a:lnTo>
                    <a:lnTo>
                      <a:pt x="7662694" y="1602370"/>
                    </a:lnTo>
                    <a:lnTo>
                      <a:pt x="7551643" y="1609572"/>
                    </a:lnTo>
                    <a:lnTo>
                      <a:pt x="7440593" y="1622282"/>
                    </a:lnTo>
                    <a:lnTo>
                      <a:pt x="7329543" y="1640605"/>
                    </a:lnTo>
                    <a:lnTo>
                      <a:pt x="7218492" y="1664859"/>
                    </a:lnTo>
                    <a:lnTo>
                      <a:pt x="7107441" y="1694833"/>
                    </a:lnTo>
                    <a:lnTo>
                      <a:pt x="6996391" y="1730314"/>
                    </a:lnTo>
                    <a:lnTo>
                      <a:pt x="6885340" y="1770773"/>
                    </a:lnTo>
                    <a:lnTo>
                      <a:pt x="6774290" y="1815363"/>
                    </a:lnTo>
                    <a:lnTo>
                      <a:pt x="6663240" y="1863024"/>
                    </a:lnTo>
                    <a:lnTo>
                      <a:pt x="6552189" y="1912804"/>
                    </a:lnTo>
                    <a:lnTo>
                      <a:pt x="6441139" y="1963642"/>
                    </a:lnTo>
                    <a:lnTo>
                      <a:pt x="6330088" y="2014693"/>
                    </a:lnTo>
                    <a:lnTo>
                      <a:pt x="6219038" y="2065849"/>
                    </a:lnTo>
                    <a:lnTo>
                      <a:pt x="6107881" y="2118806"/>
                    </a:lnTo>
                    <a:lnTo>
                      <a:pt x="5996831" y="2171869"/>
                    </a:lnTo>
                    <a:lnTo>
                      <a:pt x="5885781" y="2223767"/>
                    </a:lnTo>
                    <a:lnTo>
                      <a:pt x="5774730" y="2272911"/>
                    </a:lnTo>
                    <a:lnTo>
                      <a:pt x="5663679" y="2317394"/>
                    </a:lnTo>
                    <a:lnTo>
                      <a:pt x="5552629" y="2354888"/>
                    </a:lnTo>
                    <a:lnTo>
                      <a:pt x="5441578" y="2382531"/>
                    </a:lnTo>
                    <a:lnTo>
                      <a:pt x="5330528" y="2397042"/>
                    </a:lnTo>
                    <a:lnTo>
                      <a:pt x="5219478" y="2394288"/>
                    </a:lnTo>
                    <a:lnTo>
                      <a:pt x="5108428" y="2372364"/>
                    </a:lnTo>
                    <a:lnTo>
                      <a:pt x="4997377" y="2334764"/>
                    </a:lnTo>
                    <a:lnTo>
                      <a:pt x="4886326" y="2285938"/>
                    </a:lnTo>
                    <a:lnTo>
                      <a:pt x="4775276" y="2229486"/>
                    </a:lnTo>
                    <a:lnTo>
                      <a:pt x="4664225" y="2168374"/>
                    </a:lnTo>
                    <a:lnTo>
                      <a:pt x="4553175" y="2104190"/>
                    </a:lnTo>
                    <a:lnTo>
                      <a:pt x="4442124" y="2037040"/>
                    </a:lnTo>
                    <a:lnTo>
                      <a:pt x="4331074" y="1965972"/>
                    </a:lnTo>
                    <a:lnTo>
                      <a:pt x="4220024" y="1883465"/>
                    </a:lnTo>
                    <a:lnTo>
                      <a:pt x="4108973" y="1766960"/>
                    </a:lnTo>
                    <a:lnTo>
                      <a:pt x="3997923" y="1643888"/>
                    </a:lnTo>
                    <a:lnTo>
                      <a:pt x="3886872" y="1539669"/>
                    </a:lnTo>
                    <a:lnTo>
                      <a:pt x="3775822" y="1420198"/>
                    </a:lnTo>
                    <a:lnTo>
                      <a:pt x="3664771" y="1323075"/>
                    </a:lnTo>
                    <a:lnTo>
                      <a:pt x="3553721" y="1218327"/>
                    </a:lnTo>
                    <a:lnTo>
                      <a:pt x="3442670" y="1116649"/>
                    </a:lnTo>
                    <a:lnTo>
                      <a:pt x="3331620" y="1028317"/>
                    </a:lnTo>
                    <a:lnTo>
                      <a:pt x="3220569" y="952801"/>
                    </a:lnTo>
                    <a:lnTo>
                      <a:pt x="3109519" y="877496"/>
                    </a:lnTo>
                    <a:lnTo>
                      <a:pt x="2998362" y="816278"/>
                    </a:lnTo>
                    <a:lnTo>
                      <a:pt x="2887312" y="782703"/>
                    </a:lnTo>
                    <a:lnTo>
                      <a:pt x="2776262" y="778149"/>
                    </a:lnTo>
                    <a:lnTo>
                      <a:pt x="2665211" y="790752"/>
                    </a:lnTo>
                    <a:lnTo>
                      <a:pt x="2554161" y="829411"/>
                    </a:lnTo>
                    <a:lnTo>
                      <a:pt x="2443110" y="903021"/>
                    </a:lnTo>
                    <a:lnTo>
                      <a:pt x="2332060" y="995272"/>
                    </a:lnTo>
                    <a:lnTo>
                      <a:pt x="2221009" y="1127029"/>
                    </a:lnTo>
                    <a:lnTo>
                      <a:pt x="2109959" y="1234002"/>
                    </a:lnTo>
                    <a:lnTo>
                      <a:pt x="1998908" y="1254973"/>
                    </a:lnTo>
                    <a:lnTo>
                      <a:pt x="1887858" y="1245758"/>
                    </a:lnTo>
                    <a:lnTo>
                      <a:pt x="1776807" y="1219704"/>
                    </a:lnTo>
                    <a:lnTo>
                      <a:pt x="1665757" y="1150224"/>
                    </a:lnTo>
                    <a:lnTo>
                      <a:pt x="1554706" y="943904"/>
                    </a:lnTo>
                    <a:lnTo>
                      <a:pt x="1443656" y="651264"/>
                    </a:lnTo>
                    <a:lnTo>
                      <a:pt x="1332605" y="363708"/>
                    </a:lnTo>
                    <a:lnTo>
                      <a:pt x="1221555" y="149127"/>
                    </a:lnTo>
                    <a:lnTo>
                      <a:pt x="1110505" y="47979"/>
                    </a:lnTo>
                    <a:lnTo>
                      <a:pt x="999454" y="0"/>
                    </a:lnTo>
                    <a:lnTo>
                      <a:pt x="888404" y="17476"/>
                    </a:lnTo>
                    <a:lnTo>
                      <a:pt x="777353" y="76682"/>
                    </a:lnTo>
                    <a:lnTo>
                      <a:pt x="666303" y="190433"/>
                    </a:lnTo>
                    <a:lnTo>
                      <a:pt x="555252" y="354599"/>
                    </a:lnTo>
                    <a:lnTo>
                      <a:pt x="444202" y="578925"/>
                    </a:lnTo>
                    <a:lnTo>
                      <a:pt x="333151" y="880779"/>
                    </a:lnTo>
                    <a:lnTo>
                      <a:pt x="222101" y="1275096"/>
                    </a:lnTo>
                    <a:lnTo>
                      <a:pt x="111050" y="1762618"/>
                    </a:lnTo>
                    <a:lnTo>
                      <a:pt x="0" y="2346309"/>
                    </a:lnTo>
                  </a:path>
                </a:pathLst>
              </a:custGeom>
              <a:noFill/>
              <a:ln w="22550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65F708FB-2FCC-52D9-89FB-5BC25B5F7FE4}"/>
                  </a:ext>
                </a:extLst>
              </p:cNvPr>
              <p:cNvSpPr/>
              <p:nvPr/>
            </p:nvSpPr>
            <p:spPr>
              <a:xfrm>
                <a:off x="1909778" y="2188007"/>
                <a:ext cx="8773198" cy="2313157"/>
              </a:xfrm>
              <a:custGeom>
                <a:avLst/>
                <a:gdLst>
                  <a:gd name="connsiteX0" fmla="*/ 0 w 8773198"/>
                  <a:gd name="connsiteY0" fmla="*/ 2184049 h 2313157"/>
                  <a:gd name="connsiteX1" fmla="*/ 111050 w 8773198"/>
                  <a:gd name="connsiteY1" fmla="*/ 1706801 h 2313157"/>
                  <a:gd name="connsiteX2" fmla="*/ 222101 w 8773198"/>
                  <a:gd name="connsiteY2" fmla="*/ 1292149 h 2313157"/>
                  <a:gd name="connsiteX3" fmla="*/ 333151 w 8773198"/>
                  <a:gd name="connsiteY3" fmla="*/ 935219 h 2313157"/>
                  <a:gd name="connsiteX4" fmla="*/ 444202 w 8773198"/>
                  <a:gd name="connsiteY4" fmla="*/ 640673 h 2313157"/>
                  <a:gd name="connsiteX5" fmla="*/ 555252 w 8773198"/>
                  <a:gd name="connsiteY5" fmla="*/ 405756 h 2313157"/>
                  <a:gd name="connsiteX6" fmla="*/ 666303 w 8773198"/>
                  <a:gd name="connsiteY6" fmla="*/ 223690 h 2313157"/>
                  <a:gd name="connsiteX7" fmla="*/ 777353 w 8773198"/>
                  <a:gd name="connsiteY7" fmla="*/ 92886 h 2313157"/>
                  <a:gd name="connsiteX8" fmla="*/ 888404 w 8773198"/>
                  <a:gd name="connsiteY8" fmla="*/ 23195 h 2313157"/>
                  <a:gd name="connsiteX9" fmla="*/ 999454 w 8773198"/>
                  <a:gd name="connsiteY9" fmla="*/ 0 h 2313157"/>
                  <a:gd name="connsiteX10" fmla="*/ 1110505 w 8773198"/>
                  <a:gd name="connsiteY10" fmla="*/ 44696 h 2313157"/>
                  <a:gd name="connsiteX11" fmla="*/ 1221555 w 8773198"/>
                  <a:gd name="connsiteY11" fmla="*/ 154316 h 2313157"/>
                  <a:gd name="connsiteX12" fmla="*/ 1332605 w 8773198"/>
                  <a:gd name="connsiteY12" fmla="*/ 378324 h 2313157"/>
                  <a:gd name="connsiteX13" fmla="*/ 1443656 w 8773198"/>
                  <a:gd name="connsiteY13" fmla="*/ 653806 h 2313157"/>
                  <a:gd name="connsiteX14" fmla="*/ 1554706 w 8773198"/>
                  <a:gd name="connsiteY14" fmla="*/ 914990 h 2313157"/>
                  <a:gd name="connsiteX15" fmla="*/ 1665757 w 8773198"/>
                  <a:gd name="connsiteY15" fmla="*/ 1096420 h 2313157"/>
                  <a:gd name="connsiteX16" fmla="*/ 1776807 w 8773198"/>
                  <a:gd name="connsiteY16" fmla="*/ 1170771 h 2313157"/>
                  <a:gd name="connsiteX17" fmla="*/ 1887858 w 8773198"/>
                  <a:gd name="connsiteY17" fmla="*/ 1214196 h 2313157"/>
                  <a:gd name="connsiteX18" fmla="*/ 1998908 w 8773198"/>
                  <a:gd name="connsiteY18" fmla="*/ 1231036 h 2313157"/>
                  <a:gd name="connsiteX19" fmla="*/ 2109959 w 8773198"/>
                  <a:gd name="connsiteY19" fmla="*/ 1217056 h 2313157"/>
                  <a:gd name="connsiteX20" fmla="*/ 2221009 w 8773198"/>
                  <a:gd name="connsiteY20" fmla="*/ 1127665 h 2313157"/>
                  <a:gd name="connsiteX21" fmla="*/ 2332060 w 8773198"/>
                  <a:gd name="connsiteY21" fmla="*/ 995802 h 2313157"/>
                  <a:gd name="connsiteX22" fmla="*/ 2443110 w 8773198"/>
                  <a:gd name="connsiteY22" fmla="*/ 886075 h 2313157"/>
                  <a:gd name="connsiteX23" fmla="*/ 2554161 w 8773198"/>
                  <a:gd name="connsiteY23" fmla="*/ 818396 h 2313157"/>
                  <a:gd name="connsiteX24" fmla="*/ 2665211 w 8773198"/>
                  <a:gd name="connsiteY24" fmla="*/ 784927 h 2313157"/>
                  <a:gd name="connsiteX25" fmla="*/ 2776262 w 8773198"/>
                  <a:gd name="connsiteY25" fmla="*/ 784610 h 2313157"/>
                  <a:gd name="connsiteX26" fmla="*/ 2887312 w 8773198"/>
                  <a:gd name="connsiteY26" fmla="*/ 799438 h 2313157"/>
                  <a:gd name="connsiteX27" fmla="*/ 2998362 w 8773198"/>
                  <a:gd name="connsiteY27" fmla="*/ 828882 h 2313157"/>
                  <a:gd name="connsiteX28" fmla="*/ 3109519 w 8773198"/>
                  <a:gd name="connsiteY28" fmla="*/ 872412 h 2313157"/>
                  <a:gd name="connsiteX29" fmla="*/ 3220569 w 8773198"/>
                  <a:gd name="connsiteY29" fmla="*/ 929606 h 2313157"/>
                  <a:gd name="connsiteX30" fmla="*/ 3331620 w 8773198"/>
                  <a:gd name="connsiteY30" fmla="*/ 1002474 h 2313157"/>
                  <a:gd name="connsiteX31" fmla="*/ 3442670 w 8773198"/>
                  <a:gd name="connsiteY31" fmla="*/ 1102563 h 2313157"/>
                  <a:gd name="connsiteX32" fmla="*/ 3553721 w 8773198"/>
                  <a:gd name="connsiteY32" fmla="*/ 1218009 h 2313157"/>
                  <a:gd name="connsiteX33" fmla="*/ 3664771 w 8773198"/>
                  <a:gd name="connsiteY33" fmla="*/ 1332714 h 2313157"/>
                  <a:gd name="connsiteX34" fmla="*/ 3775822 w 8773198"/>
                  <a:gd name="connsiteY34" fmla="*/ 1439581 h 2313157"/>
                  <a:gd name="connsiteX35" fmla="*/ 3886872 w 8773198"/>
                  <a:gd name="connsiteY35" fmla="*/ 1566042 h 2313157"/>
                  <a:gd name="connsiteX36" fmla="*/ 3997923 w 8773198"/>
                  <a:gd name="connsiteY36" fmla="*/ 1672167 h 2313157"/>
                  <a:gd name="connsiteX37" fmla="*/ 4108973 w 8773198"/>
                  <a:gd name="connsiteY37" fmla="*/ 1788567 h 2313157"/>
                  <a:gd name="connsiteX38" fmla="*/ 4220024 w 8773198"/>
                  <a:gd name="connsiteY38" fmla="*/ 1892362 h 2313157"/>
                  <a:gd name="connsiteX39" fmla="*/ 4331074 w 8773198"/>
                  <a:gd name="connsiteY39" fmla="*/ 1966714 h 2313157"/>
                  <a:gd name="connsiteX40" fmla="*/ 4442124 w 8773198"/>
                  <a:gd name="connsiteY40" fmla="*/ 2033334 h 2313157"/>
                  <a:gd name="connsiteX41" fmla="*/ 4553175 w 8773198"/>
                  <a:gd name="connsiteY41" fmla="*/ 2095823 h 2313157"/>
                  <a:gd name="connsiteX42" fmla="*/ 4664225 w 8773198"/>
                  <a:gd name="connsiteY42" fmla="*/ 2153016 h 2313157"/>
                  <a:gd name="connsiteX43" fmla="*/ 4775276 w 8773198"/>
                  <a:gd name="connsiteY43" fmla="*/ 2203537 h 2313157"/>
                  <a:gd name="connsiteX44" fmla="*/ 4886326 w 8773198"/>
                  <a:gd name="connsiteY44" fmla="*/ 2246220 h 2313157"/>
                  <a:gd name="connsiteX45" fmla="*/ 4997377 w 8773198"/>
                  <a:gd name="connsiteY45" fmla="*/ 2279477 h 2313157"/>
                  <a:gd name="connsiteX46" fmla="*/ 5108428 w 8773198"/>
                  <a:gd name="connsiteY46" fmla="*/ 2302249 h 2313157"/>
                  <a:gd name="connsiteX47" fmla="*/ 5219478 w 8773198"/>
                  <a:gd name="connsiteY47" fmla="*/ 2313158 h 2313157"/>
                  <a:gd name="connsiteX48" fmla="*/ 5330528 w 8773198"/>
                  <a:gd name="connsiteY48" fmla="*/ 2310828 h 2313157"/>
                  <a:gd name="connsiteX49" fmla="*/ 5441578 w 8773198"/>
                  <a:gd name="connsiteY49" fmla="*/ 2294941 h 2313157"/>
                  <a:gd name="connsiteX50" fmla="*/ 5552629 w 8773198"/>
                  <a:gd name="connsiteY50" fmla="*/ 2267297 h 2313157"/>
                  <a:gd name="connsiteX51" fmla="*/ 5663679 w 8773198"/>
                  <a:gd name="connsiteY51" fmla="*/ 2230016 h 2313157"/>
                  <a:gd name="connsiteX52" fmla="*/ 5774730 w 8773198"/>
                  <a:gd name="connsiteY52" fmla="*/ 2185532 h 2313157"/>
                  <a:gd name="connsiteX53" fmla="*/ 5885781 w 8773198"/>
                  <a:gd name="connsiteY53" fmla="*/ 2135752 h 2313157"/>
                  <a:gd name="connsiteX54" fmla="*/ 5996831 w 8773198"/>
                  <a:gd name="connsiteY54" fmla="*/ 2083113 h 2313157"/>
                  <a:gd name="connsiteX55" fmla="*/ 6107881 w 8773198"/>
                  <a:gd name="connsiteY55" fmla="*/ 2029839 h 2313157"/>
                  <a:gd name="connsiteX56" fmla="*/ 6219038 w 8773198"/>
                  <a:gd name="connsiteY56" fmla="*/ 1977941 h 2313157"/>
                  <a:gd name="connsiteX57" fmla="*/ 6330088 w 8773198"/>
                  <a:gd name="connsiteY57" fmla="*/ 1929326 h 2313157"/>
                  <a:gd name="connsiteX58" fmla="*/ 6441139 w 8773198"/>
                  <a:gd name="connsiteY58" fmla="*/ 1880606 h 2313157"/>
                  <a:gd name="connsiteX59" fmla="*/ 6552189 w 8773198"/>
                  <a:gd name="connsiteY59" fmla="*/ 1830509 h 2313157"/>
                  <a:gd name="connsiteX60" fmla="*/ 6663240 w 8773198"/>
                  <a:gd name="connsiteY60" fmla="*/ 1778823 h 2313157"/>
                  <a:gd name="connsiteX61" fmla="*/ 6774290 w 8773198"/>
                  <a:gd name="connsiteY61" fmla="*/ 1725654 h 2313157"/>
                  <a:gd name="connsiteX62" fmla="*/ 6885340 w 8773198"/>
                  <a:gd name="connsiteY62" fmla="*/ 1670896 h 2313157"/>
                  <a:gd name="connsiteX63" fmla="*/ 6996391 w 8773198"/>
                  <a:gd name="connsiteY63" fmla="*/ 1614445 h 2313157"/>
                  <a:gd name="connsiteX64" fmla="*/ 7107441 w 8773198"/>
                  <a:gd name="connsiteY64" fmla="*/ 1556404 h 2313157"/>
                  <a:gd name="connsiteX65" fmla="*/ 7218492 w 8773198"/>
                  <a:gd name="connsiteY65" fmla="*/ 1496562 h 2313157"/>
                  <a:gd name="connsiteX66" fmla="*/ 7329543 w 8773198"/>
                  <a:gd name="connsiteY66" fmla="*/ 1434920 h 2313157"/>
                  <a:gd name="connsiteX67" fmla="*/ 7440593 w 8773198"/>
                  <a:gd name="connsiteY67" fmla="*/ 1371478 h 2313157"/>
                  <a:gd name="connsiteX68" fmla="*/ 7551643 w 8773198"/>
                  <a:gd name="connsiteY68" fmla="*/ 1306235 h 2313157"/>
                  <a:gd name="connsiteX69" fmla="*/ 7662694 w 8773198"/>
                  <a:gd name="connsiteY69" fmla="*/ 1238980 h 2313157"/>
                  <a:gd name="connsiteX70" fmla="*/ 7773744 w 8773198"/>
                  <a:gd name="connsiteY70" fmla="*/ 1169712 h 2313157"/>
                  <a:gd name="connsiteX71" fmla="*/ 7884794 w 8773198"/>
                  <a:gd name="connsiteY71" fmla="*/ 1098538 h 2313157"/>
                  <a:gd name="connsiteX72" fmla="*/ 7995845 w 8773198"/>
                  <a:gd name="connsiteY72" fmla="*/ 1025246 h 2313157"/>
                  <a:gd name="connsiteX73" fmla="*/ 8106896 w 8773198"/>
                  <a:gd name="connsiteY73" fmla="*/ 949729 h 2313157"/>
                  <a:gd name="connsiteX74" fmla="*/ 8217946 w 8773198"/>
                  <a:gd name="connsiteY74" fmla="*/ 872200 h 2313157"/>
                  <a:gd name="connsiteX75" fmla="*/ 8328997 w 8773198"/>
                  <a:gd name="connsiteY75" fmla="*/ 792341 h 2313157"/>
                  <a:gd name="connsiteX76" fmla="*/ 8440047 w 8773198"/>
                  <a:gd name="connsiteY76" fmla="*/ 710258 h 2313157"/>
                  <a:gd name="connsiteX77" fmla="*/ 8551097 w 8773198"/>
                  <a:gd name="connsiteY77" fmla="*/ 625951 h 2313157"/>
                  <a:gd name="connsiteX78" fmla="*/ 8662148 w 8773198"/>
                  <a:gd name="connsiteY78" fmla="*/ 539207 h 2313157"/>
                  <a:gd name="connsiteX79" fmla="*/ 8773198 w 8773198"/>
                  <a:gd name="connsiteY79" fmla="*/ 450028 h 2313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8773198" h="2313157">
                    <a:moveTo>
                      <a:pt x="0" y="2184049"/>
                    </a:moveTo>
                    <a:lnTo>
                      <a:pt x="111050" y="1706801"/>
                    </a:lnTo>
                    <a:lnTo>
                      <a:pt x="222101" y="1292149"/>
                    </a:lnTo>
                    <a:lnTo>
                      <a:pt x="333151" y="935219"/>
                    </a:lnTo>
                    <a:lnTo>
                      <a:pt x="444202" y="640673"/>
                    </a:lnTo>
                    <a:lnTo>
                      <a:pt x="555252" y="405756"/>
                    </a:lnTo>
                    <a:lnTo>
                      <a:pt x="666303" y="223690"/>
                    </a:lnTo>
                    <a:lnTo>
                      <a:pt x="777353" y="92886"/>
                    </a:lnTo>
                    <a:lnTo>
                      <a:pt x="888404" y="23195"/>
                    </a:lnTo>
                    <a:lnTo>
                      <a:pt x="999454" y="0"/>
                    </a:lnTo>
                    <a:lnTo>
                      <a:pt x="1110505" y="44696"/>
                    </a:lnTo>
                    <a:lnTo>
                      <a:pt x="1221555" y="154316"/>
                    </a:lnTo>
                    <a:lnTo>
                      <a:pt x="1332605" y="378324"/>
                    </a:lnTo>
                    <a:lnTo>
                      <a:pt x="1443656" y="653806"/>
                    </a:lnTo>
                    <a:lnTo>
                      <a:pt x="1554706" y="914990"/>
                    </a:lnTo>
                    <a:lnTo>
                      <a:pt x="1665757" y="1096420"/>
                    </a:lnTo>
                    <a:lnTo>
                      <a:pt x="1776807" y="1170771"/>
                    </a:lnTo>
                    <a:lnTo>
                      <a:pt x="1887858" y="1214196"/>
                    </a:lnTo>
                    <a:lnTo>
                      <a:pt x="1998908" y="1231036"/>
                    </a:lnTo>
                    <a:lnTo>
                      <a:pt x="2109959" y="1217056"/>
                    </a:lnTo>
                    <a:lnTo>
                      <a:pt x="2221009" y="1127665"/>
                    </a:lnTo>
                    <a:lnTo>
                      <a:pt x="2332060" y="995802"/>
                    </a:lnTo>
                    <a:lnTo>
                      <a:pt x="2443110" y="886075"/>
                    </a:lnTo>
                    <a:lnTo>
                      <a:pt x="2554161" y="818396"/>
                    </a:lnTo>
                    <a:lnTo>
                      <a:pt x="2665211" y="784927"/>
                    </a:lnTo>
                    <a:lnTo>
                      <a:pt x="2776262" y="784610"/>
                    </a:lnTo>
                    <a:lnTo>
                      <a:pt x="2887312" y="799438"/>
                    </a:lnTo>
                    <a:lnTo>
                      <a:pt x="2998362" y="828882"/>
                    </a:lnTo>
                    <a:lnTo>
                      <a:pt x="3109519" y="872412"/>
                    </a:lnTo>
                    <a:lnTo>
                      <a:pt x="3220569" y="929606"/>
                    </a:lnTo>
                    <a:lnTo>
                      <a:pt x="3331620" y="1002474"/>
                    </a:lnTo>
                    <a:lnTo>
                      <a:pt x="3442670" y="1102563"/>
                    </a:lnTo>
                    <a:lnTo>
                      <a:pt x="3553721" y="1218009"/>
                    </a:lnTo>
                    <a:lnTo>
                      <a:pt x="3664771" y="1332714"/>
                    </a:lnTo>
                    <a:lnTo>
                      <a:pt x="3775822" y="1439581"/>
                    </a:lnTo>
                    <a:lnTo>
                      <a:pt x="3886872" y="1566042"/>
                    </a:lnTo>
                    <a:lnTo>
                      <a:pt x="3997923" y="1672167"/>
                    </a:lnTo>
                    <a:lnTo>
                      <a:pt x="4108973" y="1788567"/>
                    </a:lnTo>
                    <a:lnTo>
                      <a:pt x="4220024" y="1892362"/>
                    </a:lnTo>
                    <a:lnTo>
                      <a:pt x="4331074" y="1966714"/>
                    </a:lnTo>
                    <a:lnTo>
                      <a:pt x="4442124" y="2033334"/>
                    </a:lnTo>
                    <a:lnTo>
                      <a:pt x="4553175" y="2095823"/>
                    </a:lnTo>
                    <a:lnTo>
                      <a:pt x="4664225" y="2153016"/>
                    </a:lnTo>
                    <a:lnTo>
                      <a:pt x="4775276" y="2203537"/>
                    </a:lnTo>
                    <a:lnTo>
                      <a:pt x="4886326" y="2246220"/>
                    </a:lnTo>
                    <a:lnTo>
                      <a:pt x="4997377" y="2279477"/>
                    </a:lnTo>
                    <a:lnTo>
                      <a:pt x="5108428" y="2302249"/>
                    </a:lnTo>
                    <a:lnTo>
                      <a:pt x="5219478" y="2313158"/>
                    </a:lnTo>
                    <a:lnTo>
                      <a:pt x="5330528" y="2310828"/>
                    </a:lnTo>
                    <a:lnTo>
                      <a:pt x="5441578" y="2294941"/>
                    </a:lnTo>
                    <a:lnTo>
                      <a:pt x="5552629" y="2267297"/>
                    </a:lnTo>
                    <a:lnTo>
                      <a:pt x="5663679" y="2230016"/>
                    </a:lnTo>
                    <a:lnTo>
                      <a:pt x="5774730" y="2185532"/>
                    </a:lnTo>
                    <a:lnTo>
                      <a:pt x="5885781" y="2135752"/>
                    </a:lnTo>
                    <a:lnTo>
                      <a:pt x="5996831" y="2083113"/>
                    </a:lnTo>
                    <a:lnTo>
                      <a:pt x="6107881" y="2029839"/>
                    </a:lnTo>
                    <a:lnTo>
                      <a:pt x="6219038" y="1977941"/>
                    </a:lnTo>
                    <a:lnTo>
                      <a:pt x="6330088" y="1929326"/>
                    </a:lnTo>
                    <a:lnTo>
                      <a:pt x="6441139" y="1880606"/>
                    </a:lnTo>
                    <a:lnTo>
                      <a:pt x="6552189" y="1830509"/>
                    </a:lnTo>
                    <a:lnTo>
                      <a:pt x="6663240" y="1778823"/>
                    </a:lnTo>
                    <a:lnTo>
                      <a:pt x="6774290" y="1725654"/>
                    </a:lnTo>
                    <a:lnTo>
                      <a:pt x="6885340" y="1670896"/>
                    </a:lnTo>
                    <a:lnTo>
                      <a:pt x="6996391" y="1614445"/>
                    </a:lnTo>
                    <a:lnTo>
                      <a:pt x="7107441" y="1556404"/>
                    </a:lnTo>
                    <a:lnTo>
                      <a:pt x="7218492" y="1496562"/>
                    </a:lnTo>
                    <a:lnTo>
                      <a:pt x="7329543" y="1434920"/>
                    </a:lnTo>
                    <a:lnTo>
                      <a:pt x="7440593" y="1371478"/>
                    </a:lnTo>
                    <a:lnTo>
                      <a:pt x="7551643" y="1306235"/>
                    </a:lnTo>
                    <a:lnTo>
                      <a:pt x="7662694" y="1238980"/>
                    </a:lnTo>
                    <a:lnTo>
                      <a:pt x="7773744" y="1169712"/>
                    </a:lnTo>
                    <a:lnTo>
                      <a:pt x="7884794" y="1098538"/>
                    </a:lnTo>
                    <a:lnTo>
                      <a:pt x="7995845" y="1025246"/>
                    </a:lnTo>
                    <a:lnTo>
                      <a:pt x="8106896" y="949729"/>
                    </a:lnTo>
                    <a:lnTo>
                      <a:pt x="8217946" y="872200"/>
                    </a:lnTo>
                    <a:lnTo>
                      <a:pt x="8328997" y="792341"/>
                    </a:lnTo>
                    <a:lnTo>
                      <a:pt x="8440047" y="710258"/>
                    </a:lnTo>
                    <a:lnTo>
                      <a:pt x="8551097" y="625951"/>
                    </a:lnTo>
                    <a:lnTo>
                      <a:pt x="8662148" y="539207"/>
                    </a:lnTo>
                    <a:lnTo>
                      <a:pt x="8773198" y="450028"/>
                    </a:lnTo>
                  </a:path>
                </a:pathLst>
              </a:custGeom>
              <a:noFill/>
              <a:ln w="22550" cap="flat">
                <a:solidFill>
                  <a:srgbClr val="B50A37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431F8C9-B67F-12D4-78D2-5699E26A1C0A}"/>
                  </a:ext>
                </a:extLst>
              </p:cNvPr>
              <p:cNvSpPr txBox="1"/>
              <p:nvPr/>
            </p:nvSpPr>
            <p:spPr>
              <a:xfrm>
                <a:off x="6025540" y="3197580"/>
                <a:ext cx="11753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spc="0" baseline="0">
                    <a:ln/>
                    <a:solidFill>
                      <a:srgbClr val="B50A37"/>
                    </a:solidFill>
                    <a:latin typeface="Arial"/>
                    <a:cs typeface="Arial"/>
                    <a:sym typeface="Arial"/>
                    <a:rtl val="0"/>
                  </a:rPr>
                  <a:t>Decreased</a:t>
                </a:r>
              </a:p>
            </p:txBody>
          </p:sp>
        </p:grpSp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B276CC77-D584-C05E-30F0-140225FE3E43}"/>
                </a:ext>
              </a:extLst>
            </p:cNvPr>
            <p:cNvGrpSpPr/>
            <p:nvPr/>
          </p:nvGrpSpPr>
          <p:grpSpPr>
            <a:xfrm>
              <a:off x="961062" y="612426"/>
              <a:ext cx="10204140" cy="5419645"/>
              <a:chOff x="961062" y="612426"/>
              <a:chExt cx="10204140" cy="5419645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FBF7F0A-CAD8-79FE-21DD-DC0802DB5403}"/>
                  </a:ext>
                </a:extLst>
              </p:cNvPr>
              <p:cNvSpPr/>
              <p:nvPr/>
            </p:nvSpPr>
            <p:spPr>
              <a:xfrm>
                <a:off x="1471087" y="971481"/>
                <a:ext cx="10596" cy="4805204"/>
              </a:xfrm>
              <a:custGeom>
                <a:avLst/>
                <a:gdLst>
                  <a:gd name="connsiteX0" fmla="*/ 0 w 10596"/>
                  <a:gd name="connsiteY0" fmla="*/ 4805204 h 4805204"/>
                  <a:gd name="connsiteX1" fmla="*/ 0 w 10596"/>
                  <a:gd name="connsiteY1" fmla="*/ 0 h 480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4805204">
                    <a:moveTo>
                      <a:pt x="0" y="4805204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780DF1-827D-E174-6EEF-E80E4C12DCF0}"/>
                  </a:ext>
                </a:extLst>
              </p:cNvPr>
              <p:cNvSpPr txBox="1"/>
              <p:nvPr/>
            </p:nvSpPr>
            <p:spPr>
              <a:xfrm>
                <a:off x="1244901" y="5649794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020F924-BDE9-BE13-A170-469139DF0866}"/>
                  </a:ext>
                </a:extLst>
              </p:cNvPr>
              <p:cNvSpPr txBox="1"/>
              <p:nvPr/>
            </p:nvSpPr>
            <p:spPr>
              <a:xfrm>
                <a:off x="1244901" y="3910901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5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379810-815B-D790-3026-3A77F86B2B0B}"/>
                  </a:ext>
                </a:extLst>
              </p:cNvPr>
              <p:cNvSpPr txBox="1"/>
              <p:nvPr/>
            </p:nvSpPr>
            <p:spPr>
              <a:xfrm>
                <a:off x="1162396" y="2172114"/>
                <a:ext cx="3545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10</a:t>
                </a: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FC28431-1183-0DCF-8E58-A4974C3E209B}"/>
                  </a:ext>
                </a:extLst>
              </p:cNvPr>
              <p:cNvSpPr/>
              <p:nvPr/>
            </p:nvSpPr>
            <p:spPr>
              <a:xfrm>
                <a:off x="1442052" y="5776685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2A5C375-E565-222A-2722-55EC12D3F021}"/>
                  </a:ext>
                </a:extLst>
              </p:cNvPr>
              <p:cNvSpPr/>
              <p:nvPr/>
            </p:nvSpPr>
            <p:spPr>
              <a:xfrm>
                <a:off x="1442052" y="4037792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845117E-2096-B51B-DC61-A83F8AABB513}"/>
                  </a:ext>
                </a:extLst>
              </p:cNvPr>
              <p:cNvSpPr/>
              <p:nvPr/>
            </p:nvSpPr>
            <p:spPr>
              <a:xfrm>
                <a:off x="1442052" y="2299004"/>
                <a:ext cx="29034" cy="10591"/>
              </a:xfrm>
              <a:custGeom>
                <a:avLst/>
                <a:gdLst>
                  <a:gd name="connsiteX0" fmla="*/ 0 w 29034"/>
                  <a:gd name="connsiteY0" fmla="*/ 0 h 10591"/>
                  <a:gd name="connsiteX1" fmla="*/ 29034 w 29034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034" h="10591">
                    <a:moveTo>
                      <a:pt x="0" y="0"/>
                    </a:moveTo>
                    <a:lnTo>
                      <a:pt x="29034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2E1F9A2-1B66-0D5A-D4FB-A7E89F406CCD}"/>
                  </a:ext>
                </a:extLst>
              </p:cNvPr>
              <p:cNvSpPr/>
              <p:nvPr/>
            </p:nvSpPr>
            <p:spPr>
              <a:xfrm>
                <a:off x="1471087" y="5776685"/>
                <a:ext cx="9650581" cy="10591"/>
              </a:xfrm>
              <a:custGeom>
                <a:avLst/>
                <a:gdLst>
                  <a:gd name="connsiteX0" fmla="*/ 0 w 9650581"/>
                  <a:gd name="connsiteY0" fmla="*/ 0 h 10591"/>
                  <a:gd name="connsiteX1" fmla="*/ 9650582 w 9650581"/>
                  <a:gd name="connsiteY1" fmla="*/ 0 h 10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650581" h="10591">
                    <a:moveTo>
                      <a:pt x="0" y="0"/>
                    </a:moveTo>
                    <a:lnTo>
                      <a:pt x="9650582" y="0"/>
                    </a:lnTo>
                  </a:path>
                </a:pathLst>
              </a:custGeom>
              <a:noFill/>
              <a:ln w="11328" cap="flat">
                <a:solidFill>
                  <a:srgbClr val="00000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0B18F211-ED39-D6CD-32AF-ABED69169C23}"/>
                  </a:ext>
                </a:extLst>
              </p:cNvPr>
              <p:cNvSpPr/>
              <p:nvPr/>
            </p:nvSpPr>
            <p:spPr>
              <a:xfrm>
                <a:off x="2152436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F2AAFEA4-F381-7F4C-A76F-58DCF1170043}"/>
                  </a:ext>
                </a:extLst>
              </p:cNvPr>
              <p:cNvSpPr/>
              <p:nvPr/>
            </p:nvSpPr>
            <p:spPr>
              <a:xfrm>
                <a:off x="287278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945DFB34-D6BC-BD3A-2FEE-8D5A373450C5}"/>
                  </a:ext>
                </a:extLst>
              </p:cNvPr>
              <p:cNvSpPr/>
              <p:nvPr/>
            </p:nvSpPr>
            <p:spPr>
              <a:xfrm>
                <a:off x="358528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07A52BDF-C786-A884-CECC-861C03C4312D}"/>
                  </a:ext>
                </a:extLst>
              </p:cNvPr>
              <p:cNvSpPr/>
              <p:nvPr/>
            </p:nvSpPr>
            <p:spPr>
              <a:xfrm>
                <a:off x="430562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CC5A91BA-2178-DEB5-DD6F-56703DC05E49}"/>
                  </a:ext>
                </a:extLst>
              </p:cNvPr>
              <p:cNvSpPr/>
              <p:nvPr/>
            </p:nvSpPr>
            <p:spPr>
              <a:xfrm>
                <a:off x="5014211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4A7CB11D-A1C8-BD2E-97CD-797370D5EA99}"/>
                  </a:ext>
                </a:extLst>
              </p:cNvPr>
              <p:cNvSpPr/>
              <p:nvPr/>
            </p:nvSpPr>
            <p:spPr>
              <a:xfrm>
                <a:off x="573455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B5C2D013-CD10-9AE1-7293-5A4CD1C91FAC}"/>
                  </a:ext>
                </a:extLst>
              </p:cNvPr>
              <p:cNvSpPr/>
              <p:nvPr/>
            </p:nvSpPr>
            <p:spPr>
              <a:xfrm>
                <a:off x="644313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23B3808-7DC7-D42F-73B6-130E9447AE36}"/>
                  </a:ext>
                </a:extLst>
              </p:cNvPr>
              <p:cNvSpPr/>
              <p:nvPr/>
            </p:nvSpPr>
            <p:spPr>
              <a:xfrm>
                <a:off x="7163482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44E5E4DC-0A65-4465-5445-70314DFF1E63}"/>
                  </a:ext>
                </a:extLst>
              </p:cNvPr>
              <p:cNvSpPr/>
              <p:nvPr/>
            </p:nvSpPr>
            <p:spPr>
              <a:xfrm>
                <a:off x="7872064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E5C9572C-5612-984D-7141-6439C59F9CFF}"/>
                  </a:ext>
                </a:extLst>
              </p:cNvPr>
              <p:cNvSpPr/>
              <p:nvPr/>
            </p:nvSpPr>
            <p:spPr>
              <a:xfrm>
                <a:off x="8592409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5AD89A8-9658-1516-D6AB-CC5C16996048}"/>
                  </a:ext>
                </a:extLst>
              </p:cNvPr>
              <p:cNvSpPr/>
              <p:nvPr/>
            </p:nvSpPr>
            <p:spPr>
              <a:xfrm>
                <a:off x="9305018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893A73F4-195B-530D-A8C8-C08CF29479CC}"/>
                  </a:ext>
                </a:extLst>
              </p:cNvPr>
              <p:cNvSpPr/>
              <p:nvPr/>
            </p:nvSpPr>
            <p:spPr>
              <a:xfrm>
                <a:off x="10025257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8535E1BC-13B3-E3FC-8A54-CF7FD9995040}"/>
                  </a:ext>
                </a:extLst>
              </p:cNvPr>
              <p:cNvSpPr/>
              <p:nvPr/>
            </p:nvSpPr>
            <p:spPr>
              <a:xfrm>
                <a:off x="10733945" y="5776685"/>
                <a:ext cx="10596" cy="29020"/>
              </a:xfrm>
              <a:custGeom>
                <a:avLst/>
                <a:gdLst>
                  <a:gd name="connsiteX0" fmla="*/ 0 w 10596"/>
                  <a:gd name="connsiteY0" fmla="*/ 29020 h 29020"/>
                  <a:gd name="connsiteX1" fmla="*/ 0 w 10596"/>
                  <a:gd name="connsiteY1" fmla="*/ 0 h 29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596" h="29020">
                    <a:moveTo>
                      <a:pt x="0" y="29020"/>
                    </a:moveTo>
                    <a:lnTo>
                      <a:pt x="0" y="0"/>
                    </a:lnTo>
                  </a:path>
                </a:pathLst>
              </a:custGeom>
              <a:noFill/>
              <a:ln w="11328" cap="flat">
                <a:solidFill>
                  <a:srgbClr val="33333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B57F8F9-3529-51B4-D32D-E85FC75320BE}"/>
                  </a:ext>
                </a:extLst>
              </p:cNvPr>
              <p:cNvSpPr txBox="1"/>
              <p:nvPr/>
            </p:nvSpPr>
            <p:spPr>
              <a:xfrm>
                <a:off x="1743399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2019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EA5755A-AAA2-E402-ED49-C40563F07EC2}"/>
                  </a:ext>
                </a:extLst>
              </p:cNvPr>
              <p:cNvSpPr txBox="1"/>
              <p:nvPr/>
            </p:nvSpPr>
            <p:spPr>
              <a:xfrm>
                <a:off x="2467908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2020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76B6311-7F1C-1550-6AF2-F1A60BC176E5}"/>
                  </a:ext>
                </a:extLst>
              </p:cNvPr>
              <p:cNvSpPr txBox="1"/>
              <p:nvPr/>
            </p:nvSpPr>
            <p:spPr>
              <a:xfrm>
                <a:off x="3176246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2020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6332B58-4663-3156-C18E-B34F6BF0E08A}"/>
                  </a:ext>
                </a:extLst>
              </p:cNvPr>
              <p:cNvSpPr txBox="1"/>
              <p:nvPr/>
            </p:nvSpPr>
            <p:spPr>
              <a:xfrm>
                <a:off x="3900756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2021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EC7E0F2-3AF9-B89D-DBA8-3A5CBD66EC33}"/>
                  </a:ext>
                </a:extLst>
              </p:cNvPr>
              <p:cNvSpPr txBox="1"/>
              <p:nvPr/>
            </p:nvSpPr>
            <p:spPr>
              <a:xfrm>
                <a:off x="4605173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2021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FB512B8-CC8B-ADEB-BB4C-17D367F0B3F4}"/>
                  </a:ext>
                </a:extLst>
              </p:cNvPr>
              <p:cNvSpPr txBox="1"/>
              <p:nvPr/>
            </p:nvSpPr>
            <p:spPr>
              <a:xfrm>
                <a:off x="5329683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2022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2056696-5750-F406-7A01-B973C2E37DEF}"/>
                  </a:ext>
                </a:extLst>
              </p:cNvPr>
              <p:cNvSpPr txBox="1"/>
              <p:nvPr/>
            </p:nvSpPr>
            <p:spPr>
              <a:xfrm>
                <a:off x="6034100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2022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3100477-27B6-7454-A778-26D80CA967E9}"/>
                  </a:ext>
                </a:extLst>
              </p:cNvPr>
              <p:cNvSpPr txBox="1"/>
              <p:nvPr/>
            </p:nvSpPr>
            <p:spPr>
              <a:xfrm>
                <a:off x="6758610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2023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4BB3EA8-15CF-D547-0BBA-D1BB4FA4C969}"/>
                  </a:ext>
                </a:extLst>
              </p:cNvPr>
              <p:cNvSpPr txBox="1"/>
              <p:nvPr/>
            </p:nvSpPr>
            <p:spPr>
              <a:xfrm>
                <a:off x="746302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2023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6F4B1B1-6626-468C-2315-DBDDCF785379}"/>
                  </a:ext>
                </a:extLst>
              </p:cNvPr>
              <p:cNvSpPr txBox="1"/>
              <p:nvPr/>
            </p:nvSpPr>
            <p:spPr>
              <a:xfrm>
                <a:off x="8187537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2024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A608ACB-D693-BE45-3130-737DEC7D9C24}"/>
                  </a:ext>
                </a:extLst>
              </p:cNvPr>
              <p:cNvSpPr txBox="1"/>
              <p:nvPr/>
            </p:nvSpPr>
            <p:spPr>
              <a:xfrm>
                <a:off x="8895981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2024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7DB106E-94E8-96C3-0BF6-2F49BB10742C}"/>
                  </a:ext>
                </a:extLst>
              </p:cNvPr>
              <p:cNvSpPr txBox="1"/>
              <p:nvPr/>
            </p:nvSpPr>
            <p:spPr>
              <a:xfrm>
                <a:off x="9620384" y="5755072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Feb 2025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439CB35-19F2-0E15-1AB1-1F7F207261BE}"/>
                  </a:ext>
                </a:extLst>
              </p:cNvPr>
              <p:cNvSpPr txBox="1"/>
              <p:nvPr/>
            </p:nvSpPr>
            <p:spPr>
              <a:xfrm>
                <a:off x="10324907" y="5755072"/>
                <a:ext cx="8402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Aug 2025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C2F9119-CB7A-0E15-CE6E-77AFC88D554F}"/>
                  </a:ext>
                </a:extLst>
              </p:cNvPr>
              <p:cNvSpPr txBox="1"/>
              <p:nvPr/>
            </p:nvSpPr>
            <p:spPr>
              <a:xfrm rot="16200000">
                <a:off x="33724" y="3204753"/>
                <a:ext cx="21932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6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CPUE (kg/fisher/trip)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54D7A4F-A028-2750-25BD-79E7AE68F4C4}"/>
                  </a:ext>
                </a:extLst>
              </p:cNvPr>
              <p:cNvSpPr txBox="1"/>
              <p:nvPr/>
            </p:nvSpPr>
            <p:spPr>
              <a:xfrm>
                <a:off x="1379647" y="612426"/>
                <a:ext cx="652133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2000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Catch Per Unit Effort O.cyanea in MAR Mawasangka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1710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8E72EE7-F2AB-DE51-101E-712597D66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90487"/>
            <a:ext cx="12192000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97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</Words>
  <Application>Microsoft Office PowerPoint</Application>
  <PresentationFormat>Widescreen</PresentationFormat>
  <Paragraphs>167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Data Perikanan Mawasangka</vt:lpstr>
      <vt:lpstr>PowerPoint Presentation</vt:lpstr>
      <vt:lpstr>PowerPoint Presentation</vt:lpstr>
      <vt:lpstr>Kerapu</vt:lpstr>
      <vt:lpstr>PowerPoint Presentation</vt:lpstr>
      <vt:lpstr>PowerPoint Presentation</vt:lpstr>
      <vt:lpstr>PowerPoint Presentation</vt:lpstr>
      <vt:lpstr>Kakap Merah</vt:lpstr>
      <vt:lpstr>PowerPoint Presentation</vt:lpstr>
      <vt:lpstr>PowerPoint Presentation</vt:lpstr>
      <vt:lpstr>PowerPoint Presentation</vt:lpstr>
      <vt:lpstr>Gurita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Irlan Assidiq</dc:creator>
  <cp:lastModifiedBy>Irlan Assidiq</cp:lastModifiedBy>
  <cp:revision>1</cp:revision>
  <dcterms:created xsi:type="dcterms:W3CDTF">2025-10-14T06:38:37Z</dcterms:created>
  <dcterms:modified xsi:type="dcterms:W3CDTF">2025-10-18T04:15:09Z</dcterms:modified>
</cp:coreProperties>
</file>