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2" r:id="rId5"/>
    <p:sldId id="264" r:id="rId6"/>
    <p:sldId id="267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61F05-E565-434D-9FD7-7DA0919164D6}" v="24" dt="2025-10-18T04:15:03.351"/>
    <p1510:client id="{811CB7F5-621D-4205-A112-58CCCCCDE698}" v="37" dt="2025-10-18T01:27:44.409"/>
    <p1510:client id="{BAAA86B0-4830-4753-AC21-8E40E430CDE6}" v="22" dt="2025-10-18T03:13:43.433"/>
    <p1510:client id="{EA031ED3-1EEB-4A13-92E8-30C5396A813C}" v="10" dt="2025-10-18T05:11:50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0-18T05:12:05.902" v="831" actId="5793"/>
      <pc:docMkLst>
        <pc:docMk/>
      </pc:docMkLst>
      <pc:sldChg chg="modSp mod">
        <pc:chgData name="Irlan Assidiq" userId="de236b58-34b6-44ed-8347-ed5a26859d6f" providerId="ADAL" clId="{7DA18F00-C1C8-45B8-B431-245BD39695C3}" dt="2025-10-18T04:43:27.223" v="608" actId="20577"/>
        <pc:sldMkLst>
          <pc:docMk/>
          <pc:sldMk cId="3087990934" sldId="256"/>
        </pc:sldMkLst>
        <pc:spChg chg="mod">
          <ac:chgData name="Irlan Assidiq" userId="de236b58-34b6-44ed-8347-ed5a26859d6f" providerId="ADAL" clId="{7DA18F00-C1C8-45B8-B431-245BD39695C3}" dt="2025-10-18T04:43:27.223" v="60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7DA18F00-C1C8-45B8-B431-245BD39695C3}" dt="2025-10-18T03:14:47.552" v="397" actId="27636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del mod ord">
        <pc:chgData name="Irlan Assidiq" userId="de236b58-34b6-44ed-8347-ed5a26859d6f" providerId="ADAL" clId="{7DA18F00-C1C8-45B8-B431-245BD39695C3}" dt="2025-10-18T05:11:36.142" v="783" actId="47"/>
        <pc:sldMkLst>
          <pc:docMk/>
          <pc:sldMk cId="2625697523" sldId="257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8" creationId="{4D7F9E33-7850-8464-B794-C1B99A04B0D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3" creationId="{57607E23-58C4-3B5E-D743-81673E95BA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15" creationId="{4C418236-8F07-CF0D-2FDA-A1EAB5B831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6" creationId="{7ECB4F4E-D435-0BEC-101C-71419676AC1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7" creationId="{66546327-4C52-0B42-157A-B8FDAAD2026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9" creationId="{B08E962F-1F29-0878-A4C2-5D8D3DCAB754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0" creationId="{4E2FCAEC-6CB8-5CAC-A10A-994BBF3CF9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22" creationId="{3EEDA69C-CA6C-501D-D766-DBF7AB74F4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6" creationId="{968CC366-C1F7-A207-B74E-81E9A69ACB0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8" creationId="{4E6E954A-F9E8-A2FF-4690-94BEEFAA45F7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9" creationId="{CD35B3D0-8092-7913-8BB8-3A622040170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38" creationId="{BC88E807-E9FB-AE94-3227-7A87E7E4DFC0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39" creationId="{440B895B-A906-AF8D-0767-AFE40FE3546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40" creationId="{F6094D84-596D-5E40-7085-F6AA10FB17E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46" creationId="{1189F348-BD5E-CC81-FDEC-4695C14EEB71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51" creationId="{88162485-D79F-94AD-9632-766B82CDF9B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4" creationId="{49A85410-B37B-6E73-E3F5-DB2FD5FFCA7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5" creationId="{8BA2CE9A-5B5B-09D1-7F7B-7D459BAA9E13}"/>
          </ac:spMkLst>
        </pc:spChg>
        <pc:spChg chg="mod">
          <ac:chgData name="Irlan Assidiq" userId="de236b58-34b6-44ed-8347-ed5a26859d6f" providerId="ADAL" clId="{7DA18F00-C1C8-45B8-B431-245BD39695C3}" dt="2025-10-18T01:41:38.575" v="207" actId="20577"/>
          <ac:spMkLst>
            <pc:docMk/>
            <pc:sldMk cId="2625697523" sldId="257"/>
            <ac:spMk id="56" creationId="{8C896627-0C96-57BE-9F3F-3C1CEB4F7F3B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98" creationId="{4919D3CC-DF5C-213B-3E28-ED666BD92C5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04" creationId="{50DEFD45-3802-D9AE-D574-13E186C84112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11" creationId="{917995C6-20A0-A3E8-973C-1FACB275E64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20" creationId="{C6EF6E34-9539-A514-8DCB-3ABA680700A5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39" creationId="{53134B21-E93A-D07D-A54F-35D72F127BCA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41" creationId="{CD44845B-81AC-5EC3-2AA0-F0AB9B3958E0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88" creationId="{AAC3A1BD-7748-3FF8-C20F-02C176CB906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22" creationId="{BFA9B911-1E7C-F8F3-52BB-7BECDD618021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36" creationId="{A283677F-7BDF-2D7C-1E95-901B73853773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43" creationId="{B3A9E260-3E79-826C-64F5-3349099C4E29}"/>
          </ac:spMkLst>
        </pc:spChg>
        <pc:grpChg chg="del">
          <ac:chgData name="Irlan Assidiq" userId="de236b58-34b6-44ed-8347-ed5a26859d6f" providerId="ADAL" clId="{7DA18F00-C1C8-45B8-B431-245BD39695C3}" dt="2025-10-18T03:17:31.641" v="399" actId="478"/>
          <ac:grpSpMkLst>
            <pc:docMk/>
            <pc:sldMk cId="2625697523" sldId="257"/>
            <ac:grpSpMk id="4" creationId="{5397F1D1-77FD-6DEA-D340-55E0C29CC034}"/>
          </ac:grpSpMkLst>
        </pc:grpChg>
        <pc:grpChg chg="del">
          <ac:chgData name="Irlan Assidiq" userId="de236b58-34b6-44ed-8347-ed5a26859d6f" providerId="ADAL" clId="{7DA18F00-C1C8-45B8-B431-245BD39695C3}" dt="2025-10-18T01:40:46.396" v="191" actId="478"/>
          <ac:grpSpMkLst>
            <pc:docMk/>
            <pc:sldMk cId="2625697523" sldId="257"/>
            <ac:grpSpMk id="163" creationId="{6A2B2E7D-C6E4-67F3-14DC-3EB0F308EB17}"/>
          </ac:grpSpMkLst>
        </pc:grpChg>
        <pc:picChg chg="add del mod">
          <ac:chgData name="Irlan Assidiq" userId="de236b58-34b6-44ed-8347-ed5a26859d6f" providerId="ADAL" clId="{7DA18F00-C1C8-45B8-B431-245BD39695C3}" dt="2025-10-18T04:43:17.662" v="599" actId="478"/>
          <ac:picMkLst>
            <pc:docMk/>
            <pc:sldMk cId="2625697523" sldId="257"/>
            <ac:picMk id="3" creationId="{68E72EE7-F2AB-DE51-101E-712597D66E0F}"/>
          </ac:picMkLst>
        </pc:picChg>
        <pc:picChg chg="add mod">
          <ac:chgData name="Irlan Assidiq" userId="de236b58-34b6-44ed-8347-ed5a26859d6f" providerId="ADAL" clId="{7DA18F00-C1C8-45B8-B431-245BD39695C3}" dt="2025-10-18T01:40:54.073" v="193" actId="26606"/>
          <ac:picMkLst>
            <pc:docMk/>
            <pc:sldMk cId="2625697523" sldId="257"/>
            <ac:picMk id="3" creationId="{D4A73322-573C-079B-6B3E-20AC913E7685}"/>
          </ac:picMkLst>
        </pc:picChg>
      </pc:sldChg>
      <pc:sldChg chg="addSp delSp modSp mod">
        <pc:chgData name="Irlan Assidiq" userId="de236b58-34b6-44ed-8347-ed5a26859d6f" providerId="ADAL" clId="{7DA18F00-C1C8-45B8-B431-245BD39695C3}" dt="2025-10-18T04:43:46.778" v="618" actId="403"/>
        <pc:sldMkLst>
          <pc:docMk/>
          <pc:sldMk cId="3373553320" sldId="258"/>
        </pc:sldMkLst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5" creationId="{76E2BCE5-B7A1-D9D7-F238-3F98CBC87786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0" creationId="{24788089-2123-A32D-3FBC-75A5D53B267E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4" creationId="{7B35BC2D-7682-5743-89B1-40F308A400F3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9" creationId="{F75DFBB6-9F71-0696-F323-D4B05A8FB9D2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26" creationId="{CB4A660C-90E6-0DC6-2567-DDA693125A68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31" creationId="{5A1F2711-29E2-C0F3-5E14-10C5AC98666A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40" creationId="{8F617261-DF3B-AF34-E3D8-3098AD0B8B9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0" creationId="{2EC1605D-5F91-94EE-44DF-BDFDC949CDD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1" creationId="{9613880D-1F77-CB71-133F-FED11AA44290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3" creationId="{7BC8BBC9-6E9D-0FF7-28AB-543FDD1699E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55" creationId="{0D07D969-0681-CDC6-23A9-88341DFC5721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7" creationId="{AFF08DEF-37B1-373F-2C83-AF8117A7539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59" creationId="{E431E039-559B-F63D-2194-2AB6E902CE32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60" creationId="{7204CC19-BDA8-C50D-A334-47DAF10A13EE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0" creationId="{B2E9520A-DA28-4E51-E6CE-BA6DE3830DCB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61" creationId="{58E281D2-AD7C-2097-2327-CF8B46A3A415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1" creationId="{986A1569-9965-6E57-4BBB-056151EA423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3" creationId="{07D28A5D-EBFB-A913-9993-980206DB448B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64" creationId="{73456FA4-4AB9-7134-8EB1-F9373F28A34C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69" creationId="{BC869C78-05D4-3F7C-B5C1-C09CE43BC9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0" creationId="{8F310DC4-B939-3375-8520-F117A31EFD16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70" creationId="{CFF5B41B-A159-9426-A4C4-48EA3E1C6401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72" creationId="{A42DDB8A-040D-0C91-35FB-7DEABD3A08E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3" creationId="{03D42438-7F28-460C-AD58-162F23FB22C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5" creationId="{9E4A8E94-320B-622D-57BE-F267691D135C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77" creationId="{E9F6EEEB-3F6B-A235-45B4-2408183A8810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9" creationId="{FB48A328-19A9-DDE9-0240-54A3BF20FF10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81" creationId="{71B21770-F10A-3037-4492-31DA92F2AB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1" creationId="{87C8DE74-0B9B-69E9-CA7A-1E2134E62358}"/>
          </ac:spMkLst>
        </pc:spChg>
        <pc:spChg chg="mod">
          <ac:chgData name="Irlan Assidiq" userId="de236b58-34b6-44ed-8347-ed5a26859d6f" providerId="ADAL" clId="{7DA18F00-C1C8-45B8-B431-245BD39695C3}" dt="2025-10-18T04:43:46.778" v="618" actId="403"/>
          <ac:spMkLst>
            <pc:docMk/>
            <pc:sldMk cId="3373553320" sldId="258"/>
            <ac:spMk id="82" creationId="{8D9EE38C-956B-E340-07AE-845F75BE9ABE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83" creationId="{AE72DB2A-B790-3EAF-BE58-0247B02110B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8" creationId="{A070C485-7392-C53A-2E3A-0D25E16F681C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0" creationId="{7C23597A-9E8A-3ED7-4C13-FB1ECE3521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92" creationId="{EB269EB1-29BC-3759-BA17-5E90D7E8657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7" creationId="{B8904F86-7F79-5ECA-01C7-1F6E251DF7D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102" creationId="{7615C8BA-3BBE-953A-01B5-9F18D517311C}"/>
          </ac:spMkLst>
        </pc:spChg>
        <pc:spChg chg="del">
          <ac:chgData name="Irlan Assidiq" userId="de236b58-34b6-44ed-8347-ed5a26859d6f" providerId="ADAL" clId="{7DA18F00-C1C8-45B8-B431-245BD39695C3}" dt="2025-10-18T01:44:32.369" v="224" actId="478"/>
          <ac:spMkLst>
            <pc:docMk/>
            <pc:sldMk cId="3373553320" sldId="258"/>
            <ac:spMk id="104" creationId="{2A0482B2-7B47-6AF0-9286-37613583922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106" creationId="{1424E869-E211-2AE0-3972-736D057EDF80}"/>
          </ac:spMkLst>
        </pc:spChg>
        <pc:grpChg chg="del">
          <ac:chgData name="Irlan Assidiq" userId="de236b58-34b6-44ed-8347-ed5a26859d6f" providerId="ADAL" clId="{7DA18F00-C1C8-45B8-B431-245BD39695C3}" dt="2025-10-18T03:17:34.518" v="400" actId="478"/>
          <ac:grpSpMkLst>
            <pc:docMk/>
            <pc:sldMk cId="3373553320" sldId="258"/>
            <ac:grpSpMk id="4" creationId="{77F7DC7B-5928-61C9-9459-271BA695F3D0}"/>
          </ac:grpSpMkLst>
        </pc:grpChg>
        <pc:grpChg chg="del">
          <ac:chgData name="Irlan Assidiq" userId="de236b58-34b6-44ed-8347-ed5a26859d6f" providerId="ADAL" clId="{7DA18F00-C1C8-45B8-B431-245BD39695C3}" dt="2025-10-18T04:42:56.694" v="590" actId="478"/>
          <ac:grpSpMkLst>
            <pc:docMk/>
            <pc:sldMk cId="3373553320" sldId="258"/>
            <ac:grpSpMk id="6" creationId="{14EA354A-C184-7D67-D6CC-6367F1EF1E92}"/>
          </ac:grpSpMkLst>
        </pc:grpChg>
        <pc:grpChg chg="del">
          <ac:chgData name="Irlan Assidiq" userId="de236b58-34b6-44ed-8347-ed5a26859d6f" providerId="ADAL" clId="{7DA18F00-C1C8-45B8-B431-245BD39695C3}" dt="2025-10-18T01:41:42.795" v="208" actId="478"/>
          <ac:grpSpMkLst>
            <pc:docMk/>
            <pc:sldMk cId="3373553320" sldId="258"/>
            <ac:grpSpMk id="6" creationId="{79DD4A8B-9AEE-BE75-C938-DC8BC953A58F}"/>
          </ac:grpSpMkLst>
        </pc:grpChg>
        <pc:picChg chg="add mod">
          <ac:chgData name="Irlan Assidiq" userId="de236b58-34b6-44ed-8347-ed5a26859d6f" providerId="ADAL" clId="{7DA18F00-C1C8-45B8-B431-245BD39695C3}" dt="2025-10-18T04:43:44.030" v="615" actId="26606"/>
          <ac:picMkLst>
            <pc:docMk/>
            <pc:sldMk cId="3373553320" sldId="258"/>
            <ac:picMk id="3" creationId="{0A67ADC9-4929-497C-C1D8-F7452BEF9F73}"/>
          </ac:picMkLst>
        </pc:picChg>
        <pc:picChg chg="add mod">
          <ac:chgData name="Irlan Assidiq" userId="de236b58-34b6-44ed-8347-ed5a26859d6f" providerId="ADAL" clId="{7DA18F00-C1C8-45B8-B431-245BD39695C3}" dt="2025-10-18T01:44:12.512" v="210" actId="26606"/>
          <ac:picMkLst>
            <pc:docMk/>
            <pc:sldMk cId="3373553320" sldId="258"/>
            <ac:picMk id="3" creationId="{8918CCCF-3384-6744-5B81-4522BBC09D2C}"/>
          </ac:picMkLst>
        </pc:picChg>
        <pc:picChg chg="add mod">
          <ac:chgData name="Irlan Assidiq" userId="de236b58-34b6-44ed-8347-ed5a26859d6f" providerId="ADAL" clId="{7DA18F00-C1C8-45B8-B431-245BD39695C3}" dt="2025-10-18T03:27:40.853" v="536" actId="26606"/>
          <ac:picMkLst>
            <pc:docMk/>
            <pc:sldMk cId="3373553320" sldId="258"/>
            <ac:picMk id="3" creationId="{C03D93AC-8E54-AD46-CA67-8BBD87BE85E0}"/>
          </ac:picMkLst>
        </pc:picChg>
      </pc:sldChg>
      <pc:sldChg chg="addSp delSp modSp new del mod setBg">
        <pc:chgData name="Irlan Assidiq" userId="de236b58-34b6-44ed-8347-ed5a26859d6f" providerId="ADAL" clId="{7DA18F00-C1C8-45B8-B431-245BD39695C3}" dt="2025-10-18T04:44:18.399" v="689" actId="47"/>
        <pc:sldMkLst>
          <pc:docMk/>
          <pc:sldMk cId="3135141337" sldId="259"/>
        </pc:sldMkLst>
        <pc:spChg chg="del">
          <ac:chgData name="Irlan Assidiq" userId="de236b58-34b6-44ed-8347-ed5a26859d6f" providerId="ADAL" clId="{7DA18F00-C1C8-45B8-B431-245BD39695C3}" dt="2025-10-17T23:19:07.959" v="3" actId="478"/>
          <ac:spMkLst>
            <pc:docMk/>
            <pc:sldMk cId="3135141337" sldId="259"/>
            <ac:spMk id="2" creationId="{1C0292A0-1BF6-4238-5065-5D2AFAA6FB83}"/>
          </ac:spMkLst>
        </pc:spChg>
        <pc:spChg chg="del">
          <ac:chgData name="Irlan Assidiq" userId="de236b58-34b6-44ed-8347-ed5a26859d6f" providerId="ADAL" clId="{7DA18F00-C1C8-45B8-B431-245BD39695C3}" dt="2025-10-17T23:18:51.339" v="2"/>
          <ac:spMkLst>
            <pc:docMk/>
            <pc:sldMk cId="3135141337" sldId="259"/>
            <ac:spMk id="3" creationId="{20B347EE-4230-22EE-547B-DDA89FBFA86C}"/>
          </ac:spMkLst>
        </pc:spChg>
        <pc:spChg chg="add del mod">
          <ac:chgData name="Irlan Assidiq" userId="de236b58-34b6-44ed-8347-ed5a26859d6f" providerId="ADAL" clId="{7DA18F00-C1C8-45B8-B431-245BD39695C3}" dt="2025-10-18T03:44:17.295" v="540"/>
          <ac:spMkLst>
            <pc:docMk/>
            <pc:sldMk cId="3135141337" sldId="259"/>
            <ac:spMk id="3" creationId="{25AFD721-A962-E2DD-4759-70F8D5556B22}"/>
          </ac:spMkLst>
        </pc:spChg>
        <pc:spChg chg="add mod">
          <ac:chgData name="Irlan Assidiq" userId="de236b58-34b6-44ed-8347-ed5a26859d6f" providerId="ADAL" clId="{7DA18F00-C1C8-45B8-B431-245BD39695C3}" dt="2025-10-18T04:43:04.396" v="593" actId="478"/>
          <ac:spMkLst>
            <pc:docMk/>
            <pc:sldMk cId="3135141337" sldId="259"/>
            <ac:spMk id="3" creationId="{85056D21-264C-5A1F-A32A-D3991B8A5667}"/>
          </ac:spMkLst>
        </pc:spChg>
        <pc:spChg chg="add del mod">
          <ac:chgData name="Irlan Assidiq" userId="de236b58-34b6-44ed-8347-ed5a26859d6f" providerId="ADAL" clId="{7DA18F00-C1C8-45B8-B431-245BD39695C3}" dt="2025-10-18T01:59:17.741" v="230" actId="478"/>
          <ac:spMkLst>
            <pc:docMk/>
            <pc:sldMk cId="3135141337" sldId="259"/>
            <ac:spMk id="3" creationId="{F598B3DE-B665-B077-CF10-15E7415DB90E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0" creationId="{B0CAE37B-E9CF-25DA-D5ED-CA3E0D5F8BDC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3" creationId="{2B97F24A-32CE-4C1C-A50D-3016B394DCFB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5" creationId="{CD8B4F24-440B-49E9-B85D-733523DC064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4" creationId="{C926E5C2-4858-8D26-0264-BD9B38BF97F6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32" creationId="{C77029C7-84EF-F7F5-3B18-FF98CC328B44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47" creationId="{886DA224-B1E3-2093-DFEF-7B5511AC073F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56" creationId="{96658440-A251-9EE1-C74D-C1882B34ABA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68" creationId="{46CFD4C2-7B22-B2AE-87A0-01D75A93AC2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83" creationId="{4F8CF5F1-FC77-B5E3-49A9-EF666187D5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01" creationId="{2BE619CF-870C-91FB-E8DA-00CAE115F7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61" creationId="{D8EC434A-8AB5-FB76-AA27-5F19404461BA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00" creationId="{C5037D99-888D-BDB2-0313-4C120551A56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30" creationId="{AE9EB629-11D5-6659-260C-086DA79C464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6" creationId="{F3060C83-F051-4F0E-ABAD-AA0DFC48B21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7" creationId="{83C98ABE-055B-441F-B07E-44F97F083C3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8" creationId="{29FDB030-9B49-4CED-8CCD-4D99382388AC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9" creationId="{3783CA14-24A1-485C-8B30-D6A5D87987AD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0" creationId="{9A97C86A-04D6-40F7-AE84-31AB43E6A846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1" creationId="{FF9F2414-84E8-453E-B1F3-389FDE8192D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2" creationId="{3ECA69A1-7536-43AC-85EF-C7106179F5ED}"/>
          </ac:spMkLst>
        </pc:spChg>
        <pc:picChg chg="add del mod">
          <ac:chgData name="Irlan Assidiq" userId="de236b58-34b6-44ed-8347-ed5a26859d6f" providerId="ADAL" clId="{7DA18F00-C1C8-45B8-B431-245BD39695C3}" dt="2025-10-18T03:17:59.768" v="439" actId="478"/>
          <ac:picMkLst>
            <pc:docMk/>
            <pc:sldMk cId="3135141337" sldId="259"/>
            <ac:picMk id="5" creationId="{EBCA1B90-5495-AB46-EF49-71CD23B6434E}"/>
          </ac:picMkLst>
        </pc:picChg>
        <pc:picChg chg="add mod">
          <ac:chgData name="Irlan Assidiq" userId="de236b58-34b6-44ed-8347-ed5a26859d6f" providerId="ADAL" clId="{7DA18F00-C1C8-45B8-B431-245BD39695C3}" dt="2025-10-18T01:59:15.250" v="229"/>
          <ac:picMkLst>
            <pc:docMk/>
            <pc:sldMk cId="3135141337" sldId="259"/>
            <ac:picMk id="6" creationId="{1BB6BFAF-0BB4-A513-19B5-C3D5C6B81373}"/>
          </ac:picMkLst>
        </pc:picChg>
        <pc:picChg chg="add del mod">
          <ac:chgData name="Irlan Assidiq" userId="de236b58-34b6-44ed-8347-ed5a26859d6f" providerId="ADAL" clId="{7DA18F00-C1C8-45B8-B431-245BD39695C3}" dt="2025-10-18T04:43:04.396" v="593" actId="478"/>
          <ac:picMkLst>
            <pc:docMk/>
            <pc:sldMk cId="3135141337" sldId="259"/>
            <ac:picMk id="6" creationId="{C2B23962-4CF2-4E82-4B34-BC4DB97CC91E}"/>
          </ac:picMkLst>
        </pc:picChg>
      </pc:sldChg>
      <pc:sldChg chg="addSp delSp modSp new del mod ord setBg">
        <pc:chgData name="Irlan Assidiq" userId="de236b58-34b6-44ed-8347-ed5a26859d6f" providerId="ADAL" clId="{7DA18F00-C1C8-45B8-B431-245BD39695C3}" dt="2025-10-18T04:44:16.249" v="687" actId="47"/>
        <pc:sldMkLst>
          <pc:docMk/>
          <pc:sldMk cId="2858914795" sldId="260"/>
        </pc:sldMkLst>
        <pc:spChg chg="add del">
          <ac:chgData name="Irlan Assidiq" userId="de236b58-34b6-44ed-8347-ed5a26859d6f" providerId="ADAL" clId="{7DA18F00-C1C8-45B8-B431-245BD39695C3}" dt="2025-10-17T23:39:24.443" v="70" actId="26606"/>
          <ac:spMkLst>
            <pc:docMk/>
            <pc:sldMk cId="2858914795" sldId="260"/>
            <ac:spMk id="2" creationId="{C141CB06-9392-4637-E242-E8605ECC68F0}"/>
          </ac:spMkLst>
        </pc:spChg>
        <pc:spChg chg="add del">
          <ac:chgData name="Irlan Assidiq" userId="de236b58-34b6-44ed-8347-ed5a26859d6f" providerId="ADAL" clId="{7DA18F00-C1C8-45B8-B431-245BD39695C3}" dt="2025-10-17T23:39:22.504" v="69"/>
          <ac:spMkLst>
            <pc:docMk/>
            <pc:sldMk cId="2858914795" sldId="260"/>
            <ac:spMk id="3" creationId="{B1D01BB9-D9A7-8EB5-50B9-70606D460D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6" creationId="{C235537E-6E60-2687-5C28-014FFD57B597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8" creationId="{BB82927A-925F-3B13-EF99-EBFAD4EAD2A8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8" creationId="{BD49BAD6-31B9-8630-E2A0-6DC2DB6AF1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9" creationId="{3AC551A8-6158-C149-E9C6-1DB96A00E984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12" creationId="{9B64517D-994A-D174-E09D-2A3853F00B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16" creationId="{66333B28-AEAE-C999-2426-16766E04B8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1" creationId="{9CA8CA4B-0E65-C15B-EE98-1FD82D97B584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22" creationId="{2EA3B6BC-1D66-7D0A-76B1-CB0E3AED3D5D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24" creationId="{05D89D9D-307E-16C4-615A-71756D988B9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8" creationId="{0BFF7584-B928-346C-3CD7-7A305B6840A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30" creationId="{81F7239B-3E00-582E-2EED-CFE692F593E1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2" creationId="{AF854C84-AF7F-0889-5B02-BC5521CAEBE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3" creationId="{9461378E-475C-DD1D-9BA0-8DF3C5CCA4F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5" creationId="{AEB117F5-7C89-6D7B-0774-F7CEEAEA6A6F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7" creationId="{36FBC723-2DFF-621A-3A9D-8CB958DF84F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8" creationId="{25D428A6-33FD-4C18-0D39-CAE336D8FB8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9" creationId="{7B4DF7D5-C476-5349-C205-1F08FDE92E0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0" creationId="{1D4BD514-542B-0442-E562-684A78918AD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0" creationId="{7C99AFD2-EA2C-E6D9-278F-C12708293C29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1" creationId="{8BA59A01-16B4-9395-3584-B30DCA29734B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1" creationId="{ABF9B309-9487-5CC7-ECAD-C6D164D0E7E8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3" creationId="{16CEB707-4C30-1BD4-B0F0-4F14B03958A5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4" creationId="{F01AA091-0B7F-D95A-3C41-6D5B578E99BA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7" creationId="{08347E17-20D7-3A42-9071-72A3540FB9B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7" creationId="{B8EAD561-055C-53FF-559C-4EB0F17E8AA6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9" creationId="{5A1FA407-24C4-FBB2-8422-C1050CEE3E7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9" creationId="{64E3C857-8327-9449-1FE8-F10FB89BF2E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50" creationId="{6A9CBF80-68E6-3FA6-22DC-A8AC0F9A356A}"/>
          </ac:spMkLst>
        </pc:spChg>
        <pc:spChg chg="mod">
          <ac:chgData name="Irlan Assidiq" userId="de236b58-34b6-44ed-8347-ed5a26859d6f" providerId="ADAL" clId="{7DA18F00-C1C8-45B8-B431-245BD39695C3}" dt="2025-10-18T02:01:26.645" v="249" actId="20577"/>
          <ac:spMkLst>
            <pc:docMk/>
            <pc:sldMk cId="2858914795" sldId="260"/>
            <ac:spMk id="54" creationId="{32221CD2-7CD3-20FF-89CA-EEDD57928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0" creationId="{07AD8505-881A-6207-0628-F6CFC6D4E7B7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1" creationId="{23558CA5-136E-9A1F-BAC2-FB524A84297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2" creationId="{3BFDDC58-21A5-B1A7-9F70-EAFAA356B933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3" creationId="{8EE519F3-46E7-EB56-AF8D-404FEB1D584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7" creationId="{AB011E79-3825-ACA2-1DAF-8EECA0E87D9E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8" creationId="{7FA9A69F-0C5A-AD95-20EE-6FDA3F7D9406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2" creationId="{8F602449-D7F0-0D70-F338-C4F18615326E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3" creationId="{A1D9342D-7FF9-E9D7-0310-24A33765E379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7" creationId="{06634A31-117E-AFEF-13AF-037CA13AA0F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9" creationId="{AAA6A9E4-78FA-3C8A-8D66-09C5D2E2429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2" creationId="{D7005135-BAF9-1A86-43FD-F4C6E6D66482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3" creationId="{B599154B-13C8-B1B7-14E3-7C1F19EAEBDD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4" creationId="{4F84173F-9636-FC5F-13C9-5E36C17820C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9" creationId="{F0F40A2D-13D3-38ED-52E0-EE472908CE4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2" creationId="{05B412B4-13CF-9DFC-4AF1-DBD78565E97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4" creationId="{C52B5A97-8643-6854-D85E-396F9BC7781B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98" creationId="{885AFA76-C83A-8F5F-B108-119A7B49DC84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0" creationId="{8C067B47-4C15-B6D2-7D57-8C878AB23FEF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04" creationId="{661CF2FE-5BA2-7DFE-88B9-F3E43263C41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5" creationId="{26D32F0E-8F3C-91C4-9FCD-85B8D77EAD76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7" creationId="{7E5B1F7E-E0FE-E4EE-4A7E-62213FDA9DD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1" creationId="{58502B5C-14EA-19D5-F982-B5133CEC5B8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4" creationId="{296D90D7-9BB7-86C8-B69A-37C40DA3BC97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5" creationId="{CF98C02E-BBB9-456A-E351-7D4D3EC58FE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1" creationId="{FC8D58D7-0B98-072D-D104-C5E669795F46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2" creationId="{0BF56A9C-CFD2-75D5-55A4-4D45CBAF7FAE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7" creationId="{A0161F5F-D23E-C69D-24E9-3EE692A7D9F8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5" creationId="{56CDC434-27E1-BB33-F90C-1FA0842EBE9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6" creationId="{334C63A9-1ED8-C8C3-0F10-66C1D794A7EC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46" creationId="{CAC7BA82-EC17-0CF0-01FC-1BA4F27C7C95}"/>
          </ac:spMkLst>
        </pc:spChg>
        <pc:grpChg chg="del">
          <ac:chgData name="Irlan Assidiq" userId="de236b58-34b6-44ed-8347-ed5a26859d6f" providerId="ADAL" clId="{7DA18F00-C1C8-45B8-B431-245BD39695C3}" dt="2025-10-18T03:17:54.721" v="437" actId="478"/>
          <ac:grpSpMkLst>
            <pc:docMk/>
            <pc:sldMk cId="2858914795" sldId="260"/>
            <ac:grpSpMk id="4" creationId="{11955AC6-1250-5C49-D425-D4559307D569}"/>
          </ac:grpSpMkLst>
        </pc:grpChg>
        <pc:grpChg chg="del">
          <ac:chgData name="Irlan Assidiq" userId="de236b58-34b6-44ed-8347-ed5a26859d6f" providerId="ADAL" clId="{7DA18F00-C1C8-45B8-B431-245BD39695C3}" dt="2025-10-18T03:46:10.428" v="550" actId="478"/>
          <ac:grpSpMkLst>
            <pc:docMk/>
            <pc:sldMk cId="2858914795" sldId="260"/>
            <ac:grpSpMk id="55" creationId="{D88EF926-926E-F2E4-778F-A9A1FA6CA085}"/>
          </ac:grpSpMkLst>
        </pc:grpChg>
        <pc:grpChg chg="del">
          <ac:chgData name="Irlan Assidiq" userId="de236b58-34b6-44ed-8347-ed5a26859d6f" providerId="ADAL" clId="{7DA18F00-C1C8-45B8-B431-245BD39695C3}" dt="2025-10-18T02:01:08.800" v="232" actId="478"/>
          <ac:grpSpMkLst>
            <pc:docMk/>
            <pc:sldMk cId="2858914795" sldId="260"/>
            <ac:grpSpMk id="59" creationId="{7588F0F6-0EC8-1B61-E2D0-66406A1E4EAE}"/>
          </ac:grpSpMkLst>
        </pc:grpChg>
        <pc:grpChg chg="del">
          <ac:chgData name="Irlan Assidiq" userId="de236b58-34b6-44ed-8347-ed5a26859d6f" providerId="ADAL" clId="{7DA18F00-C1C8-45B8-B431-245BD39695C3}" dt="2025-10-18T04:42:59.032" v="591" actId="478"/>
          <ac:grpSpMkLst>
            <pc:docMk/>
            <pc:sldMk cId="2858914795" sldId="260"/>
            <ac:grpSpMk id="102" creationId="{CF0FBC37-EB5E-A987-2980-451E806185B8}"/>
          </ac:grpSpMkLst>
        </pc:grpChg>
        <pc:picChg chg="add mod">
          <ac:chgData name="Irlan Assidiq" userId="de236b58-34b6-44ed-8347-ed5a26859d6f" providerId="ADAL" clId="{7DA18F00-C1C8-45B8-B431-245BD39695C3}" dt="2025-10-18T03:45:35.057" v="546" actId="26606"/>
          <ac:picMkLst>
            <pc:docMk/>
            <pc:sldMk cId="2858914795" sldId="260"/>
            <ac:picMk id="3" creationId="{06F4FBDD-C14E-974A-D967-98E2693A2F50}"/>
          </ac:picMkLst>
        </pc:picChg>
        <pc:picChg chg="add mod">
          <ac:chgData name="Irlan Assidiq" userId="de236b58-34b6-44ed-8347-ed5a26859d6f" providerId="ADAL" clId="{7DA18F00-C1C8-45B8-B431-245BD39695C3}" dt="2025-10-18T02:01:12.592" v="234" actId="26606"/>
          <ac:picMkLst>
            <pc:docMk/>
            <pc:sldMk cId="2858914795" sldId="260"/>
            <ac:picMk id="3" creationId="{ED0FB28D-448F-E2C0-D740-18F53E413EF1}"/>
          </ac:picMkLst>
        </pc:picChg>
        <pc:picChg chg="add mod">
          <ac:chgData name="Irlan Assidiq" userId="de236b58-34b6-44ed-8347-ed5a26859d6f" providerId="ADAL" clId="{7DA18F00-C1C8-45B8-B431-245BD39695C3}" dt="2025-10-17T23:39:11.112" v="68"/>
          <ac:picMkLst>
            <pc:docMk/>
            <pc:sldMk cId="2858914795" sldId="260"/>
            <ac:picMk id="5" creationId="{E5B7B375-5B3F-4F35-8045-FAB072897D94}"/>
          </ac:picMkLst>
        </pc:picChg>
        <pc:picChg chg="add mod">
          <ac:chgData name="Irlan Assidiq" userId="de236b58-34b6-44ed-8347-ed5a26859d6f" providerId="ADAL" clId="{7DA18F00-C1C8-45B8-B431-245BD39695C3}" dt="2025-10-17T23:39:24.443" v="70" actId="26606"/>
          <ac:picMkLst>
            <pc:docMk/>
            <pc:sldMk cId="2858914795" sldId="260"/>
            <ac:picMk id="58" creationId="{F239641D-C655-8F9D-F5DC-F652EDED98EB}"/>
          </ac:picMkLst>
        </pc:picChg>
        <pc:picChg chg="add mod">
          <ac:chgData name="Irlan Assidiq" userId="de236b58-34b6-44ed-8347-ed5a26859d6f" providerId="ADAL" clId="{7DA18F00-C1C8-45B8-B431-245BD39695C3}" dt="2025-10-18T03:46:12.688" v="552" actId="26606"/>
          <ac:picMkLst>
            <pc:docMk/>
            <pc:sldMk cId="2858914795" sldId="260"/>
            <ac:picMk id="101" creationId="{C82F3C51-02DC-495E-6C2A-07E9D60A25B4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0-18T05:12:05.902" v="831" actId="5793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0-18T04:43:55.147" v="632" actId="20577"/>
          <ac:spMkLst>
            <pc:docMk/>
            <pc:sldMk cId="1192252050" sldId="262"/>
            <ac:spMk id="2" creationId="{8953284A-ED1F-2067-65A3-B86BC493E694}"/>
          </ac:spMkLst>
        </pc:spChg>
        <pc:spChg chg="del">
          <ac:chgData name="Irlan Assidiq" userId="de236b58-34b6-44ed-8347-ed5a26859d6f" providerId="ADAL" clId="{7DA18F00-C1C8-45B8-B431-245BD39695C3}" dt="2025-10-17T23:25:44.739" v="29" actId="478"/>
          <ac:spMkLst>
            <pc:docMk/>
            <pc:sldMk cId="1192252050" sldId="262"/>
            <ac:spMk id="3" creationId="{C38320F2-85F3-9A84-3EB7-55FB3A792453}"/>
          </ac:spMkLst>
        </pc:spChg>
        <pc:spChg chg="add mod">
          <ac:chgData name="Irlan Assidiq" userId="de236b58-34b6-44ed-8347-ed5a26859d6f" providerId="ADAL" clId="{7DA18F00-C1C8-45B8-B431-245BD39695C3}" dt="2025-10-18T05:12:05.902" v="831" actId="5793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del mod setBg">
        <pc:chgData name="Irlan Assidiq" userId="de236b58-34b6-44ed-8347-ed5a26859d6f" providerId="ADAL" clId="{7DA18F00-C1C8-45B8-B431-245BD39695C3}" dt="2025-10-18T04:44:16.934" v="688" actId="47"/>
        <pc:sldMkLst>
          <pc:docMk/>
          <pc:sldMk cId="3177286554" sldId="263"/>
        </pc:sldMkLst>
        <pc:spChg chg="del">
          <ac:chgData name="Irlan Assidiq" userId="de236b58-34b6-44ed-8347-ed5a26859d6f" providerId="ADAL" clId="{7DA18F00-C1C8-45B8-B431-245BD39695C3}" dt="2025-10-17T23:42:36.111" v="76" actId="26606"/>
          <ac:spMkLst>
            <pc:docMk/>
            <pc:sldMk cId="3177286554" sldId="263"/>
            <ac:spMk id="2" creationId="{864CB665-9F3F-F836-54C1-7BFD7243960E}"/>
          </ac:spMkLst>
        </pc:spChg>
        <pc:spChg chg="del">
          <ac:chgData name="Irlan Assidiq" userId="de236b58-34b6-44ed-8347-ed5a26859d6f" providerId="ADAL" clId="{7DA18F00-C1C8-45B8-B431-245BD39695C3}" dt="2025-10-17T23:42:33.950" v="75"/>
          <ac:spMkLst>
            <pc:docMk/>
            <pc:sldMk cId="3177286554" sldId="263"/>
            <ac:spMk id="3" creationId="{0474F9A1-984A-04A1-9BE0-68561537AAB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5" creationId="{3F585849-AD2C-0053-EAC0-81DA1D1C1208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7" creationId="{687564F2-915D-4C10-02BD-421C508BCAB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0" creationId="{24641206-5A43-FF4E-15DF-33BDBC253A3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12" creationId="{F9F77580-6262-99B3-6BBE-6039233C235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4" creationId="{2294B6F0-6F3F-95E3-57EB-4E6460938E4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0" creationId="{9C52DD8D-52E4-FDF1-33DD-20937646A259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3" creationId="{AC058D68-A1A3-B233-F86E-BFCDD3A2747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6" creationId="{3D9BB528-6C60-0598-F039-ED0573715F4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8" creationId="{3E358F6E-E8F3-F0B9-E83A-6D518C10A46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9" creationId="{302B6D0F-D1B0-696B-5B36-E7AD9B56335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30" creationId="{C8C9188D-3D0E-8F81-31DE-40F5720B904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32" creationId="{CF3D7C99-72D5-6879-E465-CFC27C6B134E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1" creationId="{B81961D2-E2A6-9086-83B3-A7987A95A7E1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1" creationId="{D086B241-C56F-68D2-1775-D145F44F9E8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4" creationId="{C1F0D5C1-4373-4B6F-0E81-E27AB15D0B0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4" creationId="{C692B2FE-FD79-E5A5-5384-E6BF6710119D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6" creationId="{241DFB85-36CD-A70E-71CD-76C368803D1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8" creationId="{8B782E01-14C9-0DF4-F982-CACBFA8A748A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9" creationId="{47944F34-EE3F-B523-D61C-AC8C944BB32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51" creationId="{853ED2AB-0DA7-B77B-0627-965FA7FEB100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53" creationId="{0D83391D-0185-512C-E6FD-72A3D221DFD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5" creationId="{60D24316-C4D0-19F1-07E0-7ED8AC01008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6" creationId="{5FAEF7DA-EE99-CBB4-40FC-3F4292CE39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3" creationId="{3923E838-86C2-FAE4-8F52-147C63C7FB9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4" creationId="{18A4E213-619D-0C83-E91D-459010441D8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5" creationId="{99A10FFE-7177-BAB3-A1E2-98FEB7545D96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0" creationId="{B3C0481C-A478-1AB7-046C-E55C43A4EB6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2" creationId="{D080A753-FC0A-6864-A4B8-A50F6ACA5AA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3" creationId="{E18569F3-886D-76B9-A2A8-109D855EDD0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6" creationId="{263552A3-191B-81E2-0BDC-83E72A878633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7" creationId="{ACA41A98-4D88-D731-C017-855C1613331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8" creationId="{868D3D60-BAF9-AA3E-2F87-4B6719359152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2" creationId="{A9C90586-F81D-C81C-6F82-23E578665CE5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4" creationId="{2D887254-B573-8BBF-A242-5C0890D7A13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98" creationId="{9E51532C-3339-1197-06A6-35FDB6BF35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100" creationId="{8D72B807-737A-F2E7-3D44-9255614DAA7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105" creationId="{062BA875-86C4-9B0C-5D9F-708D8E637CD2}"/>
          </ac:spMkLst>
        </pc:spChg>
        <pc:spChg chg="mod">
          <ac:chgData name="Irlan Assidiq" userId="de236b58-34b6-44ed-8347-ed5a26859d6f" providerId="ADAL" clId="{7DA18F00-C1C8-45B8-B431-245BD39695C3}" dt="2025-10-18T02:02:39.145" v="265" actId="20577"/>
          <ac:spMkLst>
            <pc:docMk/>
            <pc:sldMk cId="3177286554" sldId="263"/>
            <ac:spMk id="107" creationId="{12258092-68B7-8D61-5CA8-A97312C3E8F1}"/>
          </ac:spMkLst>
        </pc:spChg>
        <pc:grpChg chg="del">
          <ac:chgData name="Irlan Assidiq" userId="de236b58-34b6-44ed-8347-ed5a26859d6f" providerId="ADAL" clId="{7DA18F00-C1C8-45B8-B431-245BD39695C3}" dt="2025-10-18T03:17:57.816" v="438" actId="478"/>
          <ac:grpSpMkLst>
            <pc:docMk/>
            <pc:sldMk cId="3177286554" sldId="263"/>
            <ac:grpSpMk id="4" creationId="{95C8AC44-1E00-2FB0-E11B-2D2100340C31}"/>
          </ac:grpSpMkLst>
        </pc:grpChg>
        <pc:grpChg chg="del">
          <ac:chgData name="Irlan Assidiq" userId="de236b58-34b6-44ed-8347-ed5a26859d6f" providerId="ADAL" clId="{7DA18F00-C1C8-45B8-B431-245BD39695C3}" dt="2025-10-18T02:02:25.115" v="250" actId="478"/>
          <ac:grpSpMkLst>
            <pc:docMk/>
            <pc:sldMk cId="3177286554" sldId="263"/>
            <ac:grpSpMk id="6" creationId="{14531FC5-3117-F0F4-9352-0F7C7AB178F6}"/>
          </ac:grpSpMkLst>
        </pc:grpChg>
        <pc:grpChg chg="del">
          <ac:chgData name="Irlan Assidiq" userId="de236b58-34b6-44ed-8347-ed5a26859d6f" providerId="ADAL" clId="{7DA18F00-C1C8-45B8-B431-245BD39695C3}" dt="2025-10-18T04:43:02.065" v="592" actId="478"/>
          <ac:grpSpMkLst>
            <pc:docMk/>
            <pc:sldMk cId="3177286554" sldId="263"/>
            <ac:grpSpMk id="6" creationId="{700111B2-022F-4F50-13CD-CF1FE2F3C1F7}"/>
          </ac:grpSpMkLst>
        </pc:grpChg>
        <pc:picChg chg="add mod">
          <ac:chgData name="Irlan Assidiq" userId="de236b58-34b6-44ed-8347-ed5a26859d6f" providerId="ADAL" clId="{7DA18F00-C1C8-45B8-B431-245BD39695C3}" dt="2025-10-18T03:46:43.578" v="557" actId="26606"/>
          <ac:picMkLst>
            <pc:docMk/>
            <pc:sldMk cId="3177286554" sldId="263"/>
            <ac:picMk id="3" creationId="{18AF58C3-2377-55FE-4FCE-59058ED7B26D}"/>
          </ac:picMkLst>
        </pc:picChg>
        <pc:picChg chg="add mod">
          <ac:chgData name="Irlan Assidiq" userId="de236b58-34b6-44ed-8347-ed5a26859d6f" providerId="ADAL" clId="{7DA18F00-C1C8-45B8-B431-245BD39695C3}" dt="2025-10-18T02:02:27.833" v="252" actId="26606"/>
          <ac:picMkLst>
            <pc:docMk/>
            <pc:sldMk cId="3177286554" sldId="263"/>
            <ac:picMk id="3" creationId="{60F5F517-6CB1-C99F-3D91-E902A619729F}"/>
          </ac:picMkLst>
        </pc:picChg>
        <pc:picChg chg="add mod">
          <ac:chgData name="Irlan Assidiq" userId="de236b58-34b6-44ed-8347-ed5a26859d6f" providerId="ADAL" clId="{7DA18F00-C1C8-45B8-B431-245BD39695C3}" dt="2025-10-17T23:42:36.111" v="76" actId="26606"/>
          <ac:picMkLst>
            <pc:docMk/>
            <pc:sldMk cId="3177286554" sldId="263"/>
            <ac:picMk id="5" creationId="{B21E851E-E09E-70A2-692D-F0E58253A8DF}"/>
          </ac:picMkLst>
        </pc:picChg>
      </pc:sldChg>
      <pc:sldChg chg="modSp add mod">
        <pc:chgData name="Irlan Assidiq" userId="de236b58-34b6-44ed-8347-ed5a26859d6f" providerId="ADAL" clId="{7DA18F00-C1C8-45B8-B431-245BD39695C3}" dt="2025-10-18T04:44:43.265" v="731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0-18T04:44:35.261" v="702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0-18T04:44:43.265" v="731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5:08:15.007" v="742" actId="403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" creationId="{CAF52BE8-46E6-8160-7EF4-11D3E497D85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8" creationId="{106871AA-8448-27C1-2D6E-481DAB2762C9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0" creationId="{61D22502-835C-5075-118F-E1FD720F989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1" creationId="{59B0916F-6C99-E0D5-E314-09D0F4DC34B8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5" creationId="{8BD51BD3-3B11-D056-4EFC-0822E84EF0D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6" creationId="{90463D71-7E5E-FC7D-9B49-69D78D6EE25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7" creationId="{7816F813-7037-3557-AC20-91368BB66FE5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0" creationId="{C1013AAC-DEDD-2AD4-B5AC-426488B6A804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3" creationId="{EC82300F-E598-B0F2-D026-19C8BC8AD6D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5" creationId="{B5044500-9226-75D6-19C2-1FC14BDD2036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6" creationId="{804E5F50-E14A-4FED-AF4D-7CF39F9FE630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7" creationId="{F6DD67EC-2EE6-3A4C-1AA2-FE1D9D41077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8" creationId="{1DDAE6AF-7E8E-794D-06FB-91755A97D241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9" creationId="{1C938854-C7B0-0CEB-C0EE-67A012FBB470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9" creationId="{5BB4D91F-88D1-C513-C7BC-BA52D49D58BF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30" creationId="{480E9962-9A32-7E96-E6A4-94B40F16E73F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2" creationId="{B37E4E5D-F877-7FC8-0B3D-DF4983AB201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3" creationId="{A0EE662B-3F55-493B-C87D-75D1ECAEF2B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7" creationId="{81BFD7A0-7EC1-4877-427A-1C5427A419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8" creationId="{802C16E4-B4AE-9B15-042F-CFF809462AA6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1" creationId="{89982268-BA15-690B-ACF7-351F294EF18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2" creationId="{9229180B-F353-3D7B-B435-0D343600664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5" creationId="{1FCDC64E-62F1-F3CD-FC6D-F62599325CD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5" creationId="{51592CA4-E00D-0F16-E741-7FE5BDA446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6" creationId="{50714F3A-6349-055D-CE97-971F3F5609C9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6" creationId="{FCE56009-866B-CE4F-7054-4E7A1068A1E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2" creationId="{337E44FE-EC16-1613-0C04-8E8712E119B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3" creationId="{C424AF5C-2A3E-976C-B1FD-4544BF8DBE68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55" creationId="{5F705A13-DAD6-B7DD-BD19-1A4A5C90FCA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56" creationId="{02BE73FD-96A7-07A5-7267-A5EDC3D57447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58" creationId="{9D494A74-40AB-456D-4E92-BE47B273C2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0" creationId="{F8B65B6B-B281-6067-917C-157D29011843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61" creationId="{E67D42CD-7522-D2A5-A6DE-9EB6C297DB5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2" creationId="{199E2DEB-3A2B-C4BF-B780-2A88EF1503FA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62" creationId="{C1721D96-2EB2-A325-B1AB-BF1D68D32EE8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63" creationId="{7E6C8514-4206-5F79-D837-366BD6B987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4" creationId="{941419C1-FF14-332D-F1A3-994085AF26CD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66" creationId="{653FE954-D57B-824F-95D5-87B81D19C3B4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67" creationId="{45868F79-4005-6C90-436B-09A24B0CD7B5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7" creationId="{807381CD-1C9A-CBD9-D829-1F9D9E010581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71" creationId="{C12BEE27-58D3-50CE-0961-E64A1528B358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72" creationId="{2DA20A97-0BE2-940E-6EBB-5BA2F3D54C4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3" creationId="{C8DDD725-C5DA-5E82-9A33-59050F8974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5" creationId="{4F8FFE00-88E2-1E45-D6CB-631421585CAA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76" creationId="{5CB41476-B83F-6650-6D05-4BBDA1157B38}"/>
          </ac:spMkLst>
        </pc:spChg>
        <pc:spChg chg="mod">
          <ac:chgData name="Irlan Assidiq" userId="de236b58-34b6-44ed-8347-ed5a26859d6f" providerId="ADAL" clId="{7DA18F00-C1C8-45B8-B431-245BD39695C3}" dt="2025-10-18T05:08:15.007" v="742" actId="403"/>
          <ac:spMkLst>
            <pc:docMk/>
            <pc:sldMk cId="1914944166" sldId="265"/>
            <ac:spMk id="77" creationId="{C8C7DF39-1BC3-8184-1F44-E1C45150B258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79" creationId="{1CF14B31-B554-7960-6F42-80AAF07F7E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0" creationId="{4E6B5381-1894-7E03-51A1-8B589F5C29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1" creationId="{07D3CDA1-E014-6B0C-075E-76A7394FDB05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3" creationId="{7DF0A2DE-4CA0-F760-1244-11A4DB3CD042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7" creationId="{C7219B0A-3F37-E666-0921-BE68551D08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92" creationId="{9F1EFC4F-CEB9-1239-06B1-47B2A8565B16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3" creationId="{77E1A0DF-0872-3108-9EC9-FB1FD33B4DB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4" creationId="{4A1F2C4D-57B6-8A81-7275-E187F31340DC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8" creationId="{359350A8-4104-62FC-D283-FAAF496F9A0E}"/>
          </ac:spMkLst>
        </pc:spChg>
        <pc:spChg chg="mod">
          <ac:chgData name="Irlan Assidiq" userId="de236b58-34b6-44ed-8347-ed5a26859d6f" providerId="ADAL" clId="{7DA18F00-C1C8-45B8-B431-245BD39695C3}" dt="2025-10-18T03:14:00.602" v="363" actId="20577"/>
          <ac:spMkLst>
            <pc:docMk/>
            <pc:sldMk cId="1914944166" sldId="265"/>
            <ac:spMk id="99" creationId="{514B9112-7E61-2AE5-79ED-84D1294A6F79}"/>
          </ac:spMkLst>
        </pc:spChg>
        <pc:grpChg chg="del">
          <ac:chgData name="Irlan Assidiq" userId="de236b58-34b6-44ed-8347-ed5a26859d6f" providerId="ADAL" clId="{7DA18F00-C1C8-45B8-B431-245BD39695C3}" dt="2025-10-18T02:36:06.707" v="295" actId="478"/>
          <ac:grpSpMkLst>
            <pc:docMk/>
            <pc:sldMk cId="1914944166" sldId="265"/>
            <ac:grpSpMk id="4" creationId="{5367E2CC-A0DA-CD5B-1277-F28F0D76A5AA}"/>
          </ac:grpSpMkLst>
        </pc:grpChg>
        <pc:grpChg chg="del">
          <ac:chgData name="Irlan Assidiq" userId="de236b58-34b6-44ed-8347-ed5a26859d6f" providerId="ADAL" clId="{7DA18F00-C1C8-45B8-B431-245BD39695C3}" dt="2025-10-18T04:43:09.454" v="595" actId="478"/>
          <ac:grpSpMkLst>
            <pc:docMk/>
            <pc:sldMk cId="1914944166" sldId="265"/>
            <ac:grpSpMk id="4" creationId="{AC7B7B19-C7F0-5BF8-44F7-9FBA0EEA8A50}"/>
          </ac:grpSpMkLst>
        </pc:grpChg>
        <pc:grpChg chg="del">
          <ac:chgData name="Irlan Assidiq" userId="de236b58-34b6-44ed-8347-ed5a26859d6f" providerId="ADAL" clId="{7DA18F00-C1C8-45B8-B431-245BD39695C3}" dt="2025-10-18T03:18:20.329" v="489" actId="478"/>
          <ac:grpSpMkLst>
            <pc:docMk/>
            <pc:sldMk cId="1914944166" sldId="265"/>
            <ac:grpSpMk id="55" creationId="{1396C632-E201-98C0-CAD1-CA2F0BAD8904}"/>
          </ac:grpSpMkLst>
        </pc:grpChg>
        <pc:grpChg chg="del">
          <ac:chgData name="Irlan Assidiq" userId="de236b58-34b6-44ed-8347-ed5a26859d6f" providerId="ADAL" clId="{7DA18F00-C1C8-45B8-B431-245BD39695C3}" dt="2025-10-18T01:06:59.609" v="120" actId="478"/>
          <ac:grpSpMkLst>
            <pc:docMk/>
            <pc:sldMk cId="1914944166" sldId="265"/>
            <ac:grpSpMk id="59" creationId="{A5129A00-3D7E-1A03-2AA5-B4DC25924207}"/>
          </ac:grpSpMkLst>
        </pc:grpChg>
        <pc:picChg chg="add mod">
          <ac:chgData name="Irlan Assidiq" userId="de236b58-34b6-44ed-8347-ed5a26859d6f" providerId="ADAL" clId="{7DA18F00-C1C8-45B8-B431-245BD39695C3}" dt="2025-10-18T04:01:06.511" v="569" actId="26606"/>
          <ac:picMkLst>
            <pc:docMk/>
            <pc:sldMk cId="1914944166" sldId="265"/>
            <ac:picMk id="3" creationId="{0FBB11D5-2AA8-7213-122C-E70AD6598690}"/>
          </ac:picMkLst>
        </pc:picChg>
        <pc:picChg chg="add mod">
          <ac:chgData name="Irlan Assidiq" userId="de236b58-34b6-44ed-8347-ed5a26859d6f" providerId="ADAL" clId="{7DA18F00-C1C8-45B8-B431-245BD39695C3}" dt="2025-10-18T05:08:12.244" v="739" actId="26606"/>
          <ac:picMkLst>
            <pc:docMk/>
            <pc:sldMk cId="1914944166" sldId="265"/>
            <ac:picMk id="3" creationId="{7E11220E-62D0-C605-D29C-835E1B20FDDA}"/>
          </ac:picMkLst>
        </pc:picChg>
        <pc:picChg chg="add mod">
          <ac:chgData name="Irlan Assidiq" userId="de236b58-34b6-44ed-8347-ed5a26859d6f" providerId="ADAL" clId="{7DA18F00-C1C8-45B8-B431-245BD39695C3}" dt="2025-10-18T02:36:09.235" v="297" actId="26606"/>
          <ac:picMkLst>
            <pc:docMk/>
            <pc:sldMk cId="1914944166" sldId="265"/>
            <ac:picMk id="3" creationId="{D44A2379-0472-E66B-EDF8-7F1DCE69EC66}"/>
          </ac:picMkLst>
        </pc:picChg>
        <pc:picChg chg="add mod">
          <ac:chgData name="Irlan Assidiq" userId="de236b58-34b6-44ed-8347-ed5a26859d6f" providerId="ADAL" clId="{7DA18F00-C1C8-45B8-B431-245BD39695C3}" dt="2025-10-18T01:07:03.564" v="122" actId="26606"/>
          <ac:picMkLst>
            <pc:docMk/>
            <pc:sldMk cId="1914944166" sldId="265"/>
            <ac:picMk id="3" creationId="{F1CEAEAB-7ED4-50DE-8561-71FFCFBC212F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5:07:52.531" v="732"/>
        <pc:sldMkLst>
          <pc:docMk/>
          <pc:sldMk cId="3537916272" sldId="266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8" creationId="{D2A59F28-5567-916C-4ED7-EFBC4088EBB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1" creationId="{F983E17D-FA1E-59D0-8A0D-31D60C0E19F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4" creationId="{3735AE84-2E8E-FAAF-C980-10ECC75AD8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8" creationId="{7EF459B4-013C-4FFB-AF93-4B674B93BF8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19" creationId="{437F3E39-CBE4-BC89-DB9A-973D5E5B7FE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3" creationId="{386D93C9-833A-5740-0FDF-2DAEC177C31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4" creationId="{C6EE3741-CD3A-2854-F936-2E23951E6AA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7" creationId="{A345196E-C05C-BAB5-0E07-B4C3A58A6E7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30" creationId="{079DAA54-95C2-361C-6A50-C0CE12BBBB2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3" creationId="{CFA7D779-1259-B6C2-ADCF-9C00D37A139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4" creationId="{86ACEEB3-D1B3-4FE0-72CC-A92B4723406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0" creationId="{12FD62F1-64C0-A3E3-328C-007344FBFD7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4" creationId="{3BB2ABAD-6D52-533D-F9D9-F7CB6CBFA812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5" creationId="{0A7E6777-B548-B78D-93E9-EA7F6F934D4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7" creationId="{242974AD-0B62-5451-C3E4-5BBBDC50E84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8" creationId="{203E797D-F82E-A100-A0DE-F5AE336B8643}"/>
          </ac:spMkLst>
        </pc:spChg>
        <pc:spChg chg="mod">
          <ac:chgData name="Irlan Assidiq" userId="de236b58-34b6-44ed-8347-ed5a26859d6f" providerId="ADAL" clId="{7DA18F00-C1C8-45B8-B431-245BD39695C3}" dt="2025-10-18T03:14:10.295" v="375" actId="20577"/>
          <ac:spMkLst>
            <pc:docMk/>
            <pc:sldMk cId="3537916272" sldId="266"/>
            <ac:spMk id="52" creationId="{73F5DBC9-8A55-50BC-4D81-770BAB13ED5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66" creationId="{66867155-A530-D6B5-610F-65B82402B5D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72" creationId="{475F52AC-D7D8-93FB-09A0-1BC51993CD37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2" creationId="{E2DA91C4-89B9-E5C4-984A-5D9F483B0D3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3" creationId="{0B4DF93A-534B-70B6-9B6E-BC0EC784204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5" creationId="{91D1ACB9-74D4-B869-0E44-84CCF8AB28A0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1" creationId="{767F27BA-416B-D8D5-41DF-DAF744902175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3" creationId="{915BA670-68A8-4887-ECD3-D0A7306C8DC2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8" creationId="{95299396-232D-696B-BB4B-AAD4FB0812B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5" creationId="{1ADAF9FF-F987-30F4-0583-22B769ACDCF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6" creationId="{B46DA7F8-6B77-8C0D-EB0F-F5D4F0663EAF}"/>
          </ac:spMkLst>
        </pc:spChg>
        <pc:grpChg chg="del">
          <ac:chgData name="Irlan Assidiq" userId="de236b58-34b6-44ed-8347-ed5a26859d6f" providerId="ADAL" clId="{7DA18F00-C1C8-45B8-B431-245BD39695C3}" dt="2025-10-18T02:36:16.859" v="301" actId="478"/>
          <ac:grpSpMkLst>
            <pc:docMk/>
            <pc:sldMk cId="3537916272" sldId="266"/>
            <ac:grpSpMk id="4" creationId="{A3FE5DA5-3FE7-4BBD-86BC-FE774AB727F4}"/>
          </ac:grpSpMkLst>
        </pc:grpChg>
        <pc:grpChg chg="del">
          <ac:chgData name="Irlan Assidiq" userId="de236b58-34b6-44ed-8347-ed5a26859d6f" providerId="ADAL" clId="{7DA18F00-C1C8-45B8-B431-245BD39695C3}" dt="2025-10-18T03:18:21.724" v="490" actId="478"/>
          <ac:grpSpMkLst>
            <pc:docMk/>
            <pc:sldMk cId="3537916272" sldId="266"/>
            <ac:grpSpMk id="6" creationId="{3610EE5F-A4F5-7186-7E61-CDD48D1524F1}"/>
          </ac:grpSpMkLst>
        </pc:grpChg>
        <pc:grpChg chg="del">
          <ac:chgData name="Irlan Assidiq" userId="de236b58-34b6-44ed-8347-ed5a26859d6f" providerId="ADAL" clId="{7DA18F00-C1C8-45B8-B431-245BD39695C3}" dt="2025-10-18T01:09:09.777" v="128" actId="478"/>
          <ac:grpSpMkLst>
            <pc:docMk/>
            <pc:sldMk cId="3537916272" sldId="266"/>
            <ac:grpSpMk id="6" creationId="{7050CC09-0525-3FA0-15F3-D2A8DC357D4A}"/>
          </ac:grpSpMkLst>
        </pc:grpChg>
        <pc:picChg chg="add mod">
          <ac:chgData name="Irlan Assidiq" userId="de236b58-34b6-44ed-8347-ed5a26859d6f" providerId="ADAL" clId="{7DA18F00-C1C8-45B8-B431-245BD39695C3}" dt="2025-10-18T02:36:23.335" v="303" actId="26606"/>
          <ac:picMkLst>
            <pc:docMk/>
            <pc:sldMk cId="3537916272" sldId="266"/>
            <ac:picMk id="3" creationId="{2D7968DE-038B-A42D-ED88-2B9B7BCCFB7B}"/>
          </ac:picMkLst>
        </pc:picChg>
        <pc:picChg chg="add del mod">
          <ac:chgData name="Irlan Assidiq" userId="de236b58-34b6-44ed-8347-ed5a26859d6f" providerId="ADAL" clId="{7DA18F00-C1C8-45B8-B431-245BD39695C3}" dt="2025-10-18T04:43:11.752" v="596" actId="478"/>
          <ac:picMkLst>
            <pc:docMk/>
            <pc:sldMk cId="3537916272" sldId="266"/>
            <ac:picMk id="3" creationId="{A6ADC2FB-BFDA-7112-EA4A-AA0D69752917}"/>
          </ac:picMkLst>
        </pc:picChg>
        <pc:picChg chg="add mod">
          <ac:chgData name="Irlan Assidiq" userId="de236b58-34b6-44ed-8347-ed5a26859d6f" providerId="ADAL" clId="{7DA18F00-C1C8-45B8-B431-245BD39695C3}" dt="2025-10-18T01:09:12.540" v="130" actId="26606"/>
          <ac:picMkLst>
            <pc:docMk/>
            <pc:sldMk cId="3537916272" sldId="266"/>
            <ac:picMk id="3" creationId="{B9F59E0E-7626-2E5D-D48C-A1AC4537484D}"/>
          </ac:picMkLst>
        </pc:picChg>
        <pc:picChg chg="add mod">
          <ac:chgData name="Irlan Assidiq" userId="de236b58-34b6-44ed-8347-ed5a26859d6f" providerId="ADAL" clId="{7DA18F00-C1C8-45B8-B431-245BD39695C3}" dt="2025-10-18T05:07:52.531" v="732"/>
          <ac:picMkLst>
            <pc:docMk/>
            <pc:sldMk cId="3537916272" sldId="266"/>
            <ac:picMk id="4" creationId="{761FDCF1-080A-9F82-02FD-9D5F3354C01D}"/>
          </ac:picMkLst>
        </pc:picChg>
      </pc:sldChg>
      <pc:sldChg chg="addSp delSp modSp add mod ord setBg">
        <pc:chgData name="Irlan Assidiq" userId="de236b58-34b6-44ed-8347-ed5a26859d6f" providerId="ADAL" clId="{7DA18F00-C1C8-45B8-B431-245BD39695C3}" dt="2025-10-18T05:08:05.370" v="737" actId="403"/>
        <pc:sldMkLst>
          <pc:docMk/>
          <pc:sldMk cId="455877136" sldId="267"/>
        </pc:sldMkLst>
        <pc:spChg chg="add del mod">
          <ac:chgData name="Irlan Assidiq" userId="de236b58-34b6-44ed-8347-ed5a26859d6f" providerId="ADAL" clId="{7DA18F00-C1C8-45B8-B431-245BD39695C3}" dt="2025-10-18T02:33:19.093" v="293" actId="478"/>
          <ac:spMkLst>
            <pc:docMk/>
            <pc:sldMk cId="455877136" sldId="267"/>
            <ac:spMk id="3" creationId="{790AB542-C279-5287-2905-4E99817338CA}"/>
          </ac:spMkLst>
        </pc:spChg>
        <pc:spChg chg="add del mod">
          <ac:chgData name="Irlan Assidiq" userId="de236b58-34b6-44ed-8347-ed5a26859d6f" providerId="ADAL" clId="{7DA18F00-C1C8-45B8-B431-245BD39695C3}" dt="2025-10-18T04:00:48.953" v="561"/>
          <ac:spMkLst>
            <pc:docMk/>
            <pc:sldMk cId="455877136" sldId="267"/>
            <ac:spMk id="3" creationId="{AC6A51A4-7B67-F9B4-ADD0-B0B2C0CD26C7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5" creationId="{533CE1BB-50E8-B8FB-DA32-28967BBDEE0E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8" creationId="{9743571B-5029-2CB8-B9B0-DACCA01A843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3" creationId="{C91EF833-9804-492C-D02D-D81732D23A8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5" creationId="{5376030A-D9BB-BAB4-5518-E8589AFEDA3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7" creationId="{FAFFDBB2-C7C4-660A-040C-BCD5792256A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0" creationId="{2F25D9E5-9D2F-8631-F129-0199C4BB70E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1" creationId="{84E38F76-89E9-7E39-4B0F-08B7DD4DD71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4" creationId="{415807E4-3C0A-2ED1-DAB8-4776C3F47F3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7" creationId="{DCBDC0B8-B3AE-D083-C598-D62BCE8492A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43" creationId="{4BB9EBAE-AE2B-C511-3DE6-0E6DE45023EF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52" creationId="{4B6A7552-9AE4-1A9D-4421-10158350C267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56" creationId="{6821259F-FD15-C979-46CD-66CDD336CBEA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64" creationId="{BBB22BB2-6FB9-27B9-E0AA-432D12FE0AAA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66" creationId="{25DA1C86-DB05-28F1-E3F0-C2204C54A25C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70" creationId="{10DABDA3-0CBE-09C2-EC1F-39B0CB7953C5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71" creationId="{1801E8BE-330B-9045-D323-93F7CFF020B0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72" creationId="{A7F24F14-666F-87FA-0F95-BA5790E51698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73" creationId="{8DF7973F-2AED-276A-6E7B-9D14B2D583F1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75" creationId="{96E058E9-6D0E-82FC-915F-0148DFF4D5B0}"/>
          </ac:spMkLst>
        </pc:spChg>
        <pc:spChg chg="mod">
          <ac:chgData name="Irlan Assidiq" userId="de236b58-34b6-44ed-8347-ed5a26859d6f" providerId="ADAL" clId="{7DA18F00-C1C8-45B8-B431-245BD39695C3}" dt="2025-10-18T05:08:05.370" v="737" actId="403"/>
          <ac:spMkLst>
            <pc:docMk/>
            <pc:sldMk cId="455877136" sldId="267"/>
            <ac:spMk id="80" creationId="{39E27520-94A0-A841-A8CC-BA89F9090ABA}"/>
          </ac:spMkLst>
        </pc:spChg>
        <pc:grpChg chg="del">
          <ac:chgData name="Irlan Assidiq" userId="de236b58-34b6-44ed-8347-ed5a26859d6f" providerId="ADAL" clId="{7DA18F00-C1C8-45B8-B431-245BD39695C3}" dt="2025-10-18T04:43:07.396" v="594" actId="478"/>
          <ac:grpSpMkLst>
            <pc:docMk/>
            <pc:sldMk cId="455877136" sldId="267"/>
            <ac:grpSpMk id="7" creationId="{75DBA75F-7B67-37CE-DFE6-64D6ABC510A5}"/>
          </ac:grpSpMkLst>
        </pc:grpChg>
        <pc:picChg chg="add mod">
          <ac:chgData name="Irlan Assidiq" userId="de236b58-34b6-44ed-8347-ed5a26859d6f" providerId="ADAL" clId="{7DA18F00-C1C8-45B8-B431-245BD39695C3}" dt="2025-10-18T05:08:02.757" v="734" actId="26606"/>
          <ac:picMkLst>
            <pc:docMk/>
            <pc:sldMk cId="455877136" sldId="267"/>
            <ac:picMk id="3" creationId="{E782A466-E263-7F25-033A-8F4AA8D1BC9D}"/>
          </ac:picMkLst>
        </pc:picChg>
        <pc:picChg chg="add del mod">
          <ac:chgData name="Irlan Assidiq" userId="de236b58-34b6-44ed-8347-ed5a26859d6f" providerId="ADAL" clId="{7DA18F00-C1C8-45B8-B431-245BD39695C3}" dt="2025-10-18T03:18:25.446" v="491" actId="478"/>
          <ac:picMkLst>
            <pc:docMk/>
            <pc:sldMk cId="455877136" sldId="267"/>
            <ac:picMk id="5" creationId="{35E0B4FF-6D04-7D90-421C-9CC5162696FF}"/>
          </ac:picMkLst>
        </pc:picChg>
        <pc:picChg chg="add mod">
          <ac:chgData name="Irlan Assidiq" userId="de236b58-34b6-44ed-8347-ed5a26859d6f" providerId="ADAL" clId="{7DA18F00-C1C8-45B8-B431-245BD39695C3}" dt="2025-10-18T04:00:52.116" v="562" actId="26606"/>
          <ac:picMkLst>
            <pc:docMk/>
            <pc:sldMk cId="455877136" sldId="267"/>
            <ac:picMk id="6" creationId="{1C1D63A8-9246-D8BA-4CB2-CCB935A91321}"/>
          </ac:picMkLst>
        </pc:picChg>
        <pc:picChg chg="add mod">
          <ac:chgData name="Irlan Assidiq" userId="de236b58-34b6-44ed-8347-ed5a26859d6f" providerId="ADAL" clId="{7DA18F00-C1C8-45B8-B431-245BD39695C3}" dt="2025-10-18T02:33:18.367" v="292"/>
          <ac:picMkLst>
            <pc:docMk/>
            <pc:sldMk cId="455877136" sldId="267"/>
            <ac:picMk id="6" creationId="{CFC8A606-79F8-17A5-66A9-9C16A71F5809}"/>
          </ac:picMkLst>
        </pc:picChg>
      </pc:sldChg>
      <pc:sldChg chg="modSp add mod">
        <pc:chgData name="Irlan Assidiq" userId="de236b58-34b6-44ed-8347-ed5a26859d6f" providerId="ADAL" clId="{7DA18F00-C1C8-45B8-B431-245BD39695C3}" dt="2025-10-18T05:11:57.936" v="816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5:08:35.212" v="757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5:11:57.936" v="816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del mod setBg">
        <pc:chgData name="Irlan Assidiq" userId="de236b58-34b6-44ed-8347-ed5a26859d6f" providerId="ADAL" clId="{7DA18F00-C1C8-45B8-B431-245BD39695C3}" dt="2025-10-18T05:11:34.564" v="781" actId="47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5" creationId="{EFCF32C3-7A07-1621-9C1F-53B9DA48E22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6" creationId="{FED36C83-C8A6-8171-E321-478611006C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8" creationId="{C65E2F37-0862-C209-6C42-474F504B053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9" creationId="{89C96528-FB24-D815-A704-FC32CD67667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5" creationId="{1886E37E-C5FD-AF46-2A40-5EB66C2D8BD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6" creationId="{15A131DB-B0E9-BA79-5048-A7B7EAA316FB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3" creationId="{091A500E-AE35-8DD1-31CE-97C65BBB385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7" creationId="{F196139C-1CB3-27A7-72BA-DF36F9AD1E2E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8" creationId="{F7B19516-2FE1-3160-A516-FBE2C278FDF4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9" creationId="{C0EEE18B-A4B5-FD3F-5624-7E20841E1C3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0" creationId="{99755606-4E98-DD83-8880-F7DE22E1F966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2" creationId="{01002377-48B2-F67D-15C5-DB33FD11A55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6" creationId="{452D4645-F52C-3E44-84DA-A7C9BEBF547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7" creationId="{E586BB24-ECD8-C219-0D9E-73B3AFF82F53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8" creationId="{84BFF98D-F9CE-3FE9-C7EB-593B83A855B9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9" creationId="{A6689354-E798-55E2-3B5F-6D99009B5E27}"/>
          </ac:spMkLst>
        </pc:spChg>
        <pc:spChg chg="mod">
          <ac:chgData name="Irlan Assidiq" userId="de236b58-34b6-44ed-8347-ed5a26859d6f" providerId="ADAL" clId="{7DA18F00-C1C8-45B8-B431-245BD39695C3}" dt="2025-10-18T03:14:20.846" v="385" actId="20577"/>
          <ac:spMkLst>
            <pc:docMk/>
            <pc:sldMk cId="329841087" sldId="269"/>
            <ac:spMk id="40" creationId="{BF048A92-BB88-ADC2-F97E-EF3855437A2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3" creationId="{605B9856-9C9A-62EA-0C80-15C18E4213B9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7" creationId="{CF68F4A1-1166-DED3-F8A4-6FDB56911720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5" creationId="{85F90CBD-A64A-3C10-46C1-B53583FAC427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7" creationId="{C2C7A97F-CD83-BF72-019C-A3D3379411C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58" creationId="{8401DCD4-167B-4804-419F-A7519B856AA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64" creationId="{51CBA501-FE1A-BB66-7E8E-30D330A1EFA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73" creationId="{BFF60F50-8D51-6787-E379-1EBF1E598981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7" creationId="{BEF5F6E5-3313-DA6C-7855-1F0439CA962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8" creationId="{F3A72D2E-D4C6-A83C-893C-D43880DF16F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1" creationId="{1EB94C26-C206-E7D9-B195-74607A922A9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3" creationId="{2AD037B7-6645-859C-124F-AE40ECCB30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3" creationId="{659796F5-10F0-6C7F-98AD-CF8CBDA4BF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6" creationId="{C73B2D3E-68E7-64E6-EE4B-1CF446EF11C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7" creationId="{7462B0A2-4DE8-C18D-F8EA-1C93BFD7E77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8" creationId="{9D321E35-8C70-C2ED-ADDA-EB9D18230AD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9" creationId="{25251544-E5B5-8A55-BC76-340BEE5E5247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0" creationId="{00D1CACF-9222-6AD1-06B2-4FCF6A97A3F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1" creationId="{50B04FC6-65D6-CC9F-B3CE-7359274B4569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2" creationId="{AF7E9092-1D0B-00C3-3F8B-958103AB975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9" creationId="{CC38A72C-A735-3F5F-3294-5BE4EAAC1F68}"/>
          </ac:spMkLst>
        </pc:spChg>
        <pc:grpChg chg="del">
          <ac:chgData name="Irlan Assidiq" userId="de236b58-34b6-44ed-8347-ed5a26859d6f" providerId="ADAL" clId="{7DA18F00-C1C8-45B8-B431-245BD39695C3}" dt="2025-10-18T01:26:10.819" v="156" actId="478"/>
          <ac:grpSpMkLst>
            <pc:docMk/>
            <pc:sldMk cId="329841087" sldId="269"/>
            <ac:grpSpMk id="4" creationId="{294CE9D8-9D88-6583-E887-67AE05E41084}"/>
          </ac:grpSpMkLst>
        </pc:grpChg>
        <pc:grpChg chg="del">
          <ac:chgData name="Irlan Assidiq" userId="de236b58-34b6-44ed-8347-ed5a26859d6f" providerId="ADAL" clId="{7DA18F00-C1C8-45B8-B431-245BD39695C3}" dt="2025-10-18T03:18:43.294" v="522" actId="478"/>
          <ac:grpSpMkLst>
            <pc:docMk/>
            <pc:sldMk cId="329841087" sldId="269"/>
            <ac:grpSpMk id="4" creationId="{726A37E2-5D2C-A522-14FA-6E98FC6B8EB8}"/>
          </ac:grpSpMkLst>
        </pc:grpChg>
        <pc:grpChg chg="del">
          <ac:chgData name="Irlan Assidiq" userId="de236b58-34b6-44ed-8347-ed5a26859d6f" providerId="ADAL" clId="{7DA18F00-C1C8-45B8-B431-245BD39695C3}" dt="2025-10-18T04:43:13.773" v="597" actId="478"/>
          <ac:grpSpMkLst>
            <pc:docMk/>
            <pc:sldMk cId="329841087" sldId="269"/>
            <ac:grpSpMk id="41" creationId="{FDC39735-6E82-19FC-A372-BEF2643B2E7E}"/>
          </ac:grpSpMkLst>
        </pc:grpChg>
        <pc:grpChg chg="del">
          <ac:chgData name="Irlan Assidiq" userId="de236b58-34b6-44ed-8347-ed5a26859d6f" providerId="ADAL" clId="{7DA18F00-C1C8-45B8-B431-245BD39695C3}" dt="2025-10-18T03:13:20.281" v="339" actId="478"/>
          <ac:grpSpMkLst>
            <pc:docMk/>
            <pc:sldMk cId="329841087" sldId="269"/>
            <ac:grpSpMk id="57" creationId="{5ACAC0AE-AAB2-1B72-9188-FE88232816A4}"/>
          </ac:grpSpMkLst>
        </pc:grpChg>
        <pc:picChg chg="add mod">
          <ac:chgData name="Irlan Assidiq" userId="de236b58-34b6-44ed-8347-ed5a26859d6f" providerId="ADAL" clId="{7DA18F00-C1C8-45B8-B431-245BD39695C3}" dt="2025-10-18T04:14:34.178" v="575" actId="26606"/>
          <ac:picMkLst>
            <pc:docMk/>
            <pc:sldMk cId="329841087" sldId="269"/>
            <ac:picMk id="3" creationId="{2370F3C1-EB06-06ED-F5BB-E470A66AE801}"/>
          </ac:picMkLst>
        </pc:picChg>
        <pc:picChg chg="add del mod">
          <ac:chgData name="Irlan Assidiq" userId="de236b58-34b6-44ed-8347-ed5a26859d6f" providerId="ADAL" clId="{7DA18F00-C1C8-45B8-B431-245BD39695C3}" dt="2025-10-18T01:26:18.148" v="158" actId="478"/>
          <ac:picMkLst>
            <pc:docMk/>
            <pc:sldMk cId="329841087" sldId="269"/>
            <ac:picMk id="3" creationId="{7F4F9890-72A3-5A15-072F-3F985B4EBE53}"/>
          </ac:picMkLst>
        </pc:picChg>
        <pc:picChg chg="add mod">
          <ac:chgData name="Irlan Assidiq" userId="de236b58-34b6-44ed-8347-ed5a26859d6f" providerId="ADAL" clId="{7DA18F00-C1C8-45B8-B431-245BD39695C3}" dt="2025-10-18T03:13:23.066" v="341" actId="26606"/>
          <ac:picMkLst>
            <pc:docMk/>
            <pc:sldMk cId="329841087" sldId="269"/>
            <ac:picMk id="3" creationId="{C896E719-67D6-2DD3-DCAE-E10BB2E9B404}"/>
          </ac:picMkLst>
        </pc:picChg>
        <pc:picChg chg="add mod">
          <ac:chgData name="Irlan Assidiq" userId="de236b58-34b6-44ed-8347-ed5a26859d6f" providerId="ADAL" clId="{7DA18F00-C1C8-45B8-B431-245BD39695C3}" dt="2025-10-18T01:27:10.507" v="160" actId="26606"/>
          <ac:picMkLst>
            <pc:docMk/>
            <pc:sldMk cId="329841087" sldId="269"/>
            <ac:picMk id="56" creationId="{2F043800-FDF4-1FAD-BF1E-5721A1C08D81}"/>
          </ac:picMkLst>
        </pc:picChg>
      </pc:sldChg>
      <pc:sldChg chg="addSp delSp modSp add del mod setBg">
        <pc:chgData name="Irlan Assidiq" userId="de236b58-34b6-44ed-8347-ed5a26859d6f" providerId="ADAL" clId="{7DA18F00-C1C8-45B8-B431-245BD39695C3}" dt="2025-10-18T05:11:34.833" v="782" actId="47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7" creationId="{297A7C65-C8B8-285B-30C5-78802F58B38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2" creationId="{1D1BA2EE-0008-7131-C75A-3340D30D107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5" creationId="{1431F8C9-B67F-12D4-78D2-5699E26A1C0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7" creationId="{7E7C3C6D-AD43-9E59-AC30-B942751337E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8" creationId="{6049A196-A8BD-983F-007B-1CABBFC537B6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2" creationId="{6EB4FFA6-70B1-6987-6EDA-169908E9C5EC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4" creationId="{E0DD5916-AF15-D318-EF27-68690AFEC717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4" creationId="{E2E1F9A2-1B66-0D5A-D4FB-A7E89F406C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5" creationId="{0B18F211-ED39-D6CD-32AF-ABED69169C23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30" creationId="{CA589708-0820-2895-B118-05C30402A6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2" creationId="{723B3808-7DC7-D42F-73B6-130E9447AE36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4" creationId="{E5C9572C-5612-984D-7141-6439C59F9CFF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8" creationId="{EB57F8F9-3529-51B4-D32D-E85FC75320B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0" creationId="{776B6311-7F1C-1550-6AF2-F1A60BC176E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1" creationId="{66332B58-4663-3156-C18E-B34F6BF0E08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4" creationId="{C4AA4BBC-168F-6485-7510-345123FF151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6" creationId="{6A3A6875-10EC-6AB4-25D2-45038DF4C6B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7" creationId="{26F4B1B1-6626-468C-2315-DBDDCF78537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7" creationId="{2F236027-A067-D6A8-80CF-C30F836D07D2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52" creationId="{5A1C5603-3B2C-3887-8A7A-FCDD558CC01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57" creationId="{1963A794-7AD9-1D7C-37B4-B145CCE666B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59" creationId="{F5AE5448-4EC6-7F22-20F6-5E2D9CF7F76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0" creationId="{92A45B81-1528-B33A-41EF-9B007F3129C8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1" creationId="{39E60F10-8508-ED41-0487-4DAD6191BC2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6" creationId="{53A19205-0722-9698-FA09-9733687AE9B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7" creationId="{C84DD373-3429-F5F4-B3C7-AC186A8E6759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8" creationId="{5B3DE1C3-A7AB-9CB9-BAB2-3F85A2BCF0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5" creationId="{EA31F032-2FFA-B181-C6EA-296A4D6FD4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6" creationId="{76FBC5FA-09DA-1E95-9980-11881AF5B98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7" creationId="{E9A59DBB-91E6-BE3C-1E43-6E876C5733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9" creationId="{A0984A80-2B5A-FC68-FD41-936571162165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0" creationId="{161D16C7-8966-E877-4BE4-79CD687263F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2" creationId="{64C59E40-F7D3-6C71-80D3-2A6106FE5E8B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5" creationId="{094AD688-D40B-8E26-CB5D-9BFAE0E8CA0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8" creationId="{750754E6-3BCC-9754-CFB1-AEF46433248F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90" creationId="{2D7EAB25-4572-53AF-5E94-F5B5B5E7D10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91" creationId="{9600BABC-D7B6-97C9-CEE9-125B42244A02}"/>
          </ac:spMkLst>
        </pc:spChg>
        <pc:grpChg chg="del">
          <ac:chgData name="Irlan Assidiq" userId="de236b58-34b6-44ed-8347-ed5a26859d6f" providerId="ADAL" clId="{7DA18F00-C1C8-45B8-B431-245BD39695C3}" dt="2025-10-18T01:27:36.812" v="164" actId="478"/>
          <ac:grpSpMkLst>
            <pc:docMk/>
            <pc:sldMk cId="2541710147" sldId="270"/>
            <ac:grpSpMk id="4" creationId="{156C05F4-E916-B6FB-AB26-476D1BDC1106}"/>
          </ac:grpSpMkLst>
        </pc:grpChg>
        <pc:grpChg chg="del">
          <ac:chgData name="Irlan Assidiq" userId="de236b58-34b6-44ed-8347-ed5a26859d6f" providerId="ADAL" clId="{7DA18F00-C1C8-45B8-B431-245BD39695C3}" dt="2025-10-18T03:18:44.861" v="523" actId="478"/>
          <ac:grpSpMkLst>
            <pc:docMk/>
            <pc:sldMk cId="2541710147" sldId="270"/>
            <ac:grpSpMk id="4" creationId="{F1C7AEAF-6AD3-6AF7-FB07-E2323A095719}"/>
          </ac:grpSpMkLst>
        </pc:grpChg>
        <pc:grpChg chg="del">
          <ac:chgData name="Irlan Assidiq" userId="de236b58-34b6-44ed-8347-ed5a26859d6f" providerId="ADAL" clId="{7DA18F00-C1C8-45B8-B431-245BD39695C3}" dt="2025-10-18T03:13:35.467" v="345" actId="478"/>
          <ac:grpSpMkLst>
            <pc:docMk/>
            <pc:sldMk cId="2541710147" sldId="270"/>
            <ac:grpSpMk id="6" creationId="{090AA333-68EA-8414-8CFE-E0BDB8F2F7ED}"/>
          </ac:grpSpMkLst>
        </pc:grpChg>
        <pc:grpChg chg="del">
          <ac:chgData name="Irlan Assidiq" userId="de236b58-34b6-44ed-8347-ed5a26859d6f" providerId="ADAL" clId="{7DA18F00-C1C8-45B8-B431-245BD39695C3}" dt="2025-10-18T04:43:15.342" v="598" actId="478"/>
          <ac:grpSpMkLst>
            <pc:docMk/>
            <pc:sldMk cId="2541710147" sldId="270"/>
            <ac:grpSpMk id="6" creationId="{9DCF196D-555A-F337-D9FD-B11B80D22277}"/>
          </ac:grpSpMkLst>
        </pc:grpChg>
        <pc:picChg chg="add mod">
          <ac:chgData name="Irlan Assidiq" userId="de236b58-34b6-44ed-8347-ed5a26859d6f" providerId="ADAL" clId="{7DA18F00-C1C8-45B8-B431-245BD39695C3}" dt="2025-10-18T04:14:43.187" v="580" actId="26606"/>
          <ac:picMkLst>
            <pc:docMk/>
            <pc:sldMk cId="2541710147" sldId="270"/>
            <ac:picMk id="3" creationId="{053B62E7-7D90-BD30-51D0-FD8CC6B3A53F}"/>
          </ac:picMkLst>
        </pc:picChg>
        <pc:picChg chg="add mod">
          <ac:chgData name="Irlan Assidiq" userId="de236b58-34b6-44ed-8347-ed5a26859d6f" providerId="ADAL" clId="{7DA18F00-C1C8-45B8-B431-245BD39695C3}" dt="2025-10-18T01:27:39.695" v="166" actId="26606"/>
          <ac:picMkLst>
            <pc:docMk/>
            <pc:sldMk cId="2541710147" sldId="270"/>
            <ac:picMk id="3" creationId="{CD4B023B-3BF4-D268-FEB8-BD7A96E2D847}"/>
          </ac:picMkLst>
        </pc:picChg>
        <pc:picChg chg="add mod">
          <ac:chgData name="Irlan Assidiq" userId="de236b58-34b6-44ed-8347-ed5a26859d6f" providerId="ADAL" clId="{7DA18F00-C1C8-45B8-B431-245BD39695C3}" dt="2025-10-18T03:13:41.107" v="347" actId="26606"/>
          <ac:picMkLst>
            <pc:docMk/>
            <pc:sldMk cId="2541710147" sldId="270"/>
            <ac:picMk id="3" creationId="{D07E12DD-32CD-3DF0-D8FD-0C240EF1B8C1}"/>
          </ac:picMkLst>
        </pc:picChg>
      </pc:sldChg>
      <pc:sldChg chg="modSp add del">
        <pc:chgData name="Irlan Assidiq" userId="de236b58-34b6-44ed-8347-ed5a26859d6f" providerId="ADAL" clId="{7DA18F00-C1C8-45B8-B431-245BD39695C3}" dt="2025-10-18T03:13:46.322" v="351" actId="47"/>
        <pc:sldMkLst>
          <pc:docMk/>
          <pc:sldMk cId="3027671590" sldId="271"/>
        </pc:sldMkLst>
        <pc:picChg chg="mod">
          <ac:chgData name="Irlan Assidiq" userId="de236b58-34b6-44ed-8347-ed5a26859d6f" providerId="ADAL" clId="{7DA18F00-C1C8-45B8-B431-245BD39695C3}" dt="2025-10-18T01:25:57.199" v="155" actId="14826"/>
          <ac:picMkLst>
            <pc:docMk/>
            <pc:sldMk cId="3027671590" sldId="271"/>
            <ac:picMk id="5" creationId="{90A198BF-35DB-94B1-F1C1-C3BE7E5C0EDF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8T04:43:38.125" v="613" actId="403"/>
        <pc:sldMkLst>
          <pc:docMk/>
          <pc:sldMk cId="3708325325" sldId="271"/>
        </pc:sldMkLst>
        <pc:spChg chg="del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2" creationId="{C030C2AE-F331-DC57-80F4-79A88918ACCC}"/>
          </ac:spMkLst>
        </pc:spChg>
        <pc:spChg chg="del">
          <ac:chgData name="Irlan Assidiq" userId="de236b58-34b6-44ed-8347-ed5a26859d6f" providerId="ADAL" clId="{7DA18F00-C1C8-45B8-B431-245BD39695C3}" dt="2025-10-18T03:27:01.552" v="525"/>
          <ac:spMkLst>
            <pc:docMk/>
            <pc:sldMk cId="3708325325" sldId="271"/>
            <ac:spMk id="3" creationId="{5E9921DE-C5AB-B1E4-F104-EACF29E3F357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" creationId="{BDE3E60F-2BC1-4966-147C-52C36C50E4E1}"/>
          </ac:spMkLst>
        </pc:spChg>
        <pc:spChg chg="add del mod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9" creationId="{D5BFE754-1154-64D5-59CB-3B5FB49B8518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14" creationId="{49E40FAF-E486-527D-B894-F3B41316244A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3" creationId="{915E15A4-D894-3E8A-0893-ABFBE266AF92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8" creationId="{AB2F74AE-B932-76FA-26A3-7D608BFB16C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3" creationId="{CF794C47-5860-00E7-F4B6-FFF1E654D65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4" creationId="{E0001C50-6A3E-D009-3B7B-91319D6302F0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6" creationId="{CB65FFD1-6057-2843-FBEF-D77AE98B82E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8" creationId="{B4E6FB1C-D5C1-497B-9F92-A3AE9C3E740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9" creationId="{799490AE-CAB6-B84B-BEBC-8151C9FC97D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3" creationId="{AB6A2E00-E855-3C3D-35F1-E4766FC539A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4" creationId="{5CA541A0-31BC-B9D2-71C9-5C22C16A567C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67" creationId="{CD859669-C0A6-493C-DC8E-1E7453DD57DF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73" creationId="{AB9F4AF7-1D25-67D8-B039-2F2FD9B2C7C8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74" creationId="{491EE143-90DA-D2BB-154E-AFE364A9EF3E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77" creationId="{A24BE5D2-307B-5D6E-D483-918EA1ACBB16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0" creationId="{36F2170F-D1B5-B87C-B67B-8BBB01821B6D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5" creationId="{5A54D36B-4567-5F73-47C5-991DA8254686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6" creationId="{489CED6B-79F2-8D37-DBE0-82CA5428F8E9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7" creationId="{230079D7-C6B6-76DD-51FF-30FB0D67507E}"/>
          </ac:spMkLst>
        </pc:spChg>
        <pc:spChg chg="mod">
          <ac:chgData name="Irlan Assidiq" userId="de236b58-34b6-44ed-8347-ed5a26859d6f" providerId="ADAL" clId="{7DA18F00-C1C8-45B8-B431-245BD39695C3}" dt="2025-10-18T04:43:38.125" v="613" actId="403"/>
          <ac:spMkLst>
            <pc:docMk/>
            <pc:sldMk cId="3708325325" sldId="271"/>
            <ac:spMk id="88" creationId="{7F8563E6-1297-D61F-B1AA-9A6A0DF08862}"/>
          </ac:spMkLst>
        </pc:spChg>
        <pc:grpChg chg="del">
          <ac:chgData name="Irlan Assidiq" userId="de236b58-34b6-44ed-8347-ed5a26859d6f" providerId="ADAL" clId="{7DA18F00-C1C8-45B8-B431-245BD39695C3}" dt="2025-10-18T04:42:54.403" v="589" actId="478"/>
          <ac:grpSpMkLst>
            <pc:docMk/>
            <pc:sldMk cId="3708325325" sldId="271"/>
            <ac:grpSpMk id="10" creationId="{A7393F41-CCBA-9653-698A-20D7ABE23BD6}"/>
          </ac:grpSpMkLst>
        </pc:grpChg>
        <pc:picChg chg="add mod">
          <ac:chgData name="Irlan Assidiq" userId="de236b58-34b6-44ed-8347-ed5a26859d6f" providerId="ADAL" clId="{7DA18F00-C1C8-45B8-B431-245BD39695C3}" dt="2025-10-18T04:43:34.903" v="610" actId="26606"/>
          <ac:picMkLst>
            <pc:docMk/>
            <pc:sldMk cId="3708325325" sldId="271"/>
            <ac:picMk id="3" creationId="{D106F513-F745-D906-1CBE-35B0323E5FE4}"/>
          </ac:picMkLst>
        </pc:picChg>
        <pc:picChg chg="add del mod">
          <ac:chgData name="Irlan Assidiq" userId="de236b58-34b6-44ed-8347-ed5a26859d6f" providerId="ADAL" clId="{7DA18F00-C1C8-45B8-B431-245BD39695C3}" dt="2025-10-18T03:27:06.264" v="526" actId="478"/>
          <ac:picMkLst>
            <pc:docMk/>
            <pc:sldMk cId="3708325325" sldId="271"/>
            <ac:picMk id="5" creationId="{44C76089-EF6C-0D0D-E33F-EE71170E1B8F}"/>
          </ac:picMkLst>
        </pc:picChg>
        <pc:picChg chg="add mod">
          <ac:chgData name="Irlan Assidiq" userId="de236b58-34b6-44ed-8347-ed5a26859d6f" providerId="ADAL" clId="{7DA18F00-C1C8-45B8-B431-245BD39695C3}" dt="2025-10-18T03:27:09.356" v="527" actId="26606"/>
          <ac:picMkLst>
            <pc:docMk/>
            <pc:sldMk cId="3708325325" sldId="271"/>
            <ac:picMk id="7" creationId="{7D162238-E925-B8E9-CE18-443B57EE31D4}"/>
          </ac:picMkLst>
        </pc:pic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</a:t>
            </a:r>
            <a:r>
              <a:rPr lang="en-US" dirty="0" err="1"/>
              <a:t>Mawasangka</a:t>
            </a:r>
            <a:r>
              <a:rPr lang="en-US" dirty="0"/>
              <a:t> Tengah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BECBCC6C-8F58-B783-5C67-C3E8743AEFB4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DEC8AAC-E5FC-19AE-7CFD-2F784CA0B5EB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89EBFBE-8D80-38A5-CEB9-80D016CACA74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5BBE4D26-5BC8-93EF-B8E4-628270CDF47F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DE3E60F-2BC1-4966-147C-52C36C50E4E1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424169-A194-A0E2-01F6-B5DF9CA4BBA2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965125 h 4805204"/>
                  <a:gd name="connsiteX1" fmla="*/ 111050 w 8773198"/>
                  <a:gd name="connsiteY1" fmla="*/ 2289857 h 4805204"/>
                  <a:gd name="connsiteX2" fmla="*/ 222101 w 8773198"/>
                  <a:gd name="connsiteY2" fmla="*/ 2573812 h 4805204"/>
                  <a:gd name="connsiteX3" fmla="*/ 333151 w 8773198"/>
                  <a:gd name="connsiteY3" fmla="*/ 2811377 h 4805204"/>
                  <a:gd name="connsiteX4" fmla="*/ 444202 w 8773198"/>
                  <a:gd name="connsiteY4" fmla="*/ 2998208 h 4805204"/>
                  <a:gd name="connsiteX5" fmla="*/ 555252 w 8773198"/>
                  <a:gd name="connsiteY5" fmla="*/ 3133566 h 4805204"/>
                  <a:gd name="connsiteX6" fmla="*/ 666303 w 8773198"/>
                  <a:gd name="connsiteY6" fmla="*/ 3220627 h 4805204"/>
                  <a:gd name="connsiteX7" fmla="*/ 777353 w 8773198"/>
                  <a:gd name="connsiteY7" fmla="*/ 3268712 h 4805204"/>
                  <a:gd name="connsiteX8" fmla="*/ 888404 w 8773198"/>
                  <a:gd name="connsiteY8" fmla="*/ 3288095 h 4805204"/>
                  <a:gd name="connsiteX9" fmla="*/ 999454 w 8773198"/>
                  <a:gd name="connsiteY9" fmla="*/ 3287989 h 4805204"/>
                  <a:gd name="connsiteX10" fmla="*/ 1110505 w 8773198"/>
                  <a:gd name="connsiteY10" fmla="*/ 3274961 h 4805204"/>
                  <a:gd name="connsiteX11" fmla="*/ 1221555 w 8773198"/>
                  <a:gd name="connsiteY11" fmla="*/ 3254096 h 4805204"/>
                  <a:gd name="connsiteX12" fmla="*/ 1332605 w 8773198"/>
                  <a:gd name="connsiteY12" fmla="*/ 3228359 h 4805204"/>
                  <a:gd name="connsiteX13" fmla="*/ 1443656 w 8773198"/>
                  <a:gd name="connsiteY13" fmla="*/ 3201351 h 4805204"/>
                  <a:gd name="connsiteX14" fmla="*/ 1554706 w 8773198"/>
                  <a:gd name="connsiteY14" fmla="*/ 3178897 h 4805204"/>
                  <a:gd name="connsiteX15" fmla="*/ 1665757 w 8773198"/>
                  <a:gd name="connsiteY15" fmla="*/ 3154220 h 4805204"/>
                  <a:gd name="connsiteX16" fmla="*/ 1776807 w 8773198"/>
                  <a:gd name="connsiteY16" fmla="*/ 3121069 h 4805204"/>
                  <a:gd name="connsiteX17" fmla="*/ 1887858 w 8773198"/>
                  <a:gd name="connsiteY17" fmla="*/ 3079021 h 4805204"/>
                  <a:gd name="connsiteX18" fmla="*/ 1998908 w 8773198"/>
                  <a:gd name="connsiteY18" fmla="*/ 3034219 h 4805204"/>
                  <a:gd name="connsiteX19" fmla="*/ 2109959 w 8773198"/>
                  <a:gd name="connsiteY19" fmla="*/ 2997044 h 4805204"/>
                  <a:gd name="connsiteX20" fmla="*/ 2221009 w 8773198"/>
                  <a:gd name="connsiteY20" fmla="*/ 2975331 h 4805204"/>
                  <a:gd name="connsiteX21" fmla="*/ 2332060 w 8773198"/>
                  <a:gd name="connsiteY21" fmla="*/ 2961986 h 4805204"/>
                  <a:gd name="connsiteX22" fmla="*/ 2443110 w 8773198"/>
                  <a:gd name="connsiteY22" fmla="*/ 2944828 h 4805204"/>
                  <a:gd name="connsiteX23" fmla="*/ 2554161 w 8773198"/>
                  <a:gd name="connsiteY23" fmla="*/ 2910830 h 4805204"/>
                  <a:gd name="connsiteX24" fmla="*/ 2665211 w 8773198"/>
                  <a:gd name="connsiteY24" fmla="*/ 2849506 h 4805204"/>
                  <a:gd name="connsiteX25" fmla="*/ 2776262 w 8773198"/>
                  <a:gd name="connsiteY25" fmla="*/ 2756831 h 4805204"/>
                  <a:gd name="connsiteX26" fmla="*/ 2887312 w 8773198"/>
                  <a:gd name="connsiteY26" fmla="*/ 2637043 h 4805204"/>
                  <a:gd name="connsiteX27" fmla="*/ 2998362 w 8773198"/>
                  <a:gd name="connsiteY27" fmla="*/ 2502426 h 4805204"/>
                  <a:gd name="connsiteX28" fmla="*/ 3109519 w 8773198"/>
                  <a:gd name="connsiteY28" fmla="*/ 2369610 h 4805204"/>
                  <a:gd name="connsiteX29" fmla="*/ 3220569 w 8773198"/>
                  <a:gd name="connsiteY29" fmla="*/ 2255859 h 4805204"/>
                  <a:gd name="connsiteX30" fmla="*/ 3331620 w 8773198"/>
                  <a:gd name="connsiteY30" fmla="*/ 2177377 h 4805204"/>
                  <a:gd name="connsiteX31" fmla="*/ 3442670 w 8773198"/>
                  <a:gd name="connsiteY31" fmla="*/ 2137235 h 4805204"/>
                  <a:gd name="connsiteX32" fmla="*/ 3553721 w 8773198"/>
                  <a:gd name="connsiteY32" fmla="*/ 2110545 h 4805204"/>
                  <a:gd name="connsiteX33" fmla="*/ 3664771 w 8773198"/>
                  <a:gd name="connsiteY33" fmla="*/ 2069450 h 4805204"/>
                  <a:gd name="connsiteX34" fmla="*/ 3775822 w 8773198"/>
                  <a:gd name="connsiteY34" fmla="*/ 2004949 h 4805204"/>
                  <a:gd name="connsiteX35" fmla="*/ 3886872 w 8773198"/>
                  <a:gd name="connsiteY35" fmla="*/ 1942248 h 4805204"/>
                  <a:gd name="connsiteX36" fmla="*/ 3997923 w 8773198"/>
                  <a:gd name="connsiteY36" fmla="*/ 1925302 h 4805204"/>
                  <a:gd name="connsiteX37" fmla="*/ 4108973 w 8773198"/>
                  <a:gd name="connsiteY37" fmla="*/ 1937270 h 4805204"/>
                  <a:gd name="connsiteX38" fmla="*/ 4220024 w 8773198"/>
                  <a:gd name="connsiteY38" fmla="*/ 1951462 h 4805204"/>
                  <a:gd name="connsiteX39" fmla="*/ 4331074 w 8773198"/>
                  <a:gd name="connsiteY39" fmla="*/ 1960359 h 4805204"/>
                  <a:gd name="connsiteX40" fmla="*/ 4442124 w 8773198"/>
                  <a:gd name="connsiteY40" fmla="*/ 1979318 h 4805204"/>
                  <a:gd name="connsiteX41" fmla="*/ 4553175 w 8773198"/>
                  <a:gd name="connsiteY41" fmla="*/ 2002301 h 4805204"/>
                  <a:gd name="connsiteX42" fmla="*/ 4664225 w 8773198"/>
                  <a:gd name="connsiteY42" fmla="*/ 2034605 h 4805204"/>
                  <a:gd name="connsiteX43" fmla="*/ 4775276 w 8773198"/>
                  <a:gd name="connsiteY43" fmla="*/ 2037146 h 4805204"/>
                  <a:gd name="connsiteX44" fmla="*/ 4886326 w 8773198"/>
                  <a:gd name="connsiteY44" fmla="*/ 2010244 h 4805204"/>
                  <a:gd name="connsiteX45" fmla="*/ 4997377 w 8773198"/>
                  <a:gd name="connsiteY45" fmla="*/ 2125267 h 4805204"/>
                  <a:gd name="connsiteX46" fmla="*/ 5108428 w 8773198"/>
                  <a:gd name="connsiteY46" fmla="*/ 2200783 h 4805204"/>
                  <a:gd name="connsiteX47" fmla="*/ 5219478 w 8773198"/>
                  <a:gd name="connsiteY47" fmla="*/ 2128656 h 4805204"/>
                  <a:gd name="connsiteX48" fmla="*/ 5330528 w 8773198"/>
                  <a:gd name="connsiteY48" fmla="*/ 1918417 h 4805204"/>
                  <a:gd name="connsiteX49" fmla="*/ 5441578 w 8773198"/>
                  <a:gd name="connsiteY49" fmla="*/ 1591567 h 4805204"/>
                  <a:gd name="connsiteX50" fmla="*/ 5552629 w 8773198"/>
                  <a:gd name="connsiteY50" fmla="*/ 1172784 h 4805204"/>
                  <a:gd name="connsiteX51" fmla="*/ 5663679 w 8773198"/>
                  <a:gd name="connsiteY51" fmla="*/ 768828 h 4805204"/>
                  <a:gd name="connsiteX52" fmla="*/ 5774730 w 8773198"/>
                  <a:gd name="connsiteY52" fmla="*/ 544291 h 4805204"/>
                  <a:gd name="connsiteX53" fmla="*/ 5885781 w 8773198"/>
                  <a:gd name="connsiteY53" fmla="*/ 371863 h 4805204"/>
                  <a:gd name="connsiteX54" fmla="*/ 5996831 w 8773198"/>
                  <a:gd name="connsiteY54" fmla="*/ 216700 h 4805204"/>
                  <a:gd name="connsiteX55" fmla="*/ 6107881 w 8773198"/>
                  <a:gd name="connsiteY55" fmla="*/ 95746 h 4805204"/>
                  <a:gd name="connsiteX56" fmla="*/ 6219038 w 8773198"/>
                  <a:gd name="connsiteY56" fmla="*/ 29232 h 4805204"/>
                  <a:gd name="connsiteX57" fmla="*/ 6330088 w 8773198"/>
                  <a:gd name="connsiteY57" fmla="*/ 6249 h 4805204"/>
                  <a:gd name="connsiteX58" fmla="*/ 6441139 w 8773198"/>
                  <a:gd name="connsiteY58" fmla="*/ 0 h 4805204"/>
                  <a:gd name="connsiteX59" fmla="*/ 6552189 w 8773198"/>
                  <a:gd name="connsiteY59" fmla="*/ 4766 h 4805204"/>
                  <a:gd name="connsiteX60" fmla="*/ 6663240 w 8773198"/>
                  <a:gd name="connsiteY60" fmla="*/ 21606 h 4805204"/>
                  <a:gd name="connsiteX61" fmla="*/ 6774290 w 8773198"/>
                  <a:gd name="connsiteY61" fmla="*/ 50945 h 4805204"/>
                  <a:gd name="connsiteX62" fmla="*/ 6885340 w 8773198"/>
                  <a:gd name="connsiteY62" fmla="*/ 93204 h 4805204"/>
                  <a:gd name="connsiteX63" fmla="*/ 6996391 w 8773198"/>
                  <a:gd name="connsiteY63" fmla="*/ 148703 h 4805204"/>
                  <a:gd name="connsiteX64" fmla="*/ 7107441 w 8773198"/>
                  <a:gd name="connsiteY64" fmla="*/ 217123 h 4805204"/>
                  <a:gd name="connsiteX65" fmla="*/ 7218492 w 8773198"/>
                  <a:gd name="connsiteY65" fmla="*/ 298465 h 4805204"/>
                  <a:gd name="connsiteX66" fmla="*/ 7329543 w 8773198"/>
                  <a:gd name="connsiteY66" fmla="*/ 392411 h 4805204"/>
                  <a:gd name="connsiteX67" fmla="*/ 7440593 w 8773198"/>
                  <a:gd name="connsiteY67" fmla="*/ 498113 h 4805204"/>
                  <a:gd name="connsiteX68" fmla="*/ 7551643 w 8773198"/>
                  <a:gd name="connsiteY68" fmla="*/ 614830 h 4805204"/>
                  <a:gd name="connsiteX69" fmla="*/ 7662694 w 8773198"/>
                  <a:gd name="connsiteY69" fmla="*/ 741291 h 4805204"/>
                  <a:gd name="connsiteX70" fmla="*/ 7773744 w 8773198"/>
                  <a:gd name="connsiteY70" fmla="*/ 875696 h 4805204"/>
                  <a:gd name="connsiteX71" fmla="*/ 7884794 w 8773198"/>
                  <a:gd name="connsiteY71" fmla="*/ 1015290 h 4805204"/>
                  <a:gd name="connsiteX72" fmla="*/ 7995845 w 8773198"/>
                  <a:gd name="connsiteY72" fmla="*/ 1156367 h 4805204"/>
                  <a:gd name="connsiteX73" fmla="*/ 8106896 w 8773198"/>
                  <a:gd name="connsiteY73" fmla="*/ 1293631 h 4805204"/>
                  <a:gd name="connsiteX74" fmla="*/ 8217946 w 8773198"/>
                  <a:gd name="connsiteY74" fmla="*/ 1419351 h 4805204"/>
                  <a:gd name="connsiteX75" fmla="*/ 8328997 w 8773198"/>
                  <a:gd name="connsiteY75" fmla="*/ 1523041 h 4805204"/>
                  <a:gd name="connsiteX76" fmla="*/ 8440047 w 8773198"/>
                  <a:gd name="connsiteY76" fmla="*/ 1591461 h 4805204"/>
                  <a:gd name="connsiteX77" fmla="*/ 8551097 w 8773198"/>
                  <a:gd name="connsiteY77" fmla="*/ 1609890 h 4805204"/>
                  <a:gd name="connsiteX78" fmla="*/ 8662148 w 8773198"/>
                  <a:gd name="connsiteY78" fmla="*/ 1564347 h 4805204"/>
                  <a:gd name="connsiteX79" fmla="*/ 8773198 w 8773198"/>
                  <a:gd name="connsiteY79" fmla="*/ 1445300 h 4805204"/>
                  <a:gd name="connsiteX80" fmla="*/ 8773198 w 8773198"/>
                  <a:gd name="connsiteY80" fmla="*/ 4604074 h 4805204"/>
                  <a:gd name="connsiteX81" fmla="*/ 8662148 w 8773198"/>
                  <a:gd name="connsiteY81" fmla="*/ 4424126 h 4805204"/>
                  <a:gd name="connsiteX82" fmla="*/ 8551097 w 8773198"/>
                  <a:gd name="connsiteY82" fmla="*/ 4287392 h 4805204"/>
                  <a:gd name="connsiteX83" fmla="*/ 8440047 w 8773198"/>
                  <a:gd name="connsiteY83" fmla="*/ 4187409 h 4805204"/>
                  <a:gd name="connsiteX84" fmla="*/ 8328997 w 8773198"/>
                  <a:gd name="connsiteY84" fmla="*/ 4113163 h 4805204"/>
                  <a:gd name="connsiteX85" fmla="*/ 8217946 w 8773198"/>
                  <a:gd name="connsiteY85" fmla="*/ 4052792 h 4805204"/>
                  <a:gd name="connsiteX86" fmla="*/ 8106896 w 8773198"/>
                  <a:gd name="connsiteY86" fmla="*/ 3995917 h 4805204"/>
                  <a:gd name="connsiteX87" fmla="*/ 7995845 w 8773198"/>
                  <a:gd name="connsiteY87" fmla="*/ 3934910 h 4805204"/>
                  <a:gd name="connsiteX88" fmla="*/ 7884794 w 8773198"/>
                  <a:gd name="connsiteY88" fmla="*/ 3865219 h 4805204"/>
                  <a:gd name="connsiteX89" fmla="*/ 7773744 w 8773198"/>
                  <a:gd name="connsiteY89" fmla="*/ 3784301 h 4805204"/>
                  <a:gd name="connsiteX90" fmla="*/ 7662694 w 8773198"/>
                  <a:gd name="connsiteY90" fmla="*/ 3691097 h 4805204"/>
                  <a:gd name="connsiteX91" fmla="*/ 7551643 w 8773198"/>
                  <a:gd name="connsiteY91" fmla="*/ 3586242 h 4805204"/>
                  <a:gd name="connsiteX92" fmla="*/ 7440593 w 8773198"/>
                  <a:gd name="connsiteY92" fmla="*/ 3470478 h 4805204"/>
                  <a:gd name="connsiteX93" fmla="*/ 7329543 w 8773198"/>
                  <a:gd name="connsiteY93" fmla="*/ 3345606 h 4805204"/>
                  <a:gd name="connsiteX94" fmla="*/ 7218492 w 8773198"/>
                  <a:gd name="connsiteY94" fmla="*/ 3213637 h 4805204"/>
                  <a:gd name="connsiteX95" fmla="*/ 7107441 w 8773198"/>
                  <a:gd name="connsiteY95" fmla="*/ 3076903 h 4805204"/>
                  <a:gd name="connsiteX96" fmla="*/ 6996391 w 8773198"/>
                  <a:gd name="connsiteY96" fmla="*/ 2937838 h 4805204"/>
                  <a:gd name="connsiteX97" fmla="*/ 6885340 w 8773198"/>
                  <a:gd name="connsiteY97" fmla="*/ 2799197 h 4805204"/>
                  <a:gd name="connsiteX98" fmla="*/ 6774290 w 8773198"/>
                  <a:gd name="connsiteY98" fmla="*/ 2663944 h 4805204"/>
                  <a:gd name="connsiteX99" fmla="*/ 6663240 w 8773198"/>
                  <a:gd name="connsiteY99" fmla="*/ 2534942 h 4805204"/>
                  <a:gd name="connsiteX100" fmla="*/ 6552189 w 8773198"/>
                  <a:gd name="connsiteY100" fmla="*/ 2415682 h 4805204"/>
                  <a:gd name="connsiteX101" fmla="*/ 6441139 w 8773198"/>
                  <a:gd name="connsiteY101" fmla="*/ 2309557 h 4805204"/>
                  <a:gd name="connsiteX102" fmla="*/ 6330088 w 8773198"/>
                  <a:gd name="connsiteY102" fmla="*/ 2220377 h 4805204"/>
                  <a:gd name="connsiteX103" fmla="*/ 6219038 w 8773198"/>
                  <a:gd name="connsiteY103" fmla="*/ 2159477 h 4805204"/>
                  <a:gd name="connsiteX104" fmla="*/ 6107881 w 8773198"/>
                  <a:gd name="connsiteY104" fmla="*/ 2143590 h 4805204"/>
                  <a:gd name="connsiteX105" fmla="*/ 5996831 w 8773198"/>
                  <a:gd name="connsiteY105" fmla="*/ 2158736 h 4805204"/>
                  <a:gd name="connsiteX106" fmla="*/ 5885781 w 8773198"/>
                  <a:gd name="connsiteY106" fmla="*/ 2218153 h 4805204"/>
                  <a:gd name="connsiteX107" fmla="*/ 5774730 w 8773198"/>
                  <a:gd name="connsiteY107" fmla="*/ 2448516 h 4805204"/>
                  <a:gd name="connsiteX108" fmla="*/ 5663679 w 8773198"/>
                  <a:gd name="connsiteY108" fmla="*/ 2786911 h 4805204"/>
                  <a:gd name="connsiteX109" fmla="*/ 5552629 w 8773198"/>
                  <a:gd name="connsiteY109" fmla="*/ 3254096 h 4805204"/>
                  <a:gd name="connsiteX110" fmla="*/ 5441578 w 8773198"/>
                  <a:gd name="connsiteY110" fmla="*/ 3820100 h 4805204"/>
                  <a:gd name="connsiteX111" fmla="*/ 5330528 w 8773198"/>
                  <a:gd name="connsiteY111" fmla="*/ 4387586 h 4805204"/>
                  <a:gd name="connsiteX112" fmla="*/ 5219478 w 8773198"/>
                  <a:gd name="connsiteY112" fmla="*/ 4777773 h 4805204"/>
                  <a:gd name="connsiteX113" fmla="*/ 5108428 w 8773198"/>
                  <a:gd name="connsiteY113" fmla="*/ 4784339 h 4805204"/>
                  <a:gd name="connsiteX114" fmla="*/ 4997377 w 8773198"/>
                  <a:gd name="connsiteY114" fmla="*/ 4471682 h 4805204"/>
                  <a:gd name="connsiteX115" fmla="*/ 4886326 w 8773198"/>
                  <a:gd name="connsiteY115" fmla="*/ 4141337 h 4805204"/>
                  <a:gd name="connsiteX116" fmla="*/ 4775276 w 8773198"/>
                  <a:gd name="connsiteY116" fmla="*/ 3924531 h 4805204"/>
                  <a:gd name="connsiteX117" fmla="*/ 4664225 w 8773198"/>
                  <a:gd name="connsiteY117" fmla="*/ 3699888 h 4805204"/>
                  <a:gd name="connsiteX118" fmla="*/ 4553175 w 8773198"/>
                  <a:gd name="connsiteY118" fmla="*/ 3631573 h 4805204"/>
                  <a:gd name="connsiteX119" fmla="*/ 4442124 w 8773198"/>
                  <a:gd name="connsiteY119" fmla="*/ 3631150 h 4805204"/>
                  <a:gd name="connsiteX120" fmla="*/ 4331074 w 8773198"/>
                  <a:gd name="connsiteY120" fmla="*/ 3673833 h 4805204"/>
                  <a:gd name="connsiteX121" fmla="*/ 4220024 w 8773198"/>
                  <a:gd name="connsiteY121" fmla="*/ 3737381 h 4805204"/>
                  <a:gd name="connsiteX122" fmla="*/ 4108973 w 8773198"/>
                  <a:gd name="connsiteY122" fmla="*/ 3828785 h 4805204"/>
                  <a:gd name="connsiteX123" fmla="*/ 3997923 w 8773198"/>
                  <a:gd name="connsiteY123" fmla="*/ 3929932 h 4805204"/>
                  <a:gd name="connsiteX124" fmla="*/ 3886872 w 8773198"/>
                  <a:gd name="connsiteY124" fmla="*/ 4015405 h 4805204"/>
                  <a:gd name="connsiteX125" fmla="*/ 3775822 w 8773198"/>
                  <a:gd name="connsiteY125" fmla="*/ 4117824 h 4805204"/>
                  <a:gd name="connsiteX126" fmla="*/ 3664771 w 8773198"/>
                  <a:gd name="connsiteY126" fmla="*/ 4265044 h 4805204"/>
                  <a:gd name="connsiteX127" fmla="*/ 3553721 w 8773198"/>
                  <a:gd name="connsiteY127" fmla="*/ 4454841 h 4805204"/>
                  <a:gd name="connsiteX128" fmla="*/ 3442670 w 8773198"/>
                  <a:gd name="connsiteY128" fmla="*/ 4650994 h 4805204"/>
                  <a:gd name="connsiteX129" fmla="*/ 3331620 w 8773198"/>
                  <a:gd name="connsiteY129" fmla="*/ 4798214 h 4805204"/>
                  <a:gd name="connsiteX130" fmla="*/ 3220569 w 8773198"/>
                  <a:gd name="connsiteY130" fmla="*/ 4805204 h 4805204"/>
                  <a:gd name="connsiteX131" fmla="*/ 3109519 w 8773198"/>
                  <a:gd name="connsiteY131" fmla="*/ 4805204 h 4805204"/>
                  <a:gd name="connsiteX132" fmla="*/ 2998362 w 8773198"/>
                  <a:gd name="connsiteY132" fmla="*/ 4805204 h 4805204"/>
                  <a:gd name="connsiteX133" fmla="*/ 2887312 w 8773198"/>
                  <a:gd name="connsiteY133" fmla="*/ 4805204 h 4805204"/>
                  <a:gd name="connsiteX134" fmla="*/ 2776262 w 8773198"/>
                  <a:gd name="connsiteY134" fmla="*/ 4805204 h 4805204"/>
                  <a:gd name="connsiteX135" fmla="*/ 2665211 w 8773198"/>
                  <a:gd name="connsiteY135" fmla="*/ 4805204 h 4805204"/>
                  <a:gd name="connsiteX136" fmla="*/ 2554161 w 8773198"/>
                  <a:gd name="connsiteY136" fmla="*/ 4805204 h 4805204"/>
                  <a:gd name="connsiteX137" fmla="*/ 2443110 w 8773198"/>
                  <a:gd name="connsiteY137" fmla="*/ 4805204 h 4805204"/>
                  <a:gd name="connsiteX138" fmla="*/ 2332060 w 8773198"/>
                  <a:gd name="connsiteY138" fmla="*/ 4805204 h 4805204"/>
                  <a:gd name="connsiteX139" fmla="*/ 2221009 w 8773198"/>
                  <a:gd name="connsiteY139" fmla="*/ 4805204 h 4805204"/>
                  <a:gd name="connsiteX140" fmla="*/ 2109959 w 8773198"/>
                  <a:gd name="connsiteY140" fmla="*/ 4805204 h 4805204"/>
                  <a:gd name="connsiteX141" fmla="*/ 1998908 w 8773198"/>
                  <a:gd name="connsiteY141" fmla="*/ 4805204 h 4805204"/>
                  <a:gd name="connsiteX142" fmla="*/ 1887858 w 8773198"/>
                  <a:gd name="connsiteY142" fmla="*/ 4805204 h 4805204"/>
                  <a:gd name="connsiteX143" fmla="*/ 1776807 w 8773198"/>
                  <a:gd name="connsiteY143" fmla="*/ 4805204 h 4805204"/>
                  <a:gd name="connsiteX144" fmla="*/ 1665757 w 8773198"/>
                  <a:gd name="connsiteY144" fmla="*/ 4805204 h 4805204"/>
                  <a:gd name="connsiteX145" fmla="*/ 1554706 w 8773198"/>
                  <a:gd name="connsiteY145" fmla="*/ 4805204 h 4805204"/>
                  <a:gd name="connsiteX146" fmla="*/ 1443656 w 8773198"/>
                  <a:gd name="connsiteY146" fmla="*/ 4805204 h 4805204"/>
                  <a:gd name="connsiteX147" fmla="*/ 1332605 w 8773198"/>
                  <a:gd name="connsiteY147" fmla="*/ 4805204 h 4805204"/>
                  <a:gd name="connsiteX148" fmla="*/ 1221555 w 8773198"/>
                  <a:gd name="connsiteY148" fmla="*/ 4805204 h 4805204"/>
                  <a:gd name="connsiteX149" fmla="*/ 1110505 w 8773198"/>
                  <a:gd name="connsiteY149" fmla="*/ 4805204 h 4805204"/>
                  <a:gd name="connsiteX150" fmla="*/ 999454 w 8773198"/>
                  <a:gd name="connsiteY150" fmla="*/ 4805204 h 4805204"/>
                  <a:gd name="connsiteX151" fmla="*/ 888404 w 8773198"/>
                  <a:gd name="connsiteY151" fmla="*/ 4805204 h 4805204"/>
                  <a:gd name="connsiteX152" fmla="*/ 777353 w 8773198"/>
                  <a:gd name="connsiteY152" fmla="*/ 4805204 h 4805204"/>
                  <a:gd name="connsiteX153" fmla="*/ 666303 w 8773198"/>
                  <a:gd name="connsiteY153" fmla="*/ 4805204 h 4805204"/>
                  <a:gd name="connsiteX154" fmla="*/ 555252 w 8773198"/>
                  <a:gd name="connsiteY154" fmla="*/ 4805204 h 4805204"/>
                  <a:gd name="connsiteX155" fmla="*/ 444202 w 8773198"/>
                  <a:gd name="connsiteY155" fmla="*/ 4805204 h 4805204"/>
                  <a:gd name="connsiteX156" fmla="*/ 333151 w 8773198"/>
                  <a:gd name="connsiteY156" fmla="*/ 4805204 h 4805204"/>
                  <a:gd name="connsiteX157" fmla="*/ 222101 w 8773198"/>
                  <a:gd name="connsiteY157" fmla="*/ 4805204 h 4805204"/>
                  <a:gd name="connsiteX158" fmla="*/ 111050 w 8773198"/>
                  <a:gd name="connsiteY158" fmla="*/ 4805204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965125"/>
                    </a:moveTo>
                    <a:lnTo>
                      <a:pt x="111050" y="2289857"/>
                    </a:lnTo>
                    <a:lnTo>
                      <a:pt x="222101" y="2573812"/>
                    </a:lnTo>
                    <a:lnTo>
                      <a:pt x="333151" y="2811377"/>
                    </a:lnTo>
                    <a:lnTo>
                      <a:pt x="444202" y="2998208"/>
                    </a:lnTo>
                    <a:lnTo>
                      <a:pt x="555252" y="3133566"/>
                    </a:lnTo>
                    <a:lnTo>
                      <a:pt x="666303" y="3220627"/>
                    </a:lnTo>
                    <a:lnTo>
                      <a:pt x="777353" y="3268712"/>
                    </a:lnTo>
                    <a:lnTo>
                      <a:pt x="888404" y="3288095"/>
                    </a:lnTo>
                    <a:lnTo>
                      <a:pt x="999454" y="3287989"/>
                    </a:lnTo>
                    <a:lnTo>
                      <a:pt x="1110505" y="3274961"/>
                    </a:lnTo>
                    <a:lnTo>
                      <a:pt x="1221555" y="3254096"/>
                    </a:lnTo>
                    <a:lnTo>
                      <a:pt x="1332605" y="3228359"/>
                    </a:lnTo>
                    <a:lnTo>
                      <a:pt x="1443656" y="3201351"/>
                    </a:lnTo>
                    <a:lnTo>
                      <a:pt x="1554706" y="3178897"/>
                    </a:lnTo>
                    <a:lnTo>
                      <a:pt x="1665757" y="3154220"/>
                    </a:lnTo>
                    <a:lnTo>
                      <a:pt x="1776807" y="3121069"/>
                    </a:lnTo>
                    <a:lnTo>
                      <a:pt x="1887858" y="3079021"/>
                    </a:lnTo>
                    <a:lnTo>
                      <a:pt x="1998908" y="3034219"/>
                    </a:lnTo>
                    <a:lnTo>
                      <a:pt x="2109959" y="2997044"/>
                    </a:lnTo>
                    <a:lnTo>
                      <a:pt x="2221009" y="2975331"/>
                    </a:lnTo>
                    <a:lnTo>
                      <a:pt x="2332060" y="2961986"/>
                    </a:lnTo>
                    <a:lnTo>
                      <a:pt x="2443110" y="2944828"/>
                    </a:lnTo>
                    <a:lnTo>
                      <a:pt x="2554161" y="2910830"/>
                    </a:lnTo>
                    <a:lnTo>
                      <a:pt x="2665211" y="2849506"/>
                    </a:lnTo>
                    <a:lnTo>
                      <a:pt x="2776262" y="2756831"/>
                    </a:lnTo>
                    <a:lnTo>
                      <a:pt x="2887312" y="2637043"/>
                    </a:lnTo>
                    <a:lnTo>
                      <a:pt x="2998362" y="2502426"/>
                    </a:lnTo>
                    <a:lnTo>
                      <a:pt x="3109519" y="2369610"/>
                    </a:lnTo>
                    <a:lnTo>
                      <a:pt x="3220569" y="2255859"/>
                    </a:lnTo>
                    <a:lnTo>
                      <a:pt x="3331620" y="2177377"/>
                    </a:lnTo>
                    <a:lnTo>
                      <a:pt x="3442670" y="2137235"/>
                    </a:lnTo>
                    <a:lnTo>
                      <a:pt x="3553721" y="2110545"/>
                    </a:lnTo>
                    <a:lnTo>
                      <a:pt x="3664771" y="2069450"/>
                    </a:lnTo>
                    <a:lnTo>
                      <a:pt x="3775822" y="2004949"/>
                    </a:lnTo>
                    <a:lnTo>
                      <a:pt x="3886872" y="1942248"/>
                    </a:lnTo>
                    <a:lnTo>
                      <a:pt x="3997923" y="1925302"/>
                    </a:lnTo>
                    <a:lnTo>
                      <a:pt x="4108973" y="1937270"/>
                    </a:lnTo>
                    <a:lnTo>
                      <a:pt x="4220024" y="1951462"/>
                    </a:lnTo>
                    <a:lnTo>
                      <a:pt x="4331074" y="1960359"/>
                    </a:lnTo>
                    <a:lnTo>
                      <a:pt x="4442124" y="1979318"/>
                    </a:lnTo>
                    <a:lnTo>
                      <a:pt x="4553175" y="2002301"/>
                    </a:lnTo>
                    <a:lnTo>
                      <a:pt x="4664225" y="2034605"/>
                    </a:lnTo>
                    <a:lnTo>
                      <a:pt x="4775276" y="2037146"/>
                    </a:lnTo>
                    <a:lnTo>
                      <a:pt x="4886326" y="2010244"/>
                    </a:lnTo>
                    <a:lnTo>
                      <a:pt x="4997377" y="2125267"/>
                    </a:lnTo>
                    <a:lnTo>
                      <a:pt x="5108428" y="2200783"/>
                    </a:lnTo>
                    <a:lnTo>
                      <a:pt x="5219478" y="2128656"/>
                    </a:lnTo>
                    <a:lnTo>
                      <a:pt x="5330528" y="1918417"/>
                    </a:lnTo>
                    <a:lnTo>
                      <a:pt x="5441578" y="1591567"/>
                    </a:lnTo>
                    <a:lnTo>
                      <a:pt x="5552629" y="1172784"/>
                    </a:lnTo>
                    <a:lnTo>
                      <a:pt x="5663679" y="768828"/>
                    </a:lnTo>
                    <a:lnTo>
                      <a:pt x="5774730" y="544291"/>
                    </a:lnTo>
                    <a:lnTo>
                      <a:pt x="5885781" y="371863"/>
                    </a:lnTo>
                    <a:lnTo>
                      <a:pt x="5996831" y="216700"/>
                    </a:lnTo>
                    <a:lnTo>
                      <a:pt x="6107881" y="95746"/>
                    </a:lnTo>
                    <a:lnTo>
                      <a:pt x="6219038" y="29232"/>
                    </a:lnTo>
                    <a:lnTo>
                      <a:pt x="6330088" y="6249"/>
                    </a:lnTo>
                    <a:lnTo>
                      <a:pt x="6441139" y="0"/>
                    </a:lnTo>
                    <a:lnTo>
                      <a:pt x="6552189" y="4766"/>
                    </a:lnTo>
                    <a:lnTo>
                      <a:pt x="6663240" y="21606"/>
                    </a:lnTo>
                    <a:lnTo>
                      <a:pt x="6774290" y="50945"/>
                    </a:lnTo>
                    <a:lnTo>
                      <a:pt x="6885340" y="93204"/>
                    </a:lnTo>
                    <a:lnTo>
                      <a:pt x="6996391" y="148703"/>
                    </a:lnTo>
                    <a:lnTo>
                      <a:pt x="7107441" y="217123"/>
                    </a:lnTo>
                    <a:lnTo>
                      <a:pt x="7218492" y="298465"/>
                    </a:lnTo>
                    <a:lnTo>
                      <a:pt x="7329543" y="392411"/>
                    </a:lnTo>
                    <a:lnTo>
                      <a:pt x="7440593" y="498113"/>
                    </a:lnTo>
                    <a:lnTo>
                      <a:pt x="7551643" y="614830"/>
                    </a:lnTo>
                    <a:lnTo>
                      <a:pt x="7662694" y="741291"/>
                    </a:lnTo>
                    <a:lnTo>
                      <a:pt x="7773744" y="875696"/>
                    </a:lnTo>
                    <a:lnTo>
                      <a:pt x="7884794" y="1015290"/>
                    </a:lnTo>
                    <a:lnTo>
                      <a:pt x="7995845" y="1156367"/>
                    </a:lnTo>
                    <a:lnTo>
                      <a:pt x="8106896" y="1293631"/>
                    </a:lnTo>
                    <a:lnTo>
                      <a:pt x="8217946" y="1419351"/>
                    </a:lnTo>
                    <a:lnTo>
                      <a:pt x="8328997" y="1523041"/>
                    </a:lnTo>
                    <a:lnTo>
                      <a:pt x="8440047" y="1591461"/>
                    </a:lnTo>
                    <a:lnTo>
                      <a:pt x="8551097" y="1609890"/>
                    </a:lnTo>
                    <a:lnTo>
                      <a:pt x="8662148" y="1564347"/>
                    </a:lnTo>
                    <a:lnTo>
                      <a:pt x="8773198" y="1445300"/>
                    </a:lnTo>
                    <a:lnTo>
                      <a:pt x="8773198" y="4604074"/>
                    </a:lnTo>
                    <a:lnTo>
                      <a:pt x="8662148" y="4424126"/>
                    </a:lnTo>
                    <a:lnTo>
                      <a:pt x="8551097" y="4287392"/>
                    </a:lnTo>
                    <a:lnTo>
                      <a:pt x="8440047" y="4187409"/>
                    </a:lnTo>
                    <a:lnTo>
                      <a:pt x="8328997" y="4113163"/>
                    </a:lnTo>
                    <a:lnTo>
                      <a:pt x="8217946" y="4052792"/>
                    </a:lnTo>
                    <a:lnTo>
                      <a:pt x="8106896" y="3995917"/>
                    </a:lnTo>
                    <a:lnTo>
                      <a:pt x="7995845" y="3934910"/>
                    </a:lnTo>
                    <a:lnTo>
                      <a:pt x="7884794" y="3865219"/>
                    </a:lnTo>
                    <a:lnTo>
                      <a:pt x="7773744" y="3784301"/>
                    </a:lnTo>
                    <a:lnTo>
                      <a:pt x="7662694" y="3691097"/>
                    </a:lnTo>
                    <a:lnTo>
                      <a:pt x="7551643" y="3586242"/>
                    </a:lnTo>
                    <a:lnTo>
                      <a:pt x="7440593" y="3470478"/>
                    </a:lnTo>
                    <a:lnTo>
                      <a:pt x="7329543" y="3345606"/>
                    </a:lnTo>
                    <a:lnTo>
                      <a:pt x="7218492" y="3213637"/>
                    </a:lnTo>
                    <a:lnTo>
                      <a:pt x="7107441" y="3076903"/>
                    </a:lnTo>
                    <a:lnTo>
                      <a:pt x="6996391" y="2937838"/>
                    </a:lnTo>
                    <a:lnTo>
                      <a:pt x="6885340" y="2799197"/>
                    </a:lnTo>
                    <a:lnTo>
                      <a:pt x="6774290" y="2663944"/>
                    </a:lnTo>
                    <a:lnTo>
                      <a:pt x="6663240" y="2534942"/>
                    </a:lnTo>
                    <a:lnTo>
                      <a:pt x="6552189" y="2415682"/>
                    </a:lnTo>
                    <a:lnTo>
                      <a:pt x="6441139" y="2309557"/>
                    </a:lnTo>
                    <a:lnTo>
                      <a:pt x="6330088" y="2220377"/>
                    </a:lnTo>
                    <a:lnTo>
                      <a:pt x="6219038" y="2159477"/>
                    </a:lnTo>
                    <a:lnTo>
                      <a:pt x="6107881" y="2143590"/>
                    </a:lnTo>
                    <a:lnTo>
                      <a:pt x="5996831" y="2158736"/>
                    </a:lnTo>
                    <a:lnTo>
                      <a:pt x="5885781" y="2218153"/>
                    </a:lnTo>
                    <a:lnTo>
                      <a:pt x="5774730" y="2448516"/>
                    </a:lnTo>
                    <a:lnTo>
                      <a:pt x="5663679" y="2786911"/>
                    </a:lnTo>
                    <a:lnTo>
                      <a:pt x="5552629" y="3254096"/>
                    </a:lnTo>
                    <a:lnTo>
                      <a:pt x="5441578" y="3820100"/>
                    </a:lnTo>
                    <a:lnTo>
                      <a:pt x="5330528" y="4387586"/>
                    </a:lnTo>
                    <a:lnTo>
                      <a:pt x="5219478" y="4777773"/>
                    </a:lnTo>
                    <a:lnTo>
                      <a:pt x="5108428" y="4784339"/>
                    </a:lnTo>
                    <a:lnTo>
                      <a:pt x="4997377" y="4471682"/>
                    </a:lnTo>
                    <a:lnTo>
                      <a:pt x="4886326" y="4141337"/>
                    </a:lnTo>
                    <a:lnTo>
                      <a:pt x="4775276" y="3924531"/>
                    </a:lnTo>
                    <a:lnTo>
                      <a:pt x="4664225" y="3699888"/>
                    </a:lnTo>
                    <a:lnTo>
                      <a:pt x="4553175" y="3631573"/>
                    </a:lnTo>
                    <a:lnTo>
                      <a:pt x="4442124" y="3631150"/>
                    </a:lnTo>
                    <a:lnTo>
                      <a:pt x="4331074" y="3673833"/>
                    </a:lnTo>
                    <a:lnTo>
                      <a:pt x="4220024" y="3737381"/>
                    </a:lnTo>
                    <a:lnTo>
                      <a:pt x="4108973" y="3828785"/>
                    </a:lnTo>
                    <a:lnTo>
                      <a:pt x="3997923" y="3929932"/>
                    </a:lnTo>
                    <a:lnTo>
                      <a:pt x="3886872" y="4015405"/>
                    </a:lnTo>
                    <a:lnTo>
                      <a:pt x="3775822" y="4117824"/>
                    </a:lnTo>
                    <a:lnTo>
                      <a:pt x="3664771" y="4265044"/>
                    </a:lnTo>
                    <a:lnTo>
                      <a:pt x="3553721" y="4454841"/>
                    </a:lnTo>
                    <a:lnTo>
                      <a:pt x="3442670" y="4650994"/>
                    </a:lnTo>
                    <a:lnTo>
                      <a:pt x="3331620" y="4798214"/>
                    </a:lnTo>
                    <a:lnTo>
                      <a:pt x="3220569" y="4805204"/>
                    </a:lnTo>
                    <a:lnTo>
                      <a:pt x="3109519" y="4805204"/>
                    </a:lnTo>
                    <a:lnTo>
                      <a:pt x="2998362" y="4805204"/>
                    </a:lnTo>
                    <a:lnTo>
                      <a:pt x="2887312" y="4805204"/>
                    </a:lnTo>
                    <a:lnTo>
                      <a:pt x="2776262" y="4805204"/>
                    </a:lnTo>
                    <a:lnTo>
                      <a:pt x="2665211" y="4805204"/>
                    </a:lnTo>
                    <a:lnTo>
                      <a:pt x="2554161" y="4805204"/>
                    </a:lnTo>
                    <a:lnTo>
                      <a:pt x="2443110" y="4805204"/>
                    </a:lnTo>
                    <a:lnTo>
                      <a:pt x="2332060" y="4805204"/>
                    </a:lnTo>
                    <a:lnTo>
                      <a:pt x="2221009" y="4805204"/>
                    </a:lnTo>
                    <a:lnTo>
                      <a:pt x="2109959" y="4805204"/>
                    </a:lnTo>
                    <a:lnTo>
                      <a:pt x="1998908" y="4805204"/>
                    </a:lnTo>
                    <a:lnTo>
                      <a:pt x="1887858" y="4805204"/>
                    </a:lnTo>
                    <a:lnTo>
                      <a:pt x="1776807" y="4805204"/>
                    </a:lnTo>
                    <a:lnTo>
                      <a:pt x="1665757" y="4805204"/>
                    </a:lnTo>
                    <a:lnTo>
                      <a:pt x="1554706" y="4805204"/>
                    </a:lnTo>
                    <a:lnTo>
                      <a:pt x="1443656" y="4805204"/>
                    </a:lnTo>
                    <a:lnTo>
                      <a:pt x="1332605" y="4805204"/>
                    </a:lnTo>
                    <a:lnTo>
                      <a:pt x="1221555" y="4805204"/>
                    </a:lnTo>
                    <a:lnTo>
                      <a:pt x="1110505" y="4805204"/>
                    </a:lnTo>
                    <a:lnTo>
                      <a:pt x="999454" y="4805204"/>
                    </a:lnTo>
                    <a:lnTo>
                      <a:pt x="888404" y="4805204"/>
                    </a:lnTo>
                    <a:lnTo>
                      <a:pt x="777353" y="4805204"/>
                    </a:lnTo>
                    <a:lnTo>
                      <a:pt x="666303" y="4805204"/>
                    </a:lnTo>
                    <a:lnTo>
                      <a:pt x="555252" y="4805204"/>
                    </a:lnTo>
                    <a:lnTo>
                      <a:pt x="444202" y="4805204"/>
                    </a:lnTo>
                    <a:lnTo>
                      <a:pt x="333151" y="4805204"/>
                    </a:lnTo>
                    <a:lnTo>
                      <a:pt x="222101" y="4805204"/>
                    </a:lnTo>
                    <a:lnTo>
                      <a:pt x="111050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AD58642-06C9-F0CD-E914-C86C5B6272FB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288094"/>
              </a:xfrm>
              <a:custGeom>
                <a:avLst/>
                <a:gdLst>
                  <a:gd name="connsiteX0" fmla="*/ 0 w 8773198"/>
                  <a:gd name="connsiteY0" fmla="*/ 1965125 h 3288094"/>
                  <a:gd name="connsiteX1" fmla="*/ 111050 w 8773198"/>
                  <a:gd name="connsiteY1" fmla="*/ 2289857 h 3288094"/>
                  <a:gd name="connsiteX2" fmla="*/ 222101 w 8773198"/>
                  <a:gd name="connsiteY2" fmla="*/ 2573812 h 3288094"/>
                  <a:gd name="connsiteX3" fmla="*/ 333151 w 8773198"/>
                  <a:gd name="connsiteY3" fmla="*/ 2811377 h 3288094"/>
                  <a:gd name="connsiteX4" fmla="*/ 444202 w 8773198"/>
                  <a:gd name="connsiteY4" fmla="*/ 2998208 h 3288094"/>
                  <a:gd name="connsiteX5" fmla="*/ 555252 w 8773198"/>
                  <a:gd name="connsiteY5" fmla="*/ 3133566 h 3288094"/>
                  <a:gd name="connsiteX6" fmla="*/ 666303 w 8773198"/>
                  <a:gd name="connsiteY6" fmla="*/ 3220627 h 3288094"/>
                  <a:gd name="connsiteX7" fmla="*/ 777353 w 8773198"/>
                  <a:gd name="connsiteY7" fmla="*/ 3268712 h 3288094"/>
                  <a:gd name="connsiteX8" fmla="*/ 888404 w 8773198"/>
                  <a:gd name="connsiteY8" fmla="*/ 3288095 h 3288094"/>
                  <a:gd name="connsiteX9" fmla="*/ 999454 w 8773198"/>
                  <a:gd name="connsiteY9" fmla="*/ 3287989 h 3288094"/>
                  <a:gd name="connsiteX10" fmla="*/ 1110505 w 8773198"/>
                  <a:gd name="connsiteY10" fmla="*/ 3274961 h 3288094"/>
                  <a:gd name="connsiteX11" fmla="*/ 1221555 w 8773198"/>
                  <a:gd name="connsiteY11" fmla="*/ 3254096 h 3288094"/>
                  <a:gd name="connsiteX12" fmla="*/ 1332605 w 8773198"/>
                  <a:gd name="connsiteY12" fmla="*/ 3228359 h 3288094"/>
                  <a:gd name="connsiteX13" fmla="*/ 1443656 w 8773198"/>
                  <a:gd name="connsiteY13" fmla="*/ 3201351 h 3288094"/>
                  <a:gd name="connsiteX14" fmla="*/ 1554706 w 8773198"/>
                  <a:gd name="connsiteY14" fmla="*/ 3178897 h 3288094"/>
                  <a:gd name="connsiteX15" fmla="*/ 1665757 w 8773198"/>
                  <a:gd name="connsiteY15" fmla="*/ 3154220 h 3288094"/>
                  <a:gd name="connsiteX16" fmla="*/ 1776807 w 8773198"/>
                  <a:gd name="connsiteY16" fmla="*/ 3121069 h 3288094"/>
                  <a:gd name="connsiteX17" fmla="*/ 1887858 w 8773198"/>
                  <a:gd name="connsiteY17" fmla="*/ 3079021 h 3288094"/>
                  <a:gd name="connsiteX18" fmla="*/ 1998908 w 8773198"/>
                  <a:gd name="connsiteY18" fmla="*/ 3034219 h 3288094"/>
                  <a:gd name="connsiteX19" fmla="*/ 2109959 w 8773198"/>
                  <a:gd name="connsiteY19" fmla="*/ 2997044 h 3288094"/>
                  <a:gd name="connsiteX20" fmla="*/ 2221009 w 8773198"/>
                  <a:gd name="connsiteY20" fmla="*/ 2975331 h 3288094"/>
                  <a:gd name="connsiteX21" fmla="*/ 2332060 w 8773198"/>
                  <a:gd name="connsiteY21" fmla="*/ 2961986 h 3288094"/>
                  <a:gd name="connsiteX22" fmla="*/ 2443110 w 8773198"/>
                  <a:gd name="connsiteY22" fmla="*/ 2944828 h 3288094"/>
                  <a:gd name="connsiteX23" fmla="*/ 2554161 w 8773198"/>
                  <a:gd name="connsiteY23" fmla="*/ 2910830 h 3288094"/>
                  <a:gd name="connsiteX24" fmla="*/ 2665211 w 8773198"/>
                  <a:gd name="connsiteY24" fmla="*/ 2849506 h 3288094"/>
                  <a:gd name="connsiteX25" fmla="*/ 2776262 w 8773198"/>
                  <a:gd name="connsiteY25" fmla="*/ 2756831 h 3288094"/>
                  <a:gd name="connsiteX26" fmla="*/ 2887312 w 8773198"/>
                  <a:gd name="connsiteY26" fmla="*/ 2637043 h 3288094"/>
                  <a:gd name="connsiteX27" fmla="*/ 2998362 w 8773198"/>
                  <a:gd name="connsiteY27" fmla="*/ 2502426 h 3288094"/>
                  <a:gd name="connsiteX28" fmla="*/ 3109519 w 8773198"/>
                  <a:gd name="connsiteY28" fmla="*/ 2369610 h 3288094"/>
                  <a:gd name="connsiteX29" fmla="*/ 3220569 w 8773198"/>
                  <a:gd name="connsiteY29" fmla="*/ 2255859 h 3288094"/>
                  <a:gd name="connsiteX30" fmla="*/ 3331620 w 8773198"/>
                  <a:gd name="connsiteY30" fmla="*/ 2177377 h 3288094"/>
                  <a:gd name="connsiteX31" fmla="*/ 3442670 w 8773198"/>
                  <a:gd name="connsiteY31" fmla="*/ 2137235 h 3288094"/>
                  <a:gd name="connsiteX32" fmla="*/ 3553721 w 8773198"/>
                  <a:gd name="connsiteY32" fmla="*/ 2110545 h 3288094"/>
                  <a:gd name="connsiteX33" fmla="*/ 3664771 w 8773198"/>
                  <a:gd name="connsiteY33" fmla="*/ 2069450 h 3288094"/>
                  <a:gd name="connsiteX34" fmla="*/ 3775822 w 8773198"/>
                  <a:gd name="connsiteY34" fmla="*/ 2004949 h 3288094"/>
                  <a:gd name="connsiteX35" fmla="*/ 3886872 w 8773198"/>
                  <a:gd name="connsiteY35" fmla="*/ 1942248 h 3288094"/>
                  <a:gd name="connsiteX36" fmla="*/ 3997923 w 8773198"/>
                  <a:gd name="connsiteY36" fmla="*/ 1925302 h 3288094"/>
                  <a:gd name="connsiteX37" fmla="*/ 4108973 w 8773198"/>
                  <a:gd name="connsiteY37" fmla="*/ 1937270 h 3288094"/>
                  <a:gd name="connsiteX38" fmla="*/ 4220024 w 8773198"/>
                  <a:gd name="connsiteY38" fmla="*/ 1951462 h 3288094"/>
                  <a:gd name="connsiteX39" fmla="*/ 4331074 w 8773198"/>
                  <a:gd name="connsiteY39" fmla="*/ 1960359 h 3288094"/>
                  <a:gd name="connsiteX40" fmla="*/ 4442124 w 8773198"/>
                  <a:gd name="connsiteY40" fmla="*/ 1979318 h 3288094"/>
                  <a:gd name="connsiteX41" fmla="*/ 4553175 w 8773198"/>
                  <a:gd name="connsiteY41" fmla="*/ 2002301 h 3288094"/>
                  <a:gd name="connsiteX42" fmla="*/ 4664225 w 8773198"/>
                  <a:gd name="connsiteY42" fmla="*/ 2034605 h 3288094"/>
                  <a:gd name="connsiteX43" fmla="*/ 4775276 w 8773198"/>
                  <a:gd name="connsiteY43" fmla="*/ 2037146 h 3288094"/>
                  <a:gd name="connsiteX44" fmla="*/ 4886326 w 8773198"/>
                  <a:gd name="connsiteY44" fmla="*/ 2010244 h 3288094"/>
                  <a:gd name="connsiteX45" fmla="*/ 4997377 w 8773198"/>
                  <a:gd name="connsiteY45" fmla="*/ 2125267 h 3288094"/>
                  <a:gd name="connsiteX46" fmla="*/ 5108428 w 8773198"/>
                  <a:gd name="connsiteY46" fmla="*/ 2200783 h 3288094"/>
                  <a:gd name="connsiteX47" fmla="*/ 5219478 w 8773198"/>
                  <a:gd name="connsiteY47" fmla="*/ 2128656 h 3288094"/>
                  <a:gd name="connsiteX48" fmla="*/ 5330528 w 8773198"/>
                  <a:gd name="connsiteY48" fmla="*/ 1918417 h 3288094"/>
                  <a:gd name="connsiteX49" fmla="*/ 5441578 w 8773198"/>
                  <a:gd name="connsiteY49" fmla="*/ 1591567 h 3288094"/>
                  <a:gd name="connsiteX50" fmla="*/ 5552629 w 8773198"/>
                  <a:gd name="connsiteY50" fmla="*/ 1172784 h 3288094"/>
                  <a:gd name="connsiteX51" fmla="*/ 5663679 w 8773198"/>
                  <a:gd name="connsiteY51" fmla="*/ 768828 h 3288094"/>
                  <a:gd name="connsiteX52" fmla="*/ 5774730 w 8773198"/>
                  <a:gd name="connsiteY52" fmla="*/ 544291 h 3288094"/>
                  <a:gd name="connsiteX53" fmla="*/ 5885781 w 8773198"/>
                  <a:gd name="connsiteY53" fmla="*/ 371863 h 3288094"/>
                  <a:gd name="connsiteX54" fmla="*/ 5996831 w 8773198"/>
                  <a:gd name="connsiteY54" fmla="*/ 216700 h 3288094"/>
                  <a:gd name="connsiteX55" fmla="*/ 6107881 w 8773198"/>
                  <a:gd name="connsiteY55" fmla="*/ 95746 h 3288094"/>
                  <a:gd name="connsiteX56" fmla="*/ 6219038 w 8773198"/>
                  <a:gd name="connsiteY56" fmla="*/ 29232 h 3288094"/>
                  <a:gd name="connsiteX57" fmla="*/ 6330088 w 8773198"/>
                  <a:gd name="connsiteY57" fmla="*/ 6249 h 3288094"/>
                  <a:gd name="connsiteX58" fmla="*/ 6441139 w 8773198"/>
                  <a:gd name="connsiteY58" fmla="*/ 0 h 3288094"/>
                  <a:gd name="connsiteX59" fmla="*/ 6552189 w 8773198"/>
                  <a:gd name="connsiteY59" fmla="*/ 4766 h 3288094"/>
                  <a:gd name="connsiteX60" fmla="*/ 6663240 w 8773198"/>
                  <a:gd name="connsiteY60" fmla="*/ 21606 h 3288094"/>
                  <a:gd name="connsiteX61" fmla="*/ 6774290 w 8773198"/>
                  <a:gd name="connsiteY61" fmla="*/ 50945 h 3288094"/>
                  <a:gd name="connsiteX62" fmla="*/ 6885340 w 8773198"/>
                  <a:gd name="connsiteY62" fmla="*/ 93204 h 3288094"/>
                  <a:gd name="connsiteX63" fmla="*/ 6996391 w 8773198"/>
                  <a:gd name="connsiteY63" fmla="*/ 148703 h 3288094"/>
                  <a:gd name="connsiteX64" fmla="*/ 7107441 w 8773198"/>
                  <a:gd name="connsiteY64" fmla="*/ 217123 h 3288094"/>
                  <a:gd name="connsiteX65" fmla="*/ 7218492 w 8773198"/>
                  <a:gd name="connsiteY65" fmla="*/ 298465 h 3288094"/>
                  <a:gd name="connsiteX66" fmla="*/ 7329543 w 8773198"/>
                  <a:gd name="connsiteY66" fmla="*/ 392411 h 3288094"/>
                  <a:gd name="connsiteX67" fmla="*/ 7440593 w 8773198"/>
                  <a:gd name="connsiteY67" fmla="*/ 498113 h 3288094"/>
                  <a:gd name="connsiteX68" fmla="*/ 7551643 w 8773198"/>
                  <a:gd name="connsiteY68" fmla="*/ 614830 h 3288094"/>
                  <a:gd name="connsiteX69" fmla="*/ 7662694 w 8773198"/>
                  <a:gd name="connsiteY69" fmla="*/ 741291 h 3288094"/>
                  <a:gd name="connsiteX70" fmla="*/ 7773744 w 8773198"/>
                  <a:gd name="connsiteY70" fmla="*/ 875696 h 3288094"/>
                  <a:gd name="connsiteX71" fmla="*/ 7884794 w 8773198"/>
                  <a:gd name="connsiteY71" fmla="*/ 1015290 h 3288094"/>
                  <a:gd name="connsiteX72" fmla="*/ 7995845 w 8773198"/>
                  <a:gd name="connsiteY72" fmla="*/ 1156367 h 3288094"/>
                  <a:gd name="connsiteX73" fmla="*/ 8106896 w 8773198"/>
                  <a:gd name="connsiteY73" fmla="*/ 1293631 h 3288094"/>
                  <a:gd name="connsiteX74" fmla="*/ 8217946 w 8773198"/>
                  <a:gd name="connsiteY74" fmla="*/ 1419351 h 3288094"/>
                  <a:gd name="connsiteX75" fmla="*/ 8328997 w 8773198"/>
                  <a:gd name="connsiteY75" fmla="*/ 1523041 h 3288094"/>
                  <a:gd name="connsiteX76" fmla="*/ 8440047 w 8773198"/>
                  <a:gd name="connsiteY76" fmla="*/ 1591461 h 3288094"/>
                  <a:gd name="connsiteX77" fmla="*/ 8551097 w 8773198"/>
                  <a:gd name="connsiteY77" fmla="*/ 1609890 h 3288094"/>
                  <a:gd name="connsiteX78" fmla="*/ 8662148 w 8773198"/>
                  <a:gd name="connsiteY78" fmla="*/ 1564347 h 3288094"/>
                  <a:gd name="connsiteX79" fmla="*/ 8773198 w 8773198"/>
                  <a:gd name="connsiteY79" fmla="*/ 1445300 h 3288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288094">
                    <a:moveTo>
                      <a:pt x="0" y="1965125"/>
                    </a:moveTo>
                    <a:lnTo>
                      <a:pt x="111050" y="2289857"/>
                    </a:lnTo>
                    <a:lnTo>
                      <a:pt x="222101" y="2573812"/>
                    </a:lnTo>
                    <a:lnTo>
                      <a:pt x="333151" y="2811377"/>
                    </a:lnTo>
                    <a:lnTo>
                      <a:pt x="444202" y="2998208"/>
                    </a:lnTo>
                    <a:lnTo>
                      <a:pt x="555252" y="3133566"/>
                    </a:lnTo>
                    <a:lnTo>
                      <a:pt x="666303" y="3220627"/>
                    </a:lnTo>
                    <a:lnTo>
                      <a:pt x="777353" y="3268712"/>
                    </a:lnTo>
                    <a:lnTo>
                      <a:pt x="888404" y="3288095"/>
                    </a:lnTo>
                    <a:lnTo>
                      <a:pt x="999454" y="3287989"/>
                    </a:lnTo>
                    <a:lnTo>
                      <a:pt x="1110505" y="3274961"/>
                    </a:lnTo>
                    <a:lnTo>
                      <a:pt x="1221555" y="3254096"/>
                    </a:lnTo>
                    <a:lnTo>
                      <a:pt x="1332605" y="3228359"/>
                    </a:lnTo>
                    <a:lnTo>
                      <a:pt x="1443656" y="3201351"/>
                    </a:lnTo>
                    <a:lnTo>
                      <a:pt x="1554706" y="3178897"/>
                    </a:lnTo>
                    <a:lnTo>
                      <a:pt x="1665757" y="3154220"/>
                    </a:lnTo>
                    <a:lnTo>
                      <a:pt x="1776807" y="3121069"/>
                    </a:lnTo>
                    <a:lnTo>
                      <a:pt x="1887858" y="3079021"/>
                    </a:lnTo>
                    <a:lnTo>
                      <a:pt x="1998908" y="3034219"/>
                    </a:lnTo>
                    <a:lnTo>
                      <a:pt x="2109959" y="2997044"/>
                    </a:lnTo>
                    <a:lnTo>
                      <a:pt x="2221009" y="2975331"/>
                    </a:lnTo>
                    <a:lnTo>
                      <a:pt x="2332060" y="2961986"/>
                    </a:lnTo>
                    <a:lnTo>
                      <a:pt x="2443110" y="2944828"/>
                    </a:lnTo>
                    <a:lnTo>
                      <a:pt x="2554161" y="2910830"/>
                    </a:lnTo>
                    <a:lnTo>
                      <a:pt x="2665211" y="2849506"/>
                    </a:lnTo>
                    <a:lnTo>
                      <a:pt x="2776262" y="2756831"/>
                    </a:lnTo>
                    <a:lnTo>
                      <a:pt x="2887312" y="2637043"/>
                    </a:lnTo>
                    <a:lnTo>
                      <a:pt x="2998362" y="2502426"/>
                    </a:lnTo>
                    <a:lnTo>
                      <a:pt x="3109519" y="2369610"/>
                    </a:lnTo>
                    <a:lnTo>
                      <a:pt x="3220569" y="2255859"/>
                    </a:lnTo>
                    <a:lnTo>
                      <a:pt x="3331620" y="2177377"/>
                    </a:lnTo>
                    <a:lnTo>
                      <a:pt x="3442670" y="2137235"/>
                    </a:lnTo>
                    <a:lnTo>
                      <a:pt x="3553721" y="2110545"/>
                    </a:lnTo>
                    <a:lnTo>
                      <a:pt x="3664771" y="2069450"/>
                    </a:lnTo>
                    <a:lnTo>
                      <a:pt x="3775822" y="2004949"/>
                    </a:lnTo>
                    <a:lnTo>
                      <a:pt x="3886872" y="1942248"/>
                    </a:lnTo>
                    <a:lnTo>
                      <a:pt x="3997923" y="1925302"/>
                    </a:lnTo>
                    <a:lnTo>
                      <a:pt x="4108973" y="1937270"/>
                    </a:lnTo>
                    <a:lnTo>
                      <a:pt x="4220024" y="1951462"/>
                    </a:lnTo>
                    <a:lnTo>
                      <a:pt x="4331074" y="1960359"/>
                    </a:lnTo>
                    <a:lnTo>
                      <a:pt x="4442124" y="1979318"/>
                    </a:lnTo>
                    <a:lnTo>
                      <a:pt x="4553175" y="2002301"/>
                    </a:lnTo>
                    <a:lnTo>
                      <a:pt x="4664225" y="2034605"/>
                    </a:lnTo>
                    <a:lnTo>
                      <a:pt x="4775276" y="2037146"/>
                    </a:lnTo>
                    <a:lnTo>
                      <a:pt x="4886326" y="2010244"/>
                    </a:lnTo>
                    <a:lnTo>
                      <a:pt x="4997377" y="2125267"/>
                    </a:lnTo>
                    <a:lnTo>
                      <a:pt x="5108428" y="2200783"/>
                    </a:lnTo>
                    <a:lnTo>
                      <a:pt x="5219478" y="2128656"/>
                    </a:lnTo>
                    <a:lnTo>
                      <a:pt x="5330528" y="1918417"/>
                    </a:lnTo>
                    <a:lnTo>
                      <a:pt x="5441578" y="1591567"/>
                    </a:lnTo>
                    <a:lnTo>
                      <a:pt x="5552629" y="1172784"/>
                    </a:lnTo>
                    <a:lnTo>
                      <a:pt x="5663679" y="768828"/>
                    </a:lnTo>
                    <a:lnTo>
                      <a:pt x="5774730" y="544291"/>
                    </a:lnTo>
                    <a:lnTo>
                      <a:pt x="5885781" y="371863"/>
                    </a:lnTo>
                    <a:lnTo>
                      <a:pt x="5996831" y="216700"/>
                    </a:lnTo>
                    <a:lnTo>
                      <a:pt x="6107881" y="95746"/>
                    </a:lnTo>
                    <a:lnTo>
                      <a:pt x="6219038" y="29232"/>
                    </a:lnTo>
                    <a:lnTo>
                      <a:pt x="6330088" y="6249"/>
                    </a:lnTo>
                    <a:lnTo>
                      <a:pt x="6441139" y="0"/>
                    </a:lnTo>
                    <a:lnTo>
                      <a:pt x="6552189" y="4766"/>
                    </a:lnTo>
                    <a:lnTo>
                      <a:pt x="6663240" y="21606"/>
                    </a:lnTo>
                    <a:lnTo>
                      <a:pt x="6774290" y="50945"/>
                    </a:lnTo>
                    <a:lnTo>
                      <a:pt x="6885340" y="93204"/>
                    </a:lnTo>
                    <a:lnTo>
                      <a:pt x="6996391" y="148703"/>
                    </a:lnTo>
                    <a:lnTo>
                      <a:pt x="7107441" y="217123"/>
                    </a:lnTo>
                    <a:lnTo>
                      <a:pt x="7218492" y="298465"/>
                    </a:lnTo>
                    <a:lnTo>
                      <a:pt x="7329543" y="392411"/>
                    </a:lnTo>
                    <a:lnTo>
                      <a:pt x="7440593" y="498113"/>
                    </a:lnTo>
                    <a:lnTo>
                      <a:pt x="7551643" y="614830"/>
                    </a:lnTo>
                    <a:lnTo>
                      <a:pt x="7662694" y="741291"/>
                    </a:lnTo>
                    <a:lnTo>
                      <a:pt x="7773744" y="875696"/>
                    </a:lnTo>
                    <a:lnTo>
                      <a:pt x="7884794" y="1015290"/>
                    </a:lnTo>
                    <a:lnTo>
                      <a:pt x="7995845" y="1156367"/>
                    </a:lnTo>
                    <a:lnTo>
                      <a:pt x="8106896" y="1293631"/>
                    </a:lnTo>
                    <a:lnTo>
                      <a:pt x="8217946" y="1419351"/>
                    </a:lnTo>
                    <a:lnTo>
                      <a:pt x="8328997" y="1523041"/>
                    </a:lnTo>
                    <a:lnTo>
                      <a:pt x="8440047" y="1591461"/>
                    </a:lnTo>
                    <a:lnTo>
                      <a:pt x="8551097" y="1609890"/>
                    </a:lnTo>
                    <a:lnTo>
                      <a:pt x="8662148" y="1564347"/>
                    </a:lnTo>
                    <a:lnTo>
                      <a:pt x="8773198" y="144530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62521C9-F94A-8754-3B73-F53ABEEDA4F7}"/>
                  </a:ext>
                </a:extLst>
              </p:cNvPr>
              <p:cNvSpPr/>
              <p:nvPr/>
            </p:nvSpPr>
            <p:spPr>
              <a:xfrm>
                <a:off x="1909778" y="3115070"/>
                <a:ext cx="8773198" cy="2661614"/>
              </a:xfrm>
              <a:custGeom>
                <a:avLst/>
                <a:gdLst>
                  <a:gd name="connsiteX0" fmla="*/ 8773198 w 8773198"/>
                  <a:gd name="connsiteY0" fmla="*/ 2460484 h 2661614"/>
                  <a:gd name="connsiteX1" fmla="*/ 8662148 w 8773198"/>
                  <a:gd name="connsiteY1" fmla="*/ 2280536 h 2661614"/>
                  <a:gd name="connsiteX2" fmla="*/ 8551097 w 8773198"/>
                  <a:gd name="connsiteY2" fmla="*/ 2143802 h 2661614"/>
                  <a:gd name="connsiteX3" fmla="*/ 8440047 w 8773198"/>
                  <a:gd name="connsiteY3" fmla="*/ 2043819 h 2661614"/>
                  <a:gd name="connsiteX4" fmla="*/ 8328997 w 8773198"/>
                  <a:gd name="connsiteY4" fmla="*/ 1969574 h 2661614"/>
                  <a:gd name="connsiteX5" fmla="*/ 8217946 w 8773198"/>
                  <a:gd name="connsiteY5" fmla="*/ 1909203 h 2661614"/>
                  <a:gd name="connsiteX6" fmla="*/ 8106896 w 8773198"/>
                  <a:gd name="connsiteY6" fmla="*/ 1852327 h 2661614"/>
                  <a:gd name="connsiteX7" fmla="*/ 7995845 w 8773198"/>
                  <a:gd name="connsiteY7" fmla="*/ 1791320 h 2661614"/>
                  <a:gd name="connsiteX8" fmla="*/ 7884794 w 8773198"/>
                  <a:gd name="connsiteY8" fmla="*/ 1721629 h 2661614"/>
                  <a:gd name="connsiteX9" fmla="*/ 7773744 w 8773198"/>
                  <a:gd name="connsiteY9" fmla="*/ 1640711 h 2661614"/>
                  <a:gd name="connsiteX10" fmla="*/ 7662694 w 8773198"/>
                  <a:gd name="connsiteY10" fmla="*/ 1547507 h 2661614"/>
                  <a:gd name="connsiteX11" fmla="*/ 7551643 w 8773198"/>
                  <a:gd name="connsiteY11" fmla="*/ 1442652 h 2661614"/>
                  <a:gd name="connsiteX12" fmla="*/ 7440593 w 8773198"/>
                  <a:gd name="connsiteY12" fmla="*/ 1326889 h 2661614"/>
                  <a:gd name="connsiteX13" fmla="*/ 7329543 w 8773198"/>
                  <a:gd name="connsiteY13" fmla="*/ 1202016 h 2661614"/>
                  <a:gd name="connsiteX14" fmla="*/ 7218492 w 8773198"/>
                  <a:gd name="connsiteY14" fmla="*/ 1070048 h 2661614"/>
                  <a:gd name="connsiteX15" fmla="*/ 7107441 w 8773198"/>
                  <a:gd name="connsiteY15" fmla="*/ 933313 h 2661614"/>
                  <a:gd name="connsiteX16" fmla="*/ 6996391 w 8773198"/>
                  <a:gd name="connsiteY16" fmla="*/ 794248 h 2661614"/>
                  <a:gd name="connsiteX17" fmla="*/ 6885340 w 8773198"/>
                  <a:gd name="connsiteY17" fmla="*/ 655607 h 2661614"/>
                  <a:gd name="connsiteX18" fmla="*/ 6774290 w 8773198"/>
                  <a:gd name="connsiteY18" fmla="*/ 520355 h 2661614"/>
                  <a:gd name="connsiteX19" fmla="*/ 6663240 w 8773198"/>
                  <a:gd name="connsiteY19" fmla="*/ 391352 h 2661614"/>
                  <a:gd name="connsiteX20" fmla="*/ 6552189 w 8773198"/>
                  <a:gd name="connsiteY20" fmla="*/ 272092 h 2661614"/>
                  <a:gd name="connsiteX21" fmla="*/ 6441139 w 8773198"/>
                  <a:gd name="connsiteY21" fmla="*/ 165967 h 2661614"/>
                  <a:gd name="connsiteX22" fmla="*/ 6330088 w 8773198"/>
                  <a:gd name="connsiteY22" fmla="*/ 76788 h 2661614"/>
                  <a:gd name="connsiteX23" fmla="*/ 6219038 w 8773198"/>
                  <a:gd name="connsiteY23" fmla="*/ 15887 h 2661614"/>
                  <a:gd name="connsiteX24" fmla="*/ 6107881 w 8773198"/>
                  <a:gd name="connsiteY24" fmla="*/ 0 h 2661614"/>
                  <a:gd name="connsiteX25" fmla="*/ 5996831 w 8773198"/>
                  <a:gd name="connsiteY25" fmla="*/ 15146 h 2661614"/>
                  <a:gd name="connsiteX26" fmla="*/ 5885781 w 8773198"/>
                  <a:gd name="connsiteY26" fmla="*/ 74563 h 2661614"/>
                  <a:gd name="connsiteX27" fmla="*/ 5774730 w 8773198"/>
                  <a:gd name="connsiteY27" fmla="*/ 304926 h 2661614"/>
                  <a:gd name="connsiteX28" fmla="*/ 5663679 w 8773198"/>
                  <a:gd name="connsiteY28" fmla="*/ 643321 h 2661614"/>
                  <a:gd name="connsiteX29" fmla="*/ 5552629 w 8773198"/>
                  <a:gd name="connsiteY29" fmla="*/ 1110506 h 2661614"/>
                  <a:gd name="connsiteX30" fmla="*/ 5441578 w 8773198"/>
                  <a:gd name="connsiteY30" fmla="*/ 1676510 h 2661614"/>
                  <a:gd name="connsiteX31" fmla="*/ 5330528 w 8773198"/>
                  <a:gd name="connsiteY31" fmla="*/ 2243996 h 2661614"/>
                  <a:gd name="connsiteX32" fmla="*/ 5219478 w 8773198"/>
                  <a:gd name="connsiteY32" fmla="*/ 2634183 h 2661614"/>
                  <a:gd name="connsiteX33" fmla="*/ 5108428 w 8773198"/>
                  <a:gd name="connsiteY33" fmla="*/ 2640749 h 2661614"/>
                  <a:gd name="connsiteX34" fmla="*/ 4997377 w 8773198"/>
                  <a:gd name="connsiteY34" fmla="*/ 2328092 h 2661614"/>
                  <a:gd name="connsiteX35" fmla="*/ 4886326 w 8773198"/>
                  <a:gd name="connsiteY35" fmla="*/ 1997747 h 2661614"/>
                  <a:gd name="connsiteX36" fmla="*/ 4775276 w 8773198"/>
                  <a:gd name="connsiteY36" fmla="*/ 1780941 h 2661614"/>
                  <a:gd name="connsiteX37" fmla="*/ 4664225 w 8773198"/>
                  <a:gd name="connsiteY37" fmla="*/ 1556298 h 2661614"/>
                  <a:gd name="connsiteX38" fmla="*/ 4553175 w 8773198"/>
                  <a:gd name="connsiteY38" fmla="*/ 1487983 h 2661614"/>
                  <a:gd name="connsiteX39" fmla="*/ 4442124 w 8773198"/>
                  <a:gd name="connsiteY39" fmla="*/ 1487560 h 2661614"/>
                  <a:gd name="connsiteX40" fmla="*/ 4331074 w 8773198"/>
                  <a:gd name="connsiteY40" fmla="*/ 1530243 h 2661614"/>
                  <a:gd name="connsiteX41" fmla="*/ 4220024 w 8773198"/>
                  <a:gd name="connsiteY41" fmla="*/ 1593791 h 2661614"/>
                  <a:gd name="connsiteX42" fmla="*/ 4108973 w 8773198"/>
                  <a:gd name="connsiteY42" fmla="*/ 1685195 h 2661614"/>
                  <a:gd name="connsiteX43" fmla="*/ 3997923 w 8773198"/>
                  <a:gd name="connsiteY43" fmla="*/ 1786342 h 2661614"/>
                  <a:gd name="connsiteX44" fmla="*/ 3886872 w 8773198"/>
                  <a:gd name="connsiteY44" fmla="*/ 1871815 h 2661614"/>
                  <a:gd name="connsiteX45" fmla="*/ 3775822 w 8773198"/>
                  <a:gd name="connsiteY45" fmla="*/ 1974234 h 2661614"/>
                  <a:gd name="connsiteX46" fmla="*/ 3664771 w 8773198"/>
                  <a:gd name="connsiteY46" fmla="*/ 2121454 h 2661614"/>
                  <a:gd name="connsiteX47" fmla="*/ 3553721 w 8773198"/>
                  <a:gd name="connsiteY47" fmla="*/ 2311251 h 2661614"/>
                  <a:gd name="connsiteX48" fmla="*/ 3442670 w 8773198"/>
                  <a:gd name="connsiteY48" fmla="*/ 2507404 h 2661614"/>
                  <a:gd name="connsiteX49" fmla="*/ 3331620 w 8773198"/>
                  <a:gd name="connsiteY49" fmla="*/ 2654624 h 2661614"/>
                  <a:gd name="connsiteX50" fmla="*/ 3220569 w 8773198"/>
                  <a:gd name="connsiteY50" fmla="*/ 2661614 h 2661614"/>
                  <a:gd name="connsiteX51" fmla="*/ 3109519 w 8773198"/>
                  <a:gd name="connsiteY51" fmla="*/ 2661614 h 2661614"/>
                  <a:gd name="connsiteX52" fmla="*/ 2998362 w 8773198"/>
                  <a:gd name="connsiteY52" fmla="*/ 2661614 h 2661614"/>
                  <a:gd name="connsiteX53" fmla="*/ 2887312 w 8773198"/>
                  <a:gd name="connsiteY53" fmla="*/ 2661614 h 2661614"/>
                  <a:gd name="connsiteX54" fmla="*/ 2776262 w 8773198"/>
                  <a:gd name="connsiteY54" fmla="*/ 2661614 h 2661614"/>
                  <a:gd name="connsiteX55" fmla="*/ 2665211 w 8773198"/>
                  <a:gd name="connsiteY55" fmla="*/ 2661614 h 2661614"/>
                  <a:gd name="connsiteX56" fmla="*/ 2554161 w 8773198"/>
                  <a:gd name="connsiteY56" fmla="*/ 2661614 h 2661614"/>
                  <a:gd name="connsiteX57" fmla="*/ 2443110 w 8773198"/>
                  <a:gd name="connsiteY57" fmla="*/ 2661614 h 2661614"/>
                  <a:gd name="connsiteX58" fmla="*/ 2332060 w 8773198"/>
                  <a:gd name="connsiteY58" fmla="*/ 2661614 h 2661614"/>
                  <a:gd name="connsiteX59" fmla="*/ 2221009 w 8773198"/>
                  <a:gd name="connsiteY59" fmla="*/ 2661614 h 2661614"/>
                  <a:gd name="connsiteX60" fmla="*/ 2109959 w 8773198"/>
                  <a:gd name="connsiteY60" fmla="*/ 2661614 h 2661614"/>
                  <a:gd name="connsiteX61" fmla="*/ 1998908 w 8773198"/>
                  <a:gd name="connsiteY61" fmla="*/ 2661614 h 2661614"/>
                  <a:gd name="connsiteX62" fmla="*/ 1887858 w 8773198"/>
                  <a:gd name="connsiteY62" fmla="*/ 2661614 h 2661614"/>
                  <a:gd name="connsiteX63" fmla="*/ 1776807 w 8773198"/>
                  <a:gd name="connsiteY63" fmla="*/ 2661614 h 2661614"/>
                  <a:gd name="connsiteX64" fmla="*/ 1665757 w 8773198"/>
                  <a:gd name="connsiteY64" fmla="*/ 2661614 h 2661614"/>
                  <a:gd name="connsiteX65" fmla="*/ 1554706 w 8773198"/>
                  <a:gd name="connsiteY65" fmla="*/ 2661614 h 2661614"/>
                  <a:gd name="connsiteX66" fmla="*/ 1443656 w 8773198"/>
                  <a:gd name="connsiteY66" fmla="*/ 2661614 h 2661614"/>
                  <a:gd name="connsiteX67" fmla="*/ 1332605 w 8773198"/>
                  <a:gd name="connsiteY67" fmla="*/ 2661614 h 2661614"/>
                  <a:gd name="connsiteX68" fmla="*/ 1221555 w 8773198"/>
                  <a:gd name="connsiteY68" fmla="*/ 2661614 h 2661614"/>
                  <a:gd name="connsiteX69" fmla="*/ 1110505 w 8773198"/>
                  <a:gd name="connsiteY69" fmla="*/ 2661614 h 2661614"/>
                  <a:gd name="connsiteX70" fmla="*/ 999454 w 8773198"/>
                  <a:gd name="connsiteY70" fmla="*/ 2661614 h 2661614"/>
                  <a:gd name="connsiteX71" fmla="*/ 888404 w 8773198"/>
                  <a:gd name="connsiteY71" fmla="*/ 2661614 h 2661614"/>
                  <a:gd name="connsiteX72" fmla="*/ 777353 w 8773198"/>
                  <a:gd name="connsiteY72" fmla="*/ 2661614 h 2661614"/>
                  <a:gd name="connsiteX73" fmla="*/ 666303 w 8773198"/>
                  <a:gd name="connsiteY73" fmla="*/ 2661614 h 2661614"/>
                  <a:gd name="connsiteX74" fmla="*/ 555252 w 8773198"/>
                  <a:gd name="connsiteY74" fmla="*/ 2661614 h 2661614"/>
                  <a:gd name="connsiteX75" fmla="*/ 444202 w 8773198"/>
                  <a:gd name="connsiteY75" fmla="*/ 2661614 h 2661614"/>
                  <a:gd name="connsiteX76" fmla="*/ 333151 w 8773198"/>
                  <a:gd name="connsiteY76" fmla="*/ 2661614 h 2661614"/>
                  <a:gd name="connsiteX77" fmla="*/ 222101 w 8773198"/>
                  <a:gd name="connsiteY77" fmla="*/ 2661614 h 2661614"/>
                  <a:gd name="connsiteX78" fmla="*/ 111050 w 8773198"/>
                  <a:gd name="connsiteY78" fmla="*/ 2661614 h 2661614"/>
                  <a:gd name="connsiteX79" fmla="*/ 0 w 8773198"/>
                  <a:gd name="connsiteY79" fmla="*/ 2661614 h 266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661614">
                    <a:moveTo>
                      <a:pt x="8773198" y="2460484"/>
                    </a:moveTo>
                    <a:lnTo>
                      <a:pt x="8662148" y="2280536"/>
                    </a:lnTo>
                    <a:lnTo>
                      <a:pt x="8551097" y="2143802"/>
                    </a:lnTo>
                    <a:lnTo>
                      <a:pt x="8440047" y="2043819"/>
                    </a:lnTo>
                    <a:lnTo>
                      <a:pt x="8328997" y="1969574"/>
                    </a:lnTo>
                    <a:lnTo>
                      <a:pt x="8217946" y="1909203"/>
                    </a:lnTo>
                    <a:lnTo>
                      <a:pt x="8106896" y="1852327"/>
                    </a:lnTo>
                    <a:lnTo>
                      <a:pt x="7995845" y="1791320"/>
                    </a:lnTo>
                    <a:lnTo>
                      <a:pt x="7884794" y="1721629"/>
                    </a:lnTo>
                    <a:lnTo>
                      <a:pt x="7773744" y="1640711"/>
                    </a:lnTo>
                    <a:lnTo>
                      <a:pt x="7662694" y="1547507"/>
                    </a:lnTo>
                    <a:lnTo>
                      <a:pt x="7551643" y="1442652"/>
                    </a:lnTo>
                    <a:lnTo>
                      <a:pt x="7440593" y="1326889"/>
                    </a:lnTo>
                    <a:lnTo>
                      <a:pt x="7329543" y="1202016"/>
                    </a:lnTo>
                    <a:lnTo>
                      <a:pt x="7218492" y="1070048"/>
                    </a:lnTo>
                    <a:lnTo>
                      <a:pt x="7107441" y="933313"/>
                    </a:lnTo>
                    <a:lnTo>
                      <a:pt x="6996391" y="794248"/>
                    </a:lnTo>
                    <a:lnTo>
                      <a:pt x="6885340" y="655607"/>
                    </a:lnTo>
                    <a:lnTo>
                      <a:pt x="6774290" y="520355"/>
                    </a:lnTo>
                    <a:lnTo>
                      <a:pt x="6663240" y="391352"/>
                    </a:lnTo>
                    <a:lnTo>
                      <a:pt x="6552189" y="272092"/>
                    </a:lnTo>
                    <a:lnTo>
                      <a:pt x="6441139" y="165967"/>
                    </a:lnTo>
                    <a:lnTo>
                      <a:pt x="6330088" y="76788"/>
                    </a:lnTo>
                    <a:lnTo>
                      <a:pt x="6219038" y="15887"/>
                    </a:lnTo>
                    <a:lnTo>
                      <a:pt x="6107881" y="0"/>
                    </a:lnTo>
                    <a:lnTo>
                      <a:pt x="5996831" y="15146"/>
                    </a:lnTo>
                    <a:lnTo>
                      <a:pt x="5885781" y="74563"/>
                    </a:lnTo>
                    <a:lnTo>
                      <a:pt x="5774730" y="304926"/>
                    </a:lnTo>
                    <a:lnTo>
                      <a:pt x="5663679" y="643321"/>
                    </a:lnTo>
                    <a:lnTo>
                      <a:pt x="5552629" y="1110506"/>
                    </a:lnTo>
                    <a:lnTo>
                      <a:pt x="5441578" y="1676510"/>
                    </a:lnTo>
                    <a:lnTo>
                      <a:pt x="5330528" y="2243996"/>
                    </a:lnTo>
                    <a:lnTo>
                      <a:pt x="5219478" y="2634183"/>
                    </a:lnTo>
                    <a:lnTo>
                      <a:pt x="5108428" y="2640749"/>
                    </a:lnTo>
                    <a:lnTo>
                      <a:pt x="4997377" y="2328092"/>
                    </a:lnTo>
                    <a:lnTo>
                      <a:pt x="4886326" y="1997747"/>
                    </a:lnTo>
                    <a:lnTo>
                      <a:pt x="4775276" y="1780941"/>
                    </a:lnTo>
                    <a:lnTo>
                      <a:pt x="4664225" y="1556298"/>
                    </a:lnTo>
                    <a:lnTo>
                      <a:pt x="4553175" y="1487983"/>
                    </a:lnTo>
                    <a:lnTo>
                      <a:pt x="4442124" y="1487560"/>
                    </a:lnTo>
                    <a:lnTo>
                      <a:pt x="4331074" y="1530243"/>
                    </a:lnTo>
                    <a:lnTo>
                      <a:pt x="4220024" y="1593791"/>
                    </a:lnTo>
                    <a:lnTo>
                      <a:pt x="4108973" y="1685195"/>
                    </a:lnTo>
                    <a:lnTo>
                      <a:pt x="3997923" y="1786342"/>
                    </a:lnTo>
                    <a:lnTo>
                      <a:pt x="3886872" y="1871815"/>
                    </a:lnTo>
                    <a:lnTo>
                      <a:pt x="3775822" y="1974234"/>
                    </a:lnTo>
                    <a:lnTo>
                      <a:pt x="3664771" y="2121454"/>
                    </a:lnTo>
                    <a:lnTo>
                      <a:pt x="3553721" y="2311251"/>
                    </a:lnTo>
                    <a:lnTo>
                      <a:pt x="3442670" y="2507404"/>
                    </a:lnTo>
                    <a:lnTo>
                      <a:pt x="3331620" y="2654624"/>
                    </a:lnTo>
                    <a:lnTo>
                      <a:pt x="3220569" y="2661614"/>
                    </a:lnTo>
                    <a:lnTo>
                      <a:pt x="3109519" y="2661614"/>
                    </a:lnTo>
                    <a:lnTo>
                      <a:pt x="2998362" y="2661614"/>
                    </a:lnTo>
                    <a:lnTo>
                      <a:pt x="2887312" y="2661614"/>
                    </a:lnTo>
                    <a:lnTo>
                      <a:pt x="2776262" y="2661614"/>
                    </a:lnTo>
                    <a:lnTo>
                      <a:pt x="2665211" y="2661614"/>
                    </a:lnTo>
                    <a:lnTo>
                      <a:pt x="2554161" y="2661614"/>
                    </a:lnTo>
                    <a:lnTo>
                      <a:pt x="2443110" y="2661614"/>
                    </a:lnTo>
                    <a:lnTo>
                      <a:pt x="2332060" y="2661614"/>
                    </a:lnTo>
                    <a:lnTo>
                      <a:pt x="2221009" y="2661614"/>
                    </a:lnTo>
                    <a:lnTo>
                      <a:pt x="2109959" y="2661614"/>
                    </a:lnTo>
                    <a:lnTo>
                      <a:pt x="1998908" y="2661614"/>
                    </a:lnTo>
                    <a:lnTo>
                      <a:pt x="1887858" y="2661614"/>
                    </a:lnTo>
                    <a:lnTo>
                      <a:pt x="1776807" y="2661614"/>
                    </a:lnTo>
                    <a:lnTo>
                      <a:pt x="1665757" y="2661614"/>
                    </a:lnTo>
                    <a:lnTo>
                      <a:pt x="1554706" y="2661614"/>
                    </a:lnTo>
                    <a:lnTo>
                      <a:pt x="1443656" y="2661614"/>
                    </a:lnTo>
                    <a:lnTo>
                      <a:pt x="1332605" y="2661614"/>
                    </a:lnTo>
                    <a:lnTo>
                      <a:pt x="1221555" y="2661614"/>
                    </a:lnTo>
                    <a:lnTo>
                      <a:pt x="1110505" y="2661614"/>
                    </a:lnTo>
                    <a:lnTo>
                      <a:pt x="999454" y="2661614"/>
                    </a:lnTo>
                    <a:lnTo>
                      <a:pt x="888404" y="2661614"/>
                    </a:lnTo>
                    <a:lnTo>
                      <a:pt x="777353" y="2661614"/>
                    </a:lnTo>
                    <a:lnTo>
                      <a:pt x="666303" y="2661614"/>
                    </a:lnTo>
                    <a:lnTo>
                      <a:pt x="555252" y="2661614"/>
                    </a:lnTo>
                    <a:lnTo>
                      <a:pt x="444202" y="2661614"/>
                    </a:lnTo>
                    <a:lnTo>
                      <a:pt x="333151" y="2661614"/>
                    </a:lnTo>
                    <a:lnTo>
                      <a:pt x="222101" y="2661614"/>
                    </a:lnTo>
                    <a:lnTo>
                      <a:pt x="111050" y="2661614"/>
                    </a:lnTo>
                    <a:lnTo>
                      <a:pt x="0" y="2661614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23F5499-F038-7A71-4A4E-E2E934B0880C}"/>
                  </a:ext>
                </a:extLst>
              </p:cNvPr>
              <p:cNvSpPr/>
              <p:nvPr/>
            </p:nvSpPr>
            <p:spPr>
              <a:xfrm>
                <a:off x="1909778" y="2065888"/>
                <a:ext cx="8773198" cy="3254943"/>
              </a:xfrm>
              <a:custGeom>
                <a:avLst/>
                <a:gdLst>
                  <a:gd name="connsiteX0" fmla="*/ 0 w 8773198"/>
                  <a:gd name="connsiteY0" fmla="*/ 2509099 h 3254943"/>
                  <a:gd name="connsiteX1" fmla="*/ 111050 w 8773198"/>
                  <a:gd name="connsiteY1" fmla="*/ 2608340 h 3254943"/>
                  <a:gd name="connsiteX2" fmla="*/ 222101 w 8773198"/>
                  <a:gd name="connsiteY2" fmla="*/ 2700485 h 3254943"/>
                  <a:gd name="connsiteX3" fmla="*/ 333151 w 8773198"/>
                  <a:gd name="connsiteY3" fmla="*/ 2785533 h 3254943"/>
                  <a:gd name="connsiteX4" fmla="*/ 444202 w 8773198"/>
                  <a:gd name="connsiteY4" fmla="*/ 2863380 h 3254943"/>
                  <a:gd name="connsiteX5" fmla="*/ 555252 w 8773198"/>
                  <a:gd name="connsiteY5" fmla="*/ 2933919 h 3254943"/>
                  <a:gd name="connsiteX6" fmla="*/ 666303 w 8773198"/>
                  <a:gd name="connsiteY6" fmla="*/ 2997467 h 3254943"/>
                  <a:gd name="connsiteX7" fmla="*/ 777353 w 8773198"/>
                  <a:gd name="connsiteY7" fmla="*/ 3054131 h 3254943"/>
                  <a:gd name="connsiteX8" fmla="*/ 888404 w 8773198"/>
                  <a:gd name="connsiteY8" fmla="*/ 3103699 h 3254943"/>
                  <a:gd name="connsiteX9" fmla="*/ 999454 w 8773198"/>
                  <a:gd name="connsiteY9" fmla="*/ 3146382 h 3254943"/>
                  <a:gd name="connsiteX10" fmla="*/ 1110505 w 8773198"/>
                  <a:gd name="connsiteY10" fmla="*/ 3182075 h 3254943"/>
                  <a:gd name="connsiteX11" fmla="*/ 1221555 w 8773198"/>
                  <a:gd name="connsiteY11" fmla="*/ 3210778 h 3254943"/>
                  <a:gd name="connsiteX12" fmla="*/ 1332605 w 8773198"/>
                  <a:gd name="connsiteY12" fmla="*/ 3232596 h 3254943"/>
                  <a:gd name="connsiteX13" fmla="*/ 1443656 w 8773198"/>
                  <a:gd name="connsiteY13" fmla="*/ 3247318 h 3254943"/>
                  <a:gd name="connsiteX14" fmla="*/ 1554706 w 8773198"/>
                  <a:gd name="connsiteY14" fmla="*/ 3254732 h 3254943"/>
                  <a:gd name="connsiteX15" fmla="*/ 1665757 w 8773198"/>
                  <a:gd name="connsiteY15" fmla="*/ 3254944 h 3254943"/>
                  <a:gd name="connsiteX16" fmla="*/ 1776807 w 8773198"/>
                  <a:gd name="connsiteY16" fmla="*/ 3248059 h 3254943"/>
                  <a:gd name="connsiteX17" fmla="*/ 1887858 w 8773198"/>
                  <a:gd name="connsiteY17" fmla="*/ 3233867 h 3254943"/>
                  <a:gd name="connsiteX18" fmla="*/ 1998908 w 8773198"/>
                  <a:gd name="connsiteY18" fmla="*/ 3212578 h 3254943"/>
                  <a:gd name="connsiteX19" fmla="*/ 2109959 w 8773198"/>
                  <a:gd name="connsiteY19" fmla="*/ 3184299 h 3254943"/>
                  <a:gd name="connsiteX20" fmla="*/ 2221009 w 8773198"/>
                  <a:gd name="connsiteY20" fmla="*/ 3145958 h 3254943"/>
                  <a:gd name="connsiteX21" fmla="*/ 2332060 w 8773198"/>
                  <a:gd name="connsiteY21" fmla="*/ 3094484 h 3254943"/>
                  <a:gd name="connsiteX22" fmla="*/ 2443110 w 8773198"/>
                  <a:gd name="connsiteY22" fmla="*/ 3031783 h 3254943"/>
                  <a:gd name="connsiteX23" fmla="*/ 2554161 w 8773198"/>
                  <a:gd name="connsiteY23" fmla="*/ 2960186 h 3254943"/>
                  <a:gd name="connsiteX24" fmla="*/ 2665211 w 8773198"/>
                  <a:gd name="connsiteY24" fmla="*/ 2881809 h 3254943"/>
                  <a:gd name="connsiteX25" fmla="*/ 2776262 w 8773198"/>
                  <a:gd name="connsiteY25" fmla="*/ 2799090 h 3254943"/>
                  <a:gd name="connsiteX26" fmla="*/ 2887312 w 8773198"/>
                  <a:gd name="connsiteY26" fmla="*/ 2713936 h 3254943"/>
                  <a:gd name="connsiteX27" fmla="*/ 2998362 w 8773198"/>
                  <a:gd name="connsiteY27" fmla="*/ 2628781 h 3254943"/>
                  <a:gd name="connsiteX28" fmla="*/ 3109519 w 8773198"/>
                  <a:gd name="connsiteY28" fmla="*/ 2545851 h 3254943"/>
                  <a:gd name="connsiteX29" fmla="*/ 3220569 w 8773198"/>
                  <a:gd name="connsiteY29" fmla="*/ 2467263 h 3254943"/>
                  <a:gd name="connsiteX30" fmla="*/ 3331620 w 8773198"/>
                  <a:gd name="connsiteY30" fmla="*/ 2393335 h 3254943"/>
                  <a:gd name="connsiteX31" fmla="*/ 3442670 w 8773198"/>
                  <a:gd name="connsiteY31" fmla="*/ 2299707 h 3254943"/>
                  <a:gd name="connsiteX32" fmla="*/ 3553721 w 8773198"/>
                  <a:gd name="connsiteY32" fmla="*/ 2188286 h 3254943"/>
                  <a:gd name="connsiteX33" fmla="*/ 3664771 w 8773198"/>
                  <a:gd name="connsiteY33" fmla="*/ 2072840 h 3254943"/>
                  <a:gd name="connsiteX34" fmla="*/ 3775822 w 8773198"/>
                  <a:gd name="connsiteY34" fmla="*/ 1967031 h 3254943"/>
                  <a:gd name="connsiteX35" fmla="*/ 3886872 w 8773198"/>
                  <a:gd name="connsiteY35" fmla="*/ 1884419 h 3254943"/>
                  <a:gd name="connsiteX36" fmla="*/ 3997923 w 8773198"/>
                  <a:gd name="connsiteY36" fmla="*/ 1833157 h 3254943"/>
                  <a:gd name="connsiteX37" fmla="*/ 4108973 w 8773198"/>
                  <a:gd name="connsiteY37" fmla="*/ 1788673 h 3254943"/>
                  <a:gd name="connsiteX38" fmla="*/ 4220024 w 8773198"/>
                  <a:gd name="connsiteY38" fmla="*/ 1750014 h 3254943"/>
                  <a:gd name="connsiteX39" fmla="*/ 4331074 w 8773198"/>
                  <a:gd name="connsiteY39" fmla="*/ 1722688 h 3254943"/>
                  <a:gd name="connsiteX40" fmla="*/ 4442124 w 8773198"/>
                  <a:gd name="connsiteY40" fmla="*/ 1710826 h 3254943"/>
                  <a:gd name="connsiteX41" fmla="*/ 4553175 w 8773198"/>
                  <a:gd name="connsiteY41" fmla="*/ 1722582 h 3254943"/>
                  <a:gd name="connsiteX42" fmla="*/ 4664225 w 8773198"/>
                  <a:gd name="connsiteY42" fmla="*/ 1772892 h 3254943"/>
                  <a:gd name="connsiteX43" fmla="*/ 4775276 w 8773198"/>
                  <a:gd name="connsiteY43" fmla="*/ 1886431 h 3254943"/>
                  <a:gd name="connsiteX44" fmla="*/ 4886326 w 8773198"/>
                  <a:gd name="connsiteY44" fmla="*/ 1981330 h 3254943"/>
                  <a:gd name="connsiteX45" fmla="*/ 4997377 w 8773198"/>
                  <a:gd name="connsiteY45" fmla="*/ 2204067 h 3254943"/>
                  <a:gd name="connsiteX46" fmla="*/ 5108428 w 8773198"/>
                  <a:gd name="connsiteY46" fmla="*/ 2398207 h 3254943"/>
                  <a:gd name="connsiteX47" fmla="*/ 5219478 w 8773198"/>
                  <a:gd name="connsiteY47" fmla="*/ 2358807 h 3254943"/>
                  <a:gd name="connsiteX48" fmla="*/ 5330528 w 8773198"/>
                  <a:gd name="connsiteY48" fmla="*/ 2058647 h 3254943"/>
                  <a:gd name="connsiteX49" fmla="*/ 5441578 w 8773198"/>
                  <a:gd name="connsiteY49" fmla="*/ 1611373 h 3254943"/>
                  <a:gd name="connsiteX50" fmla="*/ 5552629 w 8773198"/>
                  <a:gd name="connsiteY50" fmla="*/ 1118980 h 3254943"/>
                  <a:gd name="connsiteX51" fmla="*/ 5663679 w 8773198"/>
                  <a:gd name="connsiteY51" fmla="*/ 683462 h 3254943"/>
                  <a:gd name="connsiteX52" fmla="*/ 5774730 w 8773198"/>
                  <a:gd name="connsiteY52" fmla="*/ 402049 h 3254943"/>
                  <a:gd name="connsiteX53" fmla="*/ 5885781 w 8773198"/>
                  <a:gd name="connsiteY53" fmla="*/ 200601 h 3254943"/>
                  <a:gd name="connsiteX54" fmla="*/ 5996831 w 8773198"/>
                  <a:gd name="connsiteY54" fmla="*/ 93310 h 3254943"/>
                  <a:gd name="connsiteX55" fmla="*/ 6107881 w 8773198"/>
                  <a:gd name="connsiteY55" fmla="*/ 25313 h 3254943"/>
                  <a:gd name="connsiteX56" fmla="*/ 6219038 w 8773198"/>
                  <a:gd name="connsiteY56" fmla="*/ 0 h 3254943"/>
                  <a:gd name="connsiteX57" fmla="*/ 6330088 w 8773198"/>
                  <a:gd name="connsiteY57" fmla="*/ 18853 h 3254943"/>
                  <a:gd name="connsiteX58" fmla="*/ 6441139 w 8773198"/>
                  <a:gd name="connsiteY58" fmla="*/ 60371 h 3254943"/>
                  <a:gd name="connsiteX59" fmla="*/ 6552189 w 8773198"/>
                  <a:gd name="connsiteY59" fmla="*/ 115870 h 3254943"/>
                  <a:gd name="connsiteX60" fmla="*/ 6663240 w 8773198"/>
                  <a:gd name="connsiteY60" fmla="*/ 183866 h 3254943"/>
                  <a:gd name="connsiteX61" fmla="*/ 6774290 w 8773198"/>
                  <a:gd name="connsiteY61" fmla="*/ 262984 h 3254943"/>
                  <a:gd name="connsiteX62" fmla="*/ 6885340 w 8773198"/>
                  <a:gd name="connsiteY62" fmla="*/ 351846 h 3254943"/>
                  <a:gd name="connsiteX63" fmla="*/ 6996391 w 8773198"/>
                  <a:gd name="connsiteY63" fmla="*/ 448863 h 3254943"/>
                  <a:gd name="connsiteX64" fmla="*/ 7107441 w 8773198"/>
                  <a:gd name="connsiteY64" fmla="*/ 552658 h 3254943"/>
                  <a:gd name="connsiteX65" fmla="*/ 7218492 w 8773198"/>
                  <a:gd name="connsiteY65" fmla="*/ 661644 h 3254943"/>
                  <a:gd name="connsiteX66" fmla="*/ 7329543 w 8773198"/>
                  <a:gd name="connsiteY66" fmla="*/ 774548 h 3254943"/>
                  <a:gd name="connsiteX67" fmla="*/ 7440593 w 8773198"/>
                  <a:gd name="connsiteY67" fmla="*/ 889888 h 3254943"/>
                  <a:gd name="connsiteX68" fmla="*/ 7551643 w 8773198"/>
                  <a:gd name="connsiteY68" fmla="*/ 1006075 h 3254943"/>
                  <a:gd name="connsiteX69" fmla="*/ 7662694 w 8773198"/>
                  <a:gd name="connsiteY69" fmla="*/ 1121839 h 3254943"/>
                  <a:gd name="connsiteX70" fmla="*/ 7773744 w 8773198"/>
                  <a:gd name="connsiteY70" fmla="*/ 1235591 h 3254943"/>
                  <a:gd name="connsiteX71" fmla="*/ 7884794 w 8773198"/>
                  <a:gd name="connsiteY71" fmla="*/ 1345847 h 3254943"/>
                  <a:gd name="connsiteX72" fmla="*/ 7995845 w 8773198"/>
                  <a:gd name="connsiteY72" fmla="*/ 1451231 h 3254943"/>
                  <a:gd name="connsiteX73" fmla="*/ 8106896 w 8773198"/>
                  <a:gd name="connsiteY73" fmla="*/ 1550366 h 3254943"/>
                  <a:gd name="connsiteX74" fmla="*/ 8217946 w 8773198"/>
                  <a:gd name="connsiteY74" fmla="*/ 1641664 h 3254943"/>
                  <a:gd name="connsiteX75" fmla="*/ 8328997 w 8773198"/>
                  <a:gd name="connsiteY75" fmla="*/ 1723642 h 3254943"/>
                  <a:gd name="connsiteX76" fmla="*/ 8440047 w 8773198"/>
                  <a:gd name="connsiteY76" fmla="*/ 1795027 h 3254943"/>
                  <a:gd name="connsiteX77" fmla="*/ 8551097 w 8773198"/>
                  <a:gd name="connsiteY77" fmla="*/ 1854233 h 3254943"/>
                  <a:gd name="connsiteX78" fmla="*/ 8662148 w 8773198"/>
                  <a:gd name="connsiteY78" fmla="*/ 1899776 h 3254943"/>
                  <a:gd name="connsiteX79" fmla="*/ 8773198 w 8773198"/>
                  <a:gd name="connsiteY79" fmla="*/ 1930279 h 325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254943">
                    <a:moveTo>
                      <a:pt x="0" y="2509099"/>
                    </a:moveTo>
                    <a:lnTo>
                      <a:pt x="111050" y="2608340"/>
                    </a:lnTo>
                    <a:lnTo>
                      <a:pt x="222101" y="2700485"/>
                    </a:lnTo>
                    <a:lnTo>
                      <a:pt x="333151" y="2785533"/>
                    </a:lnTo>
                    <a:lnTo>
                      <a:pt x="444202" y="2863380"/>
                    </a:lnTo>
                    <a:lnTo>
                      <a:pt x="555252" y="2933919"/>
                    </a:lnTo>
                    <a:lnTo>
                      <a:pt x="666303" y="2997467"/>
                    </a:lnTo>
                    <a:lnTo>
                      <a:pt x="777353" y="3054131"/>
                    </a:lnTo>
                    <a:lnTo>
                      <a:pt x="888404" y="3103699"/>
                    </a:lnTo>
                    <a:lnTo>
                      <a:pt x="999454" y="3146382"/>
                    </a:lnTo>
                    <a:lnTo>
                      <a:pt x="1110505" y="3182075"/>
                    </a:lnTo>
                    <a:lnTo>
                      <a:pt x="1221555" y="3210778"/>
                    </a:lnTo>
                    <a:lnTo>
                      <a:pt x="1332605" y="3232596"/>
                    </a:lnTo>
                    <a:lnTo>
                      <a:pt x="1443656" y="3247318"/>
                    </a:lnTo>
                    <a:lnTo>
                      <a:pt x="1554706" y="3254732"/>
                    </a:lnTo>
                    <a:lnTo>
                      <a:pt x="1665757" y="3254944"/>
                    </a:lnTo>
                    <a:lnTo>
                      <a:pt x="1776807" y="3248059"/>
                    </a:lnTo>
                    <a:lnTo>
                      <a:pt x="1887858" y="3233867"/>
                    </a:lnTo>
                    <a:lnTo>
                      <a:pt x="1998908" y="3212578"/>
                    </a:lnTo>
                    <a:lnTo>
                      <a:pt x="2109959" y="3184299"/>
                    </a:lnTo>
                    <a:lnTo>
                      <a:pt x="2221009" y="3145958"/>
                    </a:lnTo>
                    <a:lnTo>
                      <a:pt x="2332060" y="3094484"/>
                    </a:lnTo>
                    <a:lnTo>
                      <a:pt x="2443110" y="3031783"/>
                    </a:lnTo>
                    <a:lnTo>
                      <a:pt x="2554161" y="2960186"/>
                    </a:lnTo>
                    <a:lnTo>
                      <a:pt x="2665211" y="2881809"/>
                    </a:lnTo>
                    <a:lnTo>
                      <a:pt x="2776262" y="2799090"/>
                    </a:lnTo>
                    <a:lnTo>
                      <a:pt x="2887312" y="2713936"/>
                    </a:lnTo>
                    <a:lnTo>
                      <a:pt x="2998362" y="2628781"/>
                    </a:lnTo>
                    <a:lnTo>
                      <a:pt x="3109519" y="2545851"/>
                    </a:lnTo>
                    <a:lnTo>
                      <a:pt x="3220569" y="2467263"/>
                    </a:lnTo>
                    <a:lnTo>
                      <a:pt x="3331620" y="2393335"/>
                    </a:lnTo>
                    <a:lnTo>
                      <a:pt x="3442670" y="2299707"/>
                    </a:lnTo>
                    <a:lnTo>
                      <a:pt x="3553721" y="2188286"/>
                    </a:lnTo>
                    <a:lnTo>
                      <a:pt x="3664771" y="2072840"/>
                    </a:lnTo>
                    <a:lnTo>
                      <a:pt x="3775822" y="1967031"/>
                    </a:lnTo>
                    <a:lnTo>
                      <a:pt x="3886872" y="1884419"/>
                    </a:lnTo>
                    <a:lnTo>
                      <a:pt x="3997923" y="1833157"/>
                    </a:lnTo>
                    <a:lnTo>
                      <a:pt x="4108973" y="1788673"/>
                    </a:lnTo>
                    <a:lnTo>
                      <a:pt x="4220024" y="1750014"/>
                    </a:lnTo>
                    <a:lnTo>
                      <a:pt x="4331074" y="1722688"/>
                    </a:lnTo>
                    <a:lnTo>
                      <a:pt x="4442124" y="1710826"/>
                    </a:lnTo>
                    <a:lnTo>
                      <a:pt x="4553175" y="1722582"/>
                    </a:lnTo>
                    <a:lnTo>
                      <a:pt x="4664225" y="1772892"/>
                    </a:lnTo>
                    <a:lnTo>
                      <a:pt x="4775276" y="1886431"/>
                    </a:lnTo>
                    <a:lnTo>
                      <a:pt x="4886326" y="1981330"/>
                    </a:lnTo>
                    <a:lnTo>
                      <a:pt x="4997377" y="2204067"/>
                    </a:lnTo>
                    <a:lnTo>
                      <a:pt x="5108428" y="2398207"/>
                    </a:lnTo>
                    <a:lnTo>
                      <a:pt x="5219478" y="2358807"/>
                    </a:lnTo>
                    <a:lnTo>
                      <a:pt x="5330528" y="2058647"/>
                    </a:lnTo>
                    <a:lnTo>
                      <a:pt x="5441578" y="1611373"/>
                    </a:lnTo>
                    <a:lnTo>
                      <a:pt x="5552629" y="1118980"/>
                    </a:lnTo>
                    <a:lnTo>
                      <a:pt x="5663679" y="683462"/>
                    </a:lnTo>
                    <a:lnTo>
                      <a:pt x="5774730" y="402049"/>
                    </a:lnTo>
                    <a:lnTo>
                      <a:pt x="5885781" y="200601"/>
                    </a:lnTo>
                    <a:lnTo>
                      <a:pt x="5996831" y="93310"/>
                    </a:lnTo>
                    <a:lnTo>
                      <a:pt x="6107881" y="25313"/>
                    </a:lnTo>
                    <a:lnTo>
                      <a:pt x="6219038" y="0"/>
                    </a:lnTo>
                    <a:lnTo>
                      <a:pt x="6330088" y="18853"/>
                    </a:lnTo>
                    <a:lnTo>
                      <a:pt x="6441139" y="60371"/>
                    </a:lnTo>
                    <a:lnTo>
                      <a:pt x="6552189" y="115870"/>
                    </a:lnTo>
                    <a:lnTo>
                      <a:pt x="6663240" y="183866"/>
                    </a:lnTo>
                    <a:lnTo>
                      <a:pt x="6774290" y="262984"/>
                    </a:lnTo>
                    <a:lnTo>
                      <a:pt x="6885340" y="351846"/>
                    </a:lnTo>
                    <a:lnTo>
                      <a:pt x="6996391" y="448863"/>
                    </a:lnTo>
                    <a:lnTo>
                      <a:pt x="7107441" y="552658"/>
                    </a:lnTo>
                    <a:lnTo>
                      <a:pt x="7218492" y="661644"/>
                    </a:lnTo>
                    <a:lnTo>
                      <a:pt x="7329543" y="774548"/>
                    </a:lnTo>
                    <a:lnTo>
                      <a:pt x="7440593" y="889888"/>
                    </a:lnTo>
                    <a:lnTo>
                      <a:pt x="7551643" y="1006075"/>
                    </a:lnTo>
                    <a:lnTo>
                      <a:pt x="7662694" y="1121839"/>
                    </a:lnTo>
                    <a:lnTo>
                      <a:pt x="7773744" y="1235591"/>
                    </a:lnTo>
                    <a:lnTo>
                      <a:pt x="7884794" y="1345847"/>
                    </a:lnTo>
                    <a:lnTo>
                      <a:pt x="7995845" y="1451231"/>
                    </a:lnTo>
                    <a:lnTo>
                      <a:pt x="8106896" y="1550366"/>
                    </a:lnTo>
                    <a:lnTo>
                      <a:pt x="8217946" y="1641664"/>
                    </a:lnTo>
                    <a:lnTo>
                      <a:pt x="8328997" y="1723642"/>
                    </a:lnTo>
                    <a:lnTo>
                      <a:pt x="8440047" y="1795027"/>
                    </a:lnTo>
                    <a:lnTo>
                      <a:pt x="8551097" y="1854233"/>
                    </a:lnTo>
                    <a:lnTo>
                      <a:pt x="8662148" y="1899776"/>
                    </a:lnTo>
                    <a:lnTo>
                      <a:pt x="8773198" y="1930279"/>
                    </a:lnTo>
                  </a:path>
                </a:pathLst>
              </a:custGeom>
              <a:noFill/>
              <a:ln w="22550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40F10AC-5CD0-70E2-37F7-80EC951E1466}"/>
                  </a:ext>
                </a:extLst>
              </p:cNvPr>
              <p:cNvSpPr txBox="1"/>
              <p:nvPr/>
            </p:nvSpPr>
            <p:spPr>
              <a:xfrm>
                <a:off x="2217505" y="2014629"/>
                <a:ext cx="1085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172266D9-A2B1-C7E4-2C30-2D7A3D14FBF1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68645A4-B59F-F17D-8595-EB65E0D3F714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D859669-C0A6-493C-DC8E-1E7453DD57DF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9B0D8E3-23E6-1F22-2FC5-26006E708E61}"/>
                  </a:ext>
                </a:extLst>
              </p:cNvPr>
              <p:cNvSpPr txBox="1"/>
              <p:nvPr/>
            </p:nvSpPr>
            <p:spPr>
              <a:xfrm>
                <a:off x="1162396" y="444396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5AF1F1A-9745-6839-D036-25742E711F7E}"/>
                  </a:ext>
                </a:extLst>
              </p:cNvPr>
              <p:cNvSpPr txBox="1"/>
              <p:nvPr/>
            </p:nvSpPr>
            <p:spPr>
              <a:xfrm>
                <a:off x="1162396" y="32382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7E46E6-4CD2-2E5A-3CDF-C3ECB74C7848}"/>
                  </a:ext>
                </a:extLst>
              </p:cNvPr>
              <p:cNvSpPr txBox="1"/>
              <p:nvPr/>
            </p:nvSpPr>
            <p:spPr>
              <a:xfrm>
                <a:off x="1162396" y="2032519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30</a:t>
                </a: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7B948FD-BE1D-1823-AC36-BAD6AE40708A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6F2000B-44A2-3505-9053-3B312B485A84}"/>
                  </a:ext>
                </a:extLst>
              </p:cNvPr>
              <p:cNvSpPr/>
              <p:nvPr/>
            </p:nvSpPr>
            <p:spPr>
              <a:xfrm>
                <a:off x="1442052" y="457085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B9F4AF7-1D25-67D8-B039-2F2FD9B2C7C8}"/>
                  </a:ext>
                </a:extLst>
              </p:cNvPr>
              <p:cNvSpPr/>
              <p:nvPr/>
            </p:nvSpPr>
            <p:spPr>
              <a:xfrm>
                <a:off x="1442052" y="336513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91EE143-90DA-D2BB-154E-AFE364A9EF3E}"/>
                  </a:ext>
                </a:extLst>
              </p:cNvPr>
              <p:cNvSpPr/>
              <p:nvPr/>
            </p:nvSpPr>
            <p:spPr>
              <a:xfrm>
                <a:off x="1442052" y="215930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90F6053-06C1-2CEF-3017-66C76668AD3B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BCD0D07-1374-8A30-E962-3DDAB015FAC0}"/>
                  </a:ext>
                </a:extLst>
              </p:cNvPr>
              <p:cNvSpPr/>
              <p:nvPr/>
            </p:nvSpPr>
            <p:spPr>
              <a:xfrm>
                <a:off x="260575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A24BE5D2-307B-5D6E-D483-918EA1ACBB16}"/>
                  </a:ext>
                </a:extLst>
              </p:cNvPr>
              <p:cNvSpPr/>
              <p:nvPr/>
            </p:nvSpPr>
            <p:spPr>
              <a:xfrm>
                <a:off x="39399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FC4C867-9EA2-BFA9-3160-9D778BA23192}"/>
                  </a:ext>
                </a:extLst>
              </p:cNvPr>
              <p:cNvSpPr/>
              <p:nvPr/>
            </p:nvSpPr>
            <p:spPr>
              <a:xfrm>
                <a:off x="52523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935B75F-90AE-2538-47A3-84095A1FF33B}"/>
                  </a:ext>
                </a:extLst>
              </p:cNvPr>
              <p:cNvSpPr/>
              <p:nvPr/>
            </p:nvSpPr>
            <p:spPr>
              <a:xfrm>
                <a:off x="658640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6F2170F-D1B5-B87C-B67B-8BBB01821B6D}"/>
                  </a:ext>
                </a:extLst>
              </p:cNvPr>
              <p:cNvSpPr/>
              <p:nvPr/>
            </p:nvSpPr>
            <p:spPr>
              <a:xfrm>
                <a:off x="79059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BDF5FEA-ADFE-B464-6296-EE1F85B2AC20}"/>
                  </a:ext>
                </a:extLst>
              </p:cNvPr>
              <p:cNvSpPr/>
              <p:nvPr/>
            </p:nvSpPr>
            <p:spPr>
              <a:xfrm>
                <a:off x="92401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2E08E8B-5A0B-5C38-69BB-9E5C17B62510}"/>
                  </a:ext>
                </a:extLst>
              </p:cNvPr>
              <p:cNvSpPr/>
              <p:nvPr/>
            </p:nvSpPr>
            <p:spPr>
              <a:xfrm>
                <a:off x="1055253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B71F578-36FD-7C16-2C8F-F982E4255AD4}"/>
                  </a:ext>
                </a:extLst>
              </p:cNvPr>
              <p:cNvSpPr txBox="1"/>
              <p:nvPr/>
            </p:nvSpPr>
            <p:spPr>
              <a:xfrm>
                <a:off x="2233873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2022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C02E0A5-EA82-D39E-87DB-C2B845111842}"/>
                  </a:ext>
                </a:extLst>
              </p:cNvPr>
              <p:cNvSpPr txBox="1"/>
              <p:nvPr/>
            </p:nvSpPr>
            <p:spPr>
              <a:xfrm>
                <a:off x="3543295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2023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A54D36B-4567-5F73-47C5-991DA8254686}"/>
                  </a:ext>
                </a:extLst>
              </p:cNvPr>
              <p:cNvSpPr txBox="1"/>
              <p:nvPr/>
            </p:nvSpPr>
            <p:spPr>
              <a:xfrm>
                <a:off x="4880435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2023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89CED6B-79F2-8D37-DBE0-82CA5428F8E9}"/>
                  </a:ext>
                </a:extLst>
              </p:cNvPr>
              <p:cNvSpPr txBox="1"/>
              <p:nvPr/>
            </p:nvSpPr>
            <p:spPr>
              <a:xfrm>
                <a:off x="6189750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30079D7-C6B6-76DD-51FF-30FB0D67507E}"/>
                  </a:ext>
                </a:extLst>
              </p:cNvPr>
              <p:cNvSpPr txBox="1"/>
              <p:nvPr/>
            </p:nvSpPr>
            <p:spPr>
              <a:xfrm>
                <a:off x="7534095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2024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F8563E6-1297-D61F-B1AA-9A6A0DF08862}"/>
                  </a:ext>
                </a:extLst>
              </p:cNvPr>
              <p:cNvSpPr txBox="1"/>
              <p:nvPr/>
            </p:nvSpPr>
            <p:spPr>
              <a:xfrm>
                <a:off x="8843517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2025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6E46E3B-607D-27C4-ED8A-4C9FB6470015}"/>
                  </a:ext>
                </a:extLst>
              </p:cNvPr>
              <p:cNvSpPr txBox="1"/>
              <p:nvPr/>
            </p:nvSpPr>
            <p:spPr>
              <a:xfrm>
                <a:off x="10180657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5807F35-A624-988B-4D3F-852362126055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BCD9778-81E2-A880-E2D0-B81F2E15F083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40545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Masteng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832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EC76328D-B850-73B2-2EE0-B8D51664AE99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6E2BCE5-B7A1-D9D7-F238-3F98CBC87786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B02EF25-EACB-83F2-4FD8-CEFE3C393522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84FFE56A-C0F2-4EAD-AA1F-BFD9EAD54ABC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C88087F-B540-8423-BF88-6D551F5C38BB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204CC19-BDA8-C50D-A334-47DAF10A13EE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603218 h 4805204"/>
                  <a:gd name="connsiteX1" fmla="*/ 111050 w 8773198"/>
                  <a:gd name="connsiteY1" fmla="*/ 1929220 h 4805204"/>
                  <a:gd name="connsiteX2" fmla="*/ 222101 w 8773198"/>
                  <a:gd name="connsiteY2" fmla="*/ 2214764 h 4805204"/>
                  <a:gd name="connsiteX3" fmla="*/ 333151 w 8773198"/>
                  <a:gd name="connsiteY3" fmla="*/ 2453282 h 4805204"/>
                  <a:gd name="connsiteX4" fmla="*/ 444202 w 8773198"/>
                  <a:gd name="connsiteY4" fmla="*/ 2639267 h 4805204"/>
                  <a:gd name="connsiteX5" fmla="*/ 555252 w 8773198"/>
                  <a:gd name="connsiteY5" fmla="*/ 2771871 h 4805204"/>
                  <a:gd name="connsiteX6" fmla="*/ 666303 w 8773198"/>
                  <a:gd name="connsiteY6" fmla="*/ 2855225 h 4805204"/>
                  <a:gd name="connsiteX7" fmla="*/ 777353 w 8773198"/>
                  <a:gd name="connsiteY7" fmla="*/ 2897273 h 4805204"/>
                  <a:gd name="connsiteX8" fmla="*/ 888404 w 8773198"/>
                  <a:gd name="connsiteY8" fmla="*/ 2908499 h 4805204"/>
                  <a:gd name="connsiteX9" fmla="*/ 999454 w 8773198"/>
                  <a:gd name="connsiteY9" fmla="*/ 2901827 h 4805204"/>
                  <a:gd name="connsiteX10" fmla="*/ 1110505 w 8773198"/>
                  <a:gd name="connsiteY10" fmla="*/ 2884881 h 4805204"/>
                  <a:gd name="connsiteX11" fmla="*/ 1221555 w 8773198"/>
                  <a:gd name="connsiteY11" fmla="*/ 2861580 h 4805204"/>
                  <a:gd name="connsiteX12" fmla="*/ 1332605 w 8773198"/>
                  <a:gd name="connsiteY12" fmla="*/ 2833936 h 4805204"/>
                  <a:gd name="connsiteX13" fmla="*/ 1443656 w 8773198"/>
                  <a:gd name="connsiteY13" fmla="*/ 2802798 h 4805204"/>
                  <a:gd name="connsiteX14" fmla="*/ 1554706 w 8773198"/>
                  <a:gd name="connsiteY14" fmla="*/ 2769435 h 4805204"/>
                  <a:gd name="connsiteX15" fmla="*/ 1665757 w 8773198"/>
                  <a:gd name="connsiteY15" fmla="*/ 2735225 h 4805204"/>
                  <a:gd name="connsiteX16" fmla="*/ 1776807 w 8773198"/>
                  <a:gd name="connsiteY16" fmla="*/ 2702074 h 4805204"/>
                  <a:gd name="connsiteX17" fmla="*/ 1887858 w 8773198"/>
                  <a:gd name="connsiteY17" fmla="*/ 2672629 h 4805204"/>
                  <a:gd name="connsiteX18" fmla="*/ 1998908 w 8773198"/>
                  <a:gd name="connsiteY18" fmla="*/ 2649646 h 4805204"/>
                  <a:gd name="connsiteX19" fmla="*/ 2109959 w 8773198"/>
                  <a:gd name="connsiteY19" fmla="*/ 2636195 h 4805204"/>
                  <a:gd name="connsiteX20" fmla="*/ 2221009 w 8773198"/>
                  <a:gd name="connsiteY20" fmla="*/ 2643079 h 4805204"/>
                  <a:gd name="connsiteX21" fmla="*/ 2332060 w 8773198"/>
                  <a:gd name="connsiteY21" fmla="*/ 2671147 h 4805204"/>
                  <a:gd name="connsiteX22" fmla="*/ 2443110 w 8773198"/>
                  <a:gd name="connsiteY22" fmla="*/ 2707475 h 4805204"/>
                  <a:gd name="connsiteX23" fmla="*/ 2554161 w 8773198"/>
                  <a:gd name="connsiteY23" fmla="*/ 2738402 h 4805204"/>
                  <a:gd name="connsiteX24" fmla="*/ 2665211 w 8773198"/>
                  <a:gd name="connsiteY24" fmla="*/ 2751641 h 4805204"/>
                  <a:gd name="connsiteX25" fmla="*/ 2776262 w 8773198"/>
                  <a:gd name="connsiteY25" fmla="*/ 2739143 h 4805204"/>
                  <a:gd name="connsiteX26" fmla="*/ 2887312 w 8773198"/>
                  <a:gd name="connsiteY26" fmla="*/ 2700273 h 4805204"/>
                  <a:gd name="connsiteX27" fmla="*/ 2998362 w 8773198"/>
                  <a:gd name="connsiteY27" fmla="*/ 2642126 h 4805204"/>
                  <a:gd name="connsiteX28" fmla="*/ 3109519 w 8773198"/>
                  <a:gd name="connsiteY28" fmla="*/ 2577625 h 4805204"/>
                  <a:gd name="connsiteX29" fmla="*/ 3220569 w 8773198"/>
                  <a:gd name="connsiteY29" fmla="*/ 2521279 h 4805204"/>
                  <a:gd name="connsiteX30" fmla="*/ 3331620 w 8773198"/>
                  <a:gd name="connsiteY30" fmla="*/ 2489081 h 4805204"/>
                  <a:gd name="connsiteX31" fmla="*/ 3442670 w 8773198"/>
                  <a:gd name="connsiteY31" fmla="*/ 2480608 h 4805204"/>
                  <a:gd name="connsiteX32" fmla="*/ 3553721 w 8773198"/>
                  <a:gd name="connsiteY32" fmla="*/ 2469805 h 4805204"/>
                  <a:gd name="connsiteX33" fmla="*/ 3664771 w 8773198"/>
                  <a:gd name="connsiteY33" fmla="*/ 2437501 h 4805204"/>
                  <a:gd name="connsiteX34" fmla="*/ 3775822 w 8773198"/>
                  <a:gd name="connsiteY34" fmla="*/ 2387721 h 4805204"/>
                  <a:gd name="connsiteX35" fmla="*/ 3886872 w 8773198"/>
                  <a:gd name="connsiteY35" fmla="*/ 2346944 h 4805204"/>
                  <a:gd name="connsiteX36" fmla="*/ 3997923 w 8773198"/>
                  <a:gd name="connsiteY36" fmla="*/ 2306697 h 4805204"/>
                  <a:gd name="connsiteX37" fmla="*/ 4108973 w 8773198"/>
                  <a:gd name="connsiteY37" fmla="*/ 2250881 h 4805204"/>
                  <a:gd name="connsiteX38" fmla="*/ 4220024 w 8773198"/>
                  <a:gd name="connsiteY38" fmla="*/ 2179071 h 4805204"/>
                  <a:gd name="connsiteX39" fmla="*/ 4331074 w 8773198"/>
                  <a:gd name="connsiteY39" fmla="*/ 2113828 h 4805204"/>
                  <a:gd name="connsiteX40" fmla="*/ 4442124 w 8773198"/>
                  <a:gd name="connsiteY40" fmla="*/ 2053669 h 4805204"/>
                  <a:gd name="connsiteX41" fmla="*/ 4553175 w 8773198"/>
                  <a:gd name="connsiteY41" fmla="*/ 2013634 h 4805204"/>
                  <a:gd name="connsiteX42" fmla="*/ 4664225 w 8773198"/>
                  <a:gd name="connsiteY42" fmla="*/ 2033969 h 4805204"/>
                  <a:gd name="connsiteX43" fmla="*/ 4775276 w 8773198"/>
                  <a:gd name="connsiteY43" fmla="*/ 1983766 h 4805204"/>
                  <a:gd name="connsiteX44" fmla="*/ 4886326 w 8773198"/>
                  <a:gd name="connsiteY44" fmla="*/ 1835381 h 4805204"/>
                  <a:gd name="connsiteX45" fmla="*/ 4997377 w 8773198"/>
                  <a:gd name="connsiteY45" fmla="*/ 1842689 h 4805204"/>
                  <a:gd name="connsiteX46" fmla="*/ 5108428 w 8773198"/>
                  <a:gd name="connsiteY46" fmla="*/ 1822671 h 4805204"/>
                  <a:gd name="connsiteX47" fmla="*/ 5219478 w 8773198"/>
                  <a:gd name="connsiteY47" fmla="*/ 1768761 h 4805204"/>
                  <a:gd name="connsiteX48" fmla="*/ 5330528 w 8773198"/>
                  <a:gd name="connsiteY48" fmla="*/ 1670791 h 4805204"/>
                  <a:gd name="connsiteX49" fmla="*/ 5441578 w 8773198"/>
                  <a:gd name="connsiteY49" fmla="*/ 1470190 h 4805204"/>
                  <a:gd name="connsiteX50" fmla="*/ 5552629 w 8773198"/>
                  <a:gd name="connsiteY50" fmla="*/ 1152342 h 4805204"/>
                  <a:gd name="connsiteX51" fmla="*/ 5663679 w 8773198"/>
                  <a:gd name="connsiteY51" fmla="*/ 807805 h 4805204"/>
                  <a:gd name="connsiteX52" fmla="*/ 5774730 w 8773198"/>
                  <a:gd name="connsiteY52" fmla="*/ 606568 h 4805204"/>
                  <a:gd name="connsiteX53" fmla="*/ 5885781 w 8773198"/>
                  <a:gd name="connsiteY53" fmla="*/ 435412 h 4805204"/>
                  <a:gd name="connsiteX54" fmla="*/ 5996831 w 8773198"/>
                  <a:gd name="connsiteY54" fmla="*/ 267750 h 4805204"/>
                  <a:gd name="connsiteX55" fmla="*/ 6107881 w 8773198"/>
                  <a:gd name="connsiteY55" fmla="*/ 120212 h 4805204"/>
                  <a:gd name="connsiteX56" fmla="*/ 6219038 w 8773198"/>
                  <a:gd name="connsiteY56" fmla="*/ 28809 h 4805204"/>
                  <a:gd name="connsiteX57" fmla="*/ 6330088 w 8773198"/>
                  <a:gd name="connsiteY57" fmla="*/ 0 h 4805204"/>
                  <a:gd name="connsiteX58" fmla="*/ 6441139 w 8773198"/>
                  <a:gd name="connsiteY58" fmla="*/ 23195 h 4805204"/>
                  <a:gd name="connsiteX59" fmla="*/ 6552189 w 8773198"/>
                  <a:gd name="connsiteY59" fmla="*/ 81765 h 4805204"/>
                  <a:gd name="connsiteX60" fmla="*/ 6663240 w 8773198"/>
                  <a:gd name="connsiteY60" fmla="*/ 161836 h 4805204"/>
                  <a:gd name="connsiteX61" fmla="*/ 6774290 w 8773198"/>
                  <a:gd name="connsiteY61" fmla="*/ 252816 h 4805204"/>
                  <a:gd name="connsiteX62" fmla="*/ 6885340 w 8773198"/>
                  <a:gd name="connsiteY62" fmla="*/ 347186 h 4805204"/>
                  <a:gd name="connsiteX63" fmla="*/ 6996391 w 8773198"/>
                  <a:gd name="connsiteY63" fmla="*/ 440390 h 4805204"/>
                  <a:gd name="connsiteX64" fmla="*/ 7107441 w 8773198"/>
                  <a:gd name="connsiteY64" fmla="*/ 529357 h 4805204"/>
                  <a:gd name="connsiteX65" fmla="*/ 7218492 w 8773198"/>
                  <a:gd name="connsiteY65" fmla="*/ 611652 h 4805204"/>
                  <a:gd name="connsiteX66" fmla="*/ 7329543 w 8773198"/>
                  <a:gd name="connsiteY66" fmla="*/ 684733 h 4805204"/>
                  <a:gd name="connsiteX67" fmla="*/ 7440593 w 8773198"/>
                  <a:gd name="connsiteY67" fmla="*/ 744998 h 4805204"/>
                  <a:gd name="connsiteX68" fmla="*/ 7551643 w 8773198"/>
                  <a:gd name="connsiteY68" fmla="*/ 798802 h 4805204"/>
                  <a:gd name="connsiteX69" fmla="*/ 7662694 w 8773198"/>
                  <a:gd name="connsiteY69" fmla="*/ 860232 h 4805204"/>
                  <a:gd name="connsiteX70" fmla="*/ 7773744 w 8773198"/>
                  <a:gd name="connsiteY70" fmla="*/ 925369 h 4805204"/>
                  <a:gd name="connsiteX71" fmla="*/ 7884794 w 8773198"/>
                  <a:gd name="connsiteY71" fmla="*/ 989235 h 4805204"/>
                  <a:gd name="connsiteX72" fmla="*/ 7995845 w 8773198"/>
                  <a:gd name="connsiteY72" fmla="*/ 1045581 h 4805204"/>
                  <a:gd name="connsiteX73" fmla="*/ 8106896 w 8773198"/>
                  <a:gd name="connsiteY73" fmla="*/ 1086888 h 4805204"/>
                  <a:gd name="connsiteX74" fmla="*/ 8217946 w 8773198"/>
                  <a:gd name="connsiteY74" fmla="*/ 1103728 h 4805204"/>
                  <a:gd name="connsiteX75" fmla="*/ 8328997 w 8773198"/>
                  <a:gd name="connsiteY75" fmla="*/ 1085829 h 4805204"/>
                  <a:gd name="connsiteX76" fmla="*/ 8440047 w 8773198"/>
                  <a:gd name="connsiteY76" fmla="*/ 1022174 h 4805204"/>
                  <a:gd name="connsiteX77" fmla="*/ 8551097 w 8773198"/>
                  <a:gd name="connsiteY77" fmla="*/ 903233 h 4805204"/>
                  <a:gd name="connsiteX78" fmla="*/ 8662148 w 8773198"/>
                  <a:gd name="connsiteY78" fmla="*/ 721591 h 4805204"/>
                  <a:gd name="connsiteX79" fmla="*/ 8773198 w 8773198"/>
                  <a:gd name="connsiteY79" fmla="*/ 473117 h 4805204"/>
                  <a:gd name="connsiteX80" fmla="*/ 8773198 w 8773198"/>
                  <a:gd name="connsiteY80" fmla="*/ 4019112 h 4805204"/>
                  <a:gd name="connsiteX81" fmla="*/ 8662148 w 8773198"/>
                  <a:gd name="connsiteY81" fmla="*/ 3918176 h 4805204"/>
                  <a:gd name="connsiteX82" fmla="*/ 8551097 w 8773198"/>
                  <a:gd name="connsiteY82" fmla="*/ 3844354 h 4805204"/>
                  <a:gd name="connsiteX83" fmla="*/ 8440047 w 8773198"/>
                  <a:gd name="connsiteY83" fmla="*/ 3797434 h 4805204"/>
                  <a:gd name="connsiteX84" fmla="*/ 8328997 w 8773198"/>
                  <a:gd name="connsiteY84" fmla="*/ 3774345 h 4805204"/>
                  <a:gd name="connsiteX85" fmla="*/ 8217946 w 8773198"/>
                  <a:gd name="connsiteY85" fmla="*/ 3769791 h 4805204"/>
                  <a:gd name="connsiteX86" fmla="*/ 8106896 w 8773198"/>
                  <a:gd name="connsiteY86" fmla="*/ 3776887 h 4805204"/>
                  <a:gd name="connsiteX87" fmla="*/ 7995845 w 8773198"/>
                  <a:gd name="connsiteY87" fmla="*/ 3789279 h 4805204"/>
                  <a:gd name="connsiteX88" fmla="*/ 7884794 w 8773198"/>
                  <a:gd name="connsiteY88" fmla="*/ 3802095 h 4805204"/>
                  <a:gd name="connsiteX89" fmla="*/ 7773744 w 8773198"/>
                  <a:gd name="connsiteY89" fmla="*/ 3811839 h 4805204"/>
                  <a:gd name="connsiteX90" fmla="*/ 7662694 w 8773198"/>
                  <a:gd name="connsiteY90" fmla="*/ 3816393 h 4805204"/>
                  <a:gd name="connsiteX91" fmla="*/ 7551643 w 8773198"/>
                  <a:gd name="connsiteY91" fmla="*/ 3815016 h 4805204"/>
                  <a:gd name="connsiteX92" fmla="*/ 7440593 w 8773198"/>
                  <a:gd name="connsiteY92" fmla="*/ 3807390 h 4805204"/>
                  <a:gd name="connsiteX93" fmla="*/ 7329543 w 8773198"/>
                  <a:gd name="connsiteY93" fmla="*/ 3750091 h 4805204"/>
                  <a:gd name="connsiteX94" fmla="*/ 7218492 w 8773198"/>
                  <a:gd name="connsiteY94" fmla="*/ 3625642 h 4805204"/>
                  <a:gd name="connsiteX95" fmla="*/ 7107441 w 8773198"/>
                  <a:gd name="connsiteY95" fmla="*/ 3450249 h 4805204"/>
                  <a:gd name="connsiteX96" fmla="*/ 6996391 w 8773198"/>
                  <a:gd name="connsiteY96" fmla="*/ 3240963 h 4805204"/>
                  <a:gd name="connsiteX97" fmla="*/ 6885340 w 8773198"/>
                  <a:gd name="connsiteY97" fmla="*/ 3015155 h 4805204"/>
                  <a:gd name="connsiteX98" fmla="*/ 6774290 w 8773198"/>
                  <a:gd name="connsiteY98" fmla="*/ 2789452 h 4805204"/>
                  <a:gd name="connsiteX99" fmla="*/ 6663240 w 8773198"/>
                  <a:gd name="connsiteY99" fmla="*/ 2579002 h 4805204"/>
                  <a:gd name="connsiteX100" fmla="*/ 6552189 w 8773198"/>
                  <a:gd name="connsiteY100" fmla="*/ 2395983 h 4805204"/>
                  <a:gd name="connsiteX101" fmla="*/ 6441139 w 8773198"/>
                  <a:gd name="connsiteY101" fmla="*/ 2249504 h 4805204"/>
                  <a:gd name="connsiteX102" fmla="*/ 6330088 w 8773198"/>
                  <a:gd name="connsiteY102" fmla="*/ 2145390 h 4805204"/>
                  <a:gd name="connsiteX103" fmla="*/ 6219038 w 8773198"/>
                  <a:gd name="connsiteY103" fmla="*/ 2089468 h 4805204"/>
                  <a:gd name="connsiteX104" fmla="*/ 6107881 w 8773198"/>
                  <a:gd name="connsiteY104" fmla="*/ 2080783 h 4805204"/>
                  <a:gd name="connsiteX105" fmla="*/ 5996831 w 8773198"/>
                  <a:gd name="connsiteY105" fmla="*/ 2106732 h 4805204"/>
                  <a:gd name="connsiteX106" fmla="*/ 5885781 w 8773198"/>
                  <a:gd name="connsiteY106" fmla="*/ 2182884 h 4805204"/>
                  <a:gd name="connsiteX107" fmla="*/ 5774730 w 8773198"/>
                  <a:gd name="connsiteY107" fmla="*/ 2402020 h 4805204"/>
                  <a:gd name="connsiteX108" fmla="*/ 5663679 w 8773198"/>
                  <a:gd name="connsiteY108" fmla="*/ 2719867 h 4805204"/>
                  <a:gd name="connsiteX109" fmla="*/ 5552629 w 8773198"/>
                  <a:gd name="connsiteY109" fmla="*/ 3177097 h 4805204"/>
                  <a:gd name="connsiteX110" fmla="*/ 5441578 w 8773198"/>
                  <a:gd name="connsiteY110" fmla="*/ 3774557 h 4805204"/>
                  <a:gd name="connsiteX111" fmla="*/ 5330528 w 8773198"/>
                  <a:gd name="connsiteY111" fmla="*/ 4378584 h 4805204"/>
                  <a:gd name="connsiteX112" fmla="*/ 5219478 w 8773198"/>
                  <a:gd name="connsiteY112" fmla="*/ 4750553 h 4805204"/>
                  <a:gd name="connsiteX113" fmla="*/ 5108428 w 8773198"/>
                  <a:gd name="connsiteY113" fmla="*/ 4695160 h 4805204"/>
                  <a:gd name="connsiteX114" fmla="*/ 4997377 w 8773198"/>
                  <a:gd name="connsiteY114" fmla="*/ 4437260 h 4805204"/>
                  <a:gd name="connsiteX115" fmla="*/ 4886326 w 8773198"/>
                  <a:gd name="connsiteY115" fmla="*/ 4231787 h 4805204"/>
                  <a:gd name="connsiteX116" fmla="*/ 4775276 w 8773198"/>
                  <a:gd name="connsiteY116" fmla="*/ 3891698 h 4805204"/>
                  <a:gd name="connsiteX117" fmla="*/ 4664225 w 8773198"/>
                  <a:gd name="connsiteY117" fmla="*/ 3614627 h 4805204"/>
                  <a:gd name="connsiteX118" fmla="*/ 4553175 w 8773198"/>
                  <a:gd name="connsiteY118" fmla="*/ 3594927 h 4805204"/>
                  <a:gd name="connsiteX119" fmla="*/ 4442124 w 8773198"/>
                  <a:gd name="connsiteY119" fmla="*/ 3642906 h 4805204"/>
                  <a:gd name="connsiteX120" fmla="*/ 4331074 w 8773198"/>
                  <a:gd name="connsiteY120" fmla="*/ 3736746 h 4805204"/>
                  <a:gd name="connsiteX121" fmla="*/ 4220024 w 8773198"/>
                  <a:gd name="connsiteY121" fmla="*/ 3848591 h 4805204"/>
                  <a:gd name="connsiteX122" fmla="*/ 4108973 w 8773198"/>
                  <a:gd name="connsiteY122" fmla="*/ 3989032 h 4805204"/>
                  <a:gd name="connsiteX123" fmla="*/ 3997923 w 8773198"/>
                  <a:gd name="connsiteY123" fmla="*/ 4144938 h 4805204"/>
                  <a:gd name="connsiteX124" fmla="*/ 3886872 w 8773198"/>
                  <a:gd name="connsiteY124" fmla="*/ 4280296 h 4805204"/>
                  <a:gd name="connsiteX125" fmla="*/ 3775822 w 8773198"/>
                  <a:gd name="connsiteY125" fmla="*/ 4370110 h 4805204"/>
                  <a:gd name="connsiteX126" fmla="*/ 3664771 w 8773198"/>
                  <a:gd name="connsiteY126" fmla="*/ 4467339 h 4805204"/>
                  <a:gd name="connsiteX127" fmla="*/ 3553721 w 8773198"/>
                  <a:gd name="connsiteY127" fmla="*/ 4590517 h 4805204"/>
                  <a:gd name="connsiteX128" fmla="*/ 3442670 w 8773198"/>
                  <a:gd name="connsiteY128" fmla="*/ 4729794 h 4805204"/>
                  <a:gd name="connsiteX129" fmla="*/ 3331620 w 8773198"/>
                  <a:gd name="connsiteY129" fmla="*/ 4805204 h 4805204"/>
                  <a:gd name="connsiteX130" fmla="*/ 3220569 w 8773198"/>
                  <a:gd name="connsiteY130" fmla="*/ 4805204 h 4805204"/>
                  <a:gd name="connsiteX131" fmla="*/ 3109519 w 8773198"/>
                  <a:gd name="connsiteY131" fmla="*/ 4805204 h 4805204"/>
                  <a:gd name="connsiteX132" fmla="*/ 2998362 w 8773198"/>
                  <a:gd name="connsiteY132" fmla="*/ 4805204 h 4805204"/>
                  <a:gd name="connsiteX133" fmla="*/ 2887312 w 8773198"/>
                  <a:gd name="connsiteY133" fmla="*/ 4805204 h 4805204"/>
                  <a:gd name="connsiteX134" fmla="*/ 2776262 w 8773198"/>
                  <a:gd name="connsiteY134" fmla="*/ 4805204 h 4805204"/>
                  <a:gd name="connsiteX135" fmla="*/ 2665211 w 8773198"/>
                  <a:gd name="connsiteY135" fmla="*/ 4805204 h 4805204"/>
                  <a:gd name="connsiteX136" fmla="*/ 2554161 w 8773198"/>
                  <a:gd name="connsiteY136" fmla="*/ 4805204 h 4805204"/>
                  <a:gd name="connsiteX137" fmla="*/ 2443110 w 8773198"/>
                  <a:gd name="connsiteY137" fmla="*/ 4805204 h 4805204"/>
                  <a:gd name="connsiteX138" fmla="*/ 2332060 w 8773198"/>
                  <a:gd name="connsiteY138" fmla="*/ 4805204 h 4805204"/>
                  <a:gd name="connsiteX139" fmla="*/ 2221009 w 8773198"/>
                  <a:gd name="connsiteY139" fmla="*/ 4805204 h 4805204"/>
                  <a:gd name="connsiteX140" fmla="*/ 2109959 w 8773198"/>
                  <a:gd name="connsiteY140" fmla="*/ 4805204 h 4805204"/>
                  <a:gd name="connsiteX141" fmla="*/ 1998908 w 8773198"/>
                  <a:gd name="connsiteY141" fmla="*/ 4805204 h 4805204"/>
                  <a:gd name="connsiteX142" fmla="*/ 1887858 w 8773198"/>
                  <a:gd name="connsiteY142" fmla="*/ 4805204 h 4805204"/>
                  <a:gd name="connsiteX143" fmla="*/ 1776807 w 8773198"/>
                  <a:gd name="connsiteY143" fmla="*/ 4805204 h 4805204"/>
                  <a:gd name="connsiteX144" fmla="*/ 1665757 w 8773198"/>
                  <a:gd name="connsiteY144" fmla="*/ 4805204 h 4805204"/>
                  <a:gd name="connsiteX145" fmla="*/ 1554706 w 8773198"/>
                  <a:gd name="connsiteY145" fmla="*/ 4805204 h 4805204"/>
                  <a:gd name="connsiteX146" fmla="*/ 1443656 w 8773198"/>
                  <a:gd name="connsiteY146" fmla="*/ 4805204 h 4805204"/>
                  <a:gd name="connsiteX147" fmla="*/ 1332605 w 8773198"/>
                  <a:gd name="connsiteY147" fmla="*/ 4805204 h 4805204"/>
                  <a:gd name="connsiteX148" fmla="*/ 1221555 w 8773198"/>
                  <a:gd name="connsiteY148" fmla="*/ 4805204 h 4805204"/>
                  <a:gd name="connsiteX149" fmla="*/ 1110505 w 8773198"/>
                  <a:gd name="connsiteY149" fmla="*/ 4805204 h 4805204"/>
                  <a:gd name="connsiteX150" fmla="*/ 999454 w 8773198"/>
                  <a:gd name="connsiteY150" fmla="*/ 4805204 h 4805204"/>
                  <a:gd name="connsiteX151" fmla="*/ 888404 w 8773198"/>
                  <a:gd name="connsiteY151" fmla="*/ 4805204 h 4805204"/>
                  <a:gd name="connsiteX152" fmla="*/ 777353 w 8773198"/>
                  <a:gd name="connsiteY152" fmla="*/ 4805204 h 4805204"/>
                  <a:gd name="connsiteX153" fmla="*/ 666303 w 8773198"/>
                  <a:gd name="connsiteY153" fmla="*/ 4745257 h 4805204"/>
                  <a:gd name="connsiteX154" fmla="*/ 555252 w 8773198"/>
                  <a:gd name="connsiteY154" fmla="*/ 4712424 h 4805204"/>
                  <a:gd name="connsiteX155" fmla="*/ 444202 w 8773198"/>
                  <a:gd name="connsiteY155" fmla="*/ 4716025 h 4805204"/>
                  <a:gd name="connsiteX156" fmla="*/ 333151 w 8773198"/>
                  <a:gd name="connsiteY156" fmla="*/ 4758496 h 4805204"/>
                  <a:gd name="connsiteX157" fmla="*/ 222101 w 8773198"/>
                  <a:gd name="connsiteY157" fmla="*/ 4805204 h 4805204"/>
                  <a:gd name="connsiteX158" fmla="*/ 111050 w 8773198"/>
                  <a:gd name="connsiteY158" fmla="*/ 4805204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603218"/>
                    </a:moveTo>
                    <a:lnTo>
                      <a:pt x="111050" y="1929220"/>
                    </a:lnTo>
                    <a:lnTo>
                      <a:pt x="222101" y="2214764"/>
                    </a:lnTo>
                    <a:lnTo>
                      <a:pt x="333151" y="2453282"/>
                    </a:lnTo>
                    <a:lnTo>
                      <a:pt x="444202" y="2639267"/>
                    </a:lnTo>
                    <a:lnTo>
                      <a:pt x="555252" y="2771871"/>
                    </a:lnTo>
                    <a:lnTo>
                      <a:pt x="666303" y="2855225"/>
                    </a:lnTo>
                    <a:lnTo>
                      <a:pt x="777353" y="2897273"/>
                    </a:lnTo>
                    <a:lnTo>
                      <a:pt x="888404" y="2908499"/>
                    </a:lnTo>
                    <a:lnTo>
                      <a:pt x="999454" y="2901827"/>
                    </a:lnTo>
                    <a:lnTo>
                      <a:pt x="1110505" y="2884881"/>
                    </a:lnTo>
                    <a:lnTo>
                      <a:pt x="1221555" y="2861580"/>
                    </a:lnTo>
                    <a:lnTo>
                      <a:pt x="1332605" y="2833936"/>
                    </a:lnTo>
                    <a:lnTo>
                      <a:pt x="1443656" y="2802798"/>
                    </a:lnTo>
                    <a:lnTo>
                      <a:pt x="1554706" y="2769435"/>
                    </a:lnTo>
                    <a:lnTo>
                      <a:pt x="1665757" y="2735225"/>
                    </a:lnTo>
                    <a:lnTo>
                      <a:pt x="1776807" y="2702074"/>
                    </a:lnTo>
                    <a:lnTo>
                      <a:pt x="1887858" y="2672629"/>
                    </a:lnTo>
                    <a:lnTo>
                      <a:pt x="1998908" y="2649646"/>
                    </a:lnTo>
                    <a:lnTo>
                      <a:pt x="2109959" y="2636195"/>
                    </a:lnTo>
                    <a:lnTo>
                      <a:pt x="2221009" y="2643079"/>
                    </a:lnTo>
                    <a:lnTo>
                      <a:pt x="2332060" y="2671147"/>
                    </a:lnTo>
                    <a:lnTo>
                      <a:pt x="2443110" y="2707475"/>
                    </a:lnTo>
                    <a:lnTo>
                      <a:pt x="2554161" y="2738402"/>
                    </a:lnTo>
                    <a:lnTo>
                      <a:pt x="2665211" y="2751641"/>
                    </a:lnTo>
                    <a:lnTo>
                      <a:pt x="2776262" y="2739143"/>
                    </a:lnTo>
                    <a:lnTo>
                      <a:pt x="2887312" y="2700273"/>
                    </a:lnTo>
                    <a:lnTo>
                      <a:pt x="2998362" y="2642126"/>
                    </a:lnTo>
                    <a:lnTo>
                      <a:pt x="3109519" y="2577625"/>
                    </a:lnTo>
                    <a:lnTo>
                      <a:pt x="3220569" y="2521279"/>
                    </a:lnTo>
                    <a:lnTo>
                      <a:pt x="3331620" y="2489081"/>
                    </a:lnTo>
                    <a:lnTo>
                      <a:pt x="3442670" y="2480608"/>
                    </a:lnTo>
                    <a:lnTo>
                      <a:pt x="3553721" y="2469805"/>
                    </a:lnTo>
                    <a:lnTo>
                      <a:pt x="3664771" y="2437501"/>
                    </a:lnTo>
                    <a:lnTo>
                      <a:pt x="3775822" y="2387721"/>
                    </a:lnTo>
                    <a:lnTo>
                      <a:pt x="3886872" y="2346944"/>
                    </a:lnTo>
                    <a:lnTo>
                      <a:pt x="3997923" y="2306697"/>
                    </a:lnTo>
                    <a:lnTo>
                      <a:pt x="4108973" y="2250881"/>
                    </a:lnTo>
                    <a:lnTo>
                      <a:pt x="4220024" y="2179071"/>
                    </a:lnTo>
                    <a:lnTo>
                      <a:pt x="4331074" y="2113828"/>
                    </a:lnTo>
                    <a:lnTo>
                      <a:pt x="4442124" y="2053669"/>
                    </a:lnTo>
                    <a:lnTo>
                      <a:pt x="4553175" y="2013634"/>
                    </a:lnTo>
                    <a:lnTo>
                      <a:pt x="4664225" y="2033969"/>
                    </a:lnTo>
                    <a:lnTo>
                      <a:pt x="4775276" y="1983766"/>
                    </a:lnTo>
                    <a:lnTo>
                      <a:pt x="4886326" y="1835381"/>
                    </a:lnTo>
                    <a:lnTo>
                      <a:pt x="4997377" y="1842689"/>
                    </a:lnTo>
                    <a:lnTo>
                      <a:pt x="5108428" y="1822671"/>
                    </a:lnTo>
                    <a:lnTo>
                      <a:pt x="5219478" y="1768761"/>
                    </a:lnTo>
                    <a:lnTo>
                      <a:pt x="5330528" y="1670791"/>
                    </a:lnTo>
                    <a:lnTo>
                      <a:pt x="5441578" y="1470190"/>
                    </a:lnTo>
                    <a:lnTo>
                      <a:pt x="5552629" y="1152342"/>
                    </a:lnTo>
                    <a:lnTo>
                      <a:pt x="5663679" y="807805"/>
                    </a:lnTo>
                    <a:lnTo>
                      <a:pt x="5774730" y="606568"/>
                    </a:lnTo>
                    <a:lnTo>
                      <a:pt x="5885781" y="435412"/>
                    </a:lnTo>
                    <a:lnTo>
                      <a:pt x="5996831" y="267750"/>
                    </a:lnTo>
                    <a:lnTo>
                      <a:pt x="6107881" y="120212"/>
                    </a:lnTo>
                    <a:lnTo>
                      <a:pt x="6219038" y="28809"/>
                    </a:lnTo>
                    <a:lnTo>
                      <a:pt x="6330088" y="0"/>
                    </a:lnTo>
                    <a:lnTo>
                      <a:pt x="6441139" y="23195"/>
                    </a:lnTo>
                    <a:lnTo>
                      <a:pt x="6552189" y="81765"/>
                    </a:lnTo>
                    <a:lnTo>
                      <a:pt x="6663240" y="161836"/>
                    </a:lnTo>
                    <a:lnTo>
                      <a:pt x="6774290" y="252816"/>
                    </a:lnTo>
                    <a:lnTo>
                      <a:pt x="6885340" y="347186"/>
                    </a:lnTo>
                    <a:lnTo>
                      <a:pt x="6996391" y="440390"/>
                    </a:lnTo>
                    <a:lnTo>
                      <a:pt x="7107441" y="529357"/>
                    </a:lnTo>
                    <a:lnTo>
                      <a:pt x="7218492" y="611652"/>
                    </a:lnTo>
                    <a:lnTo>
                      <a:pt x="7329543" y="684733"/>
                    </a:lnTo>
                    <a:lnTo>
                      <a:pt x="7440593" y="744998"/>
                    </a:lnTo>
                    <a:lnTo>
                      <a:pt x="7551643" y="798802"/>
                    </a:lnTo>
                    <a:lnTo>
                      <a:pt x="7662694" y="860232"/>
                    </a:lnTo>
                    <a:lnTo>
                      <a:pt x="7773744" y="925369"/>
                    </a:lnTo>
                    <a:lnTo>
                      <a:pt x="7884794" y="989235"/>
                    </a:lnTo>
                    <a:lnTo>
                      <a:pt x="7995845" y="1045581"/>
                    </a:lnTo>
                    <a:lnTo>
                      <a:pt x="8106896" y="1086888"/>
                    </a:lnTo>
                    <a:lnTo>
                      <a:pt x="8217946" y="1103728"/>
                    </a:lnTo>
                    <a:lnTo>
                      <a:pt x="8328997" y="1085829"/>
                    </a:lnTo>
                    <a:lnTo>
                      <a:pt x="8440047" y="1022174"/>
                    </a:lnTo>
                    <a:lnTo>
                      <a:pt x="8551097" y="903233"/>
                    </a:lnTo>
                    <a:lnTo>
                      <a:pt x="8662148" y="721591"/>
                    </a:lnTo>
                    <a:lnTo>
                      <a:pt x="8773198" y="473117"/>
                    </a:lnTo>
                    <a:lnTo>
                      <a:pt x="8773198" y="4019112"/>
                    </a:lnTo>
                    <a:lnTo>
                      <a:pt x="8662148" y="3918176"/>
                    </a:lnTo>
                    <a:lnTo>
                      <a:pt x="8551097" y="3844354"/>
                    </a:lnTo>
                    <a:lnTo>
                      <a:pt x="8440047" y="3797434"/>
                    </a:lnTo>
                    <a:lnTo>
                      <a:pt x="8328997" y="3774345"/>
                    </a:lnTo>
                    <a:lnTo>
                      <a:pt x="8217946" y="3769791"/>
                    </a:lnTo>
                    <a:lnTo>
                      <a:pt x="8106896" y="3776887"/>
                    </a:lnTo>
                    <a:lnTo>
                      <a:pt x="7995845" y="3789279"/>
                    </a:lnTo>
                    <a:lnTo>
                      <a:pt x="7884794" y="3802095"/>
                    </a:lnTo>
                    <a:lnTo>
                      <a:pt x="7773744" y="3811839"/>
                    </a:lnTo>
                    <a:lnTo>
                      <a:pt x="7662694" y="3816393"/>
                    </a:lnTo>
                    <a:lnTo>
                      <a:pt x="7551643" y="3815016"/>
                    </a:lnTo>
                    <a:lnTo>
                      <a:pt x="7440593" y="3807390"/>
                    </a:lnTo>
                    <a:lnTo>
                      <a:pt x="7329543" y="3750091"/>
                    </a:lnTo>
                    <a:lnTo>
                      <a:pt x="7218492" y="3625642"/>
                    </a:lnTo>
                    <a:lnTo>
                      <a:pt x="7107441" y="3450249"/>
                    </a:lnTo>
                    <a:lnTo>
                      <a:pt x="6996391" y="3240963"/>
                    </a:lnTo>
                    <a:lnTo>
                      <a:pt x="6885340" y="3015155"/>
                    </a:lnTo>
                    <a:lnTo>
                      <a:pt x="6774290" y="2789452"/>
                    </a:lnTo>
                    <a:lnTo>
                      <a:pt x="6663240" y="2579002"/>
                    </a:lnTo>
                    <a:lnTo>
                      <a:pt x="6552189" y="2395983"/>
                    </a:lnTo>
                    <a:lnTo>
                      <a:pt x="6441139" y="2249504"/>
                    </a:lnTo>
                    <a:lnTo>
                      <a:pt x="6330088" y="2145390"/>
                    </a:lnTo>
                    <a:lnTo>
                      <a:pt x="6219038" y="2089468"/>
                    </a:lnTo>
                    <a:lnTo>
                      <a:pt x="6107881" y="2080783"/>
                    </a:lnTo>
                    <a:lnTo>
                      <a:pt x="5996831" y="2106732"/>
                    </a:lnTo>
                    <a:lnTo>
                      <a:pt x="5885781" y="2182884"/>
                    </a:lnTo>
                    <a:lnTo>
                      <a:pt x="5774730" y="2402020"/>
                    </a:lnTo>
                    <a:lnTo>
                      <a:pt x="5663679" y="2719867"/>
                    </a:lnTo>
                    <a:lnTo>
                      <a:pt x="5552629" y="3177097"/>
                    </a:lnTo>
                    <a:lnTo>
                      <a:pt x="5441578" y="3774557"/>
                    </a:lnTo>
                    <a:lnTo>
                      <a:pt x="5330528" y="4378584"/>
                    </a:lnTo>
                    <a:lnTo>
                      <a:pt x="5219478" y="4750553"/>
                    </a:lnTo>
                    <a:lnTo>
                      <a:pt x="5108428" y="4695160"/>
                    </a:lnTo>
                    <a:lnTo>
                      <a:pt x="4997377" y="4437260"/>
                    </a:lnTo>
                    <a:lnTo>
                      <a:pt x="4886326" y="4231787"/>
                    </a:lnTo>
                    <a:lnTo>
                      <a:pt x="4775276" y="3891698"/>
                    </a:lnTo>
                    <a:lnTo>
                      <a:pt x="4664225" y="3614627"/>
                    </a:lnTo>
                    <a:lnTo>
                      <a:pt x="4553175" y="3594927"/>
                    </a:lnTo>
                    <a:lnTo>
                      <a:pt x="4442124" y="3642906"/>
                    </a:lnTo>
                    <a:lnTo>
                      <a:pt x="4331074" y="3736746"/>
                    </a:lnTo>
                    <a:lnTo>
                      <a:pt x="4220024" y="3848591"/>
                    </a:lnTo>
                    <a:lnTo>
                      <a:pt x="4108973" y="3989032"/>
                    </a:lnTo>
                    <a:lnTo>
                      <a:pt x="3997923" y="4144938"/>
                    </a:lnTo>
                    <a:lnTo>
                      <a:pt x="3886872" y="4280296"/>
                    </a:lnTo>
                    <a:lnTo>
                      <a:pt x="3775822" y="4370110"/>
                    </a:lnTo>
                    <a:lnTo>
                      <a:pt x="3664771" y="4467339"/>
                    </a:lnTo>
                    <a:lnTo>
                      <a:pt x="3553721" y="4590517"/>
                    </a:lnTo>
                    <a:lnTo>
                      <a:pt x="3442670" y="4729794"/>
                    </a:lnTo>
                    <a:lnTo>
                      <a:pt x="3331620" y="4805204"/>
                    </a:lnTo>
                    <a:lnTo>
                      <a:pt x="3220569" y="4805204"/>
                    </a:lnTo>
                    <a:lnTo>
                      <a:pt x="3109519" y="4805204"/>
                    </a:lnTo>
                    <a:lnTo>
                      <a:pt x="2998362" y="4805204"/>
                    </a:lnTo>
                    <a:lnTo>
                      <a:pt x="2887312" y="4805204"/>
                    </a:lnTo>
                    <a:lnTo>
                      <a:pt x="2776262" y="4805204"/>
                    </a:lnTo>
                    <a:lnTo>
                      <a:pt x="2665211" y="4805204"/>
                    </a:lnTo>
                    <a:lnTo>
                      <a:pt x="2554161" y="4805204"/>
                    </a:lnTo>
                    <a:lnTo>
                      <a:pt x="2443110" y="4805204"/>
                    </a:lnTo>
                    <a:lnTo>
                      <a:pt x="2332060" y="4805204"/>
                    </a:lnTo>
                    <a:lnTo>
                      <a:pt x="2221009" y="4805204"/>
                    </a:lnTo>
                    <a:lnTo>
                      <a:pt x="2109959" y="4805204"/>
                    </a:lnTo>
                    <a:lnTo>
                      <a:pt x="1998908" y="4805204"/>
                    </a:lnTo>
                    <a:lnTo>
                      <a:pt x="1887858" y="4805204"/>
                    </a:lnTo>
                    <a:lnTo>
                      <a:pt x="1776807" y="4805204"/>
                    </a:lnTo>
                    <a:lnTo>
                      <a:pt x="1665757" y="4805204"/>
                    </a:lnTo>
                    <a:lnTo>
                      <a:pt x="1554706" y="4805204"/>
                    </a:lnTo>
                    <a:lnTo>
                      <a:pt x="1443656" y="4805204"/>
                    </a:lnTo>
                    <a:lnTo>
                      <a:pt x="1332605" y="4805204"/>
                    </a:lnTo>
                    <a:lnTo>
                      <a:pt x="1221555" y="4805204"/>
                    </a:lnTo>
                    <a:lnTo>
                      <a:pt x="1110505" y="4805204"/>
                    </a:lnTo>
                    <a:lnTo>
                      <a:pt x="999454" y="4805204"/>
                    </a:lnTo>
                    <a:lnTo>
                      <a:pt x="888404" y="4805204"/>
                    </a:lnTo>
                    <a:lnTo>
                      <a:pt x="777353" y="4805204"/>
                    </a:lnTo>
                    <a:lnTo>
                      <a:pt x="666303" y="4745257"/>
                    </a:lnTo>
                    <a:lnTo>
                      <a:pt x="555252" y="4712424"/>
                    </a:lnTo>
                    <a:lnTo>
                      <a:pt x="444202" y="4716025"/>
                    </a:lnTo>
                    <a:lnTo>
                      <a:pt x="333151" y="4758496"/>
                    </a:lnTo>
                    <a:lnTo>
                      <a:pt x="222101" y="4805204"/>
                    </a:lnTo>
                    <a:lnTo>
                      <a:pt x="111050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8E281D2-AD7C-2097-2327-CF8B46A3A415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908499"/>
              </a:xfrm>
              <a:custGeom>
                <a:avLst/>
                <a:gdLst>
                  <a:gd name="connsiteX0" fmla="*/ 0 w 8773198"/>
                  <a:gd name="connsiteY0" fmla="*/ 1603218 h 2908499"/>
                  <a:gd name="connsiteX1" fmla="*/ 111050 w 8773198"/>
                  <a:gd name="connsiteY1" fmla="*/ 1929220 h 2908499"/>
                  <a:gd name="connsiteX2" fmla="*/ 222101 w 8773198"/>
                  <a:gd name="connsiteY2" fmla="*/ 2214764 h 2908499"/>
                  <a:gd name="connsiteX3" fmla="*/ 333151 w 8773198"/>
                  <a:gd name="connsiteY3" fmla="*/ 2453282 h 2908499"/>
                  <a:gd name="connsiteX4" fmla="*/ 444202 w 8773198"/>
                  <a:gd name="connsiteY4" fmla="*/ 2639267 h 2908499"/>
                  <a:gd name="connsiteX5" fmla="*/ 555252 w 8773198"/>
                  <a:gd name="connsiteY5" fmla="*/ 2771871 h 2908499"/>
                  <a:gd name="connsiteX6" fmla="*/ 666303 w 8773198"/>
                  <a:gd name="connsiteY6" fmla="*/ 2855225 h 2908499"/>
                  <a:gd name="connsiteX7" fmla="*/ 777353 w 8773198"/>
                  <a:gd name="connsiteY7" fmla="*/ 2897273 h 2908499"/>
                  <a:gd name="connsiteX8" fmla="*/ 888404 w 8773198"/>
                  <a:gd name="connsiteY8" fmla="*/ 2908499 h 2908499"/>
                  <a:gd name="connsiteX9" fmla="*/ 999454 w 8773198"/>
                  <a:gd name="connsiteY9" fmla="*/ 2901827 h 2908499"/>
                  <a:gd name="connsiteX10" fmla="*/ 1110505 w 8773198"/>
                  <a:gd name="connsiteY10" fmla="*/ 2884881 h 2908499"/>
                  <a:gd name="connsiteX11" fmla="*/ 1221555 w 8773198"/>
                  <a:gd name="connsiteY11" fmla="*/ 2861580 h 2908499"/>
                  <a:gd name="connsiteX12" fmla="*/ 1332605 w 8773198"/>
                  <a:gd name="connsiteY12" fmla="*/ 2833936 h 2908499"/>
                  <a:gd name="connsiteX13" fmla="*/ 1443656 w 8773198"/>
                  <a:gd name="connsiteY13" fmla="*/ 2802798 h 2908499"/>
                  <a:gd name="connsiteX14" fmla="*/ 1554706 w 8773198"/>
                  <a:gd name="connsiteY14" fmla="*/ 2769435 h 2908499"/>
                  <a:gd name="connsiteX15" fmla="*/ 1665757 w 8773198"/>
                  <a:gd name="connsiteY15" fmla="*/ 2735225 h 2908499"/>
                  <a:gd name="connsiteX16" fmla="*/ 1776807 w 8773198"/>
                  <a:gd name="connsiteY16" fmla="*/ 2702074 h 2908499"/>
                  <a:gd name="connsiteX17" fmla="*/ 1887858 w 8773198"/>
                  <a:gd name="connsiteY17" fmla="*/ 2672629 h 2908499"/>
                  <a:gd name="connsiteX18" fmla="*/ 1998908 w 8773198"/>
                  <a:gd name="connsiteY18" fmla="*/ 2649646 h 2908499"/>
                  <a:gd name="connsiteX19" fmla="*/ 2109959 w 8773198"/>
                  <a:gd name="connsiteY19" fmla="*/ 2636195 h 2908499"/>
                  <a:gd name="connsiteX20" fmla="*/ 2221009 w 8773198"/>
                  <a:gd name="connsiteY20" fmla="*/ 2643079 h 2908499"/>
                  <a:gd name="connsiteX21" fmla="*/ 2332060 w 8773198"/>
                  <a:gd name="connsiteY21" fmla="*/ 2671147 h 2908499"/>
                  <a:gd name="connsiteX22" fmla="*/ 2443110 w 8773198"/>
                  <a:gd name="connsiteY22" fmla="*/ 2707475 h 2908499"/>
                  <a:gd name="connsiteX23" fmla="*/ 2554161 w 8773198"/>
                  <a:gd name="connsiteY23" fmla="*/ 2738402 h 2908499"/>
                  <a:gd name="connsiteX24" fmla="*/ 2665211 w 8773198"/>
                  <a:gd name="connsiteY24" fmla="*/ 2751641 h 2908499"/>
                  <a:gd name="connsiteX25" fmla="*/ 2776262 w 8773198"/>
                  <a:gd name="connsiteY25" fmla="*/ 2739143 h 2908499"/>
                  <a:gd name="connsiteX26" fmla="*/ 2887312 w 8773198"/>
                  <a:gd name="connsiteY26" fmla="*/ 2700273 h 2908499"/>
                  <a:gd name="connsiteX27" fmla="*/ 2998362 w 8773198"/>
                  <a:gd name="connsiteY27" fmla="*/ 2642126 h 2908499"/>
                  <a:gd name="connsiteX28" fmla="*/ 3109519 w 8773198"/>
                  <a:gd name="connsiteY28" fmla="*/ 2577625 h 2908499"/>
                  <a:gd name="connsiteX29" fmla="*/ 3220569 w 8773198"/>
                  <a:gd name="connsiteY29" fmla="*/ 2521279 h 2908499"/>
                  <a:gd name="connsiteX30" fmla="*/ 3331620 w 8773198"/>
                  <a:gd name="connsiteY30" fmla="*/ 2489081 h 2908499"/>
                  <a:gd name="connsiteX31" fmla="*/ 3442670 w 8773198"/>
                  <a:gd name="connsiteY31" fmla="*/ 2480608 h 2908499"/>
                  <a:gd name="connsiteX32" fmla="*/ 3553721 w 8773198"/>
                  <a:gd name="connsiteY32" fmla="*/ 2469805 h 2908499"/>
                  <a:gd name="connsiteX33" fmla="*/ 3664771 w 8773198"/>
                  <a:gd name="connsiteY33" fmla="*/ 2437501 h 2908499"/>
                  <a:gd name="connsiteX34" fmla="*/ 3775822 w 8773198"/>
                  <a:gd name="connsiteY34" fmla="*/ 2387721 h 2908499"/>
                  <a:gd name="connsiteX35" fmla="*/ 3886872 w 8773198"/>
                  <a:gd name="connsiteY35" fmla="*/ 2346944 h 2908499"/>
                  <a:gd name="connsiteX36" fmla="*/ 3997923 w 8773198"/>
                  <a:gd name="connsiteY36" fmla="*/ 2306697 h 2908499"/>
                  <a:gd name="connsiteX37" fmla="*/ 4108973 w 8773198"/>
                  <a:gd name="connsiteY37" fmla="*/ 2250881 h 2908499"/>
                  <a:gd name="connsiteX38" fmla="*/ 4220024 w 8773198"/>
                  <a:gd name="connsiteY38" fmla="*/ 2179071 h 2908499"/>
                  <a:gd name="connsiteX39" fmla="*/ 4331074 w 8773198"/>
                  <a:gd name="connsiteY39" fmla="*/ 2113828 h 2908499"/>
                  <a:gd name="connsiteX40" fmla="*/ 4442124 w 8773198"/>
                  <a:gd name="connsiteY40" fmla="*/ 2053669 h 2908499"/>
                  <a:gd name="connsiteX41" fmla="*/ 4553175 w 8773198"/>
                  <a:gd name="connsiteY41" fmla="*/ 2013634 h 2908499"/>
                  <a:gd name="connsiteX42" fmla="*/ 4664225 w 8773198"/>
                  <a:gd name="connsiteY42" fmla="*/ 2033969 h 2908499"/>
                  <a:gd name="connsiteX43" fmla="*/ 4775276 w 8773198"/>
                  <a:gd name="connsiteY43" fmla="*/ 1983766 h 2908499"/>
                  <a:gd name="connsiteX44" fmla="*/ 4886326 w 8773198"/>
                  <a:gd name="connsiteY44" fmla="*/ 1835381 h 2908499"/>
                  <a:gd name="connsiteX45" fmla="*/ 4997377 w 8773198"/>
                  <a:gd name="connsiteY45" fmla="*/ 1842689 h 2908499"/>
                  <a:gd name="connsiteX46" fmla="*/ 5108428 w 8773198"/>
                  <a:gd name="connsiteY46" fmla="*/ 1822671 h 2908499"/>
                  <a:gd name="connsiteX47" fmla="*/ 5219478 w 8773198"/>
                  <a:gd name="connsiteY47" fmla="*/ 1768761 h 2908499"/>
                  <a:gd name="connsiteX48" fmla="*/ 5330528 w 8773198"/>
                  <a:gd name="connsiteY48" fmla="*/ 1670791 h 2908499"/>
                  <a:gd name="connsiteX49" fmla="*/ 5441578 w 8773198"/>
                  <a:gd name="connsiteY49" fmla="*/ 1470190 h 2908499"/>
                  <a:gd name="connsiteX50" fmla="*/ 5552629 w 8773198"/>
                  <a:gd name="connsiteY50" fmla="*/ 1152342 h 2908499"/>
                  <a:gd name="connsiteX51" fmla="*/ 5663679 w 8773198"/>
                  <a:gd name="connsiteY51" fmla="*/ 807805 h 2908499"/>
                  <a:gd name="connsiteX52" fmla="*/ 5774730 w 8773198"/>
                  <a:gd name="connsiteY52" fmla="*/ 606568 h 2908499"/>
                  <a:gd name="connsiteX53" fmla="*/ 5885781 w 8773198"/>
                  <a:gd name="connsiteY53" fmla="*/ 435412 h 2908499"/>
                  <a:gd name="connsiteX54" fmla="*/ 5996831 w 8773198"/>
                  <a:gd name="connsiteY54" fmla="*/ 267750 h 2908499"/>
                  <a:gd name="connsiteX55" fmla="*/ 6107881 w 8773198"/>
                  <a:gd name="connsiteY55" fmla="*/ 120212 h 2908499"/>
                  <a:gd name="connsiteX56" fmla="*/ 6219038 w 8773198"/>
                  <a:gd name="connsiteY56" fmla="*/ 28809 h 2908499"/>
                  <a:gd name="connsiteX57" fmla="*/ 6330088 w 8773198"/>
                  <a:gd name="connsiteY57" fmla="*/ 0 h 2908499"/>
                  <a:gd name="connsiteX58" fmla="*/ 6441139 w 8773198"/>
                  <a:gd name="connsiteY58" fmla="*/ 23195 h 2908499"/>
                  <a:gd name="connsiteX59" fmla="*/ 6552189 w 8773198"/>
                  <a:gd name="connsiteY59" fmla="*/ 81765 h 2908499"/>
                  <a:gd name="connsiteX60" fmla="*/ 6663240 w 8773198"/>
                  <a:gd name="connsiteY60" fmla="*/ 161836 h 2908499"/>
                  <a:gd name="connsiteX61" fmla="*/ 6774290 w 8773198"/>
                  <a:gd name="connsiteY61" fmla="*/ 252816 h 2908499"/>
                  <a:gd name="connsiteX62" fmla="*/ 6885340 w 8773198"/>
                  <a:gd name="connsiteY62" fmla="*/ 347186 h 2908499"/>
                  <a:gd name="connsiteX63" fmla="*/ 6996391 w 8773198"/>
                  <a:gd name="connsiteY63" fmla="*/ 440390 h 2908499"/>
                  <a:gd name="connsiteX64" fmla="*/ 7107441 w 8773198"/>
                  <a:gd name="connsiteY64" fmla="*/ 529357 h 2908499"/>
                  <a:gd name="connsiteX65" fmla="*/ 7218492 w 8773198"/>
                  <a:gd name="connsiteY65" fmla="*/ 611652 h 2908499"/>
                  <a:gd name="connsiteX66" fmla="*/ 7329543 w 8773198"/>
                  <a:gd name="connsiteY66" fmla="*/ 684733 h 2908499"/>
                  <a:gd name="connsiteX67" fmla="*/ 7440593 w 8773198"/>
                  <a:gd name="connsiteY67" fmla="*/ 744998 h 2908499"/>
                  <a:gd name="connsiteX68" fmla="*/ 7551643 w 8773198"/>
                  <a:gd name="connsiteY68" fmla="*/ 798802 h 2908499"/>
                  <a:gd name="connsiteX69" fmla="*/ 7662694 w 8773198"/>
                  <a:gd name="connsiteY69" fmla="*/ 860232 h 2908499"/>
                  <a:gd name="connsiteX70" fmla="*/ 7773744 w 8773198"/>
                  <a:gd name="connsiteY70" fmla="*/ 925369 h 2908499"/>
                  <a:gd name="connsiteX71" fmla="*/ 7884794 w 8773198"/>
                  <a:gd name="connsiteY71" fmla="*/ 989235 h 2908499"/>
                  <a:gd name="connsiteX72" fmla="*/ 7995845 w 8773198"/>
                  <a:gd name="connsiteY72" fmla="*/ 1045581 h 2908499"/>
                  <a:gd name="connsiteX73" fmla="*/ 8106896 w 8773198"/>
                  <a:gd name="connsiteY73" fmla="*/ 1086888 h 2908499"/>
                  <a:gd name="connsiteX74" fmla="*/ 8217946 w 8773198"/>
                  <a:gd name="connsiteY74" fmla="*/ 1103728 h 2908499"/>
                  <a:gd name="connsiteX75" fmla="*/ 8328997 w 8773198"/>
                  <a:gd name="connsiteY75" fmla="*/ 1085829 h 2908499"/>
                  <a:gd name="connsiteX76" fmla="*/ 8440047 w 8773198"/>
                  <a:gd name="connsiteY76" fmla="*/ 1022174 h 2908499"/>
                  <a:gd name="connsiteX77" fmla="*/ 8551097 w 8773198"/>
                  <a:gd name="connsiteY77" fmla="*/ 903233 h 2908499"/>
                  <a:gd name="connsiteX78" fmla="*/ 8662148 w 8773198"/>
                  <a:gd name="connsiteY78" fmla="*/ 721591 h 2908499"/>
                  <a:gd name="connsiteX79" fmla="*/ 8773198 w 8773198"/>
                  <a:gd name="connsiteY79" fmla="*/ 473117 h 2908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08499">
                    <a:moveTo>
                      <a:pt x="0" y="1603218"/>
                    </a:moveTo>
                    <a:lnTo>
                      <a:pt x="111050" y="1929220"/>
                    </a:lnTo>
                    <a:lnTo>
                      <a:pt x="222101" y="2214764"/>
                    </a:lnTo>
                    <a:lnTo>
                      <a:pt x="333151" y="2453282"/>
                    </a:lnTo>
                    <a:lnTo>
                      <a:pt x="444202" y="2639267"/>
                    </a:lnTo>
                    <a:lnTo>
                      <a:pt x="555252" y="2771871"/>
                    </a:lnTo>
                    <a:lnTo>
                      <a:pt x="666303" y="2855225"/>
                    </a:lnTo>
                    <a:lnTo>
                      <a:pt x="777353" y="2897273"/>
                    </a:lnTo>
                    <a:lnTo>
                      <a:pt x="888404" y="2908499"/>
                    </a:lnTo>
                    <a:lnTo>
                      <a:pt x="999454" y="2901827"/>
                    </a:lnTo>
                    <a:lnTo>
                      <a:pt x="1110505" y="2884881"/>
                    </a:lnTo>
                    <a:lnTo>
                      <a:pt x="1221555" y="2861580"/>
                    </a:lnTo>
                    <a:lnTo>
                      <a:pt x="1332605" y="2833936"/>
                    </a:lnTo>
                    <a:lnTo>
                      <a:pt x="1443656" y="2802798"/>
                    </a:lnTo>
                    <a:lnTo>
                      <a:pt x="1554706" y="2769435"/>
                    </a:lnTo>
                    <a:lnTo>
                      <a:pt x="1665757" y="2735225"/>
                    </a:lnTo>
                    <a:lnTo>
                      <a:pt x="1776807" y="2702074"/>
                    </a:lnTo>
                    <a:lnTo>
                      <a:pt x="1887858" y="2672629"/>
                    </a:lnTo>
                    <a:lnTo>
                      <a:pt x="1998908" y="2649646"/>
                    </a:lnTo>
                    <a:lnTo>
                      <a:pt x="2109959" y="2636195"/>
                    </a:lnTo>
                    <a:lnTo>
                      <a:pt x="2221009" y="2643079"/>
                    </a:lnTo>
                    <a:lnTo>
                      <a:pt x="2332060" y="2671147"/>
                    </a:lnTo>
                    <a:lnTo>
                      <a:pt x="2443110" y="2707475"/>
                    </a:lnTo>
                    <a:lnTo>
                      <a:pt x="2554161" y="2738402"/>
                    </a:lnTo>
                    <a:lnTo>
                      <a:pt x="2665211" y="2751641"/>
                    </a:lnTo>
                    <a:lnTo>
                      <a:pt x="2776262" y="2739143"/>
                    </a:lnTo>
                    <a:lnTo>
                      <a:pt x="2887312" y="2700273"/>
                    </a:lnTo>
                    <a:lnTo>
                      <a:pt x="2998362" y="2642126"/>
                    </a:lnTo>
                    <a:lnTo>
                      <a:pt x="3109519" y="2577625"/>
                    </a:lnTo>
                    <a:lnTo>
                      <a:pt x="3220569" y="2521279"/>
                    </a:lnTo>
                    <a:lnTo>
                      <a:pt x="3331620" y="2489081"/>
                    </a:lnTo>
                    <a:lnTo>
                      <a:pt x="3442670" y="2480608"/>
                    </a:lnTo>
                    <a:lnTo>
                      <a:pt x="3553721" y="2469805"/>
                    </a:lnTo>
                    <a:lnTo>
                      <a:pt x="3664771" y="2437501"/>
                    </a:lnTo>
                    <a:lnTo>
                      <a:pt x="3775822" y="2387721"/>
                    </a:lnTo>
                    <a:lnTo>
                      <a:pt x="3886872" y="2346944"/>
                    </a:lnTo>
                    <a:lnTo>
                      <a:pt x="3997923" y="2306697"/>
                    </a:lnTo>
                    <a:lnTo>
                      <a:pt x="4108973" y="2250881"/>
                    </a:lnTo>
                    <a:lnTo>
                      <a:pt x="4220024" y="2179071"/>
                    </a:lnTo>
                    <a:lnTo>
                      <a:pt x="4331074" y="2113828"/>
                    </a:lnTo>
                    <a:lnTo>
                      <a:pt x="4442124" y="2053669"/>
                    </a:lnTo>
                    <a:lnTo>
                      <a:pt x="4553175" y="2013634"/>
                    </a:lnTo>
                    <a:lnTo>
                      <a:pt x="4664225" y="2033969"/>
                    </a:lnTo>
                    <a:lnTo>
                      <a:pt x="4775276" y="1983766"/>
                    </a:lnTo>
                    <a:lnTo>
                      <a:pt x="4886326" y="1835381"/>
                    </a:lnTo>
                    <a:lnTo>
                      <a:pt x="4997377" y="1842689"/>
                    </a:lnTo>
                    <a:lnTo>
                      <a:pt x="5108428" y="1822671"/>
                    </a:lnTo>
                    <a:lnTo>
                      <a:pt x="5219478" y="1768761"/>
                    </a:lnTo>
                    <a:lnTo>
                      <a:pt x="5330528" y="1670791"/>
                    </a:lnTo>
                    <a:lnTo>
                      <a:pt x="5441578" y="1470190"/>
                    </a:lnTo>
                    <a:lnTo>
                      <a:pt x="5552629" y="1152342"/>
                    </a:lnTo>
                    <a:lnTo>
                      <a:pt x="5663679" y="807805"/>
                    </a:lnTo>
                    <a:lnTo>
                      <a:pt x="5774730" y="606568"/>
                    </a:lnTo>
                    <a:lnTo>
                      <a:pt x="5885781" y="435412"/>
                    </a:lnTo>
                    <a:lnTo>
                      <a:pt x="5996831" y="267750"/>
                    </a:lnTo>
                    <a:lnTo>
                      <a:pt x="6107881" y="120212"/>
                    </a:lnTo>
                    <a:lnTo>
                      <a:pt x="6219038" y="28809"/>
                    </a:lnTo>
                    <a:lnTo>
                      <a:pt x="6330088" y="0"/>
                    </a:lnTo>
                    <a:lnTo>
                      <a:pt x="6441139" y="23195"/>
                    </a:lnTo>
                    <a:lnTo>
                      <a:pt x="6552189" y="81765"/>
                    </a:lnTo>
                    <a:lnTo>
                      <a:pt x="6663240" y="161836"/>
                    </a:lnTo>
                    <a:lnTo>
                      <a:pt x="6774290" y="252816"/>
                    </a:lnTo>
                    <a:lnTo>
                      <a:pt x="6885340" y="347186"/>
                    </a:lnTo>
                    <a:lnTo>
                      <a:pt x="6996391" y="440390"/>
                    </a:lnTo>
                    <a:lnTo>
                      <a:pt x="7107441" y="529357"/>
                    </a:lnTo>
                    <a:lnTo>
                      <a:pt x="7218492" y="611652"/>
                    </a:lnTo>
                    <a:lnTo>
                      <a:pt x="7329543" y="684733"/>
                    </a:lnTo>
                    <a:lnTo>
                      <a:pt x="7440593" y="744998"/>
                    </a:lnTo>
                    <a:lnTo>
                      <a:pt x="7551643" y="798802"/>
                    </a:lnTo>
                    <a:lnTo>
                      <a:pt x="7662694" y="860232"/>
                    </a:lnTo>
                    <a:lnTo>
                      <a:pt x="7773744" y="925369"/>
                    </a:lnTo>
                    <a:lnTo>
                      <a:pt x="7884794" y="989235"/>
                    </a:lnTo>
                    <a:lnTo>
                      <a:pt x="7995845" y="1045581"/>
                    </a:lnTo>
                    <a:lnTo>
                      <a:pt x="8106896" y="1086888"/>
                    </a:lnTo>
                    <a:lnTo>
                      <a:pt x="8217946" y="1103728"/>
                    </a:lnTo>
                    <a:lnTo>
                      <a:pt x="8328997" y="1085829"/>
                    </a:lnTo>
                    <a:lnTo>
                      <a:pt x="8440047" y="1022174"/>
                    </a:lnTo>
                    <a:lnTo>
                      <a:pt x="8551097" y="903233"/>
                    </a:lnTo>
                    <a:lnTo>
                      <a:pt x="8662148" y="721591"/>
                    </a:lnTo>
                    <a:lnTo>
                      <a:pt x="8773198" y="47311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4A43405-C3AE-4E9E-ED69-87C718486556}"/>
                  </a:ext>
                </a:extLst>
              </p:cNvPr>
              <p:cNvSpPr/>
              <p:nvPr/>
            </p:nvSpPr>
            <p:spPr>
              <a:xfrm>
                <a:off x="1909778" y="3052263"/>
                <a:ext cx="8773198" cy="2724421"/>
              </a:xfrm>
              <a:custGeom>
                <a:avLst/>
                <a:gdLst>
                  <a:gd name="connsiteX0" fmla="*/ 8773198 w 8773198"/>
                  <a:gd name="connsiteY0" fmla="*/ 1938329 h 2724421"/>
                  <a:gd name="connsiteX1" fmla="*/ 8662148 w 8773198"/>
                  <a:gd name="connsiteY1" fmla="*/ 1837393 h 2724421"/>
                  <a:gd name="connsiteX2" fmla="*/ 8551097 w 8773198"/>
                  <a:gd name="connsiteY2" fmla="*/ 1763571 h 2724421"/>
                  <a:gd name="connsiteX3" fmla="*/ 8440047 w 8773198"/>
                  <a:gd name="connsiteY3" fmla="*/ 1716651 h 2724421"/>
                  <a:gd name="connsiteX4" fmla="*/ 8328997 w 8773198"/>
                  <a:gd name="connsiteY4" fmla="*/ 1693562 h 2724421"/>
                  <a:gd name="connsiteX5" fmla="*/ 8217946 w 8773198"/>
                  <a:gd name="connsiteY5" fmla="*/ 1689008 h 2724421"/>
                  <a:gd name="connsiteX6" fmla="*/ 8106896 w 8773198"/>
                  <a:gd name="connsiteY6" fmla="*/ 1696104 h 2724421"/>
                  <a:gd name="connsiteX7" fmla="*/ 7995845 w 8773198"/>
                  <a:gd name="connsiteY7" fmla="*/ 1708496 h 2724421"/>
                  <a:gd name="connsiteX8" fmla="*/ 7884794 w 8773198"/>
                  <a:gd name="connsiteY8" fmla="*/ 1721312 h 2724421"/>
                  <a:gd name="connsiteX9" fmla="*/ 7773744 w 8773198"/>
                  <a:gd name="connsiteY9" fmla="*/ 1731056 h 2724421"/>
                  <a:gd name="connsiteX10" fmla="*/ 7662694 w 8773198"/>
                  <a:gd name="connsiteY10" fmla="*/ 1735610 h 2724421"/>
                  <a:gd name="connsiteX11" fmla="*/ 7551643 w 8773198"/>
                  <a:gd name="connsiteY11" fmla="*/ 1734233 h 2724421"/>
                  <a:gd name="connsiteX12" fmla="*/ 7440593 w 8773198"/>
                  <a:gd name="connsiteY12" fmla="*/ 1726607 h 2724421"/>
                  <a:gd name="connsiteX13" fmla="*/ 7329543 w 8773198"/>
                  <a:gd name="connsiteY13" fmla="*/ 1669308 h 2724421"/>
                  <a:gd name="connsiteX14" fmla="*/ 7218492 w 8773198"/>
                  <a:gd name="connsiteY14" fmla="*/ 1544859 h 2724421"/>
                  <a:gd name="connsiteX15" fmla="*/ 7107441 w 8773198"/>
                  <a:gd name="connsiteY15" fmla="*/ 1369466 h 2724421"/>
                  <a:gd name="connsiteX16" fmla="*/ 6996391 w 8773198"/>
                  <a:gd name="connsiteY16" fmla="*/ 1160180 h 2724421"/>
                  <a:gd name="connsiteX17" fmla="*/ 6885340 w 8773198"/>
                  <a:gd name="connsiteY17" fmla="*/ 934372 h 2724421"/>
                  <a:gd name="connsiteX18" fmla="*/ 6774290 w 8773198"/>
                  <a:gd name="connsiteY18" fmla="*/ 708669 h 2724421"/>
                  <a:gd name="connsiteX19" fmla="*/ 6663240 w 8773198"/>
                  <a:gd name="connsiteY19" fmla="*/ 498219 h 2724421"/>
                  <a:gd name="connsiteX20" fmla="*/ 6552189 w 8773198"/>
                  <a:gd name="connsiteY20" fmla="*/ 315200 h 2724421"/>
                  <a:gd name="connsiteX21" fmla="*/ 6441139 w 8773198"/>
                  <a:gd name="connsiteY21" fmla="*/ 168721 h 2724421"/>
                  <a:gd name="connsiteX22" fmla="*/ 6330088 w 8773198"/>
                  <a:gd name="connsiteY22" fmla="*/ 64607 h 2724421"/>
                  <a:gd name="connsiteX23" fmla="*/ 6219038 w 8773198"/>
                  <a:gd name="connsiteY23" fmla="*/ 8685 h 2724421"/>
                  <a:gd name="connsiteX24" fmla="*/ 6107881 w 8773198"/>
                  <a:gd name="connsiteY24" fmla="*/ 0 h 2724421"/>
                  <a:gd name="connsiteX25" fmla="*/ 5996831 w 8773198"/>
                  <a:gd name="connsiteY25" fmla="*/ 25949 h 2724421"/>
                  <a:gd name="connsiteX26" fmla="*/ 5885781 w 8773198"/>
                  <a:gd name="connsiteY26" fmla="*/ 102101 h 2724421"/>
                  <a:gd name="connsiteX27" fmla="*/ 5774730 w 8773198"/>
                  <a:gd name="connsiteY27" fmla="*/ 321237 h 2724421"/>
                  <a:gd name="connsiteX28" fmla="*/ 5663679 w 8773198"/>
                  <a:gd name="connsiteY28" fmla="*/ 639084 h 2724421"/>
                  <a:gd name="connsiteX29" fmla="*/ 5552629 w 8773198"/>
                  <a:gd name="connsiteY29" fmla="*/ 1096314 h 2724421"/>
                  <a:gd name="connsiteX30" fmla="*/ 5441578 w 8773198"/>
                  <a:gd name="connsiteY30" fmla="*/ 1693774 h 2724421"/>
                  <a:gd name="connsiteX31" fmla="*/ 5330528 w 8773198"/>
                  <a:gd name="connsiteY31" fmla="*/ 2297801 h 2724421"/>
                  <a:gd name="connsiteX32" fmla="*/ 5219478 w 8773198"/>
                  <a:gd name="connsiteY32" fmla="*/ 2669770 h 2724421"/>
                  <a:gd name="connsiteX33" fmla="*/ 5108428 w 8773198"/>
                  <a:gd name="connsiteY33" fmla="*/ 2614377 h 2724421"/>
                  <a:gd name="connsiteX34" fmla="*/ 4997377 w 8773198"/>
                  <a:gd name="connsiteY34" fmla="*/ 2356477 h 2724421"/>
                  <a:gd name="connsiteX35" fmla="*/ 4886326 w 8773198"/>
                  <a:gd name="connsiteY35" fmla="*/ 2151004 h 2724421"/>
                  <a:gd name="connsiteX36" fmla="*/ 4775276 w 8773198"/>
                  <a:gd name="connsiteY36" fmla="*/ 1810915 h 2724421"/>
                  <a:gd name="connsiteX37" fmla="*/ 4664225 w 8773198"/>
                  <a:gd name="connsiteY37" fmla="*/ 1533844 h 2724421"/>
                  <a:gd name="connsiteX38" fmla="*/ 4553175 w 8773198"/>
                  <a:gd name="connsiteY38" fmla="*/ 1514144 h 2724421"/>
                  <a:gd name="connsiteX39" fmla="*/ 4442124 w 8773198"/>
                  <a:gd name="connsiteY39" fmla="*/ 1562123 h 2724421"/>
                  <a:gd name="connsiteX40" fmla="*/ 4331074 w 8773198"/>
                  <a:gd name="connsiteY40" fmla="*/ 1655963 h 2724421"/>
                  <a:gd name="connsiteX41" fmla="*/ 4220024 w 8773198"/>
                  <a:gd name="connsiteY41" fmla="*/ 1767808 h 2724421"/>
                  <a:gd name="connsiteX42" fmla="*/ 4108973 w 8773198"/>
                  <a:gd name="connsiteY42" fmla="*/ 1908250 h 2724421"/>
                  <a:gd name="connsiteX43" fmla="*/ 3997923 w 8773198"/>
                  <a:gd name="connsiteY43" fmla="*/ 2064155 h 2724421"/>
                  <a:gd name="connsiteX44" fmla="*/ 3886872 w 8773198"/>
                  <a:gd name="connsiteY44" fmla="*/ 2199513 h 2724421"/>
                  <a:gd name="connsiteX45" fmla="*/ 3775822 w 8773198"/>
                  <a:gd name="connsiteY45" fmla="*/ 2289327 h 2724421"/>
                  <a:gd name="connsiteX46" fmla="*/ 3664771 w 8773198"/>
                  <a:gd name="connsiteY46" fmla="*/ 2386556 h 2724421"/>
                  <a:gd name="connsiteX47" fmla="*/ 3553721 w 8773198"/>
                  <a:gd name="connsiteY47" fmla="*/ 2509734 h 2724421"/>
                  <a:gd name="connsiteX48" fmla="*/ 3442670 w 8773198"/>
                  <a:gd name="connsiteY48" fmla="*/ 2649011 h 2724421"/>
                  <a:gd name="connsiteX49" fmla="*/ 3331620 w 8773198"/>
                  <a:gd name="connsiteY49" fmla="*/ 2724421 h 2724421"/>
                  <a:gd name="connsiteX50" fmla="*/ 3220569 w 8773198"/>
                  <a:gd name="connsiteY50" fmla="*/ 2724421 h 2724421"/>
                  <a:gd name="connsiteX51" fmla="*/ 3109519 w 8773198"/>
                  <a:gd name="connsiteY51" fmla="*/ 2724421 h 2724421"/>
                  <a:gd name="connsiteX52" fmla="*/ 2998362 w 8773198"/>
                  <a:gd name="connsiteY52" fmla="*/ 2724421 h 2724421"/>
                  <a:gd name="connsiteX53" fmla="*/ 2887312 w 8773198"/>
                  <a:gd name="connsiteY53" fmla="*/ 2724421 h 2724421"/>
                  <a:gd name="connsiteX54" fmla="*/ 2776262 w 8773198"/>
                  <a:gd name="connsiteY54" fmla="*/ 2724421 h 2724421"/>
                  <a:gd name="connsiteX55" fmla="*/ 2665211 w 8773198"/>
                  <a:gd name="connsiteY55" fmla="*/ 2724421 h 2724421"/>
                  <a:gd name="connsiteX56" fmla="*/ 2554161 w 8773198"/>
                  <a:gd name="connsiteY56" fmla="*/ 2724421 h 2724421"/>
                  <a:gd name="connsiteX57" fmla="*/ 2443110 w 8773198"/>
                  <a:gd name="connsiteY57" fmla="*/ 2724421 h 2724421"/>
                  <a:gd name="connsiteX58" fmla="*/ 2332060 w 8773198"/>
                  <a:gd name="connsiteY58" fmla="*/ 2724421 h 2724421"/>
                  <a:gd name="connsiteX59" fmla="*/ 2221009 w 8773198"/>
                  <a:gd name="connsiteY59" fmla="*/ 2724421 h 2724421"/>
                  <a:gd name="connsiteX60" fmla="*/ 2109959 w 8773198"/>
                  <a:gd name="connsiteY60" fmla="*/ 2724421 h 2724421"/>
                  <a:gd name="connsiteX61" fmla="*/ 1998908 w 8773198"/>
                  <a:gd name="connsiteY61" fmla="*/ 2724421 h 2724421"/>
                  <a:gd name="connsiteX62" fmla="*/ 1887858 w 8773198"/>
                  <a:gd name="connsiteY62" fmla="*/ 2724421 h 2724421"/>
                  <a:gd name="connsiteX63" fmla="*/ 1776807 w 8773198"/>
                  <a:gd name="connsiteY63" fmla="*/ 2724421 h 2724421"/>
                  <a:gd name="connsiteX64" fmla="*/ 1665757 w 8773198"/>
                  <a:gd name="connsiteY64" fmla="*/ 2724421 h 2724421"/>
                  <a:gd name="connsiteX65" fmla="*/ 1554706 w 8773198"/>
                  <a:gd name="connsiteY65" fmla="*/ 2724421 h 2724421"/>
                  <a:gd name="connsiteX66" fmla="*/ 1443656 w 8773198"/>
                  <a:gd name="connsiteY66" fmla="*/ 2724421 h 2724421"/>
                  <a:gd name="connsiteX67" fmla="*/ 1332605 w 8773198"/>
                  <a:gd name="connsiteY67" fmla="*/ 2724421 h 2724421"/>
                  <a:gd name="connsiteX68" fmla="*/ 1221555 w 8773198"/>
                  <a:gd name="connsiteY68" fmla="*/ 2724421 h 2724421"/>
                  <a:gd name="connsiteX69" fmla="*/ 1110505 w 8773198"/>
                  <a:gd name="connsiteY69" fmla="*/ 2724421 h 2724421"/>
                  <a:gd name="connsiteX70" fmla="*/ 999454 w 8773198"/>
                  <a:gd name="connsiteY70" fmla="*/ 2724421 h 2724421"/>
                  <a:gd name="connsiteX71" fmla="*/ 888404 w 8773198"/>
                  <a:gd name="connsiteY71" fmla="*/ 2724421 h 2724421"/>
                  <a:gd name="connsiteX72" fmla="*/ 777353 w 8773198"/>
                  <a:gd name="connsiteY72" fmla="*/ 2724421 h 2724421"/>
                  <a:gd name="connsiteX73" fmla="*/ 666303 w 8773198"/>
                  <a:gd name="connsiteY73" fmla="*/ 2664474 h 2724421"/>
                  <a:gd name="connsiteX74" fmla="*/ 555252 w 8773198"/>
                  <a:gd name="connsiteY74" fmla="*/ 2631641 h 2724421"/>
                  <a:gd name="connsiteX75" fmla="*/ 444202 w 8773198"/>
                  <a:gd name="connsiteY75" fmla="*/ 2635242 h 2724421"/>
                  <a:gd name="connsiteX76" fmla="*/ 333151 w 8773198"/>
                  <a:gd name="connsiteY76" fmla="*/ 2677713 h 2724421"/>
                  <a:gd name="connsiteX77" fmla="*/ 222101 w 8773198"/>
                  <a:gd name="connsiteY77" fmla="*/ 2724421 h 2724421"/>
                  <a:gd name="connsiteX78" fmla="*/ 111050 w 8773198"/>
                  <a:gd name="connsiteY78" fmla="*/ 2724421 h 2724421"/>
                  <a:gd name="connsiteX79" fmla="*/ 0 w 8773198"/>
                  <a:gd name="connsiteY79" fmla="*/ 2724421 h 272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724421">
                    <a:moveTo>
                      <a:pt x="8773198" y="1938329"/>
                    </a:moveTo>
                    <a:lnTo>
                      <a:pt x="8662148" y="1837393"/>
                    </a:lnTo>
                    <a:lnTo>
                      <a:pt x="8551097" y="1763571"/>
                    </a:lnTo>
                    <a:lnTo>
                      <a:pt x="8440047" y="1716651"/>
                    </a:lnTo>
                    <a:lnTo>
                      <a:pt x="8328997" y="1693562"/>
                    </a:lnTo>
                    <a:lnTo>
                      <a:pt x="8217946" y="1689008"/>
                    </a:lnTo>
                    <a:lnTo>
                      <a:pt x="8106896" y="1696104"/>
                    </a:lnTo>
                    <a:lnTo>
                      <a:pt x="7995845" y="1708496"/>
                    </a:lnTo>
                    <a:lnTo>
                      <a:pt x="7884794" y="1721312"/>
                    </a:lnTo>
                    <a:lnTo>
                      <a:pt x="7773744" y="1731056"/>
                    </a:lnTo>
                    <a:lnTo>
                      <a:pt x="7662694" y="1735610"/>
                    </a:lnTo>
                    <a:lnTo>
                      <a:pt x="7551643" y="1734233"/>
                    </a:lnTo>
                    <a:lnTo>
                      <a:pt x="7440593" y="1726607"/>
                    </a:lnTo>
                    <a:lnTo>
                      <a:pt x="7329543" y="1669308"/>
                    </a:lnTo>
                    <a:lnTo>
                      <a:pt x="7218492" y="1544859"/>
                    </a:lnTo>
                    <a:lnTo>
                      <a:pt x="7107441" y="1369466"/>
                    </a:lnTo>
                    <a:lnTo>
                      <a:pt x="6996391" y="1160180"/>
                    </a:lnTo>
                    <a:lnTo>
                      <a:pt x="6885340" y="934372"/>
                    </a:lnTo>
                    <a:lnTo>
                      <a:pt x="6774290" y="708669"/>
                    </a:lnTo>
                    <a:lnTo>
                      <a:pt x="6663240" y="498219"/>
                    </a:lnTo>
                    <a:lnTo>
                      <a:pt x="6552189" y="315200"/>
                    </a:lnTo>
                    <a:lnTo>
                      <a:pt x="6441139" y="168721"/>
                    </a:lnTo>
                    <a:lnTo>
                      <a:pt x="6330088" y="64607"/>
                    </a:lnTo>
                    <a:lnTo>
                      <a:pt x="6219038" y="8685"/>
                    </a:lnTo>
                    <a:lnTo>
                      <a:pt x="6107881" y="0"/>
                    </a:lnTo>
                    <a:lnTo>
                      <a:pt x="5996831" y="25949"/>
                    </a:lnTo>
                    <a:lnTo>
                      <a:pt x="5885781" y="102101"/>
                    </a:lnTo>
                    <a:lnTo>
                      <a:pt x="5774730" y="321237"/>
                    </a:lnTo>
                    <a:lnTo>
                      <a:pt x="5663679" y="639084"/>
                    </a:lnTo>
                    <a:lnTo>
                      <a:pt x="5552629" y="1096314"/>
                    </a:lnTo>
                    <a:lnTo>
                      <a:pt x="5441578" y="1693774"/>
                    </a:lnTo>
                    <a:lnTo>
                      <a:pt x="5330528" y="2297801"/>
                    </a:lnTo>
                    <a:lnTo>
                      <a:pt x="5219478" y="2669770"/>
                    </a:lnTo>
                    <a:lnTo>
                      <a:pt x="5108428" y="2614377"/>
                    </a:lnTo>
                    <a:lnTo>
                      <a:pt x="4997377" y="2356477"/>
                    </a:lnTo>
                    <a:lnTo>
                      <a:pt x="4886326" y="2151004"/>
                    </a:lnTo>
                    <a:lnTo>
                      <a:pt x="4775276" y="1810915"/>
                    </a:lnTo>
                    <a:lnTo>
                      <a:pt x="4664225" y="1533844"/>
                    </a:lnTo>
                    <a:lnTo>
                      <a:pt x="4553175" y="1514144"/>
                    </a:lnTo>
                    <a:lnTo>
                      <a:pt x="4442124" y="1562123"/>
                    </a:lnTo>
                    <a:lnTo>
                      <a:pt x="4331074" y="1655963"/>
                    </a:lnTo>
                    <a:lnTo>
                      <a:pt x="4220024" y="1767808"/>
                    </a:lnTo>
                    <a:lnTo>
                      <a:pt x="4108973" y="1908250"/>
                    </a:lnTo>
                    <a:lnTo>
                      <a:pt x="3997923" y="2064155"/>
                    </a:lnTo>
                    <a:lnTo>
                      <a:pt x="3886872" y="2199513"/>
                    </a:lnTo>
                    <a:lnTo>
                      <a:pt x="3775822" y="2289327"/>
                    </a:lnTo>
                    <a:lnTo>
                      <a:pt x="3664771" y="2386556"/>
                    </a:lnTo>
                    <a:lnTo>
                      <a:pt x="3553721" y="2509734"/>
                    </a:lnTo>
                    <a:lnTo>
                      <a:pt x="3442670" y="2649011"/>
                    </a:lnTo>
                    <a:lnTo>
                      <a:pt x="3331620" y="2724421"/>
                    </a:lnTo>
                    <a:lnTo>
                      <a:pt x="3220569" y="2724421"/>
                    </a:lnTo>
                    <a:lnTo>
                      <a:pt x="3109519" y="2724421"/>
                    </a:lnTo>
                    <a:lnTo>
                      <a:pt x="2998362" y="2724421"/>
                    </a:lnTo>
                    <a:lnTo>
                      <a:pt x="2887312" y="2724421"/>
                    </a:lnTo>
                    <a:lnTo>
                      <a:pt x="2776262" y="2724421"/>
                    </a:lnTo>
                    <a:lnTo>
                      <a:pt x="2665211" y="2724421"/>
                    </a:lnTo>
                    <a:lnTo>
                      <a:pt x="2554161" y="2724421"/>
                    </a:lnTo>
                    <a:lnTo>
                      <a:pt x="2443110" y="2724421"/>
                    </a:lnTo>
                    <a:lnTo>
                      <a:pt x="2332060" y="2724421"/>
                    </a:lnTo>
                    <a:lnTo>
                      <a:pt x="2221009" y="2724421"/>
                    </a:lnTo>
                    <a:lnTo>
                      <a:pt x="2109959" y="2724421"/>
                    </a:lnTo>
                    <a:lnTo>
                      <a:pt x="1998908" y="2724421"/>
                    </a:lnTo>
                    <a:lnTo>
                      <a:pt x="1887858" y="2724421"/>
                    </a:lnTo>
                    <a:lnTo>
                      <a:pt x="1776807" y="2724421"/>
                    </a:lnTo>
                    <a:lnTo>
                      <a:pt x="1665757" y="2724421"/>
                    </a:lnTo>
                    <a:lnTo>
                      <a:pt x="1554706" y="2724421"/>
                    </a:lnTo>
                    <a:lnTo>
                      <a:pt x="1443656" y="2724421"/>
                    </a:lnTo>
                    <a:lnTo>
                      <a:pt x="1332605" y="2724421"/>
                    </a:lnTo>
                    <a:lnTo>
                      <a:pt x="1221555" y="2724421"/>
                    </a:lnTo>
                    <a:lnTo>
                      <a:pt x="1110505" y="2724421"/>
                    </a:lnTo>
                    <a:lnTo>
                      <a:pt x="999454" y="2724421"/>
                    </a:lnTo>
                    <a:lnTo>
                      <a:pt x="888404" y="2724421"/>
                    </a:lnTo>
                    <a:lnTo>
                      <a:pt x="777353" y="2724421"/>
                    </a:lnTo>
                    <a:lnTo>
                      <a:pt x="666303" y="2664474"/>
                    </a:lnTo>
                    <a:lnTo>
                      <a:pt x="555252" y="2631641"/>
                    </a:lnTo>
                    <a:lnTo>
                      <a:pt x="444202" y="2635242"/>
                    </a:lnTo>
                    <a:lnTo>
                      <a:pt x="333151" y="2677713"/>
                    </a:lnTo>
                    <a:lnTo>
                      <a:pt x="222101" y="2724421"/>
                    </a:lnTo>
                    <a:lnTo>
                      <a:pt x="111050" y="2724421"/>
                    </a:lnTo>
                    <a:lnTo>
                      <a:pt x="0" y="2724421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C5009B6-3A94-70DF-8905-AF3CDB805992}"/>
                  </a:ext>
                </a:extLst>
              </p:cNvPr>
              <p:cNvSpPr/>
              <p:nvPr/>
            </p:nvSpPr>
            <p:spPr>
              <a:xfrm>
                <a:off x="1909778" y="2030619"/>
                <a:ext cx="8773198" cy="2986663"/>
              </a:xfrm>
              <a:custGeom>
                <a:avLst/>
                <a:gdLst>
                  <a:gd name="connsiteX0" fmla="*/ 0 w 8773198"/>
                  <a:gd name="connsiteY0" fmla="*/ 2292399 h 2986663"/>
                  <a:gd name="connsiteX1" fmla="*/ 111050 w 8773198"/>
                  <a:gd name="connsiteY1" fmla="*/ 2382955 h 2986663"/>
                  <a:gd name="connsiteX2" fmla="*/ 222101 w 8773198"/>
                  <a:gd name="connsiteY2" fmla="*/ 2467898 h 2986663"/>
                  <a:gd name="connsiteX3" fmla="*/ 333151 w 8773198"/>
                  <a:gd name="connsiteY3" fmla="*/ 2546698 h 2986663"/>
                  <a:gd name="connsiteX4" fmla="*/ 444202 w 8773198"/>
                  <a:gd name="connsiteY4" fmla="*/ 2618508 h 2986663"/>
                  <a:gd name="connsiteX5" fmla="*/ 555252 w 8773198"/>
                  <a:gd name="connsiteY5" fmla="*/ 2683009 h 2986663"/>
                  <a:gd name="connsiteX6" fmla="*/ 666303 w 8773198"/>
                  <a:gd name="connsiteY6" fmla="*/ 2741050 h 2986663"/>
                  <a:gd name="connsiteX7" fmla="*/ 777353 w 8773198"/>
                  <a:gd name="connsiteY7" fmla="*/ 2793583 h 2986663"/>
                  <a:gd name="connsiteX8" fmla="*/ 888404 w 8773198"/>
                  <a:gd name="connsiteY8" fmla="*/ 2841138 h 2986663"/>
                  <a:gd name="connsiteX9" fmla="*/ 999454 w 8773198"/>
                  <a:gd name="connsiteY9" fmla="*/ 2881386 h 2986663"/>
                  <a:gd name="connsiteX10" fmla="*/ 1110505 w 8773198"/>
                  <a:gd name="connsiteY10" fmla="*/ 2914325 h 2986663"/>
                  <a:gd name="connsiteX11" fmla="*/ 1221555 w 8773198"/>
                  <a:gd name="connsiteY11" fmla="*/ 2940380 h 2986663"/>
                  <a:gd name="connsiteX12" fmla="*/ 1332605 w 8773198"/>
                  <a:gd name="connsiteY12" fmla="*/ 2960185 h 2986663"/>
                  <a:gd name="connsiteX13" fmla="*/ 1443656 w 8773198"/>
                  <a:gd name="connsiteY13" fmla="*/ 2974272 h 2986663"/>
                  <a:gd name="connsiteX14" fmla="*/ 1554706 w 8773198"/>
                  <a:gd name="connsiteY14" fmla="*/ 2982851 h 2986663"/>
                  <a:gd name="connsiteX15" fmla="*/ 1665757 w 8773198"/>
                  <a:gd name="connsiteY15" fmla="*/ 2986664 h 2986663"/>
                  <a:gd name="connsiteX16" fmla="*/ 1776807 w 8773198"/>
                  <a:gd name="connsiteY16" fmla="*/ 2986028 h 2986663"/>
                  <a:gd name="connsiteX17" fmla="*/ 1887858 w 8773198"/>
                  <a:gd name="connsiteY17" fmla="*/ 2981474 h 2986663"/>
                  <a:gd name="connsiteX18" fmla="*/ 1998908 w 8773198"/>
                  <a:gd name="connsiteY18" fmla="*/ 2973531 h 2986663"/>
                  <a:gd name="connsiteX19" fmla="*/ 2109959 w 8773198"/>
                  <a:gd name="connsiteY19" fmla="*/ 2962728 h 2986663"/>
                  <a:gd name="connsiteX20" fmla="*/ 2221009 w 8773198"/>
                  <a:gd name="connsiteY20" fmla="*/ 2948323 h 2986663"/>
                  <a:gd name="connsiteX21" fmla="*/ 2332060 w 8773198"/>
                  <a:gd name="connsiteY21" fmla="*/ 2929576 h 2986663"/>
                  <a:gd name="connsiteX22" fmla="*/ 2443110 w 8773198"/>
                  <a:gd name="connsiteY22" fmla="*/ 2906911 h 2986663"/>
                  <a:gd name="connsiteX23" fmla="*/ 2554161 w 8773198"/>
                  <a:gd name="connsiteY23" fmla="*/ 2880538 h 2986663"/>
                  <a:gd name="connsiteX24" fmla="*/ 2665211 w 8773198"/>
                  <a:gd name="connsiteY24" fmla="*/ 2850777 h 2986663"/>
                  <a:gd name="connsiteX25" fmla="*/ 2776262 w 8773198"/>
                  <a:gd name="connsiteY25" fmla="*/ 2817837 h 2986663"/>
                  <a:gd name="connsiteX26" fmla="*/ 2887312 w 8773198"/>
                  <a:gd name="connsiteY26" fmla="*/ 2782144 h 2986663"/>
                  <a:gd name="connsiteX27" fmla="*/ 2998362 w 8773198"/>
                  <a:gd name="connsiteY27" fmla="*/ 2743804 h 2986663"/>
                  <a:gd name="connsiteX28" fmla="*/ 3109519 w 8773198"/>
                  <a:gd name="connsiteY28" fmla="*/ 2703344 h 2986663"/>
                  <a:gd name="connsiteX29" fmla="*/ 3220569 w 8773198"/>
                  <a:gd name="connsiteY29" fmla="*/ 2660873 h 2986663"/>
                  <a:gd name="connsiteX30" fmla="*/ 3331620 w 8773198"/>
                  <a:gd name="connsiteY30" fmla="*/ 2611411 h 2986663"/>
                  <a:gd name="connsiteX31" fmla="*/ 3442670 w 8773198"/>
                  <a:gd name="connsiteY31" fmla="*/ 2546062 h 2986663"/>
                  <a:gd name="connsiteX32" fmla="*/ 3553721 w 8773198"/>
                  <a:gd name="connsiteY32" fmla="*/ 2470969 h 2986663"/>
                  <a:gd name="connsiteX33" fmla="*/ 3664771 w 8773198"/>
                  <a:gd name="connsiteY33" fmla="*/ 2393229 h 2986663"/>
                  <a:gd name="connsiteX34" fmla="*/ 3775822 w 8773198"/>
                  <a:gd name="connsiteY34" fmla="*/ 2319831 h 2986663"/>
                  <a:gd name="connsiteX35" fmla="*/ 3886872 w 8773198"/>
                  <a:gd name="connsiteY35" fmla="*/ 2254482 h 2986663"/>
                  <a:gd name="connsiteX36" fmla="*/ 3997923 w 8773198"/>
                  <a:gd name="connsiteY36" fmla="*/ 2166679 h 2986663"/>
                  <a:gd name="connsiteX37" fmla="*/ 4108973 w 8773198"/>
                  <a:gd name="connsiteY37" fmla="*/ 2060765 h 2986663"/>
                  <a:gd name="connsiteX38" fmla="*/ 4220024 w 8773198"/>
                  <a:gd name="connsiteY38" fmla="*/ 1954746 h 2986663"/>
                  <a:gd name="connsiteX39" fmla="*/ 4331074 w 8773198"/>
                  <a:gd name="connsiteY39" fmla="*/ 1866202 h 2986663"/>
                  <a:gd name="connsiteX40" fmla="*/ 4442124 w 8773198"/>
                  <a:gd name="connsiteY40" fmla="*/ 1789096 h 2986663"/>
                  <a:gd name="connsiteX41" fmla="*/ 4553175 w 8773198"/>
                  <a:gd name="connsiteY41" fmla="*/ 1745142 h 2986663"/>
                  <a:gd name="connsiteX42" fmla="*/ 4664225 w 8773198"/>
                  <a:gd name="connsiteY42" fmla="*/ 1765160 h 2986663"/>
                  <a:gd name="connsiteX43" fmla="*/ 4775276 w 8773198"/>
                  <a:gd name="connsiteY43" fmla="*/ 1878593 h 2986663"/>
                  <a:gd name="connsiteX44" fmla="*/ 4886326 w 8773198"/>
                  <a:gd name="connsiteY44" fmla="*/ 1974446 h 2986663"/>
                  <a:gd name="connsiteX45" fmla="*/ 4997377 w 8773198"/>
                  <a:gd name="connsiteY45" fmla="*/ 2080889 h 2986663"/>
                  <a:gd name="connsiteX46" fmla="*/ 5108428 w 8773198"/>
                  <a:gd name="connsiteY46" fmla="*/ 2199830 h 2986663"/>
                  <a:gd name="connsiteX47" fmla="*/ 5219478 w 8773198"/>
                  <a:gd name="connsiteY47" fmla="*/ 2200571 h 2986663"/>
                  <a:gd name="connsiteX48" fmla="*/ 5330528 w 8773198"/>
                  <a:gd name="connsiteY48" fmla="*/ 1965549 h 2986663"/>
                  <a:gd name="connsiteX49" fmla="*/ 5441578 w 8773198"/>
                  <a:gd name="connsiteY49" fmla="*/ 1563182 h 2986663"/>
                  <a:gd name="connsiteX50" fmla="*/ 5552629 w 8773198"/>
                  <a:gd name="connsiteY50" fmla="*/ 1105634 h 2986663"/>
                  <a:gd name="connsiteX51" fmla="*/ 5663679 w 8773198"/>
                  <a:gd name="connsiteY51" fmla="*/ 704645 h 2986663"/>
                  <a:gd name="connsiteX52" fmla="*/ 5774730 w 8773198"/>
                  <a:gd name="connsiteY52" fmla="*/ 445156 h 2986663"/>
                  <a:gd name="connsiteX53" fmla="*/ 5885781 w 8773198"/>
                  <a:gd name="connsiteY53" fmla="*/ 249957 h 2986663"/>
                  <a:gd name="connsiteX54" fmla="*/ 5996831 w 8773198"/>
                  <a:gd name="connsiteY54" fmla="*/ 128050 h 2986663"/>
                  <a:gd name="connsiteX55" fmla="*/ 6107881 w 8773198"/>
                  <a:gd name="connsiteY55" fmla="*/ 41412 h 2986663"/>
                  <a:gd name="connsiteX56" fmla="*/ 6219038 w 8773198"/>
                  <a:gd name="connsiteY56" fmla="*/ 0 h 2986663"/>
                  <a:gd name="connsiteX57" fmla="*/ 6330088 w 8773198"/>
                  <a:gd name="connsiteY57" fmla="*/ 13557 h 2986663"/>
                  <a:gd name="connsiteX58" fmla="*/ 6441139 w 8773198"/>
                  <a:gd name="connsiteY58" fmla="*/ 77211 h 2986663"/>
                  <a:gd name="connsiteX59" fmla="*/ 6552189 w 8773198"/>
                  <a:gd name="connsiteY59" fmla="*/ 179736 h 2986663"/>
                  <a:gd name="connsiteX60" fmla="*/ 6663240 w 8773198"/>
                  <a:gd name="connsiteY60" fmla="*/ 311281 h 2986663"/>
                  <a:gd name="connsiteX61" fmla="*/ 6774290 w 8773198"/>
                  <a:gd name="connsiteY61" fmla="*/ 461996 h 2986663"/>
                  <a:gd name="connsiteX62" fmla="*/ 6885340 w 8773198"/>
                  <a:gd name="connsiteY62" fmla="*/ 622032 h 2986663"/>
                  <a:gd name="connsiteX63" fmla="*/ 6996391 w 8773198"/>
                  <a:gd name="connsiteY63" fmla="*/ 781538 h 2986663"/>
                  <a:gd name="connsiteX64" fmla="*/ 7107441 w 8773198"/>
                  <a:gd name="connsiteY64" fmla="*/ 930665 h 2986663"/>
                  <a:gd name="connsiteX65" fmla="*/ 7218492 w 8773198"/>
                  <a:gd name="connsiteY65" fmla="*/ 1059562 h 2986663"/>
                  <a:gd name="connsiteX66" fmla="*/ 7329543 w 8773198"/>
                  <a:gd name="connsiteY66" fmla="*/ 1158274 h 2986663"/>
                  <a:gd name="connsiteX67" fmla="*/ 7440593 w 8773198"/>
                  <a:gd name="connsiteY67" fmla="*/ 1217056 h 2986663"/>
                  <a:gd name="connsiteX68" fmla="*/ 7551643 w 8773198"/>
                  <a:gd name="connsiteY68" fmla="*/ 1247771 h 2986663"/>
                  <a:gd name="connsiteX69" fmla="*/ 7662694 w 8773198"/>
                  <a:gd name="connsiteY69" fmla="*/ 1279227 h 2986663"/>
                  <a:gd name="connsiteX70" fmla="*/ 7773744 w 8773198"/>
                  <a:gd name="connsiteY70" fmla="*/ 1309519 h 2986663"/>
                  <a:gd name="connsiteX71" fmla="*/ 7884794 w 8773198"/>
                  <a:gd name="connsiteY71" fmla="*/ 1336527 h 2986663"/>
                  <a:gd name="connsiteX72" fmla="*/ 7995845 w 8773198"/>
                  <a:gd name="connsiteY72" fmla="*/ 1358345 h 2986663"/>
                  <a:gd name="connsiteX73" fmla="*/ 8106896 w 8773198"/>
                  <a:gd name="connsiteY73" fmla="*/ 1372749 h 2986663"/>
                  <a:gd name="connsiteX74" fmla="*/ 8217946 w 8773198"/>
                  <a:gd name="connsiteY74" fmla="*/ 1377621 h 2986663"/>
                  <a:gd name="connsiteX75" fmla="*/ 8328997 w 8773198"/>
                  <a:gd name="connsiteY75" fmla="*/ 1370949 h 2986663"/>
                  <a:gd name="connsiteX76" fmla="*/ 8440047 w 8773198"/>
                  <a:gd name="connsiteY76" fmla="*/ 1350719 h 2986663"/>
                  <a:gd name="connsiteX77" fmla="*/ 8551097 w 8773198"/>
                  <a:gd name="connsiteY77" fmla="*/ 1314602 h 2986663"/>
                  <a:gd name="connsiteX78" fmla="*/ 8662148 w 8773198"/>
                  <a:gd name="connsiteY78" fmla="*/ 1260798 h 2986663"/>
                  <a:gd name="connsiteX79" fmla="*/ 8773198 w 8773198"/>
                  <a:gd name="connsiteY79" fmla="*/ 1186976 h 2986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86663">
                    <a:moveTo>
                      <a:pt x="0" y="2292399"/>
                    </a:moveTo>
                    <a:lnTo>
                      <a:pt x="111050" y="2382955"/>
                    </a:lnTo>
                    <a:lnTo>
                      <a:pt x="222101" y="2467898"/>
                    </a:lnTo>
                    <a:lnTo>
                      <a:pt x="333151" y="2546698"/>
                    </a:lnTo>
                    <a:lnTo>
                      <a:pt x="444202" y="2618508"/>
                    </a:lnTo>
                    <a:lnTo>
                      <a:pt x="555252" y="2683009"/>
                    </a:lnTo>
                    <a:lnTo>
                      <a:pt x="666303" y="2741050"/>
                    </a:lnTo>
                    <a:lnTo>
                      <a:pt x="777353" y="2793583"/>
                    </a:lnTo>
                    <a:lnTo>
                      <a:pt x="888404" y="2841138"/>
                    </a:lnTo>
                    <a:lnTo>
                      <a:pt x="999454" y="2881386"/>
                    </a:lnTo>
                    <a:lnTo>
                      <a:pt x="1110505" y="2914325"/>
                    </a:lnTo>
                    <a:lnTo>
                      <a:pt x="1221555" y="2940380"/>
                    </a:lnTo>
                    <a:lnTo>
                      <a:pt x="1332605" y="2960185"/>
                    </a:lnTo>
                    <a:lnTo>
                      <a:pt x="1443656" y="2974272"/>
                    </a:lnTo>
                    <a:lnTo>
                      <a:pt x="1554706" y="2982851"/>
                    </a:lnTo>
                    <a:lnTo>
                      <a:pt x="1665757" y="2986664"/>
                    </a:lnTo>
                    <a:lnTo>
                      <a:pt x="1776807" y="2986028"/>
                    </a:lnTo>
                    <a:lnTo>
                      <a:pt x="1887858" y="2981474"/>
                    </a:lnTo>
                    <a:lnTo>
                      <a:pt x="1998908" y="2973531"/>
                    </a:lnTo>
                    <a:lnTo>
                      <a:pt x="2109959" y="2962728"/>
                    </a:lnTo>
                    <a:lnTo>
                      <a:pt x="2221009" y="2948323"/>
                    </a:lnTo>
                    <a:lnTo>
                      <a:pt x="2332060" y="2929576"/>
                    </a:lnTo>
                    <a:lnTo>
                      <a:pt x="2443110" y="2906911"/>
                    </a:lnTo>
                    <a:lnTo>
                      <a:pt x="2554161" y="2880538"/>
                    </a:lnTo>
                    <a:lnTo>
                      <a:pt x="2665211" y="2850777"/>
                    </a:lnTo>
                    <a:lnTo>
                      <a:pt x="2776262" y="2817837"/>
                    </a:lnTo>
                    <a:lnTo>
                      <a:pt x="2887312" y="2782144"/>
                    </a:lnTo>
                    <a:lnTo>
                      <a:pt x="2998362" y="2743804"/>
                    </a:lnTo>
                    <a:lnTo>
                      <a:pt x="3109519" y="2703344"/>
                    </a:lnTo>
                    <a:lnTo>
                      <a:pt x="3220569" y="2660873"/>
                    </a:lnTo>
                    <a:lnTo>
                      <a:pt x="3331620" y="2611411"/>
                    </a:lnTo>
                    <a:lnTo>
                      <a:pt x="3442670" y="2546062"/>
                    </a:lnTo>
                    <a:lnTo>
                      <a:pt x="3553721" y="2470969"/>
                    </a:lnTo>
                    <a:lnTo>
                      <a:pt x="3664771" y="2393229"/>
                    </a:lnTo>
                    <a:lnTo>
                      <a:pt x="3775822" y="2319831"/>
                    </a:lnTo>
                    <a:lnTo>
                      <a:pt x="3886872" y="2254482"/>
                    </a:lnTo>
                    <a:lnTo>
                      <a:pt x="3997923" y="2166679"/>
                    </a:lnTo>
                    <a:lnTo>
                      <a:pt x="4108973" y="2060765"/>
                    </a:lnTo>
                    <a:lnTo>
                      <a:pt x="4220024" y="1954746"/>
                    </a:lnTo>
                    <a:lnTo>
                      <a:pt x="4331074" y="1866202"/>
                    </a:lnTo>
                    <a:lnTo>
                      <a:pt x="4442124" y="1789096"/>
                    </a:lnTo>
                    <a:lnTo>
                      <a:pt x="4553175" y="1745142"/>
                    </a:lnTo>
                    <a:lnTo>
                      <a:pt x="4664225" y="1765160"/>
                    </a:lnTo>
                    <a:lnTo>
                      <a:pt x="4775276" y="1878593"/>
                    </a:lnTo>
                    <a:lnTo>
                      <a:pt x="4886326" y="1974446"/>
                    </a:lnTo>
                    <a:lnTo>
                      <a:pt x="4997377" y="2080889"/>
                    </a:lnTo>
                    <a:lnTo>
                      <a:pt x="5108428" y="2199830"/>
                    </a:lnTo>
                    <a:lnTo>
                      <a:pt x="5219478" y="2200571"/>
                    </a:lnTo>
                    <a:lnTo>
                      <a:pt x="5330528" y="1965549"/>
                    </a:lnTo>
                    <a:lnTo>
                      <a:pt x="5441578" y="1563182"/>
                    </a:lnTo>
                    <a:lnTo>
                      <a:pt x="5552629" y="1105634"/>
                    </a:lnTo>
                    <a:lnTo>
                      <a:pt x="5663679" y="704645"/>
                    </a:lnTo>
                    <a:lnTo>
                      <a:pt x="5774730" y="445156"/>
                    </a:lnTo>
                    <a:lnTo>
                      <a:pt x="5885781" y="249957"/>
                    </a:lnTo>
                    <a:lnTo>
                      <a:pt x="5996831" y="128050"/>
                    </a:lnTo>
                    <a:lnTo>
                      <a:pt x="6107881" y="41412"/>
                    </a:lnTo>
                    <a:lnTo>
                      <a:pt x="6219038" y="0"/>
                    </a:lnTo>
                    <a:lnTo>
                      <a:pt x="6330088" y="13557"/>
                    </a:lnTo>
                    <a:lnTo>
                      <a:pt x="6441139" y="77211"/>
                    </a:lnTo>
                    <a:lnTo>
                      <a:pt x="6552189" y="179736"/>
                    </a:lnTo>
                    <a:lnTo>
                      <a:pt x="6663240" y="311281"/>
                    </a:lnTo>
                    <a:lnTo>
                      <a:pt x="6774290" y="461996"/>
                    </a:lnTo>
                    <a:lnTo>
                      <a:pt x="6885340" y="622032"/>
                    </a:lnTo>
                    <a:lnTo>
                      <a:pt x="6996391" y="781538"/>
                    </a:lnTo>
                    <a:lnTo>
                      <a:pt x="7107441" y="930665"/>
                    </a:lnTo>
                    <a:lnTo>
                      <a:pt x="7218492" y="1059562"/>
                    </a:lnTo>
                    <a:lnTo>
                      <a:pt x="7329543" y="1158274"/>
                    </a:lnTo>
                    <a:lnTo>
                      <a:pt x="7440593" y="1217056"/>
                    </a:lnTo>
                    <a:lnTo>
                      <a:pt x="7551643" y="1247771"/>
                    </a:lnTo>
                    <a:lnTo>
                      <a:pt x="7662694" y="1279227"/>
                    </a:lnTo>
                    <a:lnTo>
                      <a:pt x="7773744" y="1309519"/>
                    </a:lnTo>
                    <a:lnTo>
                      <a:pt x="7884794" y="1336527"/>
                    </a:lnTo>
                    <a:lnTo>
                      <a:pt x="7995845" y="1358345"/>
                    </a:lnTo>
                    <a:lnTo>
                      <a:pt x="8106896" y="1372749"/>
                    </a:lnTo>
                    <a:lnTo>
                      <a:pt x="8217946" y="1377621"/>
                    </a:lnTo>
                    <a:lnTo>
                      <a:pt x="8328997" y="1370949"/>
                    </a:lnTo>
                    <a:lnTo>
                      <a:pt x="8440047" y="1350719"/>
                    </a:lnTo>
                    <a:lnTo>
                      <a:pt x="8551097" y="1314602"/>
                    </a:lnTo>
                    <a:lnTo>
                      <a:pt x="8662148" y="1260798"/>
                    </a:lnTo>
                    <a:lnTo>
                      <a:pt x="8773198" y="1186976"/>
                    </a:lnTo>
                  </a:path>
                </a:pathLst>
              </a:custGeom>
              <a:noFill/>
              <a:ln w="22550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456FA4-4AB9-7134-8EB1-F9373F28A34C}"/>
                  </a:ext>
                </a:extLst>
              </p:cNvPr>
              <p:cNvSpPr txBox="1"/>
              <p:nvPr/>
            </p:nvSpPr>
            <p:spPr>
              <a:xfrm>
                <a:off x="2217505" y="2443262"/>
                <a:ext cx="1085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8B3A87B5-0773-ACD8-CC80-B5103F0789D8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AA58133-091A-110D-46B8-F594748969F8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3AEDA7B-D99D-AAA6-C5B9-B07A6A36BBE1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64F8F7-D519-D61F-829D-B4A64CDC0BE0}"/>
                  </a:ext>
                </a:extLst>
              </p:cNvPr>
              <p:cNvSpPr txBox="1"/>
              <p:nvPr/>
            </p:nvSpPr>
            <p:spPr>
              <a:xfrm>
                <a:off x="1244901" y="458684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C869C78-05D4-3F7C-B5C1-C09CE43BC902}"/>
                  </a:ext>
                </a:extLst>
              </p:cNvPr>
              <p:cNvSpPr txBox="1"/>
              <p:nvPr/>
            </p:nvSpPr>
            <p:spPr>
              <a:xfrm>
                <a:off x="1162396" y="352399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FF5B41B-A159-9426-A4C4-48EA3E1C6401}"/>
                  </a:ext>
                </a:extLst>
              </p:cNvPr>
              <p:cNvSpPr txBox="1"/>
              <p:nvPr/>
            </p:nvSpPr>
            <p:spPr>
              <a:xfrm>
                <a:off x="1162396" y="246104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0873C91-4577-5472-D94A-5B031F8FDE9B}"/>
                  </a:ext>
                </a:extLst>
              </p:cNvPr>
              <p:cNvSpPr txBox="1"/>
              <p:nvPr/>
            </p:nvSpPr>
            <p:spPr>
              <a:xfrm>
                <a:off x="1162396" y="139820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42DDB8A-040D-0C91-35FB-7DEABD3A08E8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DC48D23-87E8-960E-EA6D-137716324632}"/>
                  </a:ext>
                </a:extLst>
              </p:cNvPr>
              <p:cNvSpPr/>
              <p:nvPr/>
            </p:nvSpPr>
            <p:spPr>
              <a:xfrm>
                <a:off x="1442052" y="471373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F793779-39EC-30CB-26C0-BCF448D3B78F}"/>
                  </a:ext>
                </a:extLst>
              </p:cNvPr>
              <p:cNvSpPr/>
              <p:nvPr/>
            </p:nvSpPr>
            <p:spPr>
              <a:xfrm>
                <a:off x="1442052" y="365088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E7DD98A-7547-12AF-EBF7-FDC37E057F56}"/>
                  </a:ext>
                </a:extLst>
              </p:cNvPr>
              <p:cNvSpPr/>
              <p:nvPr/>
            </p:nvSpPr>
            <p:spPr>
              <a:xfrm>
                <a:off x="1442052" y="258793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D8B4D9C-5D0E-9A72-1C87-7869A4F5E76A}"/>
                  </a:ext>
                </a:extLst>
              </p:cNvPr>
              <p:cNvSpPr/>
              <p:nvPr/>
            </p:nvSpPr>
            <p:spPr>
              <a:xfrm>
                <a:off x="1442052" y="152509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9F6EEEB-3F6B-A235-45B4-2408183A8810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73828FC-7DA5-4FE8-292A-55B232D93D22}"/>
                  </a:ext>
                </a:extLst>
              </p:cNvPr>
              <p:cNvSpPr/>
              <p:nvPr/>
            </p:nvSpPr>
            <p:spPr>
              <a:xfrm>
                <a:off x="260575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B132153-ECA7-2539-B29C-7F6B9DD82611}"/>
                  </a:ext>
                </a:extLst>
              </p:cNvPr>
              <p:cNvSpPr/>
              <p:nvPr/>
            </p:nvSpPr>
            <p:spPr>
              <a:xfrm>
                <a:off x="39399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F7D4BE4-5231-CDC4-5DA9-D652C63376F8}"/>
                  </a:ext>
                </a:extLst>
              </p:cNvPr>
              <p:cNvSpPr/>
              <p:nvPr/>
            </p:nvSpPr>
            <p:spPr>
              <a:xfrm>
                <a:off x="52523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1B21770-F10A-3037-4492-31DA92F2AB32}"/>
                  </a:ext>
                </a:extLst>
              </p:cNvPr>
              <p:cNvSpPr/>
              <p:nvPr/>
            </p:nvSpPr>
            <p:spPr>
              <a:xfrm>
                <a:off x="658640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D9EE38C-956B-E340-07AE-845F75BE9ABE}"/>
                  </a:ext>
                </a:extLst>
              </p:cNvPr>
              <p:cNvSpPr/>
              <p:nvPr/>
            </p:nvSpPr>
            <p:spPr>
              <a:xfrm>
                <a:off x="79059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F69AAAE4-590A-3F2E-1293-96221F02C4A3}"/>
                  </a:ext>
                </a:extLst>
              </p:cNvPr>
              <p:cNvSpPr/>
              <p:nvPr/>
            </p:nvSpPr>
            <p:spPr>
              <a:xfrm>
                <a:off x="92401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D279236-5596-5E1A-DD0B-2FD3993681A7}"/>
                  </a:ext>
                </a:extLst>
              </p:cNvPr>
              <p:cNvSpPr/>
              <p:nvPr/>
            </p:nvSpPr>
            <p:spPr>
              <a:xfrm>
                <a:off x="1055253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BA3D71E-47EC-BE3B-FE90-D7A6F1AEFBB3}"/>
                  </a:ext>
                </a:extLst>
              </p:cNvPr>
              <p:cNvSpPr txBox="1"/>
              <p:nvPr/>
            </p:nvSpPr>
            <p:spPr>
              <a:xfrm>
                <a:off x="2233873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2022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71841E1-99AE-75E3-D8A9-7A06FCEE559B}"/>
                  </a:ext>
                </a:extLst>
              </p:cNvPr>
              <p:cNvSpPr txBox="1"/>
              <p:nvPr/>
            </p:nvSpPr>
            <p:spPr>
              <a:xfrm>
                <a:off x="3543295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2023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7E49E40-6A82-EDB0-B25C-ABB32948EA93}"/>
                  </a:ext>
                </a:extLst>
              </p:cNvPr>
              <p:cNvSpPr txBox="1"/>
              <p:nvPr/>
            </p:nvSpPr>
            <p:spPr>
              <a:xfrm>
                <a:off x="4880435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2023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12D45FA-5FF1-A55D-1890-E623DD5EDAEA}"/>
                  </a:ext>
                </a:extLst>
              </p:cNvPr>
              <p:cNvSpPr txBox="1"/>
              <p:nvPr/>
            </p:nvSpPr>
            <p:spPr>
              <a:xfrm>
                <a:off x="6189750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2024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1420BF1-DF66-6339-0044-46CC0C2D0DC3}"/>
                  </a:ext>
                </a:extLst>
              </p:cNvPr>
              <p:cNvSpPr txBox="1"/>
              <p:nvPr/>
            </p:nvSpPr>
            <p:spPr>
              <a:xfrm>
                <a:off x="7534095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2024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34EF68A-E62A-705C-84BA-A58C895F8499}"/>
                  </a:ext>
                </a:extLst>
              </p:cNvPr>
              <p:cNvSpPr txBox="1"/>
              <p:nvPr/>
            </p:nvSpPr>
            <p:spPr>
              <a:xfrm>
                <a:off x="8843517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Jan 2025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25F0F30-B9A8-8DD7-7AFF-14E3AA1A6440}"/>
                  </a:ext>
                </a:extLst>
              </p:cNvPr>
              <p:cNvSpPr txBox="1"/>
              <p:nvPr/>
            </p:nvSpPr>
            <p:spPr>
              <a:xfrm>
                <a:off x="10180657" y="5755072"/>
                <a:ext cx="763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Jul 2025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4BB9E83-1F09-44EE-D928-D52AFD360BB1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D258836-2143-E8B6-2D71-2F21C5D165D6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476925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Masteng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Baronang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Siganus guttatus</a:t>
            </a:r>
          </a:p>
          <a:p>
            <a:endParaRPr lang="en-US" i="1" dirty="0"/>
          </a:p>
          <a:p>
            <a:r>
              <a:rPr lang="en-US" b="1" dirty="0" err="1"/>
              <a:t>Jumlah</a:t>
            </a:r>
            <a:r>
              <a:rPr lang="en-US" b="1" dirty="0"/>
              <a:t> data </a:t>
            </a:r>
            <a:r>
              <a:rPr lang="en-US" b="1" dirty="0" err="1"/>
              <a:t>dari</a:t>
            </a:r>
            <a:r>
              <a:rPr lang="en-US" b="1"/>
              <a:t> Kawasan, </a:t>
            </a:r>
            <a:r>
              <a:rPr lang="en-US" b="1" dirty="0" err="1"/>
              <a:t>kurang</a:t>
            </a:r>
            <a:r>
              <a:rPr lang="en-US" b="1" dirty="0"/>
              <a:t>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dianalisa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Sunu Merah	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Cephalopholis</a:t>
            </a:r>
            <a:r>
              <a:rPr lang="en-US" i="1" dirty="0"/>
              <a:t> miniata</a:t>
            </a:r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B24E7-80D2-E17C-DE71-BB0AEFCA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EDD583BC-5A40-A317-DB38-FCC5C5B1E326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33CE1BB-50E8-B8FB-DA32-28967BBDEE0E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B095269-B3D1-0317-C38E-DAB334899EAC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4" name="Graphic 2">
              <a:extLst>
                <a:ext uri="{FF2B5EF4-FFF2-40B4-BE49-F238E27FC236}">
                  <a16:creationId xmlns:a16="http://schemas.microsoft.com/office/drawing/2014/main" id="{62AAF9C6-C20E-CA5B-E14C-D5677621046C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0EFCA48-1BE8-E1E3-85CC-E15F6F4ECD28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821259F-FD15-C979-46CD-66CDD336CBEA}"/>
                  </a:ext>
                </a:extLst>
              </p:cNvPr>
              <p:cNvSpPr/>
              <p:nvPr/>
            </p:nvSpPr>
            <p:spPr>
              <a:xfrm>
                <a:off x="2078685" y="971481"/>
                <a:ext cx="8600582" cy="4805204"/>
              </a:xfrm>
              <a:custGeom>
                <a:avLst/>
                <a:gdLst>
                  <a:gd name="connsiteX0" fmla="*/ 0 w 8600582"/>
                  <a:gd name="connsiteY0" fmla="*/ 1128618 h 4805204"/>
                  <a:gd name="connsiteX1" fmla="*/ 108825 w 8600582"/>
                  <a:gd name="connsiteY1" fmla="*/ 3149559 h 4805204"/>
                  <a:gd name="connsiteX2" fmla="*/ 217756 w 8600582"/>
                  <a:gd name="connsiteY2" fmla="*/ 4805204 h 4805204"/>
                  <a:gd name="connsiteX3" fmla="*/ 326582 w 8600582"/>
                  <a:gd name="connsiteY3" fmla="*/ 4805204 h 4805204"/>
                  <a:gd name="connsiteX4" fmla="*/ 435407 w 8600582"/>
                  <a:gd name="connsiteY4" fmla="*/ 4805204 h 4805204"/>
                  <a:gd name="connsiteX5" fmla="*/ 544338 w 8600582"/>
                  <a:gd name="connsiteY5" fmla="*/ 4805204 h 4805204"/>
                  <a:gd name="connsiteX6" fmla="*/ 653163 w 8600582"/>
                  <a:gd name="connsiteY6" fmla="*/ 4805204 h 4805204"/>
                  <a:gd name="connsiteX7" fmla="*/ 762094 w 8600582"/>
                  <a:gd name="connsiteY7" fmla="*/ 4805204 h 4805204"/>
                  <a:gd name="connsiteX8" fmla="*/ 870920 w 8600582"/>
                  <a:gd name="connsiteY8" fmla="*/ 4805204 h 4805204"/>
                  <a:gd name="connsiteX9" fmla="*/ 979745 w 8600582"/>
                  <a:gd name="connsiteY9" fmla="*/ 4805204 h 4805204"/>
                  <a:gd name="connsiteX10" fmla="*/ 1088676 w 8600582"/>
                  <a:gd name="connsiteY10" fmla="*/ 4805204 h 4805204"/>
                  <a:gd name="connsiteX11" fmla="*/ 1197501 w 8600582"/>
                  <a:gd name="connsiteY11" fmla="*/ 4805204 h 4805204"/>
                  <a:gd name="connsiteX12" fmla="*/ 1306432 w 8600582"/>
                  <a:gd name="connsiteY12" fmla="*/ 4805204 h 4805204"/>
                  <a:gd name="connsiteX13" fmla="*/ 1415258 w 8600582"/>
                  <a:gd name="connsiteY13" fmla="*/ 4805204 h 4805204"/>
                  <a:gd name="connsiteX14" fmla="*/ 1524083 w 8600582"/>
                  <a:gd name="connsiteY14" fmla="*/ 4805204 h 4805204"/>
                  <a:gd name="connsiteX15" fmla="*/ 1633014 w 8600582"/>
                  <a:gd name="connsiteY15" fmla="*/ 4805204 h 4805204"/>
                  <a:gd name="connsiteX16" fmla="*/ 1741839 w 8600582"/>
                  <a:gd name="connsiteY16" fmla="*/ 4805204 h 4805204"/>
                  <a:gd name="connsiteX17" fmla="*/ 1850770 w 8600582"/>
                  <a:gd name="connsiteY17" fmla="*/ 4805204 h 4805204"/>
                  <a:gd name="connsiteX18" fmla="*/ 1959596 w 8600582"/>
                  <a:gd name="connsiteY18" fmla="*/ 4805204 h 4805204"/>
                  <a:gd name="connsiteX19" fmla="*/ 2068527 w 8600582"/>
                  <a:gd name="connsiteY19" fmla="*/ 4805204 h 4805204"/>
                  <a:gd name="connsiteX20" fmla="*/ 2177352 w 8600582"/>
                  <a:gd name="connsiteY20" fmla="*/ 4805204 h 4805204"/>
                  <a:gd name="connsiteX21" fmla="*/ 2286177 w 8600582"/>
                  <a:gd name="connsiteY21" fmla="*/ 4805204 h 4805204"/>
                  <a:gd name="connsiteX22" fmla="*/ 2395108 w 8600582"/>
                  <a:gd name="connsiteY22" fmla="*/ 4805204 h 4805204"/>
                  <a:gd name="connsiteX23" fmla="*/ 2503934 w 8600582"/>
                  <a:gd name="connsiteY23" fmla="*/ 4805204 h 4805204"/>
                  <a:gd name="connsiteX24" fmla="*/ 2612865 w 8600582"/>
                  <a:gd name="connsiteY24" fmla="*/ 4805204 h 4805204"/>
                  <a:gd name="connsiteX25" fmla="*/ 2721690 w 8600582"/>
                  <a:gd name="connsiteY25" fmla="*/ 4805204 h 4805204"/>
                  <a:gd name="connsiteX26" fmla="*/ 2830515 w 8600582"/>
                  <a:gd name="connsiteY26" fmla="*/ 4805204 h 4805204"/>
                  <a:gd name="connsiteX27" fmla="*/ 2939446 w 8600582"/>
                  <a:gd name="connsiteY27" fmla="*/ 4805204 h 4805204"/>
                  <a:gd name="connsiteX28" fmla="*/ 3048272 w 8600582"/>
                  <a:gd name="connsiteY28" fmla="*/ 4805204 h 4805204"/>
                  <a:gd name="connsiteX29" fmla="*/ 3157203 w 8600582"/>
                  <a:gd name="connsiteY29" fmla="*/ 4805204 h 4805204"/>
                  <a:gd name="connsiteX30" fmla="*/ 3266028 w 8600582"/>
                  <a:gd name="connsiteY30" fmla="*/ 4805204 h 4805204"/>
                  <a:gd name="connsiteX31" fmla="*/ 3374853 w 8600582"/>
                  <a:gd name="connsiteY31" fmla="*/ 3279304 h 4805204"/>
                  <a:gd name="connsiteX32" fmla="*/ 3483784 w 8600582"/>
                  <a:gd name="connsiteY32" fmla="*/ 1327842 h 4805204"/>
                  <a:gd name="connsiteX33" fmla="*/ 3592610 w 8600582"/>
                  <a:gd name="connsiteY33" fmla="*/ 246038 h 4805204"/>
                  <a:gd name="connsiteX34" fmla="*/ 3701541 w 8600582"/>
                  <a:gd name="connsiteY34" fmla="*/ 0 h 4805204"/>
                  <a:gd name="connsiteX35" fmla="*/ 3810366 w 8600582"/>
                  <a:gd name="connsiteY35" fmla="*/ 365720 h 4805204"/>
                  <a:gd name="connsiteX36" fmla="*/ 3919191 w 8600582"/>
                  <a:gd name="connsiteY36" fmla="*/ 1119297 h 4805204"/>
                  <a:gd name="connsiteX37" fmla="*/ 4028122 w 8600582"/>
                  <a:gd name="connsiteY37" fmla="*/ 2036617 h 4805204"/>
                  <a:gd name="connsiteX38" fmla="*/ 4136948 w 8600582"/>
                  <a:gd name="connsiteY38" fmla="*/ 2893884 h 4805204"/>
                  <a:gd name="connsiteX39" fmla="*/ 4245879 w 8600582"/>
                  <a:gd name="connsiteY39" fmla="*/ 3466983 h 4805204"/>
                  <a:gd name="connsiteX40" fmla="*/ 4354704 w 8600582"/>
                  <a:gd name="connsiteY40" fmla="*/ 3587619 h 4805204"/>
                  <a:gd name="connsiteX41" fmla="*/ 4463529 w 8600582"/>
                  <a:gd name="connsiteY41" fmla="*/ 3522058 h 4805204"/>
                  <a:gd name="connsiteX42" fmla="*/ 4572461 w 8600582"/>
                  <a:gd name="connsiteY42" fmla="*/ 3368271 h 4805204"/>
                  <a:gd name="connsiteX43" fmla="*/ 4681285 w 8600582"/>
                  <a:gd name="connsiteY43" fmla="*/ 3157821 h 4805204"/>
                  <a:gd name="connsiteX44" fmla="*/ 4790217 w 8600582"/>
                  <a:gd name="connsiteY44" fmla="*/ 2922268 h 4805204"/>
                  <a:gd name="connsiteX45" fmla="*/ 4899042 w 8600582"/>
                  <a:gd name="connsiteY45" fmla="*/ 2693283 h 4805204"/>
                  <a:gd name="connsiteX46" fmla="*/ 5007973 w 8600582"/>
                  <a:gd name="connsiteY46" fmla="*/ 2502214 h 4805204"/>
                  <a:gd name="connsiteX47" fmla="*/ 5116799 w 8600582"/>
                  <a:gd name="connsiteY47" fmla="*/ 2380837 h 4805204"/>
                  <a:gd name="connsiteX48" fmla="*/ 5225624 w 8600582"/>
                  <a:gd name="connsiteY48" fmla="*/ 2354147 h 4805204"/>
                  <a:gd name="connsiteX49" fmla="*/ 5334555 w 8600582"/>
                  <a:gd name="connsiteY49" fmla="*/ 2354147 h 4805204"/>
                  <a:gd name="connsiteX50" fmla="*/ 5443380 w 8600582"/>
                  <a:gd name="connsiteY50" fmla="*/ 2354147 h 4805204"/>
                  <a:gd name="connsiteX51" fmla="*/ 5552311 w 8600582"/>
                  <a:gd name="connsiteY51" fmla="*/ 2409222 h 4805204"/>
                  <a:gd name="connsiteX52" fmla="*/ 5661136 w 8600582"/>
                  <a:gd name="connsiteY52" fmla="*/ 2625921 h 4805204"/>
                  <a:gd name="connsiteX53" fmla="*/ 5769962 w 8600582"/>
                  <a:gd name="connsiteY53" fmla="*/ 2982427 h 4805204"/>
                  <a:gd name="connsiteX54" fmla="*/ 5878893 w 8600582"/>
                  <a:gd name="connsiteY54" fmla="*/ 3452155 h 4805204"/>
                  <a:gd name="connsiteX55" fmla="*/ 5987718 w 8600582"/>
                  <a:gd name="connsiteY55" fmla="*/ 3969015 h 4805204"/>
                  <a:gd name="connsiteX56" fmla="*/ 6096649 w 8600582"/>
                  <a:gd name="connsiteY56" fmla="*/ 4426563 h 4805204"/>
                  <a:gd name="connsiteX57" fmla="*/ 6205474 w 8600582"/>
                  <a:gd name="connsiteY57" fmla="*/ 4805204 h 4805204"/>
                  <a:gd name="connsiteX58" fmla="*/ 6314300 w 8600582"/>
                  <a:gd name="connsiteY58" fmla="*/ 4805204 h 4805204"/>
                  <a:gd name="connsiteX59" fmla="*/ 6423231 w 8600582"/>
                  <a:gd name="connsiteY59" fmla="*/ 4805204 h 4805204"/>
                  <a:gd name="connsiteX60" fmla="*/ 6532056 w 8600582"/>
                  <a:gd name="connsiteY60" fmla="*/ 4805204 h 4805204"/>
                  <a:gd name="connsiteX61" fmla="*/ 6640987 w 8600582"/>
                  <a:gd name="connsiteY61" fmla="*/ 4805204 h 4805204"/>
                  <a:gd name="connsiteX62" fmla="*/ 6749812 w 8600582"/>
                  <a:gd name="connsiteY62" fmla="*/ 4805204 h 4805204"/>
                  <a:gd name="connsiteX63" fmla="*/ 6858638 w 8600582"/>
                  <a:gd name="connsiteY63" fmla="*/ 4805204 h 4805204"/>
                  <a:gd name="connsiteX64" fmla="*/ 6967569 w 8600582"/>
                  <a:gd name="connsiteY64" fmla="*/ 4805204 h 4805204"/>
                  <a:gd name="connsiteX65" fmla="*/ 7076394 w 8600582"/>
                  <a:gd name="connsiteY65" fmla="*/ 4805204 h 4805204"/>
                  <a:gd name="connsiteX66" fmla="*/ 7185325 w 8600582"/>
                  <a:gd name="connsiteY66" fmla="*/ 4805204 h 4805204"/>
                  <a:gd name="connsiteX67" fmla="*/ 7294150 w 8600582"/>
                  <a:gd name="connsiteY67" fmla="*/ 4805204 h 4805204"/>
                  <a:gd name="connsiteX68" fmla="*/ 7402976 w 8600582"/>
                  <a:gd name="connsiteY68" fmla="*/ 4805204 h 4805204"/>
                  <a:gd name="connsiteX69" fmla="*/ 7511907 w 8600582"/>
                  <a:gd name="connsiteY69" fmla="*/ 4805204 h 4805204"/>
                  <a:gd name="connsiteX70" fmla="*/ 7620732 w 8600582"/>
                  <a:gd name="connsiteY70" fmla="*/ 4805204 h 4805204"/>
                  <a:gd name="connsiteX71" fmla="*/ 7729663 w 8600582"/>
                  <a:gd name="connsiteY71" fmla="*/ 4805204 h 4805204"/>
                  <a:gd name="connsiteX72" fmla="*/ 7838488 w 8600582"/>
                  <a:gd name="connsiteY72" fmla="*/ 4805204 h 4805204"/>
                  <a:gd name="connsiteX73" fmla="*/ 7947420 w 8600582"/>
                  <a:gd name="connsiteY73" fmla="*/ 4805204 h 4805204"/>
                  <a:gd name="connsiteX74" fmla="*/ 8056244 w 8600582"/>
                  <a:gd name="connsiteY74" fmla="*/ 4805204 h 4805204"/>
                  <a:gd name="connsiteX75" fmla="*/ 8165070 w 8600582"/>
                  <a:gd name="connsiteY75" fmla="*/ 4607781 h 4805204"/>
                  <a:gd name="connsiteX76" fmla="*/ 8274001 w 8600582"/>
                  <a:gd name="connsiteY76" fmla="*/ 4358460 h 4805204"/>
                  <a:gd name="connsiteX77" fmla="*/ 8382826 w 8600582"/>
                  <a:gd name="connsiteY77" fmla="*/ 4102254 h 4805204"/>
                  <a:gd name="connsiteX78" fmla="*/ 8491757 w 8600582"/>
                  <a:gd name="connsiteY78" fmla="*/ 3841706 h 4805204"/>
                  <a:gd name="connsiteX79" fmla="*/ 8600583 w 8600582"/>
                  <a:gd name="connsiteY79" fmla="*/ 3579676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00582" h="4805204">
                    <a:moveTo>
                      <a:pt x="0" y="1128618"/>
                    </a:moveTo>
                    <a:lnTo>
                      <a:pt x="108825" y="3149559"/>
                    </a:lnTo>
                    <a:lnTo>
                      <a:pt x="217756" y="4805204"/>
                    </a:lnTo>
                    <a:lnTo>
                      <a:pt x="326582" y="4805204"/>
                    </a:lnTo>
                    <a:lnTo>
                      <a:pt x="435407" y="4805204"/>
                    </a:lnTo>
                    <a:lnTo>
                      <a:pt x="544338" y="4805204"/>
                    </a:lnTo>
                    <a:lnTo>
                      <a:pt x="653163" y="4805204"/>
                    </a:lnTo>
                    <a:lnTo>
                      <a:pt x="762094" y="4805204"/>
                    </a:lnTo>
                    <a:lnTo>
                      <a:pt x="870920" y="4805204"/>
                    </a:lnTo>
                    <a:lnTo>
                      <a:pt x="979745" y="4805204"/>
                    </a:lnTo>
                    <a:lnTo>
                      <a:pt x="1088676" y="4805204"/>
                    </a:lnTo>
                    <a:lnTo>
                      <a:pt x="1197501" y="4805204"/>
                    </a:lnTo>
                    <a:lnTo>
                      <a:pt x="1306432" y="4805204"/>
                    </a:lnTo>
                    <a:lnTo>
                      <a:pt x="1415258" y="4805204"/>
                    </a:lnTo>
                    <a:lnTo>
                      <a:pt x="1524083" y="4805204"/>
                    </a:lnTo>
                    <a:lnTo>
                      <a:pt x="1633014" y="4805204"/>
                    </a:lnTo>
                    <a:lnTo>
                      <a:pt x="1741839" y="4805204"/>
                    </a:lnTo>
                    <a:lnTo>
                      <a:pt x="1850770" y="4805204"/>
                    </a:lnTo>
                    <a:lnTo>
                      <a:pt x="1959596" y="4805204"/>
                    </a:lnTo>
                    <a:lnTo>
                      <a:pt x="2068527" y="4805204"/>
                    </a:lnTo>
                    <a:lnTo>
                      <a:pt x="2177352" y="4805204"/>
                    </a:lnTo>
                    <a:lnTo>
                      <a:pt x="2286177" y="4805204"/>
                    </a:lnTo>
                    <a:lnTo>
                      <a:pt x="2395108" y="4805204"/>
                    </a:lnTo>
                    <a:lnTo>
                      <a:pt x="2503934" y="4805204"/>
                    </a:lnTo>
                    <a:lnTo>
                      <a:pt x="2612865" y="4805204"/>
                    </a:lnTo>
                    <a:lnTo>
                      <a:pt x="2721690" y="4805204"/>
                    </a:lnTo>
                    <a:lnTo>
                      <a:pt x="2830515" y="4805204"/>
                    </a:lnTo>
                    <a:lnTo>
                      <a:pt x="2939446" y="4805204"/>
                    </a:lnTo>
                    <a:lnTo>
                      <a:pt x="3048272" y="4805204"/>
                    </a:lnTo>
                    <a:lnTo>
                      <a:pt x="3157203" y="4805204"/>
                    </a:lnTo>
                    <a:lnTo>
                      <a:pt x="3266028" y="4805204"/>
                    </a:lnTo>
                    <a:lnTo>
                      <a:pt x="3374853" y="3279304"/>
                    </a:lnTo>
                    <a:lnTo>
                      <a:pt x="3483784" y="1327842"/>
                    </a:lnTo>
                    <a:lnTo>
                      <a:pt x="3592610" y="246038"/>
                    </a:lnTo>
                    <a:lnTo>
                      <a:pt x="3701541" y="0"/>
                    </a:lnTo>
                    <a:lnTo>
                      <a:pt x="3810366" y="365720"/>
                    </a:lnTo>
                    <a:lnTo>
                      <a:pt x="3919191" y="1119297"/>
                    </a:lnTo>
                    <a:lnTo>
                      <a:pt x="4028122" y="2036617"/>
                    </a:lnTo>
                    <a:lnTo>
                      <a:pt x="4136948" y="2893884"/>
                    </a:lnTo>
                    <a:lnTo>
                      <a:pt x="4245879" y="3466983"/>
                    </a:lnTo>
                    <a:lnTo>
                      <a:pt x="4354704" y="3587619"/>
                    </a:lnTo>
                    <a:lnTo>
                      <a:pt x="4463529" y="3522058"/>
                    </a:lnTo>
                    <a:lnTo>
                      <a:pt x="4572461" y="3368271"/>
                    </a:lnTo>
                    <a:lnTo>
                      <a:pt x="4681285" y="3157821"/>
                    </a:lnTo>
                    <a:lnTo>
                      <a:pt x="4790217" y="2922268"/>
                    </a:lnTo>
                    <a:lnTo>
                      <a:pt x="4899042" y="2693283"/>
                    </a:lnTo>
                    <a:lnTo>
                      <a:pt x="5007973" y="2502214"/>
                    </a:lnTo>
                    <a:lnTo>
                      <a:pt x="5116799" y="2380837"/>
                    </a:lnTo>
                    <a:lnTo>
                      <a:pt x="5225624" y="2354147"/>
                    </a:lnTo>
                    <a:lnTo>
                      <a:pt x="5334555" y="2354147"/>
                    </a:lnTo>
                    <a:lnTo>
                      <a:pt x="5443380" y="2354147"/>
                    </a:lnTo>
                    <a:lnTo>
                      <a:pt x="5552311" y="2409222"/>
                    </a:lnTo>
                    <a:lnTo>
                      <a:pt x="5661136" y="2625921"/>
                    </a:lnTo>
                    <a:lnTo>
                      <a:pt x="5769962" y="2982427"/>
                    </a:lnTo>
                    <a:lnTo>
                      <a:pt x="5878893" y="3452155"/>
                    </a:lnTo>
                    <a:lnTo>
                      <a:pt x="5987718" y="3969015"/>
                    </a:lnTo>
                    <a:lnTo>
                      <a:pt x="6096649" y="4426563"/>
                    </a:lnTo>
                    <a:lnTo>
                      <a:pt x="6205474" y="4805204"/>
                    </a:lnTo>
                    <a:lnTo>
                      <a:pt x="6314300" y="4805204"/>
                    </a:lnTo>
                    <a:lnTo>
                      <a:pt x="6423231" y="4805204"/>
                    </a:lnTo>
                    <a:lnTo>
                      <a:pt x="6532056" y="4805204"/>
                    </a:lnTo>
                    <a:lnTo>
                      <a:pt x="6640987" y="4805204"/>
                    </a:lnTo>
                    <a:lnTo>
                      <a:pt x="6749812" y="4805204"/>
                    </a:lnTo>
                    <a:lnTo>
                      <a:pt x="6858638" y="4805204"/>
                    </a:lnTo>
                    <a:lnTo>
                      <a:pt x="6967569" y="4805204"/>
                    </a:lnTo>
                    <a:lnTo>
                      <a:pt x="7076394" y="4805204"/>
                    </a:lnTo>
                    <a:lnTo>
                      <a:pt x="7185325" y="4805204"/>
                    </a:lnTo>
                    <a:lnTo>
                      <a:pt x="7294150" y="4805204"/>
                    </a:lnTo>
                    <a:lnTo>
                      <a:pt x="7402976" y="4805204"/>
                    </a:lnTo>
                    <a:lnTo>
                      <a:pt x="7511907" y="4805204"/>
                    </a:lnTo>
                    <a:lnTo>
                      <a:pt x="7620732" y="4805204"/>
                    </a:lnTo>
                    <a:lnTo>
                      <a:pt x="7729663" y="4805204"/>
                    </a:lnTo>
                    <a:lnTo>
                      <a:pt x="7838488" y="4805204"/>
                    </a:lnTo>
                    <a:lnTo>
                      <a:pt x="7947420" y="4805204"/>
                    </a:lnTo>
                    <a:lnTo>
                      <a:pt x="8056244" y="4805204"/>
                    </a:lnTo>
                    <a:lnTo>
                      <a:pt x="8165070" y="4607781"/>
                    </a:lnTo>
                    <a:lnTo>
                      <a:pt x="8274001" y="4358460"/>
                    </a:lnTo>
                    <a:lnTo>
                      <a:pt x="8382826" y="4102254"/>
                    </a:lnTo>
                    <a:lnTo>
                      <a:pt x="8491757" y="3841706"/>
                    </a:lnTo>
                    <a:lnTo>
                      <a:pt x="8600583" y="3579676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CE981F7-62CC-A512-27DB-5DA98DB8A001}"/>
                  </a:ext>
                </a:extLst>
              </p:cNvPr>
              <p:cNvSpPr txBox="1"/>
              <p:nvPr/>
            </p:nvSpPr>
            <p:spPr>
              <a:xfrm>
                <a:off x="1652186" y="3180952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7CCE4E84-90DC-7392-E705-AC99911D4FB8}"/>
                </a:ext>
              </a:extLst>
            </p:cNvPr>
            <p:cNvGrpSpPr/>
            <p:nvPr/>
          </p:nvGrpSpPr>
          <p:grpSpPr>
            <a:xfrm>
              <a:off x="961062" y="612426"/>
              <a:ext cx="10160605" cy="5419645"/>
              <a:chOff x="961062" y="612426"/>
              <a:chExt cx="10160605" cy="5419645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6C77690-A10B-9A0C-4C44-1224EB9AE089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AC060F-FB18-6E5B-A220-17752D0F7EA3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57F6690-2D82-F59F-69A5-273E1EECE3CC}"/>
                  </a:ext>
                </a:extLst>
              </p:cNvPr>
              <p:cNvSpPr txBox="1"/>
              <p:nvPr/>
            </p:nvSpPr>
            <p:spPr>
              <a:xfrm>
                <a:off x="1162461" y="442426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9933DFE-0D26-8C2E-0046-9B8F81D5FB2A}"/>
                  </a:ext>
                </a:extLst>
              </p:cNvPr>
              <p:cNvSpPr txBox="1"/>
              <p:nvPr/>
            </p:nvSpPr>
            <p:spPr>
              <a:xfrm>
                <a:off x="1162461" y="3198737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D537B96-EEB4-9D89-8CC1-049062CE0B11}"/>
                  </a:ext>
                </a:extLst>
              </p:cNvPr>
              <p:cNvSpPr txBox="1"/>
              <p:nvPr/>
            </p:nvSpPr>
            <p:spPr>
              <a:xfrm>
                <a:off x="1162461" y="197331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BB22BB2-6FB9-27B9-E0AA-432D12FE0AAA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C38E7A3-6514-112E-4CE7-69F7DFC82239}"/>
                  </a:ext>
                </a:extLst>
              </p:cNvPr>
              <p:cNvSpPr/>
              <p:nvPr/>
            </p:nvSpPr>
            <p:spPr>
              <a:xfrm>
                <a:off x="1359612" y="455115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5DA1C86-DB05-28F1-E3F0-C2204C54A25C}"/>
                  </a:ext>
                </a:extLst>
              </p:cNvPr>
              <p:cNvSpPr/>
              <p:nvPr/>
            </p:nvSpPr>
            <p:spPr>
              <a:xfrm>
                <a:off x="1359612" y="332562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3D41E13-713B-B914-0833-30DCBE8CE461}"/>
                  </a:ext>
                </a:extLst>
              </p:cNvPr>
              <p:cNvSpPr/>
              <p:nvPr/>
            </p:nvSpPr>
            <p:spPr>
              <a:xfrm>
                <a:off x="1359612" y="210009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ED7CBDA-698D-FB24-A2E4-84D4E9F1E4CB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10A66E7-0FFE-0A1C-4D93-CCE6B5904DED}"/>
                  </a:ext>
                </a:extLst>
              </p:cNvPr>
              <p:cNvSpPr/>
              <p:nvPr/>
            </p:nvSpPr>
            <p:spPr>
              <a:xfrm>
                <a:off x="299305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0DABDA3-0CBE-09C2-EC1F-39B0CB7953C5}"/>
                  </a:ext>
                </a:extLst>
              </p:cNvPr>
              <p:cNvSpPr/>
              <p:nvPr/>
            </p:nvSpPr>
            <p:spPr>
              <a:xfrm>
                <a:off x="47264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801E8BE-330B-9045-D323-93F7CFF020B0}"/>
                  </a:ext>
                </a:extLst>
              </p:cNvPr>
              <p:cNvSpPr/>
              <p:nvPr/>
            </p:nvSpPr>
            <p:spPr>
              <a:xfrm>
                <a:off x="646941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7F24F14-666F-87FA-0F95-BA5790E51698}"/>
                  </a:ext>
                </a:extLst>
              </p:cNvPr>
              <p:cNvSpPr/>
              <p:nvPr/>
            </p:nvSpPr>
            <p:spPr>
              <a:xfrm>
                <a:off x="821242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DF7973F-2AED-276A-6E7B-9D14B2D583F1}"/>
                  </a:ext>
                </a:extLst>
              </p:cNvPr>
              <p:cNvSpPr/>
              <p:nvPr/>
            </p:nvSpPr>
            <p:spPr>
              <a:xfrm>
                <a:off x="995542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29C2D72-E437-7EF5-B6E8-E85B03E0DED0}"/>
                  </a:ext>
                </a:extLst>
              </p:cNvPr>
              <p:cNvSpPr txBox="1"/>
              <p:nvPr/>
            </p:nvSpPr>
            <p:spPr>
              <a:xfrm>
                <a:off x="260060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6E058E9-6D0E-82FC-915F-0148DFF4D5B0}"/>
                  </a:ext>
                </a:extLst>
              </p:cNvPr>
              <p:cNvSpPr txBox="1"/>
              <p:nvPr/>
            </p:nvSpPr>
            <p:spPr>
              <a:xfrm>
                <a:off x="4333926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FB579B-D736-61A8-2E2D-6947BF2E8E8F}"/>
                  </a:ext>
                </a:extLst>
              </p:cNvPr>
              <p:cNvSpPr txBox="1"/>
              <p:nvPr/>
            </p:nvSpPr>
            <p:spPr>
              <a:xfrm>
                <a:off x="6076967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5DB6D19-DEAB-FC68-63DA-D88F9EDDD6C6}"/>
                  </a:ext>
                </a:extLst>
              </p:cNvPr>
              <p:cNvSpPr txBox="1"/>
              <p:nvPr/>
            </p:nvSpPr>
            <p:spPr>
              <a:xfrm>
                <a:off x="7819935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93AD56D-ED0E-1769-E40A-656140AF28DF}"/>
                  </a:ext>
                </a:extLst>
              </p:cNvPr>
              <p:cNvSpPr txBox="1"/>
              <p:nvPr/>
            </p:nvSpPr>
            <p:spPr>
              <a:xfrm>
                <a:off x="9562976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2024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9974C48-FB1A-815A-9AAF-C500B4337444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9E27520-94A0-A841-A8CC-BA89F9090ABA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52343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c.miniata in MAR Masteng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87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862A9-83FE-4EB8-8F41-EE579073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aphic 2">
            <a:extLst>
              <a:ext uri="{FF2B5EF4-FFF2-40B4-BE49-F238E27FC236}">
                <a16:creationId xmlns:a16="http://schemas.microsoft.com/office/drawing/2014/main" id="{8CA7B8F4-6A08-A135-D5C9-52167A295E72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6CB8268-A848-115F-F2A9-066117284E98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128B6BC-0E18-D4DA-6B90-3E0F832D0D41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2" name="Graphic 2">
              <a:extLst>
                <a:ext uri="{FF2B5EF4-FFF2-40B4-BE49-F238E27FC236}">
                  <a16:creationId xmlns:a16="http://schemas.microsoft.com/office/drawing/2014/main" id="{6C593C4D-277A-3AE5-D002-DCDBAF901E5B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DB9E7F9-0B42-7A33-4019-9A6174E35713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E5BDE9E-85E8-D9B4-5EC1-C74B8E227488}"/>
                  </a:ext>
                </a:extLst>
              </p:cNvPr>
              <p:cNvSpPr/>
              <p:nvPr/>
            </p:nvSpPr>
            <p:spPr>
              <a:xfrm>
                <a:off x="2078685" y="971481"/>
                <a:ext cx="8600582" cy="4805204"/>
              </a:xfrm>
              <a:custGeom>
                <a:avLst/>
                <a:gdLst>
                  <a:gd name="connsiteX0" fmla="*/ 0 w 8600582"/>
                  <a:gd name="connsiteY0" fmla="*/ 1128618 h 4805204"/>
                  <a:gd name="connsiteX1" fmla="*/ 108825 w 8600582"/>
                  <a:gd name="connsiteY1" fmla="*/ 3149559 h 4805204"/>
                  <a:gd name="connsiteX2" fmla="*/ 217756 w 8600582"/>
                  <a:gd name="connsiteY2" fmla="*/ 4805204 h 4805204"/>
                  <a:gd name="connsiteX3" fmla="*/ 326582 w 8600582"/>
                  <a:gd name="connsiteY3" fmla="*/ 4805204 h 4805204"/>
                  <a:gd name="connsiteX4" fmla="*/ 435407 w 8600582"/>
                  <a:gd name="connsiteY4" fmla="*/ 4805204 h 4805204"/>
                  <a:gd name="connsiteX5" fmla="*/ 544338 w 8600582"/>
                  <a:gd name="connsiteY5" fmla="*/ 4805204 h 4805204"/>
                  <a:gd name="connsiteX6" fmla="*/ 653163 w 8600582"/>
                  <a:gd name="connsiteY6" fmla="*/ 4805204 h 4805204"/>
                  <a:gd name="connsiteX7" fmla="*/ 762094 w 8600582"/>
                  <a:gd name="connsiteY7" fmla="*/ 4805204 h 4805204"/>
                  <a:gd name="connsiteX8" fmla="*/ 870920 w 8600582"/>
                  <a:gd name="connsiteY8" fmla="*/ 4805204 h 4805204"/>
                  <a:gd name="connsiteX9" fmla="*/ 979745 w 8600582"/>
                  <a:gd name="connsiteY9" fmla="*/ 4805204 h 4805204"/>
                  <a:gd name="connsiteX10" fmla="*/ 1088676 w 8600582"/>
                  <a:gd name="connsiteY10" fmla="*/ 4805204 h 4805204"/>
                  <a:gd name="connsiteX11" fmla="*/ 1197501 w 8600582"/>
                  <a:gd name="connsiteY11" fmla="*/ 4805204 h 4805204"/>
                  <a:gd name="connsiteX12" fmla="*/ 1306432 w 8600582"/>
                  <a:gd name="connsiteY12" fmla="*/ 4805204 h 4805204"/>
                  <a:gd name="connsiteX13" fmla="*/ 1415258 w 8600582"/>
                  <a:gd name="connsiteY13" fmla="*/ 4805204 h 4805204"/>
                  <a:gd name="connsiteX14" fmla="*/ 1524083 w 8600582"/>
                  <a:gd name="connsiteY14" fmla="*/ 4805204 h 4805204"/>
                  <a:gd name="connsiteX15" fmla="*/ 1633014 w 8600582"/>
                  <a:gd name="connsiteY15" fmla="*/ 4805204 h 4805204"/>
                  <a:gd name="connsiteX16" fmla="*/ 1741839 w 8600582"/>
                  <a:gd name="connsiteY16" fmla="*/ 4805204 h 4805204"/>
                  <a:gd name="connsiteX17" fmla="*/ 1850770 w 8600582"/>
                  <a:gd name="connsiteY17" fmla="*/ 4805204 h 4805204"/>
                  <a:gd name="connsiteX18" fmla="*/ 1959596 w 8600582"/>
                  <a:gd name="connsiteY18" fmla="*/ 4805204 h 4805204"/>
                  <a:gd name="connsiteX19" fmla="*/ 2068527 w 8600582"/>
                  <a:gd name="connsiteY19" fmla="*/ 4805204 h 4805204"/>
                  <a:gd name="connsiteX20" fmla="*/ 2177352 w 8600582"/>
                  <a:gd name="connsiteY20" fmla="*/ 4805204 h 4805204"/>
                  <a:gd name="connsiteX21" fmla="*/ 2286177 w 8600582"/>
                  <a:gd name="connsiteY21" fmla="*/ 4805204 h 4805204"/>
                  <a:gd name="connsiteX22" fmla="*/ 2395108 w 8600582"/>
                  <a:gd name="connsiteY22" fmla="*/ 4805204 h 4805204"/>
                  <a:gd name="connsiteX23" fmla="*/ 2503934 w 8600582"/>
                  <a:gd name="connsiteY23" fmla="*/ 4805204 h 4805204"/>
                  <a:gd name="connsiteX24" fmla="*/ 2612865 w 8600582"/>
                  <a:gd name="connsiteY24" fmla="*/ 4805204 h 4805204"/>
                  <a:gd name="connsiteX25" fmla="*/ 2721690 w 8600582"/>
                  <a:gd name="connsiteY25" fmla="*/ 4805204 h 4805204"/>
                  <a:gd name="connsiteX26" fmla="*/ 2830515 w 8600582"/>
                  <a:gd name="connsiteY26" fmla="*/ 4805204 h 4805204"/>
                  <a:gd name="connsiteX27" fmla="*/ 2939446 w 8600582"/>
                  <a:gd name="connsiteY27" fmla="*/ 4805204 h 4805204"/>
                  <a:gd name="connsiteX28" fmla="*/ 3048272 w 8600582"/>
                  <a:gd name="connsiteY28" fmla="*/ 4805204 h 4805204"/>
                  <a:gd name="connsiteX29" fmla="*/ 3157203 w 8600582"/>
                  <a:gd name="connsiteY29" fmla="*/ 4805204 h 4805204"/>
                  <a:gd name="connsiteX30" fmla="*/ 3266028 w 8600582"/>
                  <a:gd name="connsiteY30" fmla="*/ 4805204 h 4805204"/>
                  <a:gd name="connsiteX31" fmla="*/ 3374853 w 8600582"/>
                  <a:gd name="connsiteY31" fmla="*/ 3279304 h 4805204"/>
                  <a:gd name="connsiteX32" fmla="*/ 3483784 w 8600582"/>
                  <a:gd name="connsiteY32" fmla="*/ 1327842 h 4805204"/>
                  <a:gd name="connsiteX33" fmla="*/ 3592610 w 8600582"/>
                  <a:gd name="connsiteY33" fmla="*/ 246038 h 4805204"/>
                  <a:gd name="connsiteX34" fmla="*/ 3701541 w 8600582"/>
                  <a:gd name="connsiteY34" fmla="*/ 0 h 4805204"/>
                  <a:gd name="connsiteX35" fmla="*/ 3810366 w 8600582"/>
                  <a:gd name="connsiteY35" fmla="*/ 365720 h 4805204"/>
                  <a:gd name="connsiteX36" fmla="*/ 3919191 w 8600582"/>
                  <a:gd name="connsiteY36" fmla="*/ 1119297 h 4805204"/>
                  <a:gd name="connsiteX37" fmla="*/ 4028122 w 8600582"/>
                  <a:gd name="connsiteY37" fmla="*/ 2036617 h 4805204"/>
                  <a:gd name="connsiteX38" fmla="*/ 4136948 w 8600582"/>
                  <a:gd name="connsiteY38" fmla="*/ 2893884 h 4805204"/>
                  <a:gd name="connsiteX39" fmla="*/ 4245879 w 8600582"/>
                  <a:gd name="connsiteY39" fmla="*/ 3466983 h 4805204"/>
                  <a:gd name="connsiteX40" fmla="*/ 4354704 w 8600582"/>
                  <a:gd name="connsiteY40" fmla="*/ 3587619 h 4805204"/>
                  <a:gd name="connsiteX41" fmla="*/ 4463529 w 8600582"/>
                  <a:gd name="connsiteY41" fmla="*/ 3522058 h 4805204"/>
                  <a:gd name="connsiteX42" fmla="*/ 4572461 w 8600582"/>
                  <a:gd name="connsiteY42" fmla="*/ 3368271 h 4805204"/>
                  <a:gd name="connsiteX43" fmla="*/ 4681285 w 8600582"/>
                  <a:gd name="connsiteY43" fmla="*/ 3157821 h 4805204"/>
                  <a:gd name="connsiteX44" fmla="*/ 4790217 w 8600582"/>
                  <a:gd name="connsiteY44" fmla="*/ 2922268 h 4805204"/>
                  <a:gd name="connsiteX45" fmla="*/ 4899042 w 8600582"/>
                  <a:gd name="connsiteY45" fmla="*/ 2693283 h 4805204"/>
                  <a:gd name="connsiteX46" fmla="*/ 5007973 w 8600582"/>
                  <a:gd name="connsiteY46" fmla="*/ 2502214 h 4805204"/>
                  <a:gd name="connsiteX47" fmla="*/ 5116799 w 8600582"/>
                  <a:gd name="connsiteY47" fmla="*/ 2380837 h 4805204"/>
                  <a:gd name="connsiteX48" fmla="*/ 5225624 w 8600582"/>
                  <a:gd name="connsiteY48" fmla="*/ 2354147 h 4805204"/>
                  <a:gd name="connsiteX49" fmla="*/ 5334555 w 8600582"/>
                  <a:gd name="connsiteY49" fmla="*/ 2354147 h 4805204"/>
                  <a:gd name="connsiteX50" fmla="*/ 5443380 w 8600582"/>
                  <a:gd name="connsiteY50" fmla="*/ 2354147 h 4805204"/>
                  <a:gd name="connsiteX51" fmla="*/ 5552311 w 8600582"/>
                  <a:gd name="connsiteY51" fmla="*/ 2409222 h 4805204"/>
                  <a:gd name="connsiteX52" fmla="*/ 5661136 w 8600582"/>
                  <a:gd name="connsiteY52" fmla="*/ 2625921 h 4805204"/>
                  <a:gd name="connsiteX53" fmla="*/ 5769962 w 8600582"/>
                  <a:gd name="connsiteY53" fmla="*/ 2982427 h 4805204"/>
                  <a:gd name="connsiteX54" fmla="*/ 5878893 w 8600582"/>
                  <a:gd name="connsiteY54" fmla="*/ 3452155 h 4805204"/>
                  <a:gd name="connsiteX55" fmla="*/ 5987718 w 8600582"/>
                  <a:gd name="connsiteY55" fmla="*/ 3969015 h 4805204"/>
                  <a:gd name="connsiteX56" fmla="*/ 6096649 w 8600582"/>
                  <a:gd name="connsiteY56" fmla="*/ 4426563 h 4805204"/>
                  <a:gd name="connsiteX57" fmla="*/ 6205474 w 8600582"/>
                  <a:gd name="connsiteY57" fmla="*/ 4805204 h 4805204"/>
                  <a:gd name="connsiteX58" fmla="*/ 6314300 w 8600582"/>
                  <a:gd name="connsiteY58" fmla="*/ 4805204 h 4805204"/>
                  <a:gd name="connsiteX59" fmla="*/ 6423231 w 8600582"/>
                  <a:gd name="connsiteY59" fmla="*/ 4805204 h 4805204"/>
                  <a:gd name="connsiteX60" fmla="*/ 6532056 w 8600582"/>
                  <a:gd name="connsiteY60" fmla="*/ 4805204 h 4805204"/>
                  <a:gd name="connsiteX61" fmla="*/ 6640987 w 8600582"/>
                  <a:gd name="connsiteY61" fmla="*/ 4805204 h 4805204"/>
                  <a:gd name="connsiteX62" fmla="*/ 6749812 w 8600582"/>
                  <a:gd name="connsiteY62" fmla="*/ 4805204 h 4805204"/>
                  <a:gd name="connsiteX63" fmla="*/ 6858638 w 8600582"/>
                  <a:gd name="connsiteY63" fmla="*/ 4805204 h 4805204"/>
                  <a:gd name="connsiteX64" fmla="*/ 6967569 w 8600582"/>
                  <a:gd name="connsiteY64" fmla="*/ 4805204 h 4805204"/>
                  <a:gd name="connsiteX65" fmla="*/ 7076394 w 8600582"/>
                  <a:gd name="connsiteY65" fmla="*/ 4805204 h 4805204"/>
                  <a:gd name="connsiteX66" fmla="*/ 7185325 w 8600582"/>
                  <a:gd name="connsiteY66" fmla="*/ 4805204 h 4805204"/>
                  <a:gd name="connsiteX67" fmla="*/ 7294150 w 8600582"/>
                  <a:gd name="connsiteY67" fmla="*/ 4805204 h 4805204"/>
                  <a:gd name="connsiteX68" fmla="*/ 7402976 w 8600582"/>
                  <a:gd name="connsiteY68" fmla="*/ 4805204 h 4805204"/>
                  <a:gd name="connsiteX69" fmla="*/ 7511907 w 8600582"/>
                  <a:gd name="connsiteY69" fmla="*/ 4805204 h 4805204"/>
                  <a:gd name="connsiteX70" fmla="*/ 7620732 w 8600582"/>
                  <a:gd name="connsiteY70" fmla="*/ 4805204 h 4805204"/>
                  <a:gd name="connsiteX71" fmla="*/ 7729663 w 8600582"/>
                  <a:gd name="connsiteY71" fmla="*/ 4805204 h 4805204"/>
                  <a:gd name="connsiteX72" fmla="*/ 7838488 w 8600582"/>
                  <a:gd name="connsiteY72" fmla="*/ 4805204 h 4805204"/>
                  <a:gd name="connsiteX73" fmla="*/ 7947420 w 8600582"/>
                  <a:gd name="connsiteY73" fmla="*/ 4805204 h 4805204"/>
                  <a:gd name="connsiteX74" fmla="*/ 8056244 w 8600582"/>
                  <a:gd name="connsiteY74" fmla="*/ 4805204 h 4805204"/>
                  <a:gd name="connsiteX75" fmla="*/ 8165070 w 8600582"/>
                  <a:gd name="connsiteY75" fmla="*/ 4607781 h 4805204"/>
                  <a:gd name="connsiteX76" fmla="*/ 8274001 w 8600582"/>
                  <a:gd name="connsiteY76" fmla="*/ 4358460 h 4805204"/>
                  <a:gd name="connsiteX77" fmla="*/ 8382826 w 8600582"/>
                  <a:gd name="connsiteY77" fmla="*/ 4102254 h 4805204"/>
                  <a:gd name="connsiteX78" fmla="*/ 8491757 w 8600582"/>
                  <a:gd name="connsiteY78" fmla="*/ 3841706 h 4805204"/>
                  <a:gd name="connsiteX79" fmla="*/ 8600583 w 8600582"/>
                  <a:gd name="connsiteY79" fmla="*/ 3579676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00582" h="4805204">
                    <a:moveTo>
                      <a:pt x="0" y="1128618"/>
                    </a:moveTo>
                    <a:lnTo>
                      <a:pt x="108825" y="3149559"/>
                    </a:lnTo>
                    <a:lnTo>
                      <a:pt x="217756" y="4805204"/>
                    </a:lnTo>
                    <a:lnTo>
                      <a:pt x="326582" y="4805204"/>
                    </a:lnTo>
                    <a:lnTo>
                      <a:pt x="435407" y="4805204"/>
                    </a:lnTo>
                    <a:lnTo>
                      <a:pt x="544338" y="4805204"/>
                    </a:lnTo>
                    <a:lnTo>
                      <a:pt x="653163" y="4805204"/>
                    </a:lnTo>
                    <a:lnTo>
                      <a:pt x="762094" y="4805204"/>
                    </a:lnTo>
                    <a:lnTo>
                      <a:pt x="870920" y="4805204"/>
                    </a:lnTo>
                    <a:lnTo>
                      <a:pt x="979745" y="4805204"/>
                    </a:lnTo>
                    <a:lnTo>
                      <a:pt x="1088676" y="4805204"/>
                    </a:lnTo>
                    <a:lnTo>
                      <a:pt x="1197501" y="4805204"/>
                    </a:lnTo>
                    <a:lnTo>
                      <a:pt x="1306432" y="4805204"/>
                    </a:lnTo>
                    <a:lnTo>
                      <a:pt x="1415258" y="4805204"/>
                    </a:lnTo>
                    <a:lnTo>
                      <a:pt x="1524083" y="4805204"/>
                    </a:lnTo>
                    <a:lnTo>
                      <a:pt x="1633014" y="4805204"/>
                    </a:lnTo>
                    <a:lnTo>
                      <a:pt x="1741839" y="4805204"/>
                    </a:lnTo>
                    <a:lnTo>
                      <a:pt x="1850770" y="4805204"/>
                    </a:lnTo>
                    <a:lnTo>
                      <a:pt x="1959596" y="4805204"/>
                    </a:lnTo>
                    <a:lnTo>
                      <a:pt x="2068527" y="4805204"/>
                    </a:lnTo>
                    <a:lnTo>
                      <a:pt x="2177352" y="4805204"/>
                    </a:lnTo>
                    <a:lnTo>
                      <a:pt x="2286177" y="4805204"/>
                    </a:lnTo>
                    <a:lnTo>
                      <a:pt x="2395108" y="4805204"/>
                    </a:lnTo>
                    <a:lnTo>
                      <a:pt x="2503934" y="4805204"/>
                    </a:lnTo>
                    <a:lnTo>
                      <a:pt x="2612865" y="4805204"/>
                    </a:lnTo>
                    <a:lnTo>
                      <a:pt x="2721690" y="4805204"/>
                    </a:lnTo>
                    <a:lnTo>
                      <a:pt x="2830515" y="4805204"/>
                    </a:lnTo>
                    <a:lnTo>
                      <a:pt x="2939446" y="4805204"/>
                    </a:lnTo>
                    <a:lnTo>
                      <a:pt x="3048272" y="4805204"/>
                    </a:lnTo>
                    <a:lnTo>
                      <a:pt x="3157203" y="4805204"/>
                    </a:lnTo>
                    <a:lnTo>
                      <a:pt x="3266028" y="4805204"/>
                    </a:lnTo>
                    <a:lnTo>
                      <a:pt x="3374853" y="3279304"/>
                    </a:lnTo>
                    <a:lnTo>
                      <a:pt x="3483784" y="1327842"/>
                    </a:lnTo>
                    <a:lnTo>
                      <a:pt x="3592610" y="246038"/>
                    </a:lnTo>
                    <a:lnTo>
                      <a:pt x="3701541" y="0"/>
                    </a:lnTo>
                    <a:lnTo>
                      <a:pt x="3810366" y="365720"/>
                    </a:lnTo>
                    <a:lnTo>
                      <a:pt x="3919191" y="1119297"/>
                    </a:lnTo>
                    <a:lnTo>
                      <a:pt x="4028122" y="2036617"/>
                    </a:lnTo>
                    <a:lnTo>
                      <a:pt x="4136948" y="2893884"/>
                    </a:lnTo>
                    <a:lnTo>
                      <a:pt x="4245879" y="3466983"/>
                    </a:lnTo>
                    <a:lnTo>
                      <a:pt x="4354704" y="3587619"/>
                    </a:lnTo>
                    <a:lnTo>
                      <a:pt x="4463529" y="3522058"/>
                    </a:lnTo>
                    <a:lnTo>
                      <a:pt x="4572461" y="3368271"/>
                    </a:lnTo>
                    <a:lnTo>
                      <a:pt x="4681285" y="3157821"/>
                    </a:lnTo>
                    <a:lnTo>
                      <a:pt x="4790217" y="2922268"/>
                    </a:lnTo>
                    <a:lnTo>
                      <a:pt x="4899042" y="2693283"/>
                    </a:lnTo>
                    <a:lnTo>
                      <a:pt x="5007973" y="2502214"/>
                    </a:lnTo>
                    <a:lnTo>
                      <a:pt x="5116799" y="2380837"/>
                    </a:lnTo>
                    <a:lnTo>
                      <a:pt x="5225624" y="2354147"/>
                    </a:lnTo>
                    <a:lnTo>
                      <a:pt x="5334555" y="2354147"/>
                    </a:lnTo>
                    <a:lnTo>
                      <a:pt x="5443380" y="2354147"/>
                    </a:lnTo>
                    <a:lnTo>
                      <a:pt x="5552311" y="2409222"/>
                    </a:lnTo>
                    <a:lnTo>
                      <a:pt x="5661136" y="2625921"/>
                    </a:lnTo>
                    <a:lnTo>
                      <a:pt x="5769962" y="2982427"/>
                    </a:lnTo>
                    <a:lnTo>
                      <a:pt x="5878893" y="3452155"/>
                    </a:lnTo>
                    <a:lnTo>
                      <a:pt x="5987718" y="3969015"/>
                    </a:lnTo>
                    <a:lnTo>
                      <a:pt x="6096649" y="4426563"/>
                    </a:lnTo>
                    <a:lnTo>
                      <a:pt x="6205474" y="4805204"/>
                    </a:lnTo>
                    <a:lnTo>
                      <a:pt x="6314300" y="4805204"/>
                    </a:lnTo>
                    <a:lnTo>
                      <a:pt x="6423231" y="4805204"/>
                    </a:lnTo>
                    <a:lnTo>
                      <a:pt x="6532056" y="4805204"/>
                    </a:lnTo>
                    <a:lnTo>
                      <a:pt x="6640987" y="4805204"/>
                    </a:lnTo>
                    <a:lnTo>
                      <a:pt x="6749812" y="4805204"/>
                    </a:lnTo>
                    <a:lnTo>
                      <a:pt x="6858638" y="4805204"/>
                    </a:lnTo>
                    <a:lnTo>
                      <a:pt x="6967569" y="4805204"/>
                    </a:lnTo>
                    <a:lnTo>
                      <a:pt x="7076394" y="4805204"/>
                    </a:lnTo>
                    <a:lnTo>
                      <a:pt x="7185325" y="4805204"/>
                    </a:lnTo>
                    <a:lnTo>
                      <a:pt x="7294150" y="4805204"/>
                    </a:lnTo>
                    <a:lnTo>
                      <a:pt x="7402976" y="4805204"/>
                    </a:lnTo>
                    <a:lnTo>
                      <a:pt x="7511907" y="4805204"/>
                    </a:lnTo>
                    <a:lnTo>
                      <a:pt x="7620732" y="4805204"/>
                    </a:lnTo>
                    <a:lnTo>
                      <a:pt x="7729663" y="4805204"/>
                    </a:lnTo>
                    <a:lnTo>
                      <a:pt x="7838488" y="4805204"/>
                    </a:lnTo>
                    <a:lnTo>
                      <a:pt x="7947420" y="4805204"/>
                    </a:lnTo>
                    <a:lnTo>
                      <a:pt x="8056244" y="4805204"/>
                    </a:lnTo>
                    <a:lnTo>
                      <a:pt x="8165070" y="4607781"/>
                    </a:lnTo>
                    <a:lnTo>
                      <a:pt x="8274001" y="4358460"/>
                    </a:lnTo>
                    <a:lnTo>
                      <a:pt x="8382826" y="4102254"/>
                    </a:lnTo>
                    <a:lnTo>
                      <a:pt x="8491757" y="3841706"/>
                    </a:lnTo>
                    <a:lnTo>
                      <a:pt x="8600583" y="3579676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705A13-DAD6-B7DD-BD19-1A4A5C90FCAF}"/>
                  </a:ext>
                </a:extLst>
              </p:cNvPr>
              <p:cNvSpPr txBox="1"/>
              <p:nvPr/>
            </p:nvSpPr>
            <p:spPr>
              <a:xfrm>
                <a:off x="1652186" y="1955423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56" name="Graphic 2">
              <a:extLst>
                <a:ext uri="{FF2B5EF4-FFF2-40B4-BE49-F238E27FC236}">
                  <a16:creationId xmlns:a16="http://schemas.microsoft.com/office/drawing/2014/main" id="{5D7D1FB5-4B3F-4594-9BB0-14212FD8FEA9}"/>
                </a:ext>
              </a:extLst>
            </p:cNvPr>
            <p:cNvGrpSpPr/>
            <p:nvPr/>
          </p:nvGrpSpPr>
          <p:grpSpPr>
            <a:xfrm>
              <a:off x="961062" y="612426"/>
              <a:ext cx="10160605" cy="5419645"/>
              <a:chOff x="961062" y="612426"/>
              <a:chExt cx="10160605" cy="5419645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7D0EBBC-7F67-E407-F89B-97D70AE859BC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494A74-40AB-456D-4E92-BE47B273C208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5E7B58B-EE36-7698-BBCB-50E2972335E7}"/>
                  </a:ext>
                </a:extLst>
              </p:cNvPr>
              <p:cNvSpPr txBox="1"/>
              <p:nvPr/>
            </p:nvSpPr>
            <p:spPr>
              <a:xfrm>
                <a:off x="1162461" y="442426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F5CDD7-9389-E32C-5932-B89C692746AE}"/>
                  </a:ext>
                </a:extLst>
              </p:cNvPr>
              <p:cNvSpPr txBox="1"/>
              <p:nvPr/>
            </p:nvSpPr>
            <p:spPr>
              <a:xfrm>
                <a:off x="1162461" y="3198737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7D42CD-7522-D2A5-A6DE-9EB6C297DB59}"/>
                  </a:ext>
                </a:extLst>
              </p:cNvPr>
              <p:cNvSpPr txBox="1"/>
              <p:nvPr/>
            </p:nvSpPr>
            <p:spPr>
              <a:xfrm>
                <a:off x="1162461" y="197331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1721D96-2EB2-A325-B1AB-BF1D68D32EE8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CF449AC-FEFA-1D15-12A1-054BF2D17F5C}"/>
                  </a:ext>
                </a:extLst>
              </p:cNvPr>
              <p:cNvSpPr/>
              <p:nvPr/>
            </p:nvSpPr>
            <p:spPr>
              <a:xfrm>
                <a:off x="1359612" y="455115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F97A155-F0C8-6717-71E9-91B3051701D6}"/>
                  </a:ext>
                </a:extLst>
              </p:cNvPr>
              <p:cNvSpPr/>
              <p:nvPr/>
            </p:nvSpPr>
            <p:spPr>
              <a:xfrm>
                <a:off x="1359612" y="332562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C0E4C91-7799-B369-DC05-D98F2ABE5790}"/>
                  </a:ext>
                </a:extLst>
              </p:cNvPr>
              <p:cNvSpPr/>
              <p:nvPr/>
            </p:nvSpPr>
            <p:spPr>
              <a:xfrm>
                <a:off x="1359612" y="210009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653FE954-D57B-824F-95D5-87B81D19C3B4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5868F79-4005-6C90-436B-09A24B0CD7B5}"/>
                  </a:ext>
                </a:extLst>
              </p:cNvPr>
              <p:cNvSpPr/>
              <p:nvPr/>
            </p:nvSpPr>
            <p:spPr>
              <a:xfrm>
                <a:off x="299305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63D12C8-98E8-185D-A93B-A0708B8033E8}"/>
                  </a:ext>
                </a:extLst>
              </p:cNvPr>
              <p:cNvSpPr/>
              <p:nvPr/>
            </p:nvSpPr>
            <p:spPr>
              <a:xfrm>
                <a:off x="47264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3B8B5EA-DCAD-309E-9FF8-CE7F5F6E648A}"/>
                  </a:ext>
                </a:extLst>
              </p:cNvPr>
              <p:cNvSpPr/>
              <p:nvPr/>
            </p:nvSpPr>
            <p:spPr>
              <a:xfrm>
                <a:off x="646941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286A5C9-20F6-4A02-D565-577EDBBA4E06}"/>
                  </a:ext>
                </a:extLst>
              </p:cNvPr>
              <p:cNvSpPr/>
              <p:nvPr/>
            </p:nvSpPr>
            <p:spPr>
              <a:xfrm>
                <a:off x="821242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12BEE27-58D3-50CE-0961-E64A1528B358}"/>
                  </a:ext>
                </a:extLst>
              </p:cNvPr>
              <p:cNvSpPr/>
              <p:nvPr/>
            </p:nvSpPr>
            <p:spPr>
              <a:xfrm>
                <a:off x="995542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A20A97-0BE2-940E-6EBB-5BA2F3D54C4A}"/>
                  </a:ext>
                </a:extLst>
              </p:cNvPr>
              <p:cNvSpPr txBox="1"/>
              <p:nvPr/>
            </p:nvSpPr>
            <p:spPr>
              <a:xfrm>
                <a:off x="260060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B0095B0-FA18-FE3C-4652-8932D11B778D}"/>
                  </a:ext>
                </a:extLst>
              </p:cNvPr>
              <p:cNvSpPr txBox="1"/>
              <p:nvPr/>
            </p:nvSpPr>
            <p:spPr>
              <a:xfrm>
                <a:off x="4333926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62EAD53-FBA0-0CD9-C584-FA9967D06966}"/>
                  </a:ext>
                </a:extLst>
              </p:cNvPr>
              <p:cNvSpPr txBox="1"/>
              <p:nvPr/>
            </p:nvSpPr>
            <p:spPr>
              <a:xfrm>
                <a:off x="6076967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ED9BD9E-E03E-7294-F235-B33796123EB5}"/>
                  </a:ext>
                </a:extLst>
              </p:cNvPr>
              <p:cNvSpPr txBox="1"/>
              <p:nvPr/>
            </p:nvSpPr>
            <p:spPr>
              <a:xfrm>
                <a:off x="7819935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CB41476-B83F-6650-6D05-4BBDA1157B38}"/>
                  </a:ext>
                </a:extLst>
              </p:cNvPr>
              <p:cNvSpPr txBox="1"/>
              <p:nvPr/>
            </p:nvSpPr>
            <p:spPr>
              <a:xfrm>
                <a:off x="9562976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8C7DF39-1BC3-8184-1F44-E1C45150B258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2281AB6-A038-9988-987F-A066127564E8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59490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c.miniata in MAR Masteng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94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980E0-8512-E49A-CAD0-C403F110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61FDCF1-080A-9F82-02FD-9D5F3354C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16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Kerapu</a:t>
            </a:r>
            <a:r>
              <a:rPr lang="en-US" dirty="0"/>
              <a:t> Lumpur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Epinephelus malabaricus</a:t>
            </a:r>
          </a:p>
          <a:p>
            <a:endParaRPr lang="en-US" i="1" dirty="0"/>
          </a:p>
          <a:p>
            <a:r>
              <a:rPr lang="en-US" b="1" dirty="0"/>
              <a:t>Tidak </a:t>
            </a:r>
            <a:r>
              <a:rPr lang="en-US" b="1" dirty="0" err="1"/>
              <a:t>ada</a:t>
            </a:r>
            <a:r>
              <a:rPr lang="en-US" b="1" dirty="0"/>
              <a:t> data di </a:t>
            </a:r>
            <a:r>
              <a:rPr lang="en-US" b="1" dirty="0" err="1"/>
              <a:t>kawasan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Data Perikanan Mawasangka Tengah</vt:lpstr>
      <vt:lpstr>PowerPoint Presentation</vt:lpstr>
      <vt:lpstr>PowerPoint Presentation</vt:lpstr>
      <vt:lpstr>Baronang</vt:lpstr>
      <vt:lpstr>Sunu Merah </vt:lpstr>
      <vt:lpstr>PowerPoint Presentation</vt:lpstr>
      <vt:lpstr>PowerPoint Presentation</vt:lpstr>
      <vt:lpstr>PowerPoint Presentation</vt:lpstr>
      <vt:lpstr>Kerapu Lumpur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2025-10-18T05:12:06Z</dcterms:modified>
</cp:coreProperties>
</file>