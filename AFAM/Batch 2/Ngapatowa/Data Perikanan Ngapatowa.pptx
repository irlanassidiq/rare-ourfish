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8" r:id="rId4"/>
    <p:sldId id="262" r:id="rId5"/>
    <p:sldId id="273" r:id="rId6"/>
    <p:sldId id="272" r:id="rId7"/>
    <p:sldId id="264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F61F05-E565-434D-9FD7-7DA0919164D6}" v="24" dt="2025-10-18T04:15:03.351"/>
    <p1510:client id="{811CB7F5-621D-4205-A112-58CCCCCDE698}" v="37" dt="2025-10-18T01:27:44.409"/>
    <p1510:client id="{BAAA86B0-4830-4753-AC21-8E40E430CDE6}" v="22" dt="2025-10-18T03:13:43.433"/>
    <p1510:client id="{E4425E31-8F21-4BAF-A8A9-9DD2CCEFC854}" v="10" dt="2025-10-18T05:39:18.3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rlan Assidiq" userId="de236b58-34b6-44ed-8347-ed5a26859d6f" providerId="ADAL" clId="{7DA18F00-C1C8-45B8-B431-245BD39695C3}"/>
    <pc:docChg chg="undo custSel addSld delSld modSld sldOrd">
      <pc:chgData name="Irlan Assidiq" userId="de236b58-34b6-44ed-8347-ed5a26859d6f" providerId="ADAL" clId="{7DA18F00-C1C8-45B8-B431-245BD39695C3}" dt="2025-10-18T05:45:00.833" v="848" actId="47"/>
      <pc:docMkLst>
        <pc:docMk/>
      </pc:docMkLst>
      <pc:sldChg chg="modSp mod">
        <pc:chgData name="Irlan Assidiq" userId="de236b58-34b6-44ed-8347-ed5a26859d6f" providerId="ADAL" clId="{7DA18F00-C1C8-45B8-B431-245BD39695C3}" dt="2025-10-18T05:13:30.875" v="597" actId="20577"/>
        <pc:sldMkLst>
          <pc:docMk/>
          <pc:sldMk cId="3087990934" sldId="256"/>
        </pc:sldMkLst>
        <pc:spChg chg="mod">
          <ac:chgData name="Irlan Assidiq" userId="de236b58-34b6-44ed-8347-ed5a26859d6f" providerId="ADAL" clId="{7DA18F00-C1C8-45B8-B431-245BD39695C3}" dt="2025-10-18T05:13:30.875" v="597" actId="20577"/>
          <ac:spMkLst>
            <pc:docMk/>
            <pc:sldMk cId="3087990934" sldId="256"/>
            <ac:spMk id="2" creationId="{533FE22B-1CB6-AA05-92E9-19BF7B238167}"/>
          </ac:spMkLst>
        </pc:spChg>
        <pc:spChg chg="mod">
          <ac:chgData name="Irlan Assidiq" userId="de236b58-34b6-44ed-8347-ed5a26859d6f" providerId="ADAL" clId="{7DA18F00-C1C8-45B8-B431-245BD39695C3}" dt="2025-10-18T03:14:47.552" v="397" actId="27636"/>
          <ac:spMkLst>
            <pc:docMk/>
            <pc:sldMk cId="3087990934" sldId="256"/>
            <ac:spMk id="3" creationId="{10E773E9-A149-1C30-EEF9-59D9C3F475F6}"/>
          </ac:spMkLst>
        </pc:spChg>
      </pc:sldChg>
      <pc:sldChg chg="addSp delSp modSp del mod ord">
        <pc:chgData name="Irlan Assidiq" userId="de236b58-34b6-44ed-8347-ed5a26859d6f" providerId="ADAL" clId="{7DA18F00-C1C8-45B8-B431-245BD39695C3}" dt="2025-10-18T05:18:42.096" v="651" actId="47"/>
        <pc:sldMkLst>
          <pc:docMk/>
          <pc:sldMk cId="2625697523" sldId="257"/>
        </pc:sldMkLst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8" creationId="{4D7F9E33-7850-8464-B794-C1B99A04B0D0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13" creationId="{57607E23-58C4-3B5E-D743-81673E95BAF3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15" creationId="{4C418236-8F07-CF0D-2FDA-A1EAB5B8313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16" creationId="{7ECB4F4E-D435-0BEC-101C-71419676AC1C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17" creationId="{66546327-4C52-0B42-157A-B8FDAAD2026A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19" creationId="{B08E962F-1F29-0878-A4C2-5D8D3DCAB754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20" creationId="{4E2FCAEC-6CB8-5CAC-A10A-994BBF3CF92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22" creationId="{3EEDA69C-CA6C-501D-D766-DBF7AB74F4F3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26" creationId="{968CC366-C1F7-A207-B74E-81E9A69ACB0F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28" creationId="{4E6E954A-F9E8-A2FF-4690-94BEEFAA45F7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29" creationId="{CD35B3D0-8092-7913-8BB8-3A622040170A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38" creationId="{BC88E807-E9FB-AE94-3227-7A87E7E4DFC0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39" creationId="{440B895B-A906-AF8D-0767-AFE40FE3546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40" creationId="{F6094D84-596D-5E40-7085-F6AA10FB17EF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46" creationId="{1189F348-BD5E-CC81-FDEC-4695C14EEB71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51" creationId="{88162485-D79F-94AD-9632-766B82CDF9B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54" creationId="{49A85410-B37B-6E73-E3F5-DB2FD5FFCA7C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55" creationId="{8BA2CE9A-5B5B-09D1-7F7B-7D459BAA9E13}"/>
          </ac:spMkLst>
        </pc:spChg>
        <pc:spChg chg="mod">
          <ac:chgData name="Irlan Assidiq" userId="de236b58-34b6-44ed-8347-ed5a26859d6f" providerId="ADAL" clId="{7DA18F00-C1C8-45B8-B431-245BD39695C3}" dt="2025-10-18T01:41:38.575" v="207" actId="20577"/>
          <ac:spMkLst>
            <pc:docMk/>
            <pc:sldMk cId="2625697523" sldId="257"/>
            <ac:spMk id="56" creationId="{8C896627-0C96-57BE-9F3F-3C1CEB4F7F3B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98" creationId="{4919D3CC-DF5C-213B-3E28-ED666BD92C57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104" creationId="{50DEFD45-3802-D9AE-D574-13E186C84112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111" creationId="{917995C6-20A0-A3E8-973C-1FACB275E647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120" creationId="{C6EF6E34-9539-A514-8DCB-3ABA680700A5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139" creationId="{53134B21-E93A-D07D-A54F-35D72F127BCA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141" creationId="{CD44845B-81AC-5EC3-2AA0-F0AB9B3958E0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188" creationId="{AAC3A1BD-7748-3FF8-C20F-02C176CB9067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222" creationId="{BFA9B911-1E7C-F8F3-52BB-7BECDD618021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236" creationId="{A283677F-7BDF-2D7C-1E95-901B73853773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243" creationId="{B3A9E260-3E79-826C-64F5-3349099C4E29}"/>
          </ac:spMkLst>
        </pc:spChg>
        <pc:grpChg chg="del">
          <ac:chgData name="Irlan Assidiq" userId="de236b58-34b6-44ed-8347-ed5a26859d6f" providerId="ADAL" clId="{7DA18F00-C1C8-45B8-B431-245BD39695C3}" dt="2025-10-18T03:17:31.641" v="399" actId="478"/>
          <ac:grpSpMkLst>
            <pc:docMk/>
            <pc:sldMk cId="2625697523" sldId="257"/>
            <ac:grpSpMk id="4" creationId="{5397F1D1-77FD-6DEA-D340-55E0C29CC034}"/>
          </ac:grpSpMkLst>
        </pc:grpChg>
        <pc:grpChg chg="del">
          <ac:chgData name="Irlan Assidiq" userId="de236b58-34b6-44ed-8347-ed5a26859d6f" providerId="ADAL" clId="{7DA18F00-C1C8-45B8-B431-245BD39695C3}" dt="2025-10-18T01:40:46.396" v="191" actId="478"/>
          <ac:grpSpMkLst>
            <pc:docMk/>
            <pc:sldMk cId="2625697523" sldId="257"/>
            <ac:grpSpMk id="163" creationId="{6A2B2E7D-C6E4-67F3-14DC-3EB0F308EB17}"/>
          </ac:grpSpMkLst>
        </pc:grpChg>
        <pc:picChg chg="add del mod">
          <ac:chgData name="Irlan Assidiq" userId="de236b58-34b6-44ed-8347-ed5a26859d6f" providerId="ADAL" clId="{7DA18F00-C1C8-45B8-B431-245BD39695C3}" dt="2025-10-18T05:14:00.730" v="609" actId="478"/>
          <ac:picMkLst>
            <pc:docMk/>
            <pc:sldMk cId="2625697523" sldId="257"/>
            <ac:picMk id="3" creationId="{68E72EE7-F2AB-DE51-101E-712597D66E0F}"/>
          </ac:picMkLst>
        </pc:picChg>
        <pc:picChg chg="add mod">
          <ac:chgData name="Irlan Assidiq" userId="de236b58-34b6-44ed-8347-ed5a26859d6f" providerId="ADAL" clId="{7DA18F00-C1C8-45B8-B431-245BD39695C3}" dt="2025-10-18T01:40:54.073" v="193" actId="26606"/>
          <ac:picMkLst>
            <pc:docMk/>
            <pc:sldMk cId="2625697523" sldId="257"/>
            <ac:picMk id="3" creationId="{D4A73322-573C-079B-6B3E-20AC913E7685}"/>
          </ac:picMkLst>
        </pc:picChg>
      </pc:sldChg>
      <pc:sldChg chg="addSp delSp modSp mod">
        <pc:chgData name="Irlan Assidiq" userId="de236b58-34b6-44ed-8347-ed5a26859d6f" providerId="ADAL" clId="{7DA18F00-C1C8-45B8-B431-245BD39695C3}" dt="2025-10-18T05:19:08.575" v="663" actId="403"/>
        <pc:sldMkLst>
          <pc:docMk/>
          <pc:sldMk cId="3373553320" sldId="258"/>
        </pc:sldMkLst>
        <pc:spChg chg="mod">
          <ac:chgData name="Irlan Assidiq" userId="de236b58-34b6-44ed-8347-ed5a26859d6f" providerId="ADAL" clId="{7DA18F00-C1C8-45B8-B431-245BD39695C3}" dt="2025-10-18T05:19:08.575" v="663" actId="403"/>
          <ac:spMkLst>
            <pc:docMk/>
            <pc:sldMk cId="3373553320" sldId="258"/>
            <ac:spMk id="5" creationId="{0D5B7FB7-2BDD-C0E7-283B-11A1A3F6C25A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10" creationId="{24788089-2123-A32D-3FBC-75A5D53B267E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14" creationId="{7B35BC2D-7682-5743-89B1-40F308A400F3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19" creationId="{F75DFBB6-9F71-0696-F323-D4B05A8FB9D2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26" creationId="{CB4A660C-90E6-0DC6-2567-DDA693125A68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31" creationId="{5A1F2711-29E2-C0F3-5E14-10C5AC98666A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40" creationId="{8F617261-DF3B-AF34-E3D8-3098AD0B8B9F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50" creationId="{2EC1605D-5F91-94EE-44DF-BDFDC949CDDF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51" creationId="{9613880D-1F77-CB71-133F-FED11AA44290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53" creationId="{7BC8BBC9-6E9D-0FF7-28AB-543FDD1699EA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55" creationId="{0D07D969-0681-CDC6-23A9-88341DFC5721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57" creationId="{AFF08DEF-37B1-373F-2C83-AF8117A7539B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59" creationId="{E431E039-559B-F63D-2194-2AB6E902CE3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60" creationId="{B2E9520A-DA28-4E51-E6CE-BA6DE3830DC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61" creationId="{986A1569-9965-6E57-4BBB-056151EA423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63" creationId="{07D28A5D-EBFB-A913-9993-980206DB448B}"/>
          </ac:spMkLst>
        </pc:spChg>
        <pc:spChg chg="mod">
          <ac:chgData name="Irlan Assidiq" userId="de236b58-34b6-44ed-8347-ed5a26859d6f" providerId="ADAL" clId="{7DA18F00-C1C8-45B8-B431-245BD39695C3}" dt="2025-10-18T05:19:08.575" v="663" actId="403"/>
          <ac:spMkLst>
            <pc:docMk/>
            <pc:sldMk cId="3373553320" sldId="258"/>
            <ac:spMk id="68" creationId="{9477D68C-3871-8C46-A547-232914E55E8E}"/>
          </ac:spMkLst>
        </pc:spChg>
        <pc:spChg chg="mod">
          <ac:chgData name="Irlan Assidiq" userId="de236b58-34b6-44ed-8347-ed5a26859d6f" providerId="ADAL" clId="{7DA18F00-C1C8-45B8-B431-245BD39695C3}" dt="2025-10-18T05:19:08.575" v="663" actId="403"/>
          <ac:spMkLst>
            <pc:docMk/>
            <pc:sldMk cId="3373553320" sldId="258"/>
            <ac:spMk id="69" creationId="{5E5FA320-8757-277E-DEB8-1E28162EC21A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70" creationId="{8F310DC4-B939-3375-8520-F117A31EFD16}"/>
          </ac:spMkLst>
        </pc:spChg>
        <pc:spChg chg="mod">
          <ac:chgData name="Irlan Assidiq" userId="de236b58-34b6-44ed-8347-ed5a26859d6f" providerId="ADAL" clId="{7DA18F00-C1C8-45B8-B431-245BD39695C3}" dt="2025-10-18T05:19:08.575" v="663" actId="403"/>
          <ac:spMkLst>
            <pc:docMk/>
            <pc:sldMk cId="3373553320" sldId="258"/>
            <ac:spMk id="70" creationId="{A955493A-36BD-16F6-D743-A1772D96F1F5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73" creationId="{03D42438-7F28-460C-AD58-162F23FB22CB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75" creationId="{9E4A8E94-320B-622D-57BE-F267691D135C}"/>
          </ac:spMkLst>
        </pc:spChg>
        <pc:spChg chg="mod">
          <ac:chgData name="Irlan Assidiq" userId="de236b58-34b6-44ed-8347-ed5a26859d6f" providerId="ADAL" clId="{7DA18F00-C1C8-45B8-B431-245BD39695C3}" dt="2025-10-18T05:19:08.575" v="663" actId="403"/>
          <ac:spMkLst>
            <pc:docMk/>
            <pc:sldMk cId="3373553320" sldId="258"/>
            <ac:spMk id="76" creationId="{CE101C49-CE14-AE11-666F-47005B6BDA1B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79" creationId="{FB48A328-19A9-DDE9-0240-54A3BF20FF10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81" creationId="{87C8DE74-0B9B-69E9-CA7A-1E2134E62358}"/>
          </ac:spMkLst>
        </pc:spChg>
        <pc:spChg chg="mod">
          <ac:chgData name="Irlan Assidiq" userId="de236b58-34b6-44ed-8347-ed5a26859d6f" providerId="ADAL" clId="{7DA18F00-C1C8-45B8-B431-245BD39695C3}" dt="2025-10-18T05:19:08.575" v="663" actId="403"/>
          <ac:spMkLst>
            <pc:docMk/>
            <pc:sldMk cId="3373553320" sldId="258"/>
            <ac:spMk id="81" creationId="{AA03B5E3-ABC9-751B-16F9-C3F68DEAA7B0}"/>
          </ac:spMkLst>
        </pc:spChg>
        <pc:spChg chg="mod">
          <ac:chgData name="Irlan Assidiq" userId="de236b58-34b6-44ed-8347-ed5a26859d6f" providerId="ADAL" clId="{7DA18F00-C1C8-45B8-B431-245BD39695C3}" dt="2025-10-18T05:19:08.575" v="663" actId="403"/>
          <ac:spMkLst>
            <pc:docMk/>
            <pc:sldMk cId="3373553320" sldId="258"/>
            <ac:spMk id="83" creationId="{11838720-E057-F603-0FAE-5F496BCF0F27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83" creationId="{AE72DB2A-B790-3EAF-BE58-0247B02110BD}"/>
          </ac:spMkLst>
        </pc:spChg>
        <pc:spChg chg="mod">
          <ac:chgData name="Irlan Assidiq" userId="de236b58-34b6-44ed-8347-ed5a26859d6f" providerId="ADAL" clId="{7DA18F00-C1C8-45B8-B431-245BD39695C3}" dt="2025-10-18T05:19:08.575" v="663" actId="403"/>
          <ac:spMkLst>
            <pc:docMk/>
            <pc:sldMk cId="3373553320" sldId="258"/>
            <ac:spMk id="85" creationId="{578B52BB-540A-4012-33BC-EE37ADA72CB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88" creationId="{A070C485-7392-C53A-2E3A-0D25E16F681C}"/>
          </ac:spMkLst>
        </pc:spChg>
        <pc:spChg chg="mod">
          <ac:chgData name="Irlan Assidiq" userId="de236b58-34b6-44ed-8347-ed5a26859d6f" providerId="ADAL" clId="{7DA18F00-C1C8-45B8-B431-245BD39695C3}" dt="2025-10-18T05:19:08.575" v="663" actId="403"/>
          <ac:spMkLst>
            <pc:docMk/>
            <pc:sldMk cId="3373553320" sldId="258"/>
            <ac:spMk id="88" creationId="{EC879764-FB82-A13C-F81C-67BDB08B7F9E}"/>
          </ac:spMkLst>
        </pc:spChg>
        <pc:spChg chg="mod">
          <ac:chgData name="Irlan Assidiq" userId="de236b58-34b6-44ed-8347-ed5a26859d6f" providerId="ADAL" clId="{7DA18F00-C1C8-45B8-B431-245BD39695C3}" dt="2025-10-18T05:19:08.575" v="663" actId="403"/>
          <ac:spMkLst>
            <pc:docMk/>
            <pc:sldMk cId="3373553320" sldId="258"/>
            <ac:spMk id="89" creationId="{D4ED3975-B188-E4D7-11D0-A8DFFABA51F5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90" creationId="{7C23597A-9E8A-3ED7-4C13-FB1ECE35215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92" creationId="{EB269EB1-29BC-3759-BA17-5E90D7E86576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97" creationId="{B8904F86-7F79-5ECA-01C7-1F6E251DF7D6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102" creationId="{7615C8BA-3BBE-953A-01B5-9F18D517311C}"/>
          </ac:spMkLst>
        </pc:spChg>
        <pc:spChg chg="del">
          <ac:chgData name="Irlan Assidiq" userId="de236b58-34b6-44ed-8347-ed5a26859d6f" providerId="ADAL" clId="{7DA18F00-C1C8-45B8-B431-245BD39695C3}" dt="2025-10-18T01:44:32.369" v="224" actId="478"/>
          <ac:spMkLst>
            <pc:docMk/>
            <pc:sldMk cId="3373553320" sldId="258"/>
            <ac:spMk id="104" creationId="{2A0482B2-7B47-6AF0-9286-37613583922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106" creationId="{1424E869-E211-2AE0-3972-736D057EDF80}"/>
          </ac:spMkLst>
        </pc:spChg>
        <pc:grpChg chg="del">
          <ac:chgData name="Irlan Assidiq" userId="de236b58-34b6-44ed-8347-ed5a26859d6f" providerId="ADAL" clId="{7DA18F00-C1C8-45B8-B431-245BD39695C3}" dt="2025-10-18T03:17:34.518" v="400" actId="478"/>
          <ac:grpSpMkLst>
            <pc:docMk/>
            <pc:sldMk cId="3373553320" sldId="258"/>
            <ac:grpSpMk id="4" creationId="{77F7DC7B-5928-61C9-9459-271BA695F3D0}"/>
          </ac:grpSpMkLst>
        </pc:grpChg>
        <pc:grpChg chg="del">
          <ac:chgData name="Irlan Assidiq" userId="de236b58-34b6-44ed-8347-ed5a26859d6f" providerId="ADAL" clId="{7DA18F00-C1C8-45B8-B431-245BD39695C3}" dt="2025-10-18T05:13:35.840" v="599" actId="478"/>
          <ac:grpSpMkLst>
            <pc:docMk/>
            <pc:sldMk cId="3373553320" sldId="258"/>
            <ac:grpSpMk id="6" creationId="{14EA354A-C184-7D67-D6CC-6367F1EF1E92}"/>
          </ac:grpSpMkLst>
        </pc:grpChg>
        <pc:grpChg chg="del">
          <ac:chgData name="Irlan Assidiq" userId="de236b58-34b6-44ed-8347-ed5a26859d6f" providerId="ADAL" clId="{7DA18F00-C1C8-45B8-B431-245BD39695C3}" dt="2025-10-18T01:41:42.795" v="208" actId="478"/>
          <ac:grpSpMkLst>
            <pc:docMk/>
            <pc:sldMk cId="3373553320" sldId="258"/>
            <ac:grpSpMk id="6" creationId="{79DD4A8B-9AEE-BE75-C938-DC8BC953A58F}"/>
          </ac:grpSpMkLst>
        </pc:grpChg>
        <pc:picChg chg="add mod">
          <ac:chgData name="Irlan Assidiq" userId="de236b58-34b6-44ed-8347-ed5a26859d6f" providerId="ADAL" clId="{7DA18F00-C1C8-45B8-B431-245BD39695C3}" dt="2025-10-18T05:19:05.938" v="660" actId="26606"/>
          <ac:picMkLst>
            <pc:docMk/>
            <pc:sldMk cId="3373553320" sldId="258"/>
            <ac:picMk id="3" creationId="{56BFA365-EC80-375F-E00A-A5D590F6EAD3}"/>
          </ac:picMkLst>
        </pc:picChg>
        <pc:picChg chg="add mod">
          <ac:chgData name="Irlan Assidiq" userId="de236b58-34b6-44ed-8347-ed5a26859d6f" providerId="ADAL" clId="{7DA18F00-C1C8-45B8-B431-245BD39695C3}" dt="2025-10-18T01:44:12.512" v="210" actId="26606"/>
          <ac:picMkLst>
            <pc:docMk/>
            <pc:sldMk cId="3373553320" sldId="258"/>
            <ac:picMk id="3" creationId="{8918CCCF-3384-6744-5B81-4522BBC09D2C}"/>
          </ac:picMkLst>
        </pc:picChg>
        <pc:picChg chg="add mod">
          <ac:chgData name="Irlan Assidiq" userId="de236b58-34b6-44ed-8347-ed5a26859d6f" providerId="ADAL" clId="{7DA18F00-C1C8-45B8-B431-245BD39695C3}" dt="2025-10-18T03:27:40.853" v="536" actId="26606"/>
          <ac:picMkLst>
            <pc:docMk/>
            <pc:sldMk cId="3373553320" sldId="258"/>
            <ac:picMk id="3" creationId="{C03D93AC-8E54-AD46-CA67-8BBD87BE85E0}"/>
          </ac:picMkLst>
        </pc:picChg>
      </pc:sldChg>
      <pc:sldChg chg="addSp delSp modSp new del mod setBg">
        <pc:chgData name="Irlan Assidiq" userId="de236b58-34b6-44ed-8347-ed5a26859d6f" providerId="ADAL" clId="{7DA18F00-C1C8-45B8-B431-245BD39695C3}" dt="2025-10-18T05:36:34.604" v="731" actId="47"/>
        <pc:sldMkLst>
          <pc:docMk/>
          <pc:sldMk cId="3135141337" sldId="259"/>
        </pc:sldMkLst>
        <pc:spChg chg="del">
          <ac:chgData name="Irlan Assidiq" userId="de236b58-34b6-44ed-8347-ed5a26859d6f" providerId="ADAL" clId="{7DA18F00-C1C8-45B8-B431-245BD39695C3}" dt="2025-10-17T23:19:07.959" v="3" actId="478"/>
          <ac:spMkLst>
            <pc:docMk/>
            <pc:sldMk cId="3135141337" sldId="259"/>
            <ac:spMk id="2" creationId="{1C0292A0-1BF6-4238-5065-5D2AFAA6FB83}"/>
          </ac:spMkLst>
        </pc:spChg>
        <pc:spChg chg="del">
          <ac:chgData name="Irlan Assidiq" userId="de236b58-34b6-44ed-8347-ed5a26859d6f" providerId="ADAL" clId="{7DA18F00-C1C8-45B8-B431-245BD39695C3}" dt="2025-10-17T23:18:51.339" v="2"/>
          <ac:spMkLst>
            <pc:docMk/>
            <pc:sldMk cId="3135141337" sldId="259"/>
            <ac:spMk id="3" creationId="{20B347EE-4230-22EE-547B-DDA89FBFA86C}"/>
          </ac:spMkLst>
        </pc:spChg>
        <pc:spChg chg="add del mod">
          <ac:chgData name="Irlan Assidiq" userId="de236b58-34b6-44ed-8347-ed5a26859d6f" providerId="ADAL" clId="{7DA18F00-C1C8-45B8-B431-245BD39695C3}" dt="2025-10-18T03:44:17.295" v="540"/>
          <ac:spMkLst>
            <pc:docMk/>
            <pc:sldMk cId="3135141337" sldId="259"/>
            <ac:spMk id="3" creationId="{25AFD721-A962-E2DD-4759-70F8D5556B22}"/>
          </ac:spMkLst>
        </pc:spChg>
        <pc:spChg chg="add mod">
          <ac:chgData name="Irlan Assidiq" userId="de236b58-34b6-44ed-8347-ed5a26859d6f" providerId="ADAL" clId="{7DA18F00-C1C8-45B8-B431-245BD39695C3}" dt="2025-10-18T05:13:42.369" v="602" actId="478"/>
          <ac:spMkLst>
            <pc:docMk/>
            <pc:sldMk cId="3135141337" sldId="259"/>
            <ac:spMk id="3" creationId="{47453C4F-8BFA-18CD-7F10-15FD9B753786}"/>
          </ac:spMkLst>
        </pc:spChg>
        <pc:spChg chg="add del mod">
          <ac:chgData name="Irlan Assidiq" userId="de236b58-34b6-44ed-8347-ed5a26859d6f" providerId="ADAL" clId="{7DA18F00-C1C8-45B8-B431-245BD39695C3}" dt="2025-10-18T01:59:17.741" v="230" actId="478"/>
          <ac:spMkLst>
            <pc:docMk/>
            <pc:sldMk cId="3135141337" sldId="259"/>
            <ac:spMk id="3" creationId="{F598B3DE-B665-B077-CF10-15E7415DB90E}"/>
          </ac:spMkLst>
        </pc:spChg>
        <pc:spChg chg="add del">
          <ac:chgData name="Irlan Assidiq" userId="de236b58-34b6-44ed-8347-ed5a26859d6f" providerId="ADAL" clId="{7DA18F00-C1C8-45B8-B431-245BD39695C3}" dt="2025-10-18T01:59:14.535" v="228" actId="26606"/>
          <ac:spMkLst>
            <pc:docMk/>
            <pc:sldMk cId="3135141337" sldId="259"/>
            <ac:spMk id="10" creationId="{B0CAE37B-E9CF-25DA-D5ED-CA3E0D5F8BDC}"/>
          </ac:spMkLst>
        </pc:spChg>
        <pc:spChg chg="add del">
          <ac:chgData name="Irlan Assidiq" userId="de236b58-34b6-44ed-8347-ed5a26859d6f" providerId="ADAL" clId="{7DA18F00-C1C8-45B8-B431-245BD39695C3}" dt="2025-10-18T01:59:14.535" v="228" actId="26606"/>
          <ac:spMkLst>
            <pc:docMk/>
            <pc:sldMk cId="3135141337" sldId="259"/>
            <ac:spMk id="13" creationId="{2B97F24A-32CE-4C1C-A50D-3016B394DCFB}"/>
          </ac:spMkLst>
        </pc:spChg>
        <pc:spChg chg="add del">
          <ac:chgData name="Irlan Assidiq" userId="de236b58-34b6-44ed-8347-ed5a26859d6f" providerId="ADAL" clId="{7DA18F00-C1C8-45B8-B431-245BD39695C3}" dt="2025-10-18T01:59:14.535" v="228" actId="26606"/>
          <ac:spMkLst>
            <pc:docMk/>
            <pc:sldMk cId="3135141337" sldId="259"/>
            <ac:spMk id="15" creationId="{CD8B4F24-440B-49E9-B85D-733523DC064B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24" creationId="{C926E5C2-4858-8D26-0264-BD9B38BF97F6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32" creationId="{C77029C7-84EF-F7F5-3B18-FF98CC328B44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47" creationId="{886DA224-B1E3-2093-DFEF-7B5511AC073F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56" creationId="{96658440-A251-9EE1-C74D-C1882B34ABA8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68" creationId="{46CFD4C2-7B22-B2AE-87A0-01D75A93AC2B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83" creationId="{4F8CF5F1-FC77-B5E3-49A9-EF666187D598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101" creationId="{2BE619CF-870C-91FB-E8DA-00CAE115F798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161" creationId="{D8EC434A-8AB5-FB76-AA27-5F19404461BA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200" creationId="{C5037D99-888D-BDB2-0313-4C120551A56B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230" creationId="{AE9EB629-11D5-6659-260C-086DA79C4648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46" creationId="{F3060C83-F051-4F0E-ABAD-AA0DFC48B218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47" creationId="{83C98ABE-055B-441F-B07E-44F97F083C39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48" creationId="{29FDB030-9B49-4CED-8CCD-4D99382388AC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49" creationId="{3783CA14-24A1-485C-8B30-D6A5D87987AD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50" creationId="{9A97C86A-04D6-40F7-AE84-31AB43E6A846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51" creationId="{FF9F2414-84E8-453E-B1F3-389FDE8192D9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52" creationId="{3ECA69A1-7536-43AC-85EF-C7106179F5ED}"/>
          </ac:spMkLst>
        </pc:spChg>
        <pc:picChg chg="add del mod">
          <ac:chgData name="Irlan Assidiq" userId="de236b58-34b6-44ed-8347-ed5a26859d6f" providerId="ADAL" clId="{7DA18F00-C1C8-45B8-B431-245BD39695C3}" dt="2025-10-18T03:17:59.768" v="439" actId="478"/>
          <ac:picMkLst>
            <pc:docMk/>
            <pc:sldMk cId="3135141337" sldId="259"/>
            <ac:picMk id="5" creationId="{EBCA1B90-5495-AB46-EF49-71CD23B6434E}"/>
          </ac:picMkLst>
        </pc:picChg>
        <pc:picChg chg="add mod">
          <ac:chgData name="Irlan Assidiq" userId="de236b58-34b6-44ed-8347-ed5a26859d6f" providerId="ADAL" clId="{7DA18F00-C1C8-45B8-B431-245BD39695C3}" dt="2025-10-18T01:59:15.250" v="229"/>
          <ac:picMkLst>
            <pc:docMk/>
            <pc:sldMk cId="3135141337" sldId="259"/>
            <ac:picMk id="6" creationId="{1BB6BFAF-0BB4-A513-19B5-C3D5C6B81373}"/>
          </ac:picMkLst>
        </pc:picChg>
        <pc:picChg chg="add del mod">
          <ac:chgData name="Irlan Assidiq" userId="de236b58-34b6-44ed-8347-ed5a26859d6f" providerId="ADAL" clId="{7DA18F00-C1C8-45B8-B431-245BD39695C3}" dt="2025-10-18T05:13:42.369" v="602" actId="478"/>
          <ac:picMkLst>
            <pc:docMk/>
            <pc:sldMk cId="3135141337" sldId="259"/>
            <ac:picMk id="6" creationId="{C2B23962-4CF2-4E82-4B34-BC4DB97CC91E}"/>
          </ac:picMkLst>
        </pc:picChg>
      </pc:sldChg>
      <pc:sldChg chg="addSp delSp modSp new del mod ord setBg">
        <pc:chgData name="Irlan Assidiq" userId="de236b58-34b6-44ed-8347-ed5a26859d6f" providerId="ADAL" clId="{7DA18F00-C1C8-45B8-B431-245BD39695C3}" dt="2025-10-18T05:36:34.604" v="731" actId="47"/>
        <pc:sldMkLst>
          <pc:docMk/>
          <pc:sldMk cId="2858914795" sldId="260"/>
        </pc:sldMkLst>
        <pc:spChg chg="add del">
          <ac:chgData name="Irlan Assidiq" userId="de236b58-34b6-44ed-8347-ed5a26859d6f" providerId="ADAL" clId="{7DA18F00-C1C8-45B8-B431-245BD39695C3}" dt="2025-10-17T23:39:24.443" v="70" actId="26606"/>
          <ac:spMkLst>
            <pc:docMk/>
            <pc:sldMk cId="2858914795" sldId="260"/>
            <ac:spMk id="2" creationId="{C141CB06-9392-4637-E242-E8605ECC68F0}"/>
          </ac:spMkLst>
        </pc:spChg>
        <pc:spChg chg="add del">
          <ac:chgData name="Irlan Assidiq" userId="de236b58-34b6-44ed-8347-ed5a26859d6f" providerId="ADAL" clId="{7DA18F00-C1C8-45B8-B431-245BD39695C3}" dt="2025-10-17T23:39:22.504" v="69"/>
          <ac:spMkLst>
            <pc:docMk/>
            <pc:sldMk cId="2858914795" sldId="260"/>
            <ac:spMk id="3" creationId="{B1D01BB9-D9A7-8EB5-50B9-70606D460D1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6" creationId="{C235537E-6E60-2687-5C28-014FFD57B597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8" creationId="{BB82927A-925F-3B13-EF99-EBFAD4EAD2A8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8" creationId="{BD49BAD6-31B9-8630-E2A0-6DC2DB6AF1CD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9" creationId="{3AC551A8-6158-C149-E9C6-1DB96A00E984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12" creationId="{9B64517D-994A-D174-E09D-2A3853F00B0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16" creationId="{66333B28-AEAE-C999-2426-16766E04B80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21" creationId="{9CA8CA4B-0E65-C15B-EE98-1FD82D97B584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22" creationId="{2EA3B6BC-1D66-7D0A-76B1-CB0E3AED3D5D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24" creationId="{05D89D9D-307E-16C4-615A-71756D988B93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28" creationId="{0BFF7584-B928-346C-3CD7-7A305B6840A9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30" creationId="{81F7239B-3E00-582E-2EED-CFE692F593E1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32" creationId="{AF854C84-AF7F-0889-5B02-BC5521CAEBEC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33" creationId="{9461378E-475C-DD1D-9BA0-8DF3C5CCA4FC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35" creationId="{AEB117F5-7C89-6D7B-0774-F7CEEAEA6A6F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37" creationId="{36FBC723-2DFF-621A-3A9D-8CB958DF84FB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38" creationId="{25D428A6-33FD-4C18-0D39-CAE336D8FB8F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39" creationId="{7B4DF7D5-C476-5349-C205-1F08FDE92E0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40" creationId="{1D4BD514-542B-0442-E562-684A78918ADF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0" creationId="{7C99AFD2-EA2C-E6D9-278F-C12708293C29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1" creationId="{8BA59A01-16B4-9395-3584-B30DCA29734B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41" creationId="{ABF9B309-9487-5CC7-ECAD-C6D164D0E7E8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43" creationId="{16CEB707-4C30-1BD4-B0F0-4F14B03958A5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4" creationId="{F01AA091-0B7F-D95A-3C41-6D5B578E99BA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7" creationId="{08347E17-20D7-3A42-9071-72A3540FB9B1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47" creationId="{B8EAD561-055C-53FF-559C-4EB0F17E8AA6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9" creationId="{5A1FA407-24C4-FBB2-8422-C1050CEE3E7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49" creationId="{64E3C857-8327-9449-1FE8-F10FB89BF2E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50" creationId="{6A9CBF80-68E6-3FA6-22DC-A8AC0F9A356A}"/>
          </ac:spMkLst>
        </pc:spChg>
        <pc:spChg chg="mod">
          <ac:chgData name="Irlan Assidiq" userId="de236b58-34b6-44ed-8347-ed5a26859d6f" providerId="ADAL" clId="{7DA18F00-C1C8-45B8-B431-245BD39695C3}" dt="2025-10-18T02:01:26.645" v="249" actId="20577"/>
          <ac:spMkLst>
            <pc:docMk/>
            <pc:sldMk cId="2858914795" sldId="260"/>
            <ac:spMk id="54" creationId="{32221CD2-7CD3-20FF-89CA-EEDD57928379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60" creationId="{07AD8505-881A-6207-0628-F6CFC6D4E7B7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61" creationId="{23558CA5-136E-9A1F-BAC2-FB524A84297A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62" creationId="{3BFDDC58-21A5-B1A7-9F70-EAFAA356B933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63" creationId="{8EE519F3-46E7-EB56-AF8D-404FEB1D5840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67" creationId="{AB011E79-3825-ACA2-1DAF-8EECA0E87D9E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68" creationId="{7FA9A69F-0C5A-AD95-20EE-6FDA3F7D9406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72" creationId="{8F602449-D7F0-0D70-F338-C4F18615326E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73" creationId="{A1D9342D-7FF9-E9D7-0310-24A33765E379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77" creationId="{06634A31-117E-AFEF-13AF-037CA13AA0F7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79" creationId="{AAA6A9E4-78FA-3C8A-8D66-09C5D2E2429A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82" creationId="{D7005135-BAF9-1A86-43FD-F4C6E6D66482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83" creationId="{B599154B-13C8-B1B7-14E3-7C1F19EAEBDD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84" creationId="{4F84173F-9636-FC5F-13C9-5E36C17820C0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89" creationId="{F0F40A2D-13D3-38ED-52E0-EE472908CE42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92" creationId="{05B412B4-13CF-9DFC-4AF1-DBD78565E972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94" creationId="{C52B5A97-8643-6854-D85E-396F9BC7781B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98" creationId="{885AFA76-C83A-8F5F-B108-119A7B49DC84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100" creationId="{8C067B47-4C15-B6D2-7D57-8C878AB23FEF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04" creationId="{661CF2FE-5BA2-7DFE-88B9-F3E43263C417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105" creationId="{26D32F0E-8F3C-91C4-9FCD-85B8D77EAD76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107" creationId="{7E5B1F7E-E0FE-E4EE-4A7E-62213FDA9DD9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11" creationId="{58502B5C-14EA-19D5-F982-B5133CEC5B8B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14" creationId="{296D90D7-9BB7-86C8-B69A-37C40DA3BC97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15" creationId="{CF98C02E-BBB9-456A-E351-7D4D3EC58FEB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21" creationId="{FC8D58D7-0B98-072D-D104-C5E669795F46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22" creationId="{0BF56A9C-CFD2-75D5-55A4-4D45CBAF7FAE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27" creationId="{A0161F5F-D23E-C69D-24E9-3EE692A7D9F8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35" creationId="{56CDC434-27E1-BB33-F90C-1FA0842EBE99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36" creationId="{334C63A9-1ED8-C8C3-0F10-66C1D794A7EC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46" creationId="{CAC7BA82-EC17-0CF0-01FC-1BA4F27C7C95}"/>
          </ac:spMkLst>
        </pc:spChg>
        <pc:grpChg chg="del">
          <ac:chgData name="Irlan Assidiq" userId="de236b58-34b6-44ed-8347-ed5a26859d6f" providerId="ADAL" clId="{7DA18F00-C1C8-45B8-B431-245BD39695C3}" dt="2025-10-18T03:17:54.721" v="437" actId="478"/>
          <ac:grpSpMkLst>
            <pc:docMk/>
            <pc:sldMk cId="2858914795" sldId="260"/>
            <ac:grpSpMk id="4" creationId="{11955AC6-1250-5C49-D425-D4559307D569}"/>
          </ac:grpSpMkLst>
        </pc:grpChg>
        <pc:grpChg chg="del">
          <ac:chgData name="Irlan Assidiq" userId="de236b58-34b6-44ed-8347-ed5a26859d6f" providerId="ADAL" clId="{7DA18F00-C1C8-45B8-B431-245BD39695C3}" dt="2025-10-18T03:46:10.428" v="550" actId="478"/>
          <ac:grpSpMkLst>
            <pc:docMk/>
            <pc:sldMk cId="2858914795" sldId="260"/>
            <ac:grpSpMk id="55" creationId="{D88EF926-926E-F2E4-778F-A9A1FA6CA085}"/>
          </ac:grpSpMkLst>
        </pc:grpChg>
        <pc:grpChg chg="del">
          <ac:chgData name="Irlan Assidiq" userId="de236b58-34b6-44ed-8347-ed5a26859d6f" providerId="ADAL" clId="{7DA18F00-C1C8-45B8-B431-245BD39695C3}" dt="2025-10-18T02:01:08.800" v="232" actId="478"/>
          <ac:grpSpMkLst>
            <pc:docMk/>
            <pc:sldMk cId="2858914795" sldId="260"/>
            <ac:grpSpMk id="59" creationId="{7588F0F6-0EC8-1B61-E2D0-66406A1E4EAE}"/>
          </ac:grpSpMkLst>
        </pc:grpChg>
        <pc:grpChg chg="del">
          <ac:chgData name="Irlan Assidiq" userId="de236b58-34b6-44ed-8347-ed5a26859d6f" providerId="ADAL" clId="{7DA18F00-C1C8-45B8-B431-245BD39695C3}" dt="2025-10-18T05:13:37.609" v="600" actId="478"/>
          <ac:grpSpMkLst>
            <pc:docMk/>
            <pc:sldMk cId="2858914795" sldId="260"/>
            <ac:grpSpMk id="102" creationId="{CF0FBC37-EB5E-A987-2980-451E806185B8}"/>
          </ac:grpSpMkLst>
        </pc:grpChg>
        <pc:picChg chg="add mod">
          <ac:chgData name="Irlan Assidiq" userId="de236b58-34b6-44ed-8347-ed5a26859d6f" providerId="ADAL" clId="{7DA18F00-C1C8-45B8-B431-245BD39695C3}" dt="2025-10-18T03:45:35.057" v="546" actId="26606"/>
          <ac:picMkLst>
            <pc:docMk/>
            <pc:sldMk cId="2858914795" sldId="260"/>
            <ac:picMk id="3" creationId="{06F4FBDD-C14E-974A-D967-98E2693A2F50}"/>
          </ac:picMkLst>
        </pc:picChg>
        <pc:picChg chg="add mod">
          <ac:chgData name="Irlan Assidiq" userId="de236b58-34b6-44ed-8347-ed5a26859d6f" providerId="ADAL" clId="{7DA18F00-C1C8-45B8-B431-245BD39695C3}" dt="2025-10-18T02:01:12.592" v="234" actId="26606"/>
          <ac:picMkLst>
            <pc:docMk/>
            <pc:sldMk cId="2858914795" sldId="260"/>
            <ac:picMk id="3" creationId="{ED0FB28D-448F-E2C0-D740-18F53E413EF1}"/>
          </ac:picMkLst>
        </pc:picChg>
        <pc:picChg chg="add mod">
          <ac:chgData name="Irlan Assidiq" userId="de236b58-34b6-44ed-8347-ed5a26859d6f" providerId="ADAL" clId="{7DA18F00-C1C8-45B8-B431-245BD39695C3}" dt="2025-10-17T23:39:11.112" v="68"/>
          <ac:picMkLst>
            <pc:docMk/>
            <pc:sldMk cId="2858914795" sldId="260"/>
            <ac:picMk id="5" creationId="{E5B7B375-5B3F-4F35-8045-FAB072897D94}"/>
          </ac:picMkLst>
        </pc:picChg>
        <pc:picChg chg="add mod">
          <ac:chgData name="Irlan Assidiq" userId="de236b58-34b6-44ed-8347-ed5a26859d6f" providerId="ADAL" clId="{7DA18F00-C1C8-45B8-B431-245BD39695C3}" dt="2025-10-17T23:39:24.443" v="70" actId="26606"/>
          <ac:picMkLst>
            <pc:docMk/>
            <pc:sldMk cId="2858914795" sldId="260"/>
            <ac:picMk id="58" creationId="{F239641D-C655-8F9D-F5DC-F652EDED98EB}"/>
          </ac:picMkLst>
        </pc:picChg>
        <pc:picChg chg="add mod">
          <ac:chgData name="Irlan Assidiq" userId="de236b58-34b6-44ed-8347-ed5a26859d6f" providerId="ADAL" clId="{7DA18F00-C1C8-45B8-B431-245BD39695C3}" dt="2025-10-18T03:46:12.688" v="552" actId="26606"/>
          <ac:picMkLst>
            <pc:docMk/>
            <pc:sldMk cId="2858914795" sldId="260"/>
            <ac:picMk id="101" creationId="{C82F3C51-02DC-495E-6C2A-07E9D60A25B4}"/>
          </ac:picMkLst>
        </pc:picChg>
      </pc:sldChg>
      <pc:sldChg chg="new del">
        <pc:chgData name="Irlan Assidiq" userId="de236b58-34b6-44ed-8347-ed5a26859d6f" providerId="ADAL" clId="{7DA18F00-C1C8-45B8-B431-245BD39695C3}" dt="2025-10-17T23:25:37.574" v="28" actId="47"/>
        <pc:sldMkLst>
          <pc:docMk/>
          <pc:sldMk cId="1788328113" sldId="261"/>
        </pc:sldMkLst>
      </pc:sldChg>
      <pc:sldChg chg="addSp delSp modSp add mod">
        <pc:chgData name="Irlan Assidiq" userId="de236b58-34b6-44ed-8347-ed5a26859d6f" providerId="ADAL" clId="{7DA18F00-C1C8-45B8-B431-245BD39695C3}" dt="2025-10-18T05:36:28.595" v="730" actId="20577"/>
        <pc:sldMkLst>
          <pc:docMk/>
          <pc:sldMk cId="1192252050" sldId="262"/>
        </pc:sldMkLst>
        <pc:spChg chg="mod">
          <ac:chgData name="Irlan Assidiq" userId="de236b58-34b6-44ed-8347-ed5a26859d6f" providerId="ADAL" clId="{7DA18F00-C1C8-45B8-B431-245BD39695C3}" dt="2025-10-18T05:36:10.357" v="672" actId="20577"/>
          <ac:spMkLst>
            <pc:docMk/>
            <pc:sldMk cId="1192252050" sldId="262"/>
            <ac:spMk id="2" creationId="{8953284A-ED1F-2067-65A3-B86BC493E694}"/>
          </ac:spMkLst>
        </pc:spChg>
        <pc:spChg chg="del">
          <ac:chgData name="Irlan Assidiq" userId="de236b58-34b6-44ed-8347-ed5a26859d6f" providerId="ADAL" clId="{7DA18F00-C1C8-45B8-B431-245BD39695C3}" dt="2025-10-17T23:25:44.739" v="29" actId="478"/>
          <ac:spMkLst>
            <pc:docMk/>
            <pc:sldMk cId="1192252050" sldId="262"/>
            <ac:spMk id="3" creationId="{C38320F2-85F3-9A84-3EB7-55FB3A792453}"/>
          </ac:spMkLst>
        </pc:spChg>
        <pc:spChg chg="add mod">
          <ac:chgData name="Irlan Assidiq" userId="de236b58-34b6-44ed-8347-ed5a26859d6f" providerId="ADAL" clId="{7DA18F00-C1C8-45B8-B431-245BD39695C3}" dt="2025-10-18T05:36:28.595" v="730" actId="20577"/>
          <ac:spMkLst>
            <pc:docMk/>
            <pc:sldMk cId="1192252050" sldId="262"/>
            <ac:spMk id="5" creationId="{B4F4B19A-CD38-E4E8-D102-8D1E5E02A25F}"/>
          </ac:spMkLst>
        </pc:spChg>
      </pc:sldChg>
      <pc:sldChg chg="addSp delSp modSp new del mod setBg">
        <pc:chgData name="Irlan Assidiq" userId="de236b58-34b6-44ed-8347-ed5a26859d6f" providerId="ADAL" clId="{7DA18F00-C1C8-45B8-B431-245BD39695C3}" dt="2025-10-18T05:36:34.604" v="731" actId="47"/>
        <pc:sldMkLst>
          <pc:docMk/>
          <pc:sldMk cId="3177286554" sldId="263"/>
        </pc:sldMkLst>
        <pc:spChg chg="del">
          <ac:chgData name="Irlan Assidiq" userId="de236b58-34b6-44ed-8347-ed5a26859d6f" providerId="ADAL" clId="{7DA18F00-C1C8-45B8-B431-245BD39695C3}" dt="2025-10-17T23:42:36.111" v="76" actId="26606"/>
          <ac:spMkLst>
            <pc:docMk/>
            <pc:sldMk cId="3177286554" sldId="263"/>
            <ac:spMk id="2" creationId="{864CB665-9F3F-F836-54C1-7BFD7243960E}"/>
          </ac:spMkLst>
        </pc:spChg>
        <pc:spChg chg="del">
          <ac:chgData name="Irlan Assidiq" userId="de236b58-34b6-44ed-8347-ed5a26859d6f" providerId="ADAL" clId="{7DA18F00-C1C8-45B8-B431-245BD39695C3}" dt="2025-10-17T23:42:33.950" v="75"/>
          <ac:spMkLst>
            <pc:docMk/>
            <pc:sldMk cId="3177286554" sldId="263"/>
            <ac:spMk id="3" creationId="{0474F9A1-984A-04A1-9BE0-68561537AAB1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5" creationId="{3F585849-AD2C-0053-EAC0-81DA1D1C1208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7" creationId="{687564F2-915D-4C10-02BD-421C508BCAB4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10" creationId="{24641206-5A43-FF4E-15DF-33BDBC253A3A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12" creationId="{F9F77580-6262-99B3-6BBE-6039233C235F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14" creationId="{2294B6F0-6F3F-95E3-57EB-4E6460938E44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20" creationId="{9C52DD8D-52E4-FDF1-33DD-20937646A259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23" creationId="{AC058D68-A1A3-B233-F86E-BFCDD3A27472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26" creationId="{3D9BB528-6C60-0598-F039-ED0573715F42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28" creationId="{3E358F6E-E8F3-F0B9-E83A-6D518C10A46F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29" creationId="{302B6D0F-D1B0-696B-5B36-E7AD9B563352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30" creationId="{C8C9188D-3D0E-8F81-31DE-40F5720B9041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32" creationId="{CF3D7C99-72D5-6879-E465-CFC27C6B134E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41" creationId="{B81961D2-E2A6-9086-83B3-A7987A95A7E1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41" creationId="{D086B241-C56F-68D2-1775-D145F44F9E81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44" creationId="{C1F0D5C1-4373-4B6F-0E81-E27AB15D0B03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44" creationId="{C692B2FE-FD79-E5A5-5384-E6BF6710119D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46" creationId="{241DFB85-36CD-A70E-71CD-76C368803D1A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48" creationId="{8B782E01-14C9-0DF4-F982-CACBFA8A748A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49" creationId="{47944F34-EE3F-B523-D61C-AC8C944BB323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51" creationId="{853ED2AB-0DA7-B77B-0627-965FA7FEB100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53" creationId="{0D83391D-0185-512C-E6FD-72A3D221DFD7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65" creationId="{60D24316-C4D0-19F1-07E0-7ED8AC01008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66" creationId="{5FAEF7DA-EE99-CBB4-40FC-3F4292CE39C6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73" creationId="{3923E838-86C2-FAE4-8F52-147C63C7FB9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74" creationId="{18A4E213-619D-0C83-E91D-459010441D81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75" creationId="{99A10FFE-7177-BAB3-A1E2-98FEB7545D96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80" creationId="{B3C0481C-A478-1AB7-046C-E55C43A4EB6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82" creationId="{D080A753-FC0A-6864-A4B8-A50F6ACA5AA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83" creationId="{E18569F3-886D-76B9-A2A8-109D855EDD00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86" creationId="{263552A3-191B-81E2-0BDC-83E72A878633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87" creationId="{ACA41A98-4D88-D731-C017-855C16133319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88" creationId="{868D3D60-BAF9-AA3E-2F87-4B6719359152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92" creationId="{A9C90586-F81D-C81C-6F82-23E578665CE5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94" creationId="{2D887254-B573-8BBF-A242-5C0890D7A131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98" creationId="{9E51532C-3339-1197-06A6-35FDB6BF356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100" creationId="{8D72B807-737A-F2E7-3D44-9255614DAA70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105" creationId="{062BA875-86C4-9B0C-5D9F-708D8E637CD2}"/>
          </ac:spMkLst>
        </pc:spChg>
        <pc:spChg chg="mod">
          <ac:chgData name="Irlan Assidiq" userId="de236b58-34b6-44ed-8347-ed5a26859d6f" providerId="ADAL" clId="{7DA18F00-C1C8-45B8-B431-245BD39695C3}" dt="2025-10-18T02:02:39.145" v="265" actId="20577"/>
          <ac:spMkLst>
            <pc:docMk/>
            <pc:sldMk cId="3177286554" sldId="263"/>
            <ac:spMk id="107" creationId="{12258092-68B7-8D61-5CA8-A97312C3E8F1}"/>
          </ac:spMkLst>
        </pc:spChg>
        <pc:grpChg chg="del">
          <ac:chgData name="Irlan Assidiq" userId="de236b58-34b6-44ed-8347-ed5a26859d6f" providerId="ADAL" clId="{7DA18F00-C1C8-45B8-B431-245BD39695C3}" dt="2025-10-18T03:17:57.816" v="438" actId="478"/>
          <ac:grpSpMkLst>
            <pc:docMk/>
            <pc:sldMk cId="3177286554" sldId="263"/>
            <ac:grpSpMk id="4" creationId="{95C8AC44-1E00-2FB0-E11B-2D2100340C31}"/>
          </ac:grpSpMkLst>
        </pc:grpChg>
        <pc:grpChg chg="del">
          <ac:chgData name="Irlan Assidiq" userId="de236b58-34b6-44ed-8347-ed5a26859d6f" providerId="ADAL" clId="{7DA18F00-C1C8-45B8-B431-245BD39695C3}" dt="2025-10-18T02:02:25.115" v="250" actId="478"/>
          <ac:grpSpMkLst>
            <pc:docMk/>
            <pc:sldMk cId="3177286554" sldId="263"/>
            <ac:grpSpMk id="6" creationId="{14531FC5-3117-F0F4-9352-0F7C7AB178F6}"/>
          </ac:grpSpMkLst>
        </pc:grpChg>
        <pc:grpChg chg="del">
          <ac:chgData name="Irlan Assidiq" userId="de236b58-34b6-44ed-8347-ed5a26859d6f" providerId="ADAL" clId="{7DA18F00-C1C8-45B8-B431-245BD39695C3}" dt="2025-10-18T05:13:39.643" v="601" actId="478"/>
          <ac:grpSpMkLst>
            <pc:docMk/>
            <pc:sldMk cId="3177286554" sldId="263"/>
            <ac:grpSpMk id="6" creationId="{700111B2-022F-4F50-13CD-CF1FE2F3C1F7}"/>
          </ac:grpSpMkLst>
        </pc:grpChg>
        <pc:picChg chg="add mod">
          <ac:chgData name="Irlan Assidiq" userId="de236b58-34b6-44ed-8347-ed5a26859d6f" providerId="ADAL" clId="{7DA18F00-C1C8-45B8-B431-245BD39695C3}" dt="2025-10-18T03:46:43.578" v="557" actId="26606"/>
          <ac:picMkLst>
            <pc:docMk/>
            <pc:sldMk cId="3177286554" sldId="263"/>
            <ac:picMk id="3" creationId="{18AF58C3-2377-55FE-4FCE-59058ED7B26D}"/>
          </ac:picMkLst>
        </pc:picChg>
        <pc:picChg chg="add mod">
          <ac:chgData name="Irlan Assidiq" userId="de236b58-34b6-44ed-8347-ed5a26859d6f" providerId="ADAL" clId="{7DA18F00-C1C8-45B8-B431-245BD39695C3}" dt="2025-10-18T02:02:27.833" v="252" actId="26606"/>
          <ac:picMkLst>
            <pc:docMk/>
            <pc:sldMk cId="3177286554" sldId="263"/>
            <ac:picMk id="3" creationId="{60F5F517-6CB1-C99F-3D91-E902A619729F}"/>
          </ac:picMkLst>
        </pc:picChg>
        <pc:picChg chg="add mod">
          <ac:chgData name="Irlan Assidiq" userId="de236b58-34b6-44ed-8347-ed5a26859d6f" providerId="ADAL" clId="{7DA18F00-C1C8-45B8-B431-245BD39695C3}" dt="2025-10-17T23:42:36.111" v="76" actId="26606"/>
          <ac:picMkLst>
            <pc:docMk/>
            <pc:sldMk cId="3177286554" sldId="263"/>
            <ac:picMk id="5" creationId="{B21E851E-E09E-70A2-692D-F0E58253A8DF}"/>
          </ac:picMkLst>
        </pc:picChg>
      </pc:sldChg>
      <pc:sldChg chg="modSp add mod">
        <pc:chgData name="Irlan Assidiq" userId="de236b58-34b6-44ed-8347-ed5a26859d6f" providerId="ADAL" clId="{7DA18F00-C1C8-45B8-B431-245BD39695C3}" dt="2025-10-18T05:43:05.918" v="847" actId="20577"/>
        <pc:sldMkLst>
          <pc:docMk/>
          <pc:sldMk cId="790302643" sldId="264"/>
        </pc:sldMkLst>
        <pc:spChg chg="mod">
          <ac:chgData name="Irlan Assidiq" userId="de236b58-34b6-44ed-8347-ed5a26859d6f" providerId="ADAL" clId="{7DA18F00-C1C8-45B8-B431-245BD39695C3}" dt="2025-10-18T05:36:41.529" v="738" actId="20577"/>
          <ac:spMkLst>
            <pc:docMk/>
            <pc:sldMk cId="790302643" sldId="264"/>
            <ac:spMk id="2" creationId="{7BC439A9-B5EE-F9A1-8A80-AC43568169BF}"/>
          </ac:spMkLst>
        </pc:spChg>
        <pc:spChg chg="mod">
          <ac:chgData name="Irlan Assidiq" userId="de236b58-34b6-44ed-8347-ed5a26859d6f" providerId="ADAL" clId="{7DA18F00-C1C8-45B8-B431-245BD39695C3}" dt="2025-10-18T05:43:05.918" v="847" actId="20577"/>
          <ac:spMkLst>
            <pc:docMk/>
            <pc:sldMk cId="790302643" sldId="264"/>
            <ac:spMk id="5" creationId="{67825526-CD3F-02D4-BF3A-44B591073712}"/>
          </ac:spMkLst>
        </pc:spChg>
      </pc:sldChg>
      <pc:sldChg chg="addSp delSp modSp add del mod setBg">
        <pc:chgData name="Irlan Assidiq" userId="de236b58-34b6-44ed-8347-ed5a26859d6f" providerId="ADAL" clId="{7DA18F00-C1C8-45B8-B431-245BD39695C3}" dt="2025-10-18T05:45:00.833" v="848" actId="47"/>
        <pc:sldMkLst>
          <pc:docMk/>
          <pc:sldMk cId="1914944166" sldId="265"/>
        </pc:sldMkLst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5" creationId="{CAF52BE8-46E6-8160-7EF4-11D3E497D856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8" creationId="{106871AA-8448-27C1-2D6E-481DAB2762C9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10" creationId="{61D22502-835C-5075-118F-E1FD720F9892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11" creationId="{59B0916F-6C99-E0D5-E314-09D0F4DC34B8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15" creationId="{8BD51BD3-3B11-D056-4EFC-0822E84EF0DE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16" creationId="{90463D71-7E5E-FC7D-9B49-69D78D6EE25D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17" creationId="{7816F813-7037-3557-AC20-91368BB66FE5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20" creationId="{C1013AAC-DEDD-2AD4-B5AC-426488B6A804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23" creationId="{EC82300F-E598-B0F2-D026-19C8BC8AD6DA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25" creationId="{B5044500-9226-75D6-19C2-1FC14BDD2036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26" creationId="{804E5F50-E14A-4FED-AF4D-7CF39F9FE630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27" creationId="{F6DD67EC-2EE6-3A4C-1AA2-FE1D9D41077E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28" creationId="{1DDAE6AF-7E8E-794D-06FB-91755A97D241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29" creationId="{1C938854-C7B0-0CEB-C0EE-67A012FBB470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29" creationId="{5BB4D91F-88D1-C513-C7BC-BA52D49D58BF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30" creationId="{480E9962-9A32-7E96-E6A4-94B40F16E73F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32" creationId="{B37E4E5D-F877-7FC8-0B3D-DF4983AB201D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33" creationId="{A0EE662B-3F55-493B-C87D-75D1ECAEF2B1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37" creationId="{81BFD7A0-7EC1-4877-427A-1C5427A419C7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38" creationId="{802C16E4-B4AE-9B15-042F-CFF809462AA6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41" creationId="{89982268-BA15-690B-ACF7-351F294EF18A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42" creationId="{9229180B-F353-3D7B-B435-0D3436006642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45" creationId="{1FCDC64E-62F1-F3CD-FC6D-F62599325CD6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45" creationId="{51592CA4-E00D-0F16-E741-7FE5BDA446C7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46" creationId="{50714F3A-6349-055D-CE97-971F3F5609C9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46" creationId="{FCE56009-866B-CE4F-7054-4E7A1068A1EE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52" creationId="{337E44FE-EC16-1613-0C04-8E8712E119BE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53" creationId="{C424AF5C-2A3E-976C-B1FD-4544BF8DBE6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56" creationId="{02BE73FD-96A7-07A5-7267-A5EDC3D57447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60" creationId="{F8B65B6B-B281-6067-917C-157D29011843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62" creationId="{199E2DEB-3A2B-C4BF-B780-2A88EF1503FA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63" creationId="{7E6C8514-4206-5F79-D837-366BD6B9870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64" creationId="{941419C1-FF14-332D-F1A3-994085AF26CD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67" creationId="{807381CD-1C9A-CBD9-D829-1F9D9E010581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73" creationId="{C8DDD725-C5DA-5E82-9A33-59050F89745D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75" creationId="{4F8FFE00-88E2-1E45-D6CB-631421585CAA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79" creationId="{1CF14B31-B554-7960-6F42-80AAF07F7E5D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80" creationId="{4E6B5381-1894-7E03-51A1-8B589F5C295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81" creationId="{07D3CDA1-E014-6B0C-075E-76A7394FDB05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83" creationId="{7DF0A2DE-4CA0-F760-1244-11A4DB3CD042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87" creationId="{C7219B0A-3F37-E666-0921-BE68551D08C6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92" creationId="{9F1EFC4F-CEB9-1239-06B1-47B2A8565B16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93" creationId="{77E1A0DF-0872-3108-9EC9-FB1FD33B4DBA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94" creationId="{4A1F2C4D-57B6-8A81-7275-E187F31340DC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98" creationId="{359350A8-4104-62FC-D283-FAAF496F9A0E}"/>
          </ac:spMkLst>
        </pc:spChg>
        <pc:spChg chg="mod">
          <ac:chgData name="Irlan Assidiq" userId="de236b58-34b6-44ed-8347-ed5a26859d6f" providerId="ADAL" clId="{7DA18F00-C1C8-45B8-B431-245BD39695C3}" dt="2025-10-18T03:14:00.602" v="363" actId="20577"/>
          <ac:spMkLst>
            <pc:docMk/>
            <pc:sldMk cId="1914944166" sldId="265"/>
            <ac:spMk id="99" creationId="{514B9112-7E61-2AE5-79ED-84D1294A6F79}"/>
          </ac:spMkLst>
        </pc:spChg>
        <pc:grpChg chg="del">
          <ac:chgData name="Irlan Assidiq" userId="de236b58-34b6-44ed-8347-ed5a26859d6f" providerId="ADAL" clId="{7DA18F00-C1C8-45B8-B431-245BD39695C3}" dt="2025-10-18T02:36:06.707" v="295" actId="478"/>
          <ac:grpSpMkLst>
            <pc:docMk/>
            <pc:sldMk cId="1914944166" sldId="265"/>
            <ac:grpSpMk id="4" creationId="{5367E2CC-A0DA-CD5B-1277-F28F0D76A5AA}"/>
          </ac:grpSpMkLst>
        </pc:grpChg>
        <pc:grpChg chg="del">
          <ac:chgData name="Irlan Assidiq" userId="de236b58-34b6-44ed-8347-ed5a26859d6f" providerId="ADAL" clId="{7DA18F00-C1C8-45B8-B431-245BD39695C3}" dt="2025-10-18T05:13:47.350" v="604" actId="478"/>
          <ac:grpSpMkLst>
            <pc:docMk/>
            <pc:sldMk cId="1914944166" sldId="265"/>
            <ac:grpSpMk id="4" creationId="{AC7B7B19-C7F0-5BF8-44F7-9FBA0EEA8A50}"/>
          </ac:grpSpMkLst>
        </pc:grpChg>
        <pc:grpChg chg="del">
          <ac:chgData name="Irlan Assidiq" userId="de236b58-34b6-44ed-8347-ed5a26859d6f" providerId="ADAL" clId="{7DA18F00-C1C8-45B8-B431-245BD39695C3}" dt="2025-10-18T03:18:20.329" v="489" actId="478"/>
          <ac:grpSpMkLst>
            <pc:docMk/>
            <pc:sldMk cId="1914944166" sldId="265"/>
            <ac:grpSpMk id="55" creationId="{1396C632-E201-98C0-CAD1-CA2F0BAD8904}"/>
          </ac:grpSpMkLst>
        </pc:grpChg>
        <pc:grpChg chg="del">
          <ac:chgData name="Irlan Assidiq" userId="de236b58-34b6-44ed-8347-ed5a26859d6f" providerId="ADAL" clId="{7DA18F00-C1C8-45B8-B431-245BD39695C3}" dt="2025-10-18T01:06:59.609" v="120" actId="478"/>
          <ac:grpSpMkLst>
            <pc:docMk/>
            <pc:sldMk cId="1914944166" sldId="265"/>
            <ac:grpSpMk id="59" creationId="{A5129A00-3D7E-1A03-2AA5-B4DC25924207}"/>
          </ac:grpSpMkLst>
        </pc:grpChg>
        <pc:picChg chg="add mod">
          <ac:chgData name="Irlan Assidiq" userId="de236b58-34b6-44ed-8347-ed5a26859d6f" providerId="ADAL" clId="{7DA18F00-C1C8-45B8-B431-245BD39695C3}" dt="2025-10-18T04:01:06.511" v="569" actId="26606"/>
          <ac:picMkLst>
            <pc:docMk/>
            <pc:sldMk cId="1914944166" sldId="265"/>
            <ac:picMk id="3" creationId="{0FBB11D5-2AA8-7213-122C-E70AD6598690}"/>
          </ac:picMkLst>
        </pc:picChg>
        <pc:picChg chg="add mod">
          <ac:chgData name="Irlan Assidiq" userId="de236b58-34b6-44ed-8347-ed5a26859d6f" providerId="ADAL" clId="{7DA18F00-C1C8-45B8-B431-245BD39695C3}" dt="2025-10-18T02:36:09.235" v="297" actId="26606"/>
          <ac:picMkLst>
            <pc:docMk/>
            <pc:sldMk cId="1914944166" sldId="265"/>
            <ac:picMk id="3" creationId="{D44A2379-0472-E66B-EDF8-7F1DCE69EC66}"/>
          </ac:picMkLst>
        </pc:picChg>
        <pc:picChg chg="add mod">
          <ac:chgData name="Irlan Assidiq" userId="de236b58-34b6-44ed-8347-ed5a26859d6f" providerId="ADAL" clId="{7DA18F00-C1C8-45B8-B431-245BD39695C3}" dt="2025-10-18T01:07:03.564" v="122" actId="26606"/>
          <ac:picMkLst>
            <pc:docMk/>
            <pc:sldMk cId="1914944166" sldId="265"/>
            <ac:picMk id="3" creationId="{F1CEAEAB-7ED4-50DE-8561-71FFCFBC212F}"/>
          </ac:picMkLst>
        </pc:picChg>
      </pc:sldChg>
      <pc:sldChg chg="addSp delSp modSp add del mod setBg">
        <pc:chgData name="Irlan Assidiq" userId="de236b58-34b6-44ed-8347-ed5a26859d6f" providerId="ADAL" clId="{7DA18F00-C1C8-45B8-B431-245BD39695C3}" dt="2025-10-18T05:45:00.833" v="848" actId="47"/>
        <pc:sldMkLst>
          <pc:docMk/>
          <pc:sldMk cId="3537916272" sldId="266"/>
        </pc:sldMkLst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8" creationId="{D2A59F28-5567-916C-4ED7-EFBC4088EBB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11" creationId="{F983E17D-FA1E-59D0-8A0D-31D60C0E19F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14" creationId="{3735AE84-2E8E-FAAF-C980-10ECC75AD81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18" creationId="{7EF459B4-013C-4FFB-AF93-4B674B93BF8D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19" creationId="{437F3E39-CBE4-BC89-DB9A-973D5E5B7FE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23" creationId="{386D93C9-833A-5740-0FDF-2DAEC177C31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24" creationId="{C6EE3741-CD3A-2854-F936-2E23951E6AA0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27" creationId="{A345196E-C05C-BAB5-0E07-B4C3A58A6E77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30" creationId="{079DAA54-95C2-361C-6A50-C0CE12BBBB23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33" creationId="{CFA7D779-1259-B6C2-ADCF-9C00D37A1393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34" creationId="{86ACEEB3-D1B3-4FE0-72CC-A92B4723406D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40" creationId="{12FD62F1-64C0-A3E3-328C-007344FBFD73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44" creationId="{3BB2ABAD-6D52-533D-F9D9-F7CB6CBFA812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45" creationId="{0A7E6777-B548-B78D-93E9-EA7F6F934D43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47" creationId="{242974AD-0B62-5451-C3E4-5BBBDC50E846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48" creationId="{203E797D-F82E-A100-A0DE-F5AE336B8643}"/>
          </ac:spMkLst>
        </pc:spChg>
        <pc:spChg chg="mod">
          <ac:chgData name="Irlan Assidiq" userId="de236b58-34b6-44ed-8347-ed5a26859d6f" providerId="ADAL" clId="{7DA18F00-C1C8-45B8-B431-245BD39695C3}" dt="2025-10-18T03:14:10.295" v="375" actId="20577"/>
          <ac:spMkLst>
            <pc:docMk/>
            <pc:sldMk cId="3537916272" sldId="266"/>
            <ac:spMk id="52" creationId="{73F5DBC9-8A55-50BC-4D81-770BAB13ED5C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66" creationId="{66867155-A530-D6B5-610F-65B82402B5D9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72" creationId="{475F52AC-D7D8-93FB-09A0-1BC51993CD37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82" creationId="{E2DA91C4-89B9-E5C4-984A-5D9F483B0D3C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83" creationId="{0B4DF93A-534B-70B6-9B6E-BC0EC784204A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85" creationId="{91D1ACB9-74D4-B869-0E44-84CCF8AB28A0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91" creationId="{767F27BA-416B-D8D5-41DF-DAF744902175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93" creationId="{915BA670-68A8-4887-ECD3-D0A7306C8DC2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98" creationId="{95299396-232D-696B-BB4B-AAD4FB0812BA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105" creationId="{1ADAF9FF-F987-30F4-0583-22B769ACDCF9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106" creationId="{B46DA7F8-6B77-8C0D-EB0F-F5D4F0663EAF}"/>
          </ac:spMkLst>
        </pc:spChg>
        <pc:grpChg chg="del">
          <ac:chgData name="Irlan Assidiq" userId="de236b58-34b6-44ed-8347-ed5a26859d6f" providerId="ADAL" clId="{7DA18F00-C1C8-45B8-B431-245BD39695C3}" dt="2025-10-18T02:36:16.859" v="301" actId="478"/>
          <ac:grpSpMkLst>
            <pc:docMk/>
            <pc:sldMk cId="3537916272" sldId="266"/>
            <ac:grpSpMk id="4" creationId="{A3FE5DA5-3FE7-4BBD-86BC-FE774AB727F4}"/>
          </ac:grpSpMkLst>
        </pc:grpChg>
        <pc:grpChg chg="del">
          <ac:chgData name="Irlan Assidiq" userId="de236b58-34b6-44ed-8347-ed5a26859d6f" providerId="ADAL" clId="{7DA18F00-C1C8-45B8-B431-245BD39695C3}" dt="2025-10-18T03:18:21.724" v="490" actId="478"/>
          <ac:grpSpMkLst>
            <pc:docMk/>
            <pc:sldMk cId="3537916272" sldId="266"/>
            <ac:grpSpMk id="6" creationId="{3610EE5F-A4F5-7186-7E61-CDD48D1524F1}"/>
          </ac:grpSpMkLst>
        </pc:grpChg>
        <pc:grpChg chg="del">
          <ac:chgData name="Irlan Assidiq" userId="de236b58-34b6-44ed-8347-ed5a26859d6f" providerId="ADAL" clId="{7DA18F00-C1C8-45B8-B431-245BD39695C3}" dt="2025-10-18T01:09:09.777" v="128" actId="478"/>
          <ac:grpSpMkLst>
            <pc:docMk/>
            <pc:sldMk cId="3537916272" sldId="266"/>
            <ac:grpSpMk id="6" creationId="{7050CC09-0525-3FA0-15F3-D2A8DC357D4A}"/>
          </ac:grpSpMkLst>
        </pc:grpChg>
        <pc:picChg chg="add mod">
          <ac:chgData name="Irlan Assidiq" userId="de236b58-34b6-44ed-8347-ed5a26859d6f" providerId="ADAL" clId="{7DA18F00-C1C8-45B8-B431-245BD39695C3}" dt="2025-10-18T02:36:23.335" v="303" actId="26606"/>
          <ac:picMkLst>
            <pc:docMk/>
            <pc:sldMk cId="3537916272" sldId="266"/>
            <ac:picMk id="3" creationId="{2D7968DE-038B-A42D-ED88-2B9B7BCCFB7B}"/>
          </ac:picMkLst>
        </pc:picChg>
        <pc:picChg chg="add del mod">
          <ac:chgData name="Irlan Assidiq" userId="de236b58-34b6-44ed-8347-ed5a26859d6f" providerId="ADAL" clId="{7DA18F00-C1C8-45B8-B431-245BD39695C3}" dt="2025-10-18T05:13:50.579" v="605" actId="478"/>
          <ac:picMkLst>
            <pc:docMk/>
            <pc:sldMk cId="3537916272" sldId="266"/>
            <ac:picMk id="3" creationId="{A6ADC2FB-BFDA-7112-EA4A-AA0D69752917}"/>
          </ac:picMkLst>
        </pc:picChg>
        <pc:picChg chg="add mod">
          <ac:chgData name="Irlan Assidiq" userId="de236b58-34b6-44ed-8347-ed5a26859d6f" providerId="ADAL" clId="{7DA18F00-C1C8-45B8-B431-245BD39695C3}" dt="2025-10-18T01:09:12.540" v="130" actId="26606"/>
          <ac:picMkLst>
            <pc:docMk/>
            <pc:sldMk cId="3537916272" sldId="266"/>
            <ac:picMk id="3" creationId="{B9F59E0E-7626-2E5D-D48C-A1AC4537484D}"/>
          </ac:picMkLst>
        </pc:picChg>
      </pc:sldChg>
      <pc:sldChg chg="addSp delSp modSp add del mod ord setBg">
        <pc:chgData name="Irlan Assidiq" userId="de236b58-34b6-44ed-8347-ed5a26859d6f" providerId="ADAL" clId="{7DA18F00-C1C8-45B8-B431-245BD39695C3}" dt="2025-10-18T05:45:00.833" v="848" actId="47"/>
        <pc:sldMkLst>
          <pc:docMk/>
          <pc:sldMk cId="455877136" sldId="267"/>
        </pc:sldMkLst>
        <pc:spChg chg="add del mod">
          <ac:chgData name="Irlan Assidiq" userId="de236b58-34b6-44ed-8347-ed5a26859d6f" providerId="ADAL" clId="{7DA18F00-C1C8-45B8-B431-245BD39695C3}" dt="2025-10-18T02:33:19.093" v="293" actId="478"/>
          <ac:spMkLst>
            <pc:docMk/>
            <pc:sldMk cId="455877136" sldId="267"/>
            <ac:spMk id="3" creationId="{790AB542-C279-5287-2905-4E99817338CA}"/>
          </ac:spMkLst>
        </pc:spChg>
        <pc:spChg chg="add del mod">
          <ac:chgData name="Irlan Assidiq" userId="de236b58-34b6-44ed-8347-ed5a26859d6f" providerId="ADAL" clId="{7DA18F00-C1C8-45B8-B431-245BD39695C3}" dt="2025-10-18T04:00:48.953" v="561"/>
          <ac:spMkLst>
            <pc:docMk/>
            <pc:sldMk cId="455877136" sldId="267"/>
            <ac:spMk id="3" creationId="{AC6A51A4-7B67-F9B4-ADD0-B0B2C0CD26C7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8" creationId="{9743571B-5029-2CB8-B9B0-DACCA01A8437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23" creationId="{C91EF833-9804-492C-D02D-D81732D23A89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25" creationId="{5376030A-D9BB-BAB4-5518-E8589AFEDA35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27" creationId="{FAFFDBB2-C7C4-660A-040C-BCD5792256A9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30" creationId="{2F25D9E5-9D2F-8631-F129-0199C4BB70E5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31" creationId="{84E38F76-89E9-7E39-4B0F-08B7DD4DD71B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34" creationId="{415807E4-3C0A-2ED1-DAB8-4776C3F47F3B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37" creationId="{DCBDC0B8-B3AE-D083-C598-D62BCE8492A7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43" creationId="{4BB9EBAE-AE2B-C511-3DE6-0E6DE45023EF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52" creationId="{4B6A7552-9AE4-1A9D-4421-10158350C267}"/>
          </ac:spMkLst>
        </pc:spChg>
        <pc:grpChg chg="del">
          <ac:chgData name="Irlan Assidiq" userId="de236b58-34b6-44ed-8347-ed5a26859d6f" providerId="ADAL" clId="{7DA18F00-C1C8-45B8-B431-245BD39695C3}" dt="2025-10-18T05:13:45.594" v="603" actId="478"/>
          <ac:grpSpMkLst>
            <pc:docMk/>
            <pc:sldMk cId="455877136" sldId="267"/>
            <ac:grpSpMk id="7" creationId="{75DBA75F-7B67-37CE-DFE6-64D6ABC510A5}"/>
          </ac:grpSpMkLst>
        </pc:grpChg>
        <pc:picChg chg="add del mod">
          <ac:chgData name="Irlan Assidiq" userId="de236b58-34b6-44ed-8347-ed5a26859d6f" providerId="ADAL" clId="{7DA18F00-C1C8-45B8-B431-245BD39695C3}" dt="2025-10-18T03:18:25.446" v="491" actId="478"/>
          <ac:picMkLst>
            <pc:docMk/>
            <pc:sldMk cId="455877136" sldId="267"/>
            <ac:picMk id="5" creationId="{35E0B4FF-6D04-7D90-421C-9CC5162696FF}"/>
          </ac:picMkLst>
        </pc:picChg>
        <pc:picChg chg="add mod">
          <ac:chgData name="Irlan Assidiq" userId="de236b58-34b6-44ed-8347-ed5a26859d6f" providerId="ADAL" clId="{7DA18F00-C1C8-45B8-B431-245BD39695C3}" dt="2025-10-18T04:00:52.116" v="562" actId="26606"/>
          <ac:picMkLst>
            <pc:docMk/>
            <pc:sldMk cId="455877136" sldId="267"/>
            <ac:picMk id="6" creationId="{1C1D63A8-9246-D8BA-4CB2-CCB935A91321}"/>
          </ac:picMkLst>
        </pc:picChg>
        <pc:picChg chg="add mod">
          <ac:chgData name="Irlan Assidiq" userId="de236b58-34b6-44ed-8347-ed5a26859d6f" providerId="ADAL" clId="{7DA18F00-C1C8-45B8-B431-245BD39695C3}" dt="2025-10-18T02:33:18.367" v="292"/>
          <ac:picMkLst>
            <pc:docMk/>
            <pc:sldMk cId="455877136" sldId="267"/>
            <ac:picMk id="6" creationId="{CFC8A606-79F8-17A5-66A9-9C16A71F5809}"/>
          </ac:picMkLst>
        </pc:picChg>
      </pc:sldChg>
      <pc:sldChg chg="modSp add mod">
        <pc:chgData name="Irlan Assidiq" userId="de236b58-34b6-44ed-8347-ed5a26859d6f" providerId="ADAL" clId="{7DA18F00-C1C8-45B8-B431-245BD39695C3}" dt="2025-10-18T05:18:37.239" v="649" actId="20577"/>
        <pc:sldMkLst>
          <pc:docMk/>
          <pc:sldMk cId="2095361896" sldId="268"/>
        </pc:sldMkLst>
        <pc:spChg chg="mod">
          <ac:chgData name="Irlan Assidiq" userId="de236b58-34b6-44ed-8347-ed5a26859d6f" providerId="ADAL" clId="{7DA18F00-C1C8-45B8-B431-245BD39695C3}" dt="2025-10-18T03:18:31.592" v="497" actId="20577"/>
          <ac:spMkLst>
            <pc:docMk/>
            <pc:sldMk cId="2095361896" sldId="268"/>
            <ac:spMk id="2" creationId="{C974AB54-B845-1007-8632-6437644DAB51}"/>
          </ac:spMkLst>
        </pc:spChg>
        <pc:spChg chg="mod">
          <ac:chgData name="Irlan Assidiq" userId="de236b58-34b6-44ed-8347-ed5a26859d6f" providerId="ADAL" clId="{7DA18F00-C1C8-45B8-B431-245BD39695C3}" dt="2025-10-18T05:18:37.239" v="649" actId="20577"/>
          <ac:spMkLst>
            <pc:docMk/>
            <pc:sldMk cId="2095361896" sldId="268"/>
            <ac:spMk id="5" creationId="{BBD1BAF6-0DEF-5D7C-E6E0-CB52CDA361FA}"/>
          </ac:spMkLst>
        </pc:spChg>
      </pc:sldChg>
      <pc:sldChg chg="addSp delSp modSp add del mod setBg">
        <pc:chgData name="Irlan Assidiq" userId="de236b58-34b6-44ed-8347-ed5a26859d6f" providerId="ADAL" clId="{7DA18F00-C1C8-45B8-B431-245BD39695C3}" dt="2025-10-18T05:18:40.631" v="650" actId="47"/>
        <pc:sldMkLst>
          <pc:docMk/>
          <pc:sldMk cId="329841087" sldId="269"/>
        </pc:sldMkLst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5" creationId="{EFCF32C3-7A07-1621-9C1F-53B9DA48E22A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6" creationId="{FED36C83-C8A6-8171-E321-478611006C0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8" creationId="{C65E2F37-0862-C209-6C42-474F504B053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9" creationId="{89C96528-FB24-D815-A704-FC32CD676670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15" creationId="{1886E37E-C5FD-AF46-2A40-5EB66C2D8BD1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16" creationId="{15A131DB-B0E9-BA79-5048-A7B7EAA316FB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23" creationId="{091A500E-AE35-8DD1-31CE-97C65BBB3851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27" creationId="{F196139C-1CB3-27A7-72BA-DF36F9AD1E2E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28" creationId="{F7B19516-2FE1-3160-A516-FBE2C278FDF4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29" creationId="{C0EEE18B-A4B5-FD3F-5624-7E20841E1C31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30" creationId="{99755606-4E98-DD83-8880-F7DE22E1F966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32" creationId="{01002377-48B2-F67D-15C5-DB33FD11A55A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36" creationId="{452D4645-F52C-3E44-84DA-A7C9BEBF547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37" creationId="{E586BB24-ECD8-C219-0D9E-73B3AFF82F53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38" creationId="{84BFF98D-F9CE-3FE9-C7EB-593B83A855B9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39" creationId="{A6689354-E798-55E2-3B5F-6D99009B5E27}"/>
          </ac:spMkLst>
        </pc:spChg>
        <pc:spChg chg="mod">
          <ac:chgData name="Irlan Assidiq" userId="de236b58-34b6-44ed-8347-ed5a26859d6f" providerId="ADAL" clId="{7DA18F00-C1C8-45B8-B431-245BD39695C3}" dt="2025-10-18T03:14:20.846" v="385" actId="20577"/>
          <ac:spMkLst>
            <pc:docMk/>
            <pc:sldMk cId="329841087" sldId="269"/>
            <ac:spMk id="40" creationId="{BF048A92-BB88-ADC2-F97E-EF3855437A2C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43" creationId="{605B9856-9C9A-62EA-0C80-15C18E4213B9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47" creationId="{CF68F4A1-1166-DED3-F8A4-6FDB56911720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55" creationId="{85F90CBD-A64A-3C10-46C1-B53583FAC427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57" creationId="{C2C7A97F-CD83-BF72-019C-A3D3379411C2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58" creationId="{8401DCD4-167B-4804-419F-A7519B856AA5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64" creationId="{51CBA501-FE1A-BB66-7E8E-30D330A1EFA4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73" creationId="{BFF60F50-8D51-6787-E379-1EBF1E598981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77" creationId="{BEF5F6E5-3313-DA6C-7855-1F0439CA9622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78" creationId="{F3A72D2E-D4C6-A83C-893C-D43880DF16FD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81" creationId="{1EB94C26-C206-E7D9-B195-74607A922A9D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83" creationId="{2AD037B7-6645-859C-124F-AE40ECCB3065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83" creationId="{659796F5-10F0-6C7F-98AD-CF8CBDA4BF65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86" creationId="{C73B2D3E-68E7-64E6-EE4B-1CF446EF11CC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87" creationId="{7462B0A2-4DE8-C18D-F8EA-1C93BFD7E774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88" creationId="{9D321E35-8C70-C2ED-ADDA-EB9D18230ADB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89" creationId="{25251544-E5B5-8A55-BC76-340BEE5E5247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90" creationId="{00D1CACF-9222-6AD1-06B2-4FCF6A97A3FB}"/>
          </ac:spMkLst>
        </pc:spChg>
        <pc:spChg chg="mod">
          <ac:chgData name="Irlan Assidiq" userId="de236b58-34b6-44ed-8347-ed5a26859d6f" providerId="ADAL" clId="{7DA18F00-C1C8-45B8-B431-245BD39695C3}" dt="2025-10-18T05:13:54.286" v="606" actId="6549"/>
          <ac:spMkLst>
            <pc:docMk/>
            <pc:sldMk cId="329841087" sldId="269"/>
            <ac:spMk id="90" creationId="{91A9999C-343A-DE50-6CE9-ACD154C57391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91" creationId="{50B04FC6-65D6-CC9F-B3CE-7359274B4569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102" creationId="{AF7E9092-1D0B-00C3-3F8B-958103AB975B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109" creationId="{CC38A72C-A735-3F5F-3294-5BE4EAAC1F68}"/>
          </ac:spMkLst>
        </pc:spChg>
        <pc:grpChg chg="del">
          <ac:chgData name="Irlan Assidiq" userId="de236b58-34b6-44ed-8347-ed5a26859d6f" providerId="ADAL" clId="{7DA18F00-C1C8-45B8-B431-245BD39695C3}" dt="2025-10-18T01:26:10.819" v="156" actId="478"/>
          <ac:grpSpMkLst>
            <pc:docMk/>
            <pc:sldMk cId="329841087" sldId="269"/>
            <ac:grpSpMk id="4" creationId="{294CE9D8-9D88-6583-E887-67AE05E41084}"/>
          </ac:grpSpMkLst>
        </pc:grpChg>
        <pc:grpChg chg="del">
          <ac:chgData name="Irlan Assidiq" userId="de236b58-34b6-44ed-8347-ed5a26859d6f" providerId="ADAL" clId="{7DA18F00-C1C8-45B8-B431-245BD39695C3}" dt="2025-10-18T03:18:43.294" v="522" actId="478"/>
          <ac:grpSpMkLst>
            <pc:docMk/>
            <pc:sldMk cId="329841087" sldId="269"/>
            <ac:grpSpMk id="4" creationId="{726A37E2-5D2C-A522-14FA-6E98FC6B8EB8}"/>
          </ac:grpSpMkLst>
        </pc:grpChg>
        <pc:grpChg chg="del">
          <ac:chgData name="Irlan Assidiq" userId="de236b58-34b6-44ed-8347-ed5a26859d6f" providerId="ADAL" clId="{7DA18F00-C1C8-45B8-B431-245BD39695C3}" dt="2025-10-18T05:13:56.437" v="607" actId="478"/>
          <ac:grpSpMkLst>
            <pc:docMk/>
            <pc:sldMk cId="329841087" sldId="269"/>
            <ac:grpSpMk id="41" creationId="{FDC39735-6E82-19FC-A372-BEF2643B2E7E}"/>
          </ac:grpSpMkLst>
        </pc:grpChg>
        <pc:grpChg chg="del">
          <ac:chgData name="Irlan Assidiq" userId="de236b58-34b6-44ed-8347-ed5a26859d6f" providerId="ADAL" clId="{7DA18F00-C1C8-45B8-B431-245BD39695C3}" dt="2025-10-18T03:13:20.281" v="339" actId="478"/>
          <ac:grpSpMkLst>
            <pc:docMk/>
            <pc:sldMk cId="329841087" sldId="269"/>
            <ac:grpSpMk id="57" creationId="{5ACAC0AE-AAB2-1B72-9188-FE88232816A4}"/>
          </ac:grpSpMkLst>
        </pc:grpChg>
        <pc:picChg chg="add mod">
          <ac:chgData name="Irlan Assidiq" userId="de236b58-34b6-44ed-8347-ed5a26859d6f" providerId="ADAL" clId="{7DA18F00-C1C8-45B8-B431-245BD39695C3}" dt="2025-10-18T04:14:34.178" v="575" actId="26606"/>
          <ac:picMkLst>
            <pc:docMk/>
            <pc:sldMk cId="329841087" sldId="269"/>
            <ac:picMk id="3" creationId="{2370F3C1-EB06-06ED-F5BB-E470A66AE801}"/>
          </ac:picMkLst>
        </pc:picChg>
        <pc:picChg chg="add del mod">
          <ac:chgData name="Irlan Assidiq" userId="de236b58-34b6-44ed-8347-ed5a26859d6f" providerId="ADAL" clId="{7DA18F00-C1C8-45B8-B431-245BD39695C3}" dt="2025-10-18T01:26:18.148" v="158" actId="478"/>
          <ac:picMkLst>
            <pc:docMk/>
            <pc:sldMk cId="329841087" sldId="269"/>
            <ac:picMk id="3" creationId="{7F4F9890-72A3-5A15-072F-3F985B4EBE53}"/>
          </ac:picMkLst>
        </pc:picChg>
        <pc:picChg chg="add mod">
          <ac:chgData name="Irlan Assidiq" userId="de236b58-34b6-44ed-8347-ed5a26859d6f" providerId="ADAL" clId="{7DA18F00-C1C8-45B8-B431-245BD39695C3}" dt="2025-10-18T03:13:23.066" v="341" actId="26606"/>
          <ac:picMkLst>
            <pc:docMk/>
            <pc:sldMk cId="329841087" sldId="269"/>
            <ac:picMk id="3" creationId="{C896E719-67D6-2DD3-DCAE-E10BB2E9B404}"/>
          </ac:picMkLst>
        </pc:picChg>
        <pc:picChg chg="add mod">
          <ac:chgData name="Irlan Assidiq" userId="de236b58-34b6-44ed-8347-ed5a26859d6f" providerId="ADAL" clId="{7DA18F00-C1C8-45B8-B431-245BD39695C3}" dt="2025-10-18T01:27:10.507" v="160" actId="26606"/>
          <ac:picMkLst>
            <pc:docMk/>
            <pc:sldMk cId="329841087" sldId="269"/>
            <ac:picMk id="56" creationId="{2F043800-FDF4-1FAD-BF1E-5721A1C08D81}"/>
          </ac:picMkLst>
        </pc:picChg>
      </pc:sldChg>
      <pc:sldChg chg="addSp delSp modSp add del mod setBg">
        <pc:chgData name="Irlan Assidiq" userId="de236b58-34b6-44ed-8347-ed5a26859d6f" providerId="ADAL" clId="{7DA18F00-C1C8-45B8-B431-245BD39695C3}" dt="2025-10-18T05:18:40.631" v="650" actId="47"/>
        <pc:sldMkLst>
          <pc:docMk/>
          <pc:sldMk cId="2541710147" sldId="270"/>
        </pc:sldMkLst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7" creationId="{297A7C65-C8B8-285B-30C5-78802F58B385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12" creationId="{1D1BA2EE-0008-7131-C75A-3340D30D107E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15" creationId="{1431F8C9-B67F-12D4-78D2-5699E26A1C0A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17" creationId="{7E7C3C6D-AD43-9E59-AC30-B942751337E9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18" creationId="{6049A196-A8BD-983F-007B-1CABBFC537B6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22" creationId="{6EB4FFA6-70B1-6987-6EDA-169908E9C5EC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24" creationId="{E0DD5916-AF15-D318-EF27-68690AFEC717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24" creationId="{E2E1F9A2-1B66-0D5A-D4FB-A7E89F406CCD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25" creationId="{0B18F211-ED39-D6CD-32AF-ABED69169C23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30" creationId="{CA589708-0820-2895-B118-05C30402A6CD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32" creationId="{723B3808-7DC7-D42F-73B6-130E9447AE36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34" creationId="{E5C9572C-5612-984D-7141-6439C59F9CFF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38" creationId="{EB57F8F9-3529-51B4-D32D-E85FC75320BE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40" creationId="{776B6311-7F1C-1550-6AF2-F1A60BC176E5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41" creationId="{66332B58-4663-3156-C18E-B34F6BF0E08A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44" creationId="{C4AA4BBC-168F-6485-7510-345123FF151D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46" creationId="{6A3A6875-10EC-6AB4-25D2-45038DF4C6B5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47" creationId="{26F4B1B1-6626-468C-2315-DBDDCF785379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47" creationId="{2F236027-A067-D6A8-80CF-C30F836D07D2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52" creationId="{5A1C5603-3B2C-3887-8A7A-FCDD558CC012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57" creationId="{1963A794-7AD9-1D7C-37B4-B145CCE666B7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59" creationId="{F5AE5448-4EC6-7F22-20F6-5E2D9CF7F762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60" creationId="{92A45B81-1528-B33A-41EF-9B007F3129C8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61" creationId="{39E60F10-8508-ED41-0487-4DAD6191BC2D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66" creationId="{53A19205-0722-9698-FA09-9733687AE9B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67" creationId="{C84DD373-3429-F5F4-B3C7-AC186A8E6759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68" creationId="{5B3DE1C3-A7AB-9CB9-BAB2-3F85A2BCF02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75" creationId="{EA31F032-2FFA-B181-C6EA-296A4D6FD46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76" creationId="{76FBC5FA-09DA-1E95-9980-11881AF5B98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77" creationId="{E9A59DBB-91E6-BE3C-1E43-6E876C5733CD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79" creationId="{A0984A80-2B5A-FC68-FD41-936571162165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80" creationId="{161D16C7-8966-E877-4BE4-79CD687263F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82" creationId="{64C59E40-F7D3-6C71-80D3-2A6106FE5E8B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85" creationId="{094AD688-D40B-8E26-CB5D-9BFAE0E8CA06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88" creationId="{750754E6-3BCC-9754-CFB1-AEF46433248F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90" creationId="{2D7EAB25-4572-53AF-5E94-F5B5B5E7D103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91" creationId="{9600BABC-D7B6-97C9-CEE9-125B42244A02}"/>
          </ac:spMkLst>
        </pc:spChg>
        <pc:grpChg chg="del">
          <ac:chgData name="Irlan Assidiq" userId="de236b58-34b6-44ed-8347-ed5a26859d6f" providerId="ADAL" clId="{7DA18F00-C1C8-45B8-B431-245BD39695C3}" dt="2025-10-18T01:27:36.812" v="164" actId="478"/>
          <ac:grpSpMkLst>
            <pc:docMk/>
            <pc:sldMk cId="2541710147" sldId="270"/>
            <ac:grpSpMk id="4" creationId="{156C05F4-E916-B6FB-AB26-476D1BDC1106}"/>
          </ac:grpSpMkLst>
        </pc:grpChg>
        <pc:grpChg chg="del">
          <ac:chgData name="Irlan Assidiq" userId="de236b58-34b6-44ed-8347-ed5a26859d6f" providerId="ADAL" clId="{7DA18F00-C1C8-45B8-B431-245BD39695C3}" dt="2025-10-18T03:18:44.861" v="523" actId="478"/>
          <ac:grpSpMkLst>
            <pc:docMk/>
            <pc:sldMk cId="2541710147" sldId="270"/>
            <ac:grpSpMk id="4" creationId="{F1C7AEAF-6AD3-6AF7-FB07-E2323A095719}"/>
          </ac:grpSpMkLst>
        </pc:grpChg>
        <pc:grpChg chg="del">
          <ac:chgData name="Irlan Assidiq" userId="de236b58-34b6-44ed-8347-ed5a26859d6f" providerId="ADAL" clId="{7DA18F00-C1C8-45B8-B431-245BD39695C3}" dt="2025-10-18T03:13:35.467" v="345" actId="478"/>
          <ac:grpSpMkLst>
            <pc:docMk/>
            <pc:sldMk cId="2541710147" sldId="270"/>
            <ac:grpSpMk id="6" creationId="{090AA333-68EA-8414-8CFE-E0BDB8F2F7ED}"/>
          </ac:grpSpMkLst>
        </pc:grpChg>
        <pc:grpChg chg="del">
          <ac:chgData name="Irlan Assidiq" userId="de236b58-34b6-44ed-8347-ed5a26859d6f" providerId="ADAL" clId="{7DA18F00-C1C8-45B8-B431-245BD39695C3}" dt="2025-10-18T05:13:58.629" v="608" actId="478"/>
          <ac:grpSpMkLst>
            <pc:docMk/>
            <pc:sldMk cId="2541710147" sldId="270"/>
            <ac:grpSpMk id="6" creationId="{9DCF196D-555A-F337-D9FD-B11B80D22277}"/>
          </ac:grpSpMkLst>
        </pc:grpChg>
        <pc:picChg chg="add mod">
          <ac:chgData name="Irlan Assidiq" userId="de236b58-34b6-44ed-8347-ed5a26859d6f" providerId="ADAL" clId="{7DA18F00-C1C8-45B8-B431-245BD39695C3}" dt="2025-10-18T04:14:43.187" v="580" actId="26606"/>
          <ac:picMkLst>
            <pc:docMk/>
            <pc:sldMk cId="2541710147" sldId="270"/>
            <ac:picMk id="3" creationId="{053B62E7-7D90-BD30-51D0-FD8CC6B3A53F}"/>
          </ac:picMkLst>
        </pc:picChg>
        <pc:picChg chg="add mod">
          <ac:chgData name="Irlan Assidiq" userId="de236b58-34b6-44ed-8347-ed5a26859d6f" providerId="ADAL" clId="{7DA18F00-C1C8-45B8-B431-245BD39695C3}" dt="2025-10-18T01:27:39.695" v="166" actId="26606"/>
          <ac:picMkLst>
            <pc:docMk/>
            <pc:sldMk cId="2541710147" sldId="270"/>
            <ac:picMk id="3" creationId="{CD4B023B-3BF4-D268-FEB8-BD7A96E2D847}"/>
          </ac:picMkLst>
        </pc:picChg>
        <pc:picChg chg="add mod">
          <ac:chgData name="Irlan Assidiq" userId="de236b58-34b6-44ed-8347-ed5a26859d6f" providerId="ADAL" clId="{7DA18F00-C1C8-45B8-B431-245BD39695C3}" dt="2025-10-18T03:13:41.107" v="347" actId="26606"/>
          <ac:picMkLst>
            <pc:docMk/>
            <pc:sldMk cId="2541710147" sldId="270"/>
            <ac:picMk id="3" creationId="{D07E12DD-32CD-3DF0-D8FD-0C240EF1B8C1}"/>
          </ac:picMkLst>
        </pc:picChg>
      </pc:sldChg>
      <pc:sldChg chg="modSp add del">
        <pc:chgData name="Irlan Assidiq" userId="de236b58-34b6-44ed-8347-ed5a26859d6f" providerId="ADAL" clId="{7DA18F00-C1C8-45B8-B431-245BD39695C3}" dt="2025-10-18T03:13:46.322" v="351" actId="47"/>
        <pc:sldMkLst>
          <pc:docMk/>
          <pc:sldMk cId="3027671590" sldId="271"/>
        </pc:sldMkLst>
        <pc:picChg chg="mod">
          <ac:chgData name="Irlan Assidiq" userId="de236b58-34b6-44ed-8347-ed5a26859d6f" providerId="ADAL" clId="{7DA18F00-C1C8-45B8-B431-245BD39695C3}" dt="2025-10-18T01:25:57.199" v="155" actId="14826"/>
          <ac:picMkLst>
            <pc:docMk/>
            <pc:sldMk cId="3027671590" sldId="271"/>
            <ac:picMk id="5" creationId="{90A198BF-35DB-94B1-F1C1-C3BE7E5C0EDF}"/>
          </ac:picMkLst>
        </pc:picChg>
      </pc:sldChg>
      <pc:sldChg chg="addSp delSp modSp new mod ord setBg">
        <pc:chgData name="Irlan Assidiq" userId="de236b58-34b6-44ed-8347-ed5a26859d6f" providerId="ADAL" clId="{7DA18F00-C1C8-45B8-B431-245BD39695C3}" dt="2025-10-18T05:18:57.462" v="656" actId="403"/>
        <pc:sldMkLst>
          <pc:docMk/>
          <pc:sldMk cId="3708325325" sldId="271"/>
        </pc:sldMkLst>
        <pc:spChg chg="del">
          <ac:chgData name="Irlan Assidiq" userId="de236b58-34b6-44ed-8347-ed5a26859d6f" providerId="ADAL" clId="{7DA18F00-C1C8-45B8-B431-245BD39695C3}" dt="2025-10-18T03:27:09.356" v="527" actId="26606"/>
          <ac:spMkLst>
            <pc:docMk/>
            <pc:sldMk cId="3708325325" sldId="271"/>
            <ac:spMk id="2" creationId="{C030C2AE-F331-DC57-80F4-79A88918ACCC}"/>
          </ac:spMkLst>
        </pc:spChg>
        <pc:spChg chg="del">
          <ac:chgData name="Irlan Assidiq" userId="de236b58-34b6-44ed-8347-ed5a26859d6f" providerId="ADAL" clId="{7DA18F00-C1C8-45B8-B431-245BD39695C3}" dt="2025-10-18T03:27:01.552" v="525"/>
          <ac:spMkLst>
            <pc:docMk/>
            <pc:sldMk cId="3708325325" sldId="271"/>
            <ac:spMk id="3" creationId="{5E9921DE-C5AB-B1E4-F104-EACF29E3F357}"/>
          </ac:spMkLst>
        </pc:spChg>
        <pc:spChg chg="mod">
          <ac:chgData name="Irlan Assidiq" userId="de236b58-34b6-44ed-8347-ed5a26859d6f" providerId="ADAL" clId="{7DA18F00-C1C8-45B8-B431-245BD39695C3}" dt="2025-10-18T05:18:57.462" v="656" actId="403"/>
          <ac:spMkLst>
            <pc:docMk/>
            <pc:sldMk cId="3708325325" sldId="271"/>
            <ac:spMk id="5" creationId="{A2FEDBB9-243F-010A-8C6A-00E870F2E5F7}"/>
          </ac:spMkLst>
        </pc:spChg>
        <pc:spChg chg="add del mod">
          <ac:chgData name="Irlan Assidiq" userId="de236b58-34b6-44ed-8347-ed5a26859d6f" providerId="ADAL" clId="{7DA18F00-C1C8-45B8-B431-245BD39695C3}" dt="2025-10-18T03:27:09.356" v="527" actId="26606"/>
          <ac:spMkLst>
            <pc:docMk/>
            <pc:sldMk cId="3708325325" sldId="271"/>
            <ac:spMk id="9" creationId="{D5BFE754-1154-64D5-59CB-3B5FB49B8518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14" creationId="{49E40FAF-E486-527D-B894-F3B41316244A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23" creationId="{915E15A4-D894-3E8A-0893-ABFBE266AF92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28" creationId="{AB2F74AE-B932-76FA-26A3-7D608BFB16C4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33" creationId="{CF794C47-5860-00E7-F4B6-FFF1E654D651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34" creationId="{E0001C50-6A3E-D009-3B7B-91319D6302F0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36" creationId="{CB65FFD1-6057-2843-FBEF-D77AE98B82E6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48" creationId="{B4E6FB1C-D5C1-497B-9F92-A3AE9C3E7404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49" creationId="{799490AE-CAB6-B84B-BEBC-8151C9FC97D1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53" creationId="{AB6A2E00-E855-3C3D-35F1-E4766FC539A6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54" creationId="{5CA541A0-31BC-B9D2-71C9-5C22C16A567C}"/>
          </ac:spMkLst>
        </pc:spChg>
        <pc:spChg chg="mod">
          <ac:chgData name="Irlan Assidiq" userId="de236b58-34b6-44ed-8347-ed5a26859d6f" providerId="ADAL" clId="{7DA18F00-C1C8-45B8-B431-245BD39695C3}" dt="2025-10-18T05:18:57.462" v="656" actId="403"/>
          <ac:spMkLst>
            <pc:docMk/>
            <pc:sldMk cId="3708325325" sldId="271"/>
            <ac:spMk id="63" creationId="{66E7A9E4-D76C-051C-B552-38A6783202B6}"/>
          </ac:spMkLst>
        </pc:spChg>
        <pc:spChg chg="mod">
          <ac:chgData name="Irlan Assidiq" userId="de236b58-34b6-44ed-8347-ed5a26859d6f" providerId="ADAL" clId="{7DA18F00-C1C8-45B8-B431-245BD39695C3}" dt="2025-10-18T05:18:57.462" v="656" actId="403"/>
          <ac:spMkLst>
            <pc:docMk/>
            <pc:sldMk cId="3708325325" sldId="271"/>
            <ac:spMk id="64" creationId="{9AA39C1B-7EF7-A57D-2783-D5F814788C18}"/>
          </ac:spMkLst>
        </pc:spChg>
        <pc:spChg chg="mod">
          <ac:chgData name="Irlan Assidiq" userId="de236b58-34b6-44ed-8347-ed5a26859d6f" providerId="ADAL" clId="{7DA18F00-C1C8-45B8-B431-245BD39695C3}" dt="2025-10-18T05:18:57.462" v="656" actId="403"/>
          <ac:spMkLst>
            <pc:docMk/>
            <pc:sldMk cId="3708325325" sldId="271"/>
            <ac:spMk id="72" creationId="{35882FAC-9CA8-7F90-706A-F23ACAB46AEE}"/>
          </ac:spMkLst>
        </pc:spChg>
        <pc:spChg chg="mod">
          <ac:chgData name="Irlan Assidiq" userId="de236b58-34b6-44ed-8347-ed5a26859d6f" providerId="ADAL" clId="{7DA18F00-C1C8-45B8-B431-245BD39695C3}" dt="2025-10-18T05:18:57.462" v="656" actId="403"/>
          <ac:spMkLst>
            <pc:docMk/>
            <pc:sldMk cId="3708325325" sldId="271"/>
            <ac:spMk id="79" creationId="{573B9033-8EBB-12E0-BB85-CC0BA89E12FE}"/>
          </ac:spMkLst>
        </pc:spChg>
        <pc:spChg chg="mod">
          <ac:chgData name="Irlan Assidiq" userId="de236b58-34b6-44ed-8347-ed5a26859d6f" providerId="ADAL" clId="{7DA18F00-C1C8-45B8-B431-245BD39695C3}" dt="2025-10-18T05:18:57.462" v="656" actId="403"/>
          <ac:spMkLst>
            <pc:docMk/>
            <pc:sldMk cId="3708325325" sldId="271"/>
            <ac:spMk id="83" creationId="{242D1DDD-D9ED-1713-BCEC-C1D4A8A72D93}"/>
          </ac:spMkLst>
        </pc:spChg>
        <pc:spChg chg="mod">
          <ac:chgData name="Irlan Assidiq" userId="de236b58-34b6-44ed-8347-ed5a26859d6f" providerId="ADAL" clId="{7DA18F00-C1C8-45B8-B431-245BD39695C3}" dt="2025-10-18T05:18:57.462" v="656" actId="403"/>
          <ac:spMkLst>
            <pc:docMk/>
            <pc:sldMk cId="3708325325" sldId="271"/>
            <ac:spMk id="85" creationId="{0A51DF44-6374-D872-9012-45D797FCD594}"/>
          </ac:spMkLst>
        </pc:spChg>
        <pc:spChg chg="mod">
          <ac:chgData name="Irlan Assidiq" userId="de236b58-34b6-44ed-8347-ed5a26859d6f" providerId="ADAL" clId="{7DA18F00-C1C8-45B8-B431-245BD39695C3}" dt="2025-10-18T05:18:57.462" v="656" actId="403"/>
          <ac:spMkLst>
            <pc:docMk/>
            <pc:sldMk cId="3708325325" sldId="271"/>
            <ac:spMk id="87" creationId="{FCD0D170-1868-FBAD-1785-19AD0EE2DC4A}"/>
          </ac:spMkLst>
        </pc:spChg>
        <pc:spChg chg="mod">
          <ac:chgData name="Irlan Assidiq" userId="de236b58-34b6-44ed-8347-ed5a26859d6f" providerId="ADAL" clId="{7DA18F00-C1C8-45B8-B431-245BD39695C3}" dt="2025-10-18T05:18:57.462" v="656" actId="403"/>
          <ac:spMkLst>
            <pc:docMk/>
            <pc:sldMk cId="3708325325" sldId="271"/>
            <ac:spMk id="88" creationId="{2D58846F-50DC-C98E-97F9-C715902F9C31}"/>
          </ac:spMkLst>
        </pc:spChg>
        <pc:spChg chg="mod">
          <ac:chgData name="Irlan Assidiq" userId="de236b58-34b6-44ed-8347-ed5a26859d6f" providerId="ADAL" clId="{7DA18F00-C1C8-45B8-B431-245BD39695C3}" dt="2025-10-18T05:18:57.462" v="656" actId="403"/>
          <ac:spMkLst>
            <pc:docMk/>
            <pc:sldMk cId="3708325325" sldId="271"/>
            <ac:spMk id="89" creationId="{3BB2D76F-F5F0-DEE3-C0BE-6BB218E32F48}"/>
          </ac:spMkLst>
        </pc:spChg>
        <pc:grpChg chg="del">
          <ac:chgData name="Irlan Assidiq" userId="de236b58-34b6-44ed-8347-ed5a26859d6f" providerId="ADAL" clId="{7DA18F00-C1C8-45B8-B431-245BD39695C3}" dt="2025-10-18T05:13:34.418" v="598" actId="478"/>
          <ac:grpSpMkLst>
            <pc:docMk/>
            <pc:sldMk cId="3708325325" sldId="271"/>
            <ac:grpSpMk id="10" creationId="{A7393F41-CCBA-9653-698A-20D7ABE23BD6}"/>
          </ac:grpSpMkLst>
        </pc:grpChg>
        <pc:picChg chg="add mod">
          <ac:chgData name="Irlan Assidiq" userId="de236b58-34b6-44ed-8347-ed5a26859d6f" providerId="ADAL" clId="{7DA18F00-C1C8-45B8-B431-245BD39695C3}" dt="2025-10-18T05:18:54.436" v="653" actId="26606"/>
          <ac:picMkLst>
            <pc:docMk/>
            <pc:sldMk cId="3708325325" sldId="271"/>
            <ac:picMk id="3" creationId="{F78D07C3-2905-0585-6308-08563BF42BC6}"/>
          </ac:picMkLst>
        </pc:picChg>
        <pc:picChg chg="add del mod">
          <ac:chgData name="Irlan Assidiq" userId="de236b58-34b6-44ed-8347-ed5a26859d6f" providerId="ADAL" clId="{7DA18F00-C1C8-45B8-B431-245BD39695C3}" dt="2025-10-18T03:27:06.264" v="526" actId="478"/>
          <ac:picMkLst>
            <pc:docMk/>
            <pc:sldMk cId="3708325325" sldId="271"/>
            <ac:picMk id="5" creationId="{44C76089-EF6C-0D0D-E33F-EE71170E1B8F}"/>
          </ac:picMkLst>
        </pc:picChg>
        <pc:picChg chg="add mod">
          <ac:chgData name="Irlan Assidiq" userId="de236b58-34b6-44ed-8347-ed5a26859d6f" providerId="ADAL" clId="{7DA18F00-C1C8-45B8-B431-245BD39695C3}" dt="2025-10-18T03:27:09.356" v="527" actId="26606"/>
          <ac:picMkLst>
            <pc:docMk/>
            <pc:sldMk cId="3708325325" sldId="271"/>
            <ac:picMk id="7" creationId="{7D162238-E925-B8E9-CE18-443B57EE31D4}"/>
          </ac:picMkLst>
        </pc:picChg>
      </pc:sldChg>
      <pc:sldChg chg="add del setBg">
        <pc:chgData name="Irlan Assidiq" userId="de236b58-34b6-44ed-8347-ed5a26859d6f" providerId="ADAL" clId="{7DA18F00-C1C8-45B8-B431-245BD39695C3}" dt="2025-10-18T05:19:02.513" v="658"/>
        <pc:sldMkLst>
          <pc:docMk/>
          <pc:sldMk cId="70676909" sldId="272"/>
        </pc:sldMkLst>
      </pc:sldChg>
      <pc:sldChg chg="addSp delSp modSp new mod ord setBg">
        <pc:chgData name="Irlan Assidiq" userId="de236b58-34b6-44ed-8347-ed5a26859d6f" providerId="ADAL" clId="{7DA18F00-C1C8-45B8-B431-245BD39695C3}" dt="2025-10-18T05:39:10.707" v="775"/>
        <pc:sldMkLst>
          <pc:docMk/>
          <pc:sldMk cId="1243614827" sldId="272"/>
        </pc:sldMkLst>
        <pc:spChg chg="del">
          <ac:chgData name="Irlan Assidiq" userId="de236b58-34b6-44ed-8347-ed5a26859d6f" providerId="ADAL" clId="{7DA18F00-C1C8-45B8-B431-245BD39695C3}" dt="2025-10-18T05:38:58.349" v="769" actId="26606"/>
          <ac:spMkLst>
            <pc:docMk/>
            <pc:sldMk cId="1243614827" sldId="272"/>
            <ac:spMk id="2" creationId="{9BD59D90-37B7-FEE5-6819-BF8351E01B40}"/>
          </ac:spMkLst>
        </pc:spChg>
        <pc:spChg chg="del">
          <ac:chgData name="Irlan Assidiq" userId="de236b58-34b6-44ed-8347-ed5a26859d6f" providerId="ADAL" clId="{7DA18F00-C1C8-45B8-B431-245BD39695C3}" dt="2025-10-18T05:38:54.109" v="768"/>
          <ac:spMkLst>
            <pc:docMk/>
            <pc:sldMk cId="1243614827" sldId="272"/>
            <ac:spMk id="3" creationId="{35C02070-5BB5-1F90-80F4-87EE71E2F950}"/>
          </ac:spMkLst>
        </pc:spChg>
        <pc:spChg chg="mod">
          <ac:chgData name="Irlan Assidiq" userId="de236b58-34b6-44ed-8347-ed5a26859d6f" providerId="ADAL" clId="{7DA18F00-C1C8-45B8-B431-245BD39695C3}" dt="2025-10-18T05:39:03.723" v="772" actId="403"/>
          <ac:spMkLst>
            <pc:docMk/>
            <pc:sldMk cId="1243614827" sldId="272"/>
            <ac:spMk id="12" creationId="{AE5E0592-6450-435E-4809-87175DF03C77}"/>
          </ac:spMkLst>
        </pc:spChg>
        <pc:spChg chg="mod">
          <ac:chgData name="Irlan Assidiq" userId="de236b58-34b6-44ed-8347-ed5a26859d6f" providerId="ADAL" clId="{7DA18F00-C1C8-45B8-B431-245BD39695C3}" dt="2025-10-18T05:39:03.723" v="772" actId="403"/>
          <ac:spMkLst>
            <pc:docMk/>
            <pc:sldMk cId="1243614827" sldId="272"/>
            <ac:spMk id="15" creationId="{42CF8355-92E3-C620-C2B9-5D2F1CCD14E1}"/>
          </ac:spMkLst>
        </pc:spChg>
        <pc:spChg chg="mod">
          <ac:chgData name="Irlan Assidiq" userId="de236b58-34b6-44ed-8347-ed5a26859d6f" providerId="ADAL" clId="{7DA18F00-C1C8-45B8-B431-245BD39695C3}" dt="2025-10-18T05:39:03.723" v="772" actId="403"/>
          <ac:spMkLst>
            <pc:docMk/>
            <pc:sldMk cId="1243614827" sldId="272"/>
            <ac:spMk id="16" creationId="{68E79690-4E05-C625-3C84-8B87BF20937F}"/>
          </ac:spMkLst>
        </pc:spChg>
        <pc:spChg chg="mod">
          <ac:chgData name="Irlan Assidiq" userId="de236b58-34b6-44ed-8347-ed5a26859d6f" providerId="ADAL" clId="{7DA18F00-C1C8-45B8-B431-245BD39695C3}" dt="2025-10-18T05:39:03.723" v="772" actId="403"/>
          <ac:spMkLst>
            <pc:docMk/>
            <pc:sldMk cId="1243614827" sldId="272"/>
            <ac:spMk id="18" creationId="{9F262227-B6A4-D583-EEA0-66AB7E3CCC9B}"/>
          </ac:spMkLst>
        </pc:spChg>
        <pc:spChg chg="mod">
          <ac:chgData name="Irlan Assidiq" userId="de236b58-34b6-44ed-8347-ed5a26859d6f" providerId="ADAL" clId="{7DA18F00-C1C8-45B8-B431-245BD39695C3}" dt="2025-10-18T05:39:03.723" v="772" actId="403"/>
          <ac:spMkLst>
            <pc:docMk/>
            <pc:sldMk cId="1243614827" sldId="272"/>
            <ac:spMk id="19" creationId="{6A7F0EB2-0BD9-A984-D9A6-9ACD6BF4DE84}"/>
          </ac:spMkLst>
        </pc:spChg>
        <pc:spChg chg="mod">
          <ac:chgData name="Irlan Assidiq" userId="de236b58-34b6-44ed-8347-ed5a26859d6f" providerId="ADAL" clId="{7DA18F00-C1C8-45B8-B431-245BD39695C3}" dt="2025-10-18T05:39:03.723" v="772" actId="403"/>
          <ac:spMkLst>
            <pc:docMk/>
            <pc:sldMk cId="1243614827" sldId="272"/>
            <ac:spMk id="21" creationId="{92AEB3AB-F8DE-5EB7-A196-10072118446D}"/>
          </ac:spMkLst>
        </pc:spChg>
        <pc:spChg chg="mod">
          <ac:chgData name="Irlan Assidiq" userId="de236b58-34b6-44ed-8347-ed5a26859d6f" providerId="ADAL" clId="{7DA18F00-C1C8-45B8-B431-245BD39695C3}" dt="2025-10-18T05:39:03.723" v="772" actId="403"/>
          <ac:spMkLst>
            <pc:docMk/>
            <pc:sldMk cId="1243614827" sldId="272"/>
            <ac:spMk id="23" creationId="{373A4886-8DA2-2936-9BCA-CFFA97F4AC5A}"/>
          </ac:spMkLst>
        </pc:spChg>
        <pc:spChg chg="mod">
          <ac:chgData name="Irlan Assidiq" userId="de236b58-34b6-44ed-8347-ed5a26859d6f" providerId="ADAL" clId="{7DA18F00-C1C8-45B8-B431-245BD39695C3}" dt="2025-10-18T05:39:03.723" v="772" actId="403"/>
          <ac:spMkLst>
            <pc:docMk/>
            <pc:sldMk cId="1243614827" sldId="272"/>
            <ac:spMk id="24" creationId="{A39080D1-20B1-7E3B-B5AA-5F94709CC98B}"/>
          </ac:spMkLst>
        </pc:spChg>
        <pc:spChg chg="mod">
          <ac:chgData name="Irlan Assidiq" userId="de236b58-34b6-44ed-8347-ed5a26859d6f" providerId="ADAL" clId="{7DA18F00-C1C8-45B8-B431-245BD39695C3}" dt="2025-10-18T05:39:03.723" v="772" actId="403"/>
          <ac:spMkLst>
            <pc:docMk/>
            <pc:sldMk cId="1243614827" sldId="272"/>
            <ac:spMk id="25" creationId="{7945F9AE-7BE8-3D3B-6216-535A77CC894C}"/>
          </ac:spMkLst>
        </pc:spChg>
        <pc:spChg chg="mod">
          <ac:chgData name="Irlan Assidiq" userId="de236b58-34b6-44ed-8347-ed5a26859d6f" providerId="ADAL" clId="{7DA18F00-C1C8-45B8-B431-245BD39695C3}" dt="2025-10-18T05:39:03.723" v="772" actId="403"/>
          <ac:spMkLst>
            <pc:docMk/>
            <pc:sldMk cId="1243614827" sldId="272"/>
            <ac:spMk id="34" creationId="{6A255E8B-0775-2EDE-EFAC-7A249CF9DAB1}"/>
          </ac:spMkLst>
        </pc:spChg>
        <pc:picChg chg="add mod">
          <ac:chgData name="Irlan Assidiq" userId="de236b58-34b6-44ed-8347-ed5a26859d6f" providerId="ADAL" clId="{7DA18F00-C1C8-45B8-B431-245BD39695C3}" dt="2025-10-18T05:38:58.349" v="769" actId="26606"/>
          <ac:picMkLst>
            <pc:docMk/>
            <pc:sldMk cId="1243614827" sldId="272"/>
            <ac:picMk id="5" creationId="{372047DB-CEE7-F41B-DBEB-E8433062C4CE}"/>
          </ac:picMkLst>
        </pc:picChg>
      </pc:sldChg>
      <pc:sldChg chg="addSp delSp modSp new mod setBg">
        <pc:chgData name="Irlan Assidiq" userId="de236b58-34b6-44ed-8347-ed5a26859d6f" providerId="ADAL" clId="{7DA18F00-C1C8-45B8-B431-245BD39695C3}" dt="2025-10-18T05:39:19.805" v="780" actId="403"/>
        <pc:sldMkLst>
          <pc:docMk/>
          <pc:sldMk cId="2969631760" sldId="273"/>
        </pc:sldMkLst>
        <pc:spChg chg="del">
          <ac:chgData name="Irlan Assidiq" userId="de236b58-34b6-44ed-8347-ed5a26859d6f" providerId="ADAL" clId="{7DA18F00-C1C8-45B8-B431-245BD39695C3}" dt="2025-10-18T05:39:17.498" v="777" actId="26606"/>
          <ac:spMkLst>
            <pc:docMk/>
            <pc:sldMk cId="2969631760" sldId="273"/>
            <ac:spMk id="2" creationId="{D4D29AD2-C1C3-0693-AE20-0B7B4B5D9A36}"/>
          </ac:spMkLst>
        </pc:spChg>
        <pc:spChg chg="del">
          <ac:chgData name="Irlan Assidiq" userId="de236b58-34b6-44ed-8347-ed5a26859d6f" providerId="ADAL" clId="{7DA18F00-C1C8-45B8-B431-245BD39695C3}" dt="2025-10-18T05:39:16.155" v="776"/>
          <ac:spMkLst>
            <pc:docMk/>
            <pc:sldMk cId="2969631760" sldId="273"/>
            <ac:spMk id="3" creationId="{FD6C92A5-D3C4-59E7-CEF4-EDC24B13DA3E}"/>
          </ac:spMkLst>
        </pc:spChg>
        <pc:spChg chg="mod">
          <ac:chgData name="Irlan Assidiq" userId="de236b58-34b6-44ed-8347-ed5a26859d6f" providerId="ADAL" clId="{7DA18F00-C1C8-45B8-B431-245BD39695C3}" dt="2025-10-18T05:39:19.805" v="780" actId="403"/>
          <ac:spMkLst>
            <pc:docMk/>
            <pc:sldMk cId="2969631760" sldId="273"/>
            <ac:spMk id="8" creationId="{CB889F54-7D5F-F17B-D3DE-F91CF58628B8}"/>
          </ac:spMkLst>
        </pc:spChg>
        <pc:spChg chg="mod">
          <ac:chgData name="Irlan Assidiq" userId="de236b58-34b6-44ed-8347-ed5a26859d6f" providerId="ADAL" clId="{7DA18F00-C1C8-45B8-B431-245BD39695C3}" dt="2025-10-18T05:39:19.805" v="780" actId="403"/>
          <ac:spMkLst>
            <pc:docMk/>
            <pc:sldMk cId="2969631760" sldId="273"/>
            <ac:spMk id="14" creationId="{9B06CD99-7F31-1BB8-B66E-52EC60BDE658}"/>
          </ac:spMkLst>
        </pc:spChg>
        <pc:spChg chg="mod">
          <ac:chgData name="Irlan Assidiq" userId="de236b58-34b6-44ed-8347-ed5a26859d6f" providerId="ADAL" clId="{7DA18F00-C1C8-45B8-B431-245BD39695C3}" dt="2025-10-18T05:39:19.805" v="780" actId="403"/>
          <ac:spMkLst>
            <pc:docMk/>
            <pc:sldMk cId="2969631760" sldId="273"/>
            <ac:spMk id="16" creationId="{73965782-857A-07C5-330C-B199E057C901}"/>
          </ac:spMkLst>
        </pc:spChg>
        <pc:spChg chg="mod">
          <ac:chgData name="Irlan Assidiq" userId="de236b58-34b6-44ed-8347-ed5a26859d6f" providerId="ADAL" clId="{7DA18F00-C1C8-45B8-B431-245BD39695C3}" dt="2025-10-18T05:39:19.805" v="780" actId="403"/>
          <ac:spMkLst>
            <pc:docMk/>
            <pc:sldMk cId="2969631760" sldId="273"/>
            <ac:spMk id="17" creationId="{2B102F94-EF76-58B1-7A3A-DFAF24BA2E6D}"/>
          </ac:spMkLst>
        </pc:spChg>
        <pc:spChg chg="mod">
          <ac:chgData name="Irlan Assidiq" userId="de236b58-34b6-44ed-8347-ed5a26859d6f" providerId="ADAL" clId="{7DA18F00-C1C8-45B8-B431-245BD39695C3}" dt="2025-10-18T05:39:19.805" v="780" actId="403"/>
          <ac:spMkLst>
            <pc:docMk/>
            <pc:sldMk cId="2969631760" sldId="273"/>
            <ac:spMk id="20" creationId="{93C2628A-8787-CE5F-1B3B-E915ADC60F0E}"/>
          </ac:spMkLst>
        </pc:spChg>
        <pc:spChg chg="mod">
          <ac:chgData name="Irlan Assidiq" userId="de236b58-34b6-44ed-8347-ed5a26859d6f" providerId="ADAL" clId="{7DA18F00-C1C8-45B8-B431-245BD39695C3}" dt="2025-10-18T05:39:19.805" v="780" actId="403"/>
          <ac:spMkLst>
            <pc:docMk/>
            <pc:sldMk cId="2969631760" sldId="273"/>
            <ac:spMk id="24" creationId="{97C5AF57-1D84-9F31-628F-D3E64621BA75}"/>
          </ac:spMkLst>
        </pc:spChg>
        <pc:spChg chg="mod">
          <ac:chgData name="Irlan Assidiq" userId="de236b58-34b6-44ed-8347-ed5a26859d6f" providerId="ADAL" clId="{7DA18F00-C1C8-45B8-B431-245BD39695C3}" dt="2025-10-18T05:39:19.805" v="780" actId="403"/>
          <ac:spMkLst>
            <pc:docMk/>
            <pc:sldMk cId="2969631760" sldId="273"/>
            <ac:spMk id="27" creationId="{77500E05-D7E4-5347-88DC-808AE824293A}"/>
          </ac:spMkLst>
        </pc:spChg>
        <pc:spChg chg="mod">
          <ac:chgData name="Irlan Assidiq" userId="de236b58-34b6-44ed-8347-ed5a26859d6f" providerId="ADAL" clId="{7DA18F00-C1C8-45B8-B431-245BD39695C3}" dt="2025-10-18T05:39:19.805" v="780" actId="403"/>
          <ac:spMkLst>
            <pc:docMk/>
            <pc:sldMk cId="2969631760" sldId="273"/>
            <ac:spMk id="30" creationId="{F74D4050-C87C-C5E1-2577-41ECADF3B07F}"/>
          </ac:spMkLst>
        </pc:spChg>
        <pc:spChg chg="mod">
          <ac:chgData name="Irlan Assidiq" userId="de236b58-34b6-44ed-8347-ed5a26859d6f" providerId="ADAL" clId="{7DA18F00-C1C8-45B8-B431-245BD39695C3}" dt="2025-10-18T05:39:19.805" v="780" actId="403"/>
          <ac:spMkLst>
            <pc:docMk/>
            <pc:sldMk cId="2969631760" sldId="273"/>
            <ac:spMk id="31" creationId="{8B43146F-F2B0-E630-39C8-CA1D0C5ABC44}"/>
          </ac:spMkLst>
        </pc:spChg>
        <pc:spChg chg="mod">
          <ac:chgData name="Irlan Assidiq" userId="de236b58-34b6-44ed-8347-ed5a26859d6f" providerId="ADAL" clId="{7DA18F00-C1C8-45B8-B431-245BD39695C3}" dt="2025-10-18T05:39:19.805" v="780" actId="403"/>
          <ac:spMkLst>
            <pc:docMk/>
            <pc:sldMk cId="2969631760" sldId="273"/>
            <ac:spMk id="32" creationId="{59FE5B59-CFEA-E218-0CE0-1A52D326977D}"/>
          </ac:spMkLst>
        </pc:spChg>
        <pc:picChg chg="add mod">
          <ac:chgData name="Irlan Assidiq" userId="de236b58-34b6-44ed-8347-ed5a26859d6f" providerId="ADAL" clId="{7DA18F00-C1C8-45B8-B431-245BD39695C3}" dt="2025-10-18T05:39:17.498" v="777" actId="26606"/>
          <ac:picMkLst>
            <pc:docMk/>
            <pc:sldMk cId="2969631760" sldId="273"/>
            <ac:picMk id="5" creationId="{AD8189C8-F124-DAB3-9937-6579FA6CD9B1}"/>
          </ac:picMkLst>
        </pc:picChg>
      </pc:sldChg>
    </pc:docChg>
  </pc:docChgLst>
  <pc:docChgLst>
    <pc:chgData name="Irlan Assidiq" userId="de236b58-34b6-44ed-8347-ed5a26859d6f" providerId="ADAL" clId="{811CB7F5-621D-4205-A112-58CCCCCDE698}"/>
    <pc:docChg chg="undo redo custSel addSld delSld modSld">
      <pc:chgData name="Irlan Assidiq" userId="de236b58-34b6-44ed-8347-ed5a26859d6f" providerId="ADAL" clId="{811CB7F5-621D-4205-A112-58CCCCCDE698}" dt="2025-10-14T07:02:38.190" v="176" actId="1038"/>
      <pc:docMkLst>
        <pc:docMk/>
      </pc:docMkLst>
      <pc:sldChg chg="modSp new mod">
        <pc:chgData name="Irlan Assidiq" userId="de236b58-34b6-44ed-8347-ed5a26859d6f" providerId="ADAL" clId="{811CB7F5-621D-4205-A112-58CCCCCDE698}" dt="2025-10-14T06:39:17.089" v="103" actId="20577"/>
        <pc:sldMkLst>
          <pc:docMk/>
          <pc:sldMk cId="3087990934" sldId="256"/>
        </pc:sldMkLst>
        <pc:spChg chg="mod">
          <ac:chgData name="Irlan Assidiq" userId="de236b58-34b6-44ed-8347-ed5a26859d6f" providerId="ADAL" clId="{811CB7F5-621D-4205-A112-58CCCCCDE698}" dt="2025-10-14T06:38:51.663" v="38" actId="20577"/>
          <ac:spMkLst>
            <pc:docMk/>
            <pc:sldMk cId="3087990934" sldId="256"/>
            <ac:spMk id="2" creationId="{533FE22B-1CB6-AA05-92E9-19BF7B238167}"/>
          </ac:spMkLst>
        </pc:spChg>
        <pc:spChg chg="mod">
          <ac:chgData name="Irlan Assidiq" userId="de236b58-34b6-44ed-8347-ed5a26859d6f" providerId="ADAL" clId="{811CB7F5-621D-4205-A112-58CCCCCDE698}" dt="2025-10-14T06:39:17.089" v="103" actId="20577"/>
          <ac:spMkLst>
            <pc:docMk/>
            <pc:sldMk cId="3087990934" sldId="256"/>
            <ac:spMk id="3" creationId="{10E773E9-A149-1C30-EEF9-59D9C3F475F6}"/>
          </ac:spMkLst>
        </pc:spChg>
      </pc:sldChg>
      <pc:sldChg chg="addSp delSp modSp new mod setBg">
        <pc:chgData name="Irlan Assidiq" userId="de236b58-34b6-44ed-8347-ed5a26859d6f" providerId="ADAL" clId="{811CB7F5-621D-4205-A112-58CCCCCDE698}" dt="2025-10-14T06:46:40.602" v="143" actId="478"/>
        <pc:sldMkLst>
          <pc:docMk/>
          <pc:sldMk cId="2625697523" sldId="257"/>
        </pc:sldMkLst>
      </pc:sldChg>
      <pc:sldChg chg="add del">
        <pc:chgData name="Irlan Assidiq" userId="de236b58-34b6-44ed-8347-ed5a26859d6f" providerId="ADAL" clId="{811CB7F5-621D-4205-A112-58CCCCCDE698}" dt="2025-10-14T06:46:26.449" v="141" actId="2890"/>
        <pc:sldMkLst>
          <pc:docMk/>
          <pc:sldMk cId="607545143" sldId="258"/>
        </pc:sldMkLst>
      </pc:sldChg>
      <pc:sldChg chg="addSp delSp modSp new del mod">
        <pc:chgData name="Irlan Assidiq" userId="de236b58-34b6-44ed-8347-ed5a26859d6f" providerId="ADAL" clId="{811CB7F5-621D-4205-A112-58CCCCCDE698}" dt="2025-10-14T06:45:50.702" v="139" actId="2696"/>
        <pc:sldMkLst>
          <pc:docMk/>
          <pc:sldMk cId="2973311063" sldId="258"/>
        </pc:sldMkLst>
      </pc:sldChg>
      <pc:sldChg chg="addSp delSp modSp new mod setBg">
        <pc:chgData name="Irlan Assidiq" userId="de236b58-34b6-44ed-8347-ed5a26859d6f" providerId="ADAL" clId="{811CB7F5-621D-4205-A112-58CCCCCDE698}" dt="2025-10-14T07:02:38.190" v="176" actId="1038"/>
        <pc:sldMkLst>
          <pc:docMk/>
          <pc:sldMk cId="3373553320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A9CD-95EE-C703-D834-E8C272A90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51506A-5715-A7A7-C819-B5C3EA51B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C3AE2-B46F-113C-480F-B9DB627BF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A7C3-57F1-E20E-5B84-1A160518A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2233F-B49A-4421-268C-5B99D536C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89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0947B-E13F-516E-44EF-2FD670EAC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97FC6-BDA3-B132-668C-D4F200A3D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E39B1-F0AD-4D53-215D-0547765A6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37433-8347-FF02-9634-79BD99F7D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B494A-3E2D-6862-BEE9-C8F460BA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47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F839-8470-B6FC-B968-7E7F5B86E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25C1E-89E5-8FB3-AEB3-C6A599E38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6331B-4E5F-4D80-779F-3505A7686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F22A8-D44F-213A-A0B6-ACAB27D1E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D94DE-58C6-6EF6-680B-026811440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146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200EE-AD86-AFF1-AFDA-958F1CDF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A8700-4C7A-457B-084B-0B50BBDEC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E87E7-A6AE-AE44-E96A-90EE190BF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264F4-211C-59B2-B932-AB5DE3283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1ABF4-1E62-19DF-E45E-112A72B48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D8D4E-A980-742F-77A7-24F5B40F8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49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B94ED-6D4D-289D-D587-4C0D024B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E8BCC-E56C-B3B8-D214-B0F785AAC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609B9-B9CD-2018-3085-91D71881D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13DBC-3BBC-0E67-F80B-12DBB9E5A4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C776A2-7014-2333-E339-5B826CF181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E432AA-1217-2F1E-12A6-1726E4581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B12A81-E4D9-2390-31CC-3689BAD7E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30026B-9A4F-5E9E-19F2-4ADA069FB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386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E1BB-5A3E-6AC5-B937-29D1F9211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F00CCB-9287-33E2-5F92-545EADF1F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0EDDF-D223-CF91-C4E3-28EC07727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8C6D8A-C884-0B29-1EF7-181FED64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93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3487B8-EFE2-2B6D-69B0-2906165E2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1EE925-7080-EECC-8FA1-A64D15A83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E8C55-405C-7108-F264-7D9A0B54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05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4E992-2CF7-E3D5-F853-28E007FA6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48647-B934-FAEA-8049-7E2DE4334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9BC48-00B7-77EE-64E5-D71803B77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419D7-B95E-15BC-E855-852DBB48A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900B3-508A-7A9F-A137-330A9FEC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74196-CC6F-4DA8-F9DB-3D2A8475B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802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A6CE6-11C2-4CCB-A232-9B1ECAC7F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DE1E4C-A775-8C3C-4B6E-93BC5D8931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16736-7EB9-5D81-9978-F0B3BA2D7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68232-82A3-0D0B-63CA-F9F3AB55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44865-4E8F-18EF-250A-ABF49C54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3625B-9345-E6BD-1454-29E2D8112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11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6DE87-E64B-A391-4CC6-E235E6FA5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06C44-A15F-1950-2C75-2D1808BFD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95E20-012C-6EB5-3FDC-518FA720F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CA1F8-0473-EAA9-2C3D-22D32C26B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BE23B-A6BF-639F-536A-15696D413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20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A8C8AE-279E-7DDD-C13A-0A7DCDCA5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62E3F9-6C1F-E77A-E966-F8A1DA500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2E0EE-8D3A-0EA4-E138-703E2CFDC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4B4ED-0CAB-1D9C-EB11-6F8FC85C1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9ABC2-5F85-4B0F-B782-AE5BE352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501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25BBF0-62D0-1B3B-F710-A54623968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5DF2F-2A61-D7BA-BED2-2002D91F1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CBBE8-668A-9048-A71C-1FEEF57EDB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11D27-04FD-27BA-F3CF-52FE42CFB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60FFF-5EC2-FBC4-CCEE-508CA988B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3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E22B-1CB6-AA05-92E9-19BF7B2381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Perikanan</a:t>
            </a:r>
            <a:r>
              <a:rPr lang="en-US" dirty="0"/>
              <a:t> </a:t>
            </a:r>
            <a:r>
              <a:rPr lang="en-US" dirty="0" err="1"/>
              <a:t>Ngapatowa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E773E9-A149-1C30-EEF9-59D9C3F475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dirty="0"/>
              <a:t>Total landings</a:t>
            </a:r>
          </a:p>
          <a:p>
            <a:pPr marL="457200" indent="-457200">
              <a:buAutoNum type="arabicPeriod"/>
            </a:pPr>
            <a:r>
              <a:rPr lang="en-US" dirty="0"/>
              <a:t>CPUE</a:t>
            </a:r>
          </a:p>
          <a:p>
            <a:pPr marL="457200" indent="-457200">
              <a:buAutoNum type="arabicPeriod"/>
            </a:pPr>
            <a:r>
              <a:rPr lang="en-US" dirty="0"/>
              <a:t>Size Structure</a:t>
            </a:r>
          </a:p>
        </p:txBody>
      </p:sp>
    </p:spTree>
    <p:extLst>
      <p:ext uri="{BB962C8B-B14F-4D97-AF65-F5344CB8AC3E}">
        <p14:creationId xmlns:p14="http://schemas.microsoft.com/office/powerpoint/2010/main" val="3087990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2">
            <a:extLst>
              <a:ext uri="{FF2B5EF4-FFF2-40B4-BE49-F238E27FC236}">
                <a16:creationId xmlns:a16="http://schemas.microsoft.com/office/drawing/2014/main" id="{29C6FFC6-95A8-C397-3FD5-CC135EA2829F}"/>
              </a:ext>
            </a:extLst>
          </p:cNvPr>
          <p:cNvGrpSpPr/>
          <p:nvPr/>
        </p:nvGrpSpPr>
        <p:grpSpPr>
          <a:xfrm>
            <a:off x="961062" y="612426"/>
            <a:ext cx="10221218" cy="5602107"/>
            <a:chOff x="961062" y="612426"/>
            <a:chExt cx="10221218" cy="5602107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2FEDBB9-243F-010A-8C6A-00E870F2E5F7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36952E4-AD27-F13F-3574-2335628F4526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3032898D-6278-A2DA-FEBE-3964365540A0}"/>
                </a:ext>
              </a:extLst>
            </p:cNvPr>
            <p:cNvGrpSpPr/>
            <p:nvPr/>
          </p:nvGrpSpPr>
          <p:grpSpPr>
            <a:xfrm>
              <a:off x="1553527" y="971481"/>
              <a:ext cx="9568141" cy="4805204"/>
              <a:chOff x="1553527" y="971481"/>
              <a:chExt cx="9568141" cy="4805204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FC2995B-3FDB-4961-6E08-81A5A0E137BD}"/>
                  </a:ext>
                </a:extLst>
              </p:cNvPr>
              <p:cNvSpPr/>
              <p:nvPr/>
            </p:nvSpPr>
            <p:spPr>
              <a:xfrm>
                <a:off x="1553527" y="971481"/>
                <a:ext cx="9568141" cy="4805204"/>
              </a:xfrm>
              <a:custGeom>
                <a:avLst/>
                <a:gdLst>
                  <a:gd name="connsiteX0" fmla="*/ 0 w 9568141"/>
                  <a:gd name="connsiteY0" fmla="*/ 0 h 4805204"/>
                  <a:gd name="connsiteX1" fmla="*/ 9568142 w 9568141"/>
                  <a:gd name="connsiteY1" fmla="*/ 0 h 4805204"/>
                  <a:gd name="connsiteX2" fmla="*/ 9568142 w 9568141"/>
                  <a:gd name="connsiteY2" fmla="*/ 4805204 h 4805204"/>
                  <a:gd name="connsiteX3" fmla="*/ 0 w 956814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68141" h="4805204">
                    <a:moveTo>
                      <a:pt x="0" y="0"/>
                    </a:moveTo>
                    <a:lnTo>
                      <a:pt x="9568142" y="0"/>
                    </a:lnTo>
                    <a:lnTo>
                      <a:pt x="956814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ECF1D022-918B-E527-3E77-ACB22B824F7B}"/>
                  </a:ext>
                </a:extLst>
              </p:cNvPr>
              <p:cNvSpPr/>
              <p:nvPr/>
            </p:nvSpPr>
            <p:spPr>
              <a:xfrm>
                <a:off x="2305131" y="971481"/>
                <a:ext cx="8381660" cy="4805204"/>
              </a:xfrm>
              <a:custGeom>
                <a:avLst/>
                <a:gdLst>
                  <a:gd name="connsiteX0" fmla="*/ 0 w 8381660"/>
                  <a:gd name="connsiteY0" fmla="*/ 2319195 h 4805204"/>
                  <a:gd name="connsiteX1" fmla="*/ 106176 w 8381660"/>
                  <a:gd name="connsiteY1" fmla="*/ 2229168 h 4805204"/>
                  <a:gd name="connsiteX2" fmla="*/ 212246 w 8381660"/>
                  <a:gd name="connsiteY2" fmla="*/ 2051127 h 4805204"/>
                  <a:gd name="connsiteX3" fmla="*/ 318316 w 8381660"/>
                  <a:gd name="connsiteY3" fmla="*/ 1772468 h 4805204"/>
                  <a:gd name="connsiteX4" fmla="*/ 424387 w 8381660"/>
                  <a:gd name="connsiteY4" fmla="*/ 1505671 h 4805204"/>
                  <a:gd name="connsiteX5" fmla="*/ 530457 w 8381660"/>
                  <a:gd name="connsiteY5" fmla="*/ 1344258 h 4805204"/>
                  <a:gd name="connsiteX6" fmla="*/ 636633 w 8381660"/>
                  <a:gd name="connsiteY6" fmla="*/ 1311319 h 4805204"/>
                  <a:gd name="connsiteX7" fmla="*/ 742703 w 8381660"/>
                  <a:gd name="connsiteY7" fmla="*/ 1377303 h 4805204"/>
                  <a:gd name="connsiteX8" fmla="*/ 848773 w 8381660"/>
                  <a:gd name="connsiteY8" fmla="*/ 1484594 h 4805204"/>
                  <a:gd name="connsiteX9" fmla="*/ 954843 w 8381660"/>
                  <a:gd name="connsiteY9" fmla="*/ 1365335 h 4805204"/>
                  <a:gd name="connsiteX10" fmla="*/ 1061019 w 8381660"/>
                  <a:gd name="connsiteY10" fmla="*/ 1211442 h 4805204"/>
                  <a:gd name="connsiteX11" fmla="*/ 1167090 w 8381660"/>
                  <a:gd name="connsiteY11" fmla="*/ 1077567 h 4805204"/>
                  <a:gd name="connsiteX12" fmla="*/ 1273160 w 8381660"/>
                  <a:gd name="connsiteY12" fmla="*/ 1032766 h 4805204"/>
                  <a:gd name="connsiteX13" fmla="*/ 1379230 w 8381660"/>
                  <a:gd name="connsiteY13" fmla="*/ 1148847 h 4805204"/>
                  <a:gd name="connsiteX14" fmla="*/ 1485406 w 8381660"/>
                  <a:gd name="connsiteY14" fmla="*/ 1268954 h 4805204"/>
                  <a:gd name="connsiteX15" fmla="*/ 1591476 w 8381660"/>
                  <a:gd name="connsiteY15" fmla="*/ 1524206 h 4805204"/>
                  <a:gd name="connsiteX16" fmla="*/ 1697546 w 8381660"/>
                  <a:gd name="connsiteY16" fmla="*/ 1817058 h 4805204"/>
                  <a:gd name="connsiteX17" fmla="*/ 1803616 w 8381660"/>
                  <a:gd name="connsiteY17" fmla="*/ 2008868 h 4805204"/>
                  <a:gd name="connsiteX18" fmla="*/ 1909793 w 8381660"/>
                  <a:gd name="connsiteY18" fmla="*/ 2194640 h 4805204"/>
                  <a:gd name="connsiteX19" fmla="*/ 2015862 w 8381660"/>
                  <a:gd name="connsiteY19" fmla="*/ 2356795 h 4805204"/>
                  <a:gd name="connsiteX20" fmla="*/ 2121933 w 8381660"/>
                  <a:gd name="connsiteY20" fmla="*/ 2443114 h 4805204"/>
                  <a:gd name="connsiteX21" fmla="*/ 2228003 w 8381660"/>
                  <a:gd name="connsiteY21" fmla="*/ 2493529 h 4805204"/>
                  <a:gd name="connsiteX22" fmla="*/ 2334179 w 8381660"/>
                  <a:gd name="connsiteY22" fmla="*/ 2511852 h 4805204"/>
                  <a:gd name="connsiteX23" fmla="*/ 2440249 w 8381660"/>
                  <a:gd name="connsiteY23" fmla="*/ 2498083 h 4805204"/>
                  <a:gd name="connsiteX24" fmla="*/ 2546319 w 8381660"/>
                  <a:gd name="connsiteY24" fmla="*/ 2471605 h 4805204"/>
                  <a:gd name="connsiteX25" fmla="*/ 2652389 w 8381660"/>
                  <a:gd name="connsiteY25" fmla="*/ 2461649 h 4805204"/>
                  <a:gd name="connsiteX26" fmla="*/ 2758565 w 8381660"/>
                  <a:gd name="connsiteY26" fmla="*/ 2465038 h 4805204"/>
                  <a:gd name="connsiteX27" fmla="*/ 2864636 w 8381660"/>
                  <a:gd name="connsiteY27" fmla="*/ 2454024 h 4805204"/>
                  <a:gd name="connsiteX28" fmla="*/ 2970706 w 8381660"/>
                  <a:gd name="connsiteY28" fmla="*/ 2427968 h 4805204"/>
                  <a:gd name="connsiteX29" fmla="*/ 3076776 w 8381660"/>
                  <a:gd name="connsiteY29" fmla="*/ 2385391 h 4805204"/>
                  <a:gd name="connsiteX30" fmla="*/ 3182952 w 8381660"/>
                  <a:gd name="connsiteY30" fmla="*/ 2324703 h 4805204"/>
                  <a:gd name="connsiteX31" fmla="*/ 3289022 w 8381660"/>
                  <a:gd name="connsiteY31" fmla="*/ 2245055 h 4805204"/>
                  <a:gd name="connsiteX32" fmla="*/ 3395092 w 8381660"/>
                  <a:gd name="connsiteY32" fmla="*/ 2147721 h 4805204"/>
                  <a:gd name="connsiteX33" fmla="*/ 3501163 w 8381660"/>
                  <a:gd name="connsiteY33" fmla="*/ 2036935 h 4805204"/>
                  <a:gd name="connsiteX34" fmla="*/ 3607339 w 8381660"/>
                  <a:gd name="connsiteY34" fmla="*/ 1920535 h 4805204"/>
                  <a:gd name="connsiteX35" fmla="*/ 3713409 w 8381660"/>
                  <a:gd name="connsiteY35" fmla="*/ 1809008 h 4805204"/>
                  <a:gd name="connsiteX36" fmla="*/ 3819479 w 8381660"/>
                  <a:gd name="connsiteY36" fmla="*/ 1714215 h 4805204"/>
                  <a:gd name="connsiteX37" fmla="*/ 3925549 w 8381660"/>
                  <a:gd name="connsiteY37" fmla="*/ 1648972 h 4805204"/>
                  <a:gd name="connsiteX38" fmla="*/ 4031725 w 8381660"/>
                  <a:gd name="connsiteY38" fmla="*/ 1624930 h 4805204"/>
                  <a:gd name="connsiteX39" fmla="*/ 4137795 w 8381660"/>
                  <a:gd name="connsiteY39" fmla="*/ 1645265 h 4805204"/>
                  <a:gd name="connsiteX40" fmla="*/ 4243866 w 8381660"/>
                  <a:gd name="connsiteY40" fmla="*/ 1693880 h 4805204"/>
                  <a:gd name="connsiteX41" fmla="*/ 4349936 w 8381660"/>
                  <a:gd name="connsiteY41" fmla="*/ 1753297 h 4805204"/>
                  <a:gd name="connsiteX42" fmla="*/ 4456112 w 8381660"/>
                  <a:gd name="connsiteY42" fmla="*/ 1809008 h 4805204"/>
                  <a:gd name="connsiteX43" fmla="*/ 4562182 w 8381660"/>
                  <a:gd name="connsiteY43" fmla="*/ 1850632 h 4805204"/>
                  <a:gd name="connsiteX44" fmla="*/ 4668252 w 8381660"/>
                  <a:gd name="connsiteY44" fmla="*/ 1872768 h 4805204"/>
                  <a:gd name="connsiteX45" fmla="*/ 4774322 w 8381660"/>
                  <a:gd name="connsiteY45" fmla="*/ 1891515 h 4805204"/>
                  <a:gd name="connsiteX46" fmla="*/ 4880498 w 8381660"/>
                  <a:gd name="connsiteY46" fmla="*/ 1905919 h 4805204"/>
                  <a:gd name="connsiteX47" fmla="*/ 4986569 w 8381660"/>
                  <a:gd name="connsiteY47" fmla="*/ 1909203 h 4805204"/>
                  <a:gd name="connsiteX48" fmla="*/ 5092638 w 8381660"/>
                  <a:gd name="connsiteY48" fmla="*/ 1899141 h 4805204"/>
                  <a:gd name="connsiteX49" fmla="*/ 5198709 w 8381660"/>
                  <a:gd name="connsiteY49" fmla="*/ 1877746 h 4805204"/>
                  <a:gd name="connsiteX50" fmla="*/ 5304885 w 8381660"/>
                  <a:gd name="connsiteY50" fmla="*/ 1850103 h 4805204"/>
                  <a:gd name="connsiteX51" fmla="*/ 5410955 w 8381660"/>
                  <a:gd name="connsiteY51" fmla="*/ 1822459 h 4805204"/>
                  <a:gd name="connsiteX52" fmla="*/ 5517025 w 8381660"/>
                  <a:gd name="connsiteY52" fmla="*/ 1796299 h 4805204"/>
                  <a:gd name="connsiteX53" fmla="*/ 5623095 w 8381660"/>
                  <a:gd name="connsiteY53" fmla="*/ 1769926 h 4805204"/>
                  <a:gd name="connsiteX54" fmla="*/ 5729271 w 8381660"/>
                  <a:gd name="connsiteY54" fmla="*/ 1742388 h 4805204"/>
                  <a:gd name="connsiteX55" fmla="*/ 5835342 w 8381660"/>
                  <a:gd name="connsiteY55" fmla="*/ 1714639 h 4805204"/>
                  <a:gd name="connsiteX56" fmla="*/ 5941412 w 8381660"/>
                  <a:gd name="connsiteY56" fmla="*/ 1686360 h 4805204"/>
                  <a:gd name="connsiteX57" fmla="*/ 6047482 w 8381660"/>
                  <a:gd name="connsiteY57" fmla="*/ 1657022 h 4805204"/>
                  <a:gd name="connsiteX58" fmla="*/ 6153658 w 8381660"/>
                  <a:gd name="connsiteY58" fmla="*/ 1626095 h 4805204"/>
                  <a:gd name="connsiteX59" fmla="*/ 6259728 w 8381660"/>
                  <a:gd name="connsiteY59" fmla="*/ 1593050 h 4805204"/>
                  <a:gd name="connsiteX60" fmla="*/ 6365798 w 8381660"/>
                  <a:gd name="connsiteY60" fmla="*/ 1557357 h 4805204"/>
                  <a:gd name="connsiteX61" fmla="*/ 6471868 w 8381660"/>
                  <a:gd name="connsiteY61" fmla="*/ 1518486 h 4805204"/>
                  <a:gd name="connsiteX62" fmla="*/ 6578045 w 8381660"/>
                  <a:gd name="connsiteY62" fmla="*/ 1476015 h 4805204"/>
                  <a:gd name="connsiteX63" fmla="*/ 6684114 w 8381660"/>
                  <a:gd name="connsiteY63" fmla="*/ 1429413 h 4805204"/>
                  <a:gd name="connsiteX64" fmla="*/ 6790185 w 8381660"/>
                  <a:gd name="connsiteY64" fmla="*/ 1378468 h 4805204"/>
                  <a:gd name="connsiteX65" fmla="*/ 6896255 w 8381660"/>
                  <a:gd name="connsiteY65" fmla="*/ 1322864 h 4805204"/>
                  <a:gd name="connsiteX66" fmla="*/ 7002325 w 8381660"/>
                  <a:gd name="connsiteY66" fmla="*/ 1262387 h 4805204"/>
                  <a:gd name="connsiteX67" fmla="*/ 7108501 w 8381660"/>
                  <a:gd name="connsiteY67" fmla="*/ 1196932 h 4805204"/>
                  <a:gd name="connsiteX68" fmla="*/ 7214571 w 8381660"/>
                  <a:gd name="connsiteY68" fmla="*/ 1126288 h 4805204"/>
                  <a:gd name="connsiteX69" fmla="*/ 7320641 w 8381660"/>
                  <a:gd name="connsiteY69" fmla="*/ 1050453 h 4805204"/>
                  <a:gd name="connsiteX70" fmla="*/ 7426711 w 8381660"/>
                  <a:gd name="connsiteY70" fmla="*/ 969323 h 4805204"/>
                  <a:gd name="connsiteX71" fmla="*/ 7532888 w 8381660"/>
                  <a:gd name="connsiteY71" fmla="*/ 882898 h 4805204"/>
                  <a:gd name="connsiteX72" fmla="*/ 7638958 w 8381660"/>
                  <a:gd name="connsiteY72" fmla="*/ 791176 h 4805204"/>
                  <a:gd name="connsiteX73" fmla="*/ 7745028 w 8381660"/>
                  <a:gd name="connsiteY73" fmla="*/ 694053 h 4805204"/>
                  <a:gd name="connsiteX74" fmla="*/ 7851098 w 8381660"/>
                  <a:gd name="connsiteY74" fmla="*/ 591741 h 4805204"/>
                  <a:gd name="connsiteX75" fmla="*/ 7957274 w 8381660"/>
                  <a:gd name="connsiteY75" fmla="*/ 484026 h 4805204"/>
                  <a:gd name="connsiteX76" fmla="*/ 8063344 w 8381660"/>
                  <a:gd name="connsiteY76" fmla="*/ 371016 h 4805204"/>
                  <a:gd name="connsiteX77" fmla="*/ 8169415 w 8381660"/>
                  <a:gd name="connsiteY77" fmla="*/ 252604 h 4805204"/>
                  <a:gd name="connsiteX78" fmla="*/ 8275484 w 8381660"/>
                  <a:gd name="connsiteY78" fmla="*/ 129003 h 4805204"/>
                  <a:gd name="connsiteX79" fmla="*/ 8381661 w 8381660"/>
                  <a:gd name="connsiteY79" fmla="*/ 0 h 4805204"/>
                  <a:gd name="connsiteX80" fmla="*/ 8381661 w 8381660"/>
                  <a:gd name="connsiteY80" fmla="*/ 4805204 h 4805204"/>
                  <a:gd name="connsiteX81" fmla="*/ 8275484 w 8381660"/>
                  <a:gd name="connsiteY81" fmla="*/ 4805204 h 4805204"/>
                  <a:gd name="connsiteX82" fmla="*/ 8169415 w 8381660"/>
                  <a:gd name="connsiteY82" fmla="*/ 4805204 h 4805204"/>
                  <a:gd name="connsiteX83" fmla="*/ 8063344 w 8381660"/>
                  <a:gd name="connsiteY83" fmla="*/ 4805204 h 4805204"/>
                  <a:gd name="connsiteX84" fmla="*/ 7957274 w 8381660"/>
                  <a:gd name="connsiteY84" fmla="*/ 4805204 h 4805204"/>
                  <a:gd name="connsiteX85" fmla="*/ 7851098 w 8381660"/>
                  <a:gd name="connsiteY85" fmla="*/ 4805204 h 4805204"/>
                  <a:gd name="connsiteX86" fmla="*/ 7745028 w 8381660"/>
                  <a:gd name="connsiteY86" fmla="*/ 4805204 h 4805204"/>
                  <a:gd name="connsiteX87" fmla="*/ 7638958 w 8381660"/>
                  <a:gd name="connsiteY87" fmla="*/ 4671435 h 4805204"/>
                  <a:gd name="connsiteX88" fmla="*/ 7532888 w 8381660"/>
                  <a:gd name="connsiteY88" fmla="*/ 4522732 h 4805204"/>
                  <a:gd name="connsiteX89" fmla="*/ 7426711 w 8381660"/>
                  <a:gd name="connsiteY89" fmla="*/ 4382502 h 4805204"/>
                  <a:gd name="connsiteX90" fmla="*/ 7320641 w 8381660"/>
                  <a:gd name="connsiteY90" fmla="*/ 4250746 h 4805204"/>
                  <a:gd name="connsiteX91" fmla="*/ 7214571 w 8381660"/>
                  <a:gd name="connsiteY91" fmla="*/ 4127780 h 4805204"/>
                  <a:gd name="connsiteX92" fmla="*/ 7108501 w 8381660"/>
                  <a:gd name="connsiteY92" fmla="*/ 4013499 h 4805204"/>
                  <a:gd name="connsiteX93" fmla="*/ 7002325 w 8381660"/>
                  <a:gd name="connsiteY93" fmla="*/ 3908114 h 4805204"/>
                  <a:gd name="connsiteX94" fmla="*/ 6896255 w 8381660"/>
                  <a:gd name="connsiteY94" fmla="*/ 3811627 h 4805204"/>
                  <a:gd name="connsiteX95" fmla="*/ 6790185 w 8381660"/>
                  <a:gd name="connsiteY95" fmla="*/ 3723930 h 4805204"/>
                  <a:gd name="connsiteX96" fmla="*/ 6684114 w 8381660"/>
                  <a:gd name="connsiteY96" fmla="*/ 3645024 h 4805204"/>
                  <a:gd name="connsiteX97" fmla="*/ 6578045 w 8381660"/>
                  <a:gd name="connsiteY97" fmla="*/ 3574803 h 4805204"/>
                  <a:gd name="connsiteX98" fmla="*/ 6471868 w 8381660"/>
                  <a:gd name="connsiteY98" fmla="*/ 3512950 h 4805204"/>
                  <a:gd name="connsiteX99" fmla="*/ 6365798 w 8381660"/>
                  <a:gd name="connsiteY99" fmla="*/ 3459251 h 4805204"/>
                  <a:gd name="connsiteX100" fmla="*/ 6259728 w 8381660"/>
                  <a:gd name="connsiteY100" fmla="*/ 3413497 h 4805204"/>
                  <a:gd name="connsiteX101" fmla="*/ 6153658 w 8381660"/>
                  <a:gd name="connsiteY101" fmla="*/ 3375156 h 4805204"/>
                  <a:gd name="connsiteX102" fmla="*/ 6047482 w 8381660"/>
                  <a:gd name="connsiteY102" fmla="*/ 3343911 h 4805204"/>
                  <a:gd name="connsiteX103" fmla="*/ 5941412 w 8381660"/>
                  <a:gd name="connsiteY103" fmla="*/ 3319339 h 4805204"/>
                  <a:gd name="connsiteX104" fmla="*/ 5835342 w 8381660"/>
                  <a:gd name="connsiteY104" fmla="*/ 3301016 h 4805204"/>
                  <a:gd name="connsiteX105" fmla="*/ 5729271 w 8381660"/>
                  <a:gd name="connsiteY105" fmla="*/ 3288624 h 4805204"/>
                  <a:gd name="connsiteX106" fmla="*/ 5623095 w 8381660"/>
                  <a:gd name="connsiteY106" fmla="*/ 3281952 h 4805204"/>
                  <a:gd name="connsiteX107" fmla="*/ 5517025 w 8381660"/>
                  <a:gd name="connsiteY107" fmla="*/ 3279728 h 4805204"/>
                  <a:gd name="connsiteX108" fmla="*/ 5410955 w 8381660"/>
                  <a:gd name="connsiteY108" fmla="*/ 3281846 h 4805204"/>
                  <a:gd name="connsiteX109" fmla="*/ 5304885 w 8381660"/>
                  <a:gd name="connsiteY109" fmla="*/ 3290107 h 4805204"/>
                  <a:gd name="connsiteX110" fmla="*/ 5198709 w 8381660"/>
                  <a:gd name="connsiteY110" fmla="*/ 3300593 h 4805204"/>
                  <a:gd name="connsiteX111" fmla="*/ 5092638 w 8381660"/>
                  <a:gd name="connsiteY111" fmla="*/ 3312667 h 4805204"/>
                  <a:gd name="connsiteX112" fmla="*/ 4986569 w 8381660"/>
                  <a:gd name="connsiteY112" fmla="*/ 3332578 h 4805204"/>
                  <a:gd name="connsiteX113" fmla="*/ 4880498 w 8381660"/>
                  <a:gd name="connsiteY113" fmla="*/ 3363293 h 4805204"/>
                  <a:gd name="connsiteX114" fmla="*/ 4774322 w 8381660"/>
                  <a:gd name="connsiteY114" fmla="*/ 3403011 h 4805204"/>
                  <a:gd name="connsiteX115" fmla="*/ 4668252 w 8381660"/>
                  <a:gd name="connsiteY115" fmla="*/ 3446224 h 4805204"/>
                  <a:gd name="connsiteX116" fmla="*/ 4562182 w 8381660"/>
                  <a:gd name="connsiteY116" fmla="*/ 3481811 h 4805204"/>
                  <a:gd name="connsiteX117" fmla="*/ 4456112 w 8381660"/>
                  <a:gd name="connsiteY117" fmla="*/ 3501617 h 4805204"/>
                  <a:gd name="connsiteX118" fmla="*/ 4349936 w 8381660"/>
                  <a:gd name="connsiteY118" fmla="*/ 3515915 h 4805204"/>
                  <a:gd name="connsiteX119" fmla="*/ 4243866 w 8381660"/>
                  <a:gd name="connsiteY119" fmla="*/ 3532226 h 4805204"/>
                  <a:gd name="connsiteX120" fmla="*/ 4137795 w 8381660"/>
                  <a:gd name="connsiteY120" fmla="*/ 3554150 h 4805204"/>
                  <a:gd name="connsiteX121" fmla="*/ 4031725 w 8381660"/>
                  <a:gd name="connsiteY121" fmla="*/ 3582323 h 4805204"/>
                  <a:gd name="connsiteX122" fmla="*/ 3925549 w 8381660"/>
                  <a:gd name="connsiteY122" fmla="*/ 3618864 h 4805204"/>
                  <a:gd name="connsiteX123" fmla="*/ 3819479 w 8381660"/>
                  <a:gd name="connsiteY123" fmla="*/ 3665572 h 4805204"/>
                  <a:gd name="connsiteX124" fmla="*/ 3713409 w 8381660"/>
                  <a:gd name="connsiteY124" fmla="*/ 3723612 h 4805204"/>
                  <a:gd name="connsiteX125" fmla="*/ 3607339 w 8381660"/>
                  <a:gd name="connsiteY125" fmla="*/ 3794787 h 4805204"/>
                  <a:gd name="connsiteX126" fmla="*/ 3501163 w 8381660"/>
                  <a:gd name="connsiteY126" fmla="*/ 3880153 h 4805204"/>
                  <a:gd name="connsiteX127" fmla="*/ 3395092 w 8381660"/>
                  <a:gd name="connsiteY127" fmla="*/ 3979606 h 4805204"/>
                  <a:gd name="connsiteX128" fmla="*/ 3289022 w 8381660"/>
                  <a:gd name="connsiteY128" fmla="*/ 4090074 h 4805204"/>
                  <a:gd name="connsiteX129" fmla="*/ 3182952 w 8381660"/>
                  <a:gd name="connsiteY129" fmla="*/ 4204885 h 4805204"/>
                  <a:gd name="connsiteX130" fmla="*/ 3076776 w 8381660"/>
                  <a:gd name="connsiteY130" fmla="*/ 4314612 h 4805204"/>
                  <a:gd name="connsiteX131" fmla="*/ 2970706 w 8381660"/>
                  <a:gd name="connsiteY131" fmla="*/ 4407710 h 4805204"/>
                  <a:gd name="connsiteX132" fmla="*/ 2864636 w 8381660"/>
                  <a:gd name="connsiteY132" fmla="*/ 4471576 h 4805204"/>
                  <a:gd name="connsiteX133" fmla="*/ 2758565 w 8381660"/>
                  <a:gd name="connsiteY133" fmla="*/ 4494030 h 4805204"/>
                  <a:gd name="connsiteX134" fmla="*/ 2652389 w 8381660"/>
                  <a:gd name="connsiteY134" fmla="*/ 4463844 h 4805204"/>
                  <a:gd name="connsiteX135" fmla="*/ 2546319 w 8381660"/>
                  <a:gd name="connsiteY135" fmla="*/ 4390552 h 4805204"/>
                  <a:gd name="connsiteX136" fmla="*/ 2440249 w 8381660"/>
                  <a:gd name="connsiteY136" fmla="*/ 4301902 h 4805204"/>
                  <a:gd name="connsiteX137" fmla="*/ 2334179 w 8381660"/>
                  <a:gd name="connsiteY137" fmla="*/ 4217912 h 4805204"/>
                  <a:gd name="connsiteX138" fmla="*/ 2228003 w 8381660"/>
                  <a:gd name="connsiteY138" fmla="*/ 4148750 h 4805204"/>
                  <a:gd name="connsiteX139" fmla="*/ 2121933 w 8381660"/>
                  <a:gd name="connsiteY139" fmla="*/ 4085308 h 4805204"/>
                  <a:gd name="connsiteX140" fmla="*/ 2015862 w 8381660"/>
                  <a:gd name="connsiteY140" fmla="*/ 3974205 h 4805204"/>
                  <a:gd name="connsiteX141" fmla="*/ 1909793 w 8381660"/>
                  <a:gd name="connsiteY141" fmla="*/ 3769685 h 4805204"/>
                  <a:gd name="connsiteX142" fmla="*/ 1803616 w 8381660"/>
                  <a:gd name="connsiteY142" fmla="*/ 3576392 h 4805204"/>
                  <a:gd name="connsiteX143" fmla="*/ 1697546 w 8381660"/>
                  <a:gd name="connsiteY143" fmla="*/ 3359904 h 4805204"/>
                  <a:gd name="connsiteX144" fmla="*/ 1591476 w 8381660"/>
                  <a:gd name="connsiteY144" fmla="*/ 3084634 h 4805204"/>
                  <a:gd name="connsiteX145" fmla="*/ 1485406 w 8381660"/>
                  <a:gd name="connsiteY145" fmla="*/ 2889541 h 4805204"/>
                  <a:gd name="connsiteX146" fmla="*/ 1379230 w 8381660"/>
                  <a:gd name="connsiteY146" fmla="*/ 2723150 h 4805204"/>
                  <a:gd name="connsiteX147" fmla="*/ 1273160 w 8381660"/>
                  <a:gd name="connsiteY147" fmla="*/ 2623380 h 4805204"/>
                  <a:gd name="connsiteX148" fmla="*/ 1167090 w 8381660"/>
                  <a:gd name="connsiteY148" fmla="*/ 2625710 h 4805204"/>
                  <a:gd name="connsiteX149" fmla="*/ 1061019 w 8381660"/>
                  <a:gd name="connsiteY149" fmla="*/ 2773142 h 4805204"/>
                  <a:gd name="connsiteX150" fmla="*/ 954843 w 8381660"/>
                  <a:gd name="connsiteY150" fmla="*/ 2894201 h 4805204"/>
                  <a:gd name="connsiteX151" fmla="*/ 848773 w 8381660"/>
                  <a:gd name="connsiteY151" fmla="*/ 3112701 h 4805204"/>
                  <a:gd name="connsiteX152" fmla="*/ 742703 w 8381660"/>
                  <a:gd name="connsiteY152" fmla="*/ 2994607 h 4805204"/>
                  <a:gd name="connsiteX153" fmla="*/ 636633 w 8381660"/>
                  <a:gd name="connsiteY153" fmla="*/ 2962622 h 4805204"/>
                  <a:gd name="connsiteX154" fmla="*/ 530457 w 8381660"/>
                  <a:gd name="connsiteY154" fmla="*/ 2927246 h 4805204"/>
                  <a:gd name="connsiteX155" fmla="*/ 424387 w 8381660"/>
                  <a:gd name="connsiteY155" fmla="*/ 2986452 h 4805204"/>
                  <a:gd name="connsiteX156" fmla="*/ 318316 w 8381660"/>
                  <a:gd name="connsiteY156" fmla="*/ 3139180 h 4805204"/>
                  <a:gd name="connsiteX157" fmla="*/ 212246 w 8381660"/>
                  <a:gd name="connsiteY157" fmla="*/ 3490178 h 4805204"/>
                  <a:gd name="connsiteX158" fmla="*/ 106176 w 8381660"/>
                  <a:gd name="connsiteY158" fmla="*/ 4164002 h 4805204"/>
                  <a:gd name="connsiteX159" fmla="*/ 0 w 8381660"/>
                  <a:gd name="connsiteY159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381660" h="4805204">
                    <a:moveTo>
                      <a:pt x="0" y="2319195"/>
                    </a:moveTo>
                    <a:lnTo>
                      <a:pt x="106176" y="2229168"/>
                    </a:lnTo>
                    <a:lnTo>
                      <a:pt x="212246" y="2051127"/>
                    </a:lnTo>
                    <a:lnTo>
                      <a:pt x="318316" y="1772468"/>
                    </a:lnTo>
                    <a:lnTo>
                      <a:pt x="424387" y="1505671"/>
                    </a:lnTo>
                    <a:lnTo>
                      <a:pt x="530457" y="1344258"/>
                    </a:lnTo>
                    <a:lnTo>
                      <a:pt x="636633" y="1311319"/>
                    </a:lnTo>
                    <a:lnTo>
                      <a:pt x="742703" y="1377303"/>
                    </a:lnTo>
                    <a:lnTo>
                      <a:pt x="848773" y="1484594"/>
                    </a:lnTo>
                    <a:lnTo>
                      <a:pt x="954843" y="1365335"/>
                    </a:lnTo>
                    <a:lnTo>
                      <a:pt x="1061019" y="1211442"/>
                    </a:lnTo>
                    <a:lnTo>
                      <a:pt x="1167090" y="1077567"/>
                    </a:lnTo>
                    <a:lnTo>
                      <a:pt x="1273160" y="1032766"/>
                    </a:lnTo>
                    <a:lnTo>
                      <a:pt x="1379230" y="1148847"/>
                    </a:lnTo>
                    <a:lnTo>
                      <a:pt x="1485406" y="1268954"/>
                    </a:lnTo>
                    <a:lnTo>
                      <a:pt x="1591476" y="1524206"/>
                    </a:lnTo>
                    <a:lnTo>
                      <a:pt x="1697546" y="1817058"/>
                    </a:lnTo>
                    <a:lnTo>
                      <a:pt x="1803616" y="2008868"/>
                    </a:lnTo>
                    <a:lnTo>
                      <a:pt x="1909793" y="2194640"/>
                    </a:lnTo>
                    <a:lnTo>
                      <a:pt x="2015862" y="2356795"/>
                    </a:lnTo>
                    <a:lnTo>
                      <a:pt x="2121933" y="2443114"/>
                    </a:lnTo>
                    <a:lnTo>
                      <a:pt x="2228003" y="2493529"/>
                    </a:lnTo>
                    <a:lnTo>
                      <a:pt x="2334179" y="2511852"/>
                    </a:lnTo>
                    <a:lnTo>
                      <a:pt x="2440249" y="2498083"/>
                    </a:lnTo>
                    <a:lnTo>
                      <a:pt x="2546319" y="2471605"/>
                    </a:lnTo>
                    <a:lnTo>
                      <a:pt x="2652389" y="2461649"/>
                    </a:lnTo>
                    <a:lnTo>
                      <a:pt x="2758565" y="2465038"/>
                    </a:lnTo>
                    <a:lnTo>
                      <a:pt x="2864636" y="2454024"/>
                    </a:lnTo>
                    <a:lnTo>
                      <a:pt x="2970706" y="2427968"/>
                    </a:lnTo>
                    <a:lnTo>
                      <a:pt x="3076776" y="2385391"/>
                    </a:lnTo>
                    <a:lnTo>
                      <a:pt x="3182952" y="2324703"/>
                    </a:lnTo>
                    <a:lnTo>
                      <a:pt x="3289022" y="2245055"/>
                    </a:lnTo>
                    <a:lnTo>
                      <a:pt x="3395092" y="2147721"/>
                    </a:lnTo>
                    <a:lnTo>
                      <a:pt x="3501163" y="2036935"/>
                    </a:lnTo>
                    <a:lnTo>
                      <a:pt x="3607339" y="1920535"/>
                    </a:lnTo>
                    <a:lnTo>
                      <a:pt x="3713409" y="1809008"/>
                    </a:lnTo>
                    <a:lnTo>
                      <a:pt x="3819479" y="1714215"/>
                    </a:lnTo>
                    <a:lnTo>
                      <a:pt x="3925549" y="1648972"/>
                    </a:lnTo>
                    <a:lnTo>
                      <a:pt x="4031725" y="1624930"/>
                    </a:lnTo>
                    <a:lnTo>
                      <a:pt x="4137795" y="1645265"/>
                    </a:lnTo>
                    <a:lnTo>
                      <a:pt x="4243866" y="1693880"/>
                    </a:lnTo>
                    <a:lnTo>
                      <a:pt x="4349936" y="1753297"/>
                    </a:lnTo>
                    <a:lnTo>
                      <a:pt x="4456112" y="1809008"/>
                    </a:lnTo>
                    <a:lnTo>
                      <a:pt x="4562182" y="1850632"/>
                    </a:lnTo>
                    <a:lnTo>
                      <a:pt x="4668252" y="1872768"/>
                    </a:lnTo>
                    <a:lnTo>
                      <a:pt x="4774322" y="1891515"/>
                    </a:lnTo>
                    <a:lnTo>
                      <a:pt x="4880498" y="1905919"/>
                    </a:lnTo>
                    <a:lnTo>
                      <a:pt x="4986569" y="1909203"/>
                    </a:lnTo>
                    <a:lnTo>
                      <a:pt x="5092638" y="1899141"/>
                    </a:lnTo>
                    <a:lnTo>
                      <a:pt x="5198709" y="1877746"/>
                    </a:lnTo>
                    <a:lnTo>
                      <a:pt x="5304885" y="1850103"/>
                    </a:lnTo>
                    <a:lnTo>
                      <a:pt x="5410955" y="1822459"/>
                    </a:lnTo>
                    <a:lnTo>
                      <a:pt x="5517025" y="1796299"/>
                    </a:lnTo>
                    <a:lnTo>
                      <a:pt x="5623095" y="1769926"/>
                    </a:lnTo>
                    <a:lnTo>
                      <a:pt x="5729271" y="1742388"/>
                    </a:lnTo>
                    <a:lnTo>
                      <a:pt x="5835342" y="1714639"/>
                    </a:lnTo>
                    <a:lnTo>
                      <a:pt x="5941412" y="1686360"/>
                    </a:lnTo>
                    <a:lnTo>
                      <a:pt x="6047482" y="1657022"/>
                    </a:lnTo>
                    <a:lnTo>
                      <a:pt x="6153658" y="1626095"/>
                    </a:lnTo>
                    <a:lnTo>
                      <a:pt x="6259728" y="1593050"/>
                    </a:lnTo>
                    <a:lnTo>
                      <a:pt x="6365798" y="1557357"/>
                    </a:lnTo>
                    <a:lnTo>
                      <a:pt x="6471868" y="1518486"/>
                    </a:lnTo>
                    <a:lnTo>
                      <a:pt x="6578045" y="1476015"/>
                    </a:lnTo>
                    <a:lnTo>
                      <a:pt x="6684114" y="1429413"/>
                    </a:lnTo>
                    <a:lnTo>
                      <a:pt x="6790185" y="1378468"/>
                    </a:lnTo>
                    <a:lnTo>
                      <a:pt x="6896255" y="1322864"/>
                    </a:lnTo>
                    <a:lnTo>
                      <a:pt x="7002325" y="1262387"/>
                    </a:lnTo>
                    <a:lnTo>
                      <a:pt x="7108501" y="1196932"/>
                    </a:lnTo>
                    <a:lnTo>
                      <a:pt x="7214571" y="1126288"/>
                    </a:lnTo>
                    <a:lnTo>
                      <a:pt x="7320641" y="1050453"/>
                    </a:lnTo>
                    <a:lnTo>
                      <a:pt x="7426711" y="969323"/>
                    </a:lnTo>
                    <a:lnTo>
                      <a:pt x="7532888" y="882898"/>
                    </a:lnTo>
                    <a:lnTo>
                      <a:pt x="7638958" y="791176"/>
                    </a:lnTo>
                    <a:lnTo>
                      <a:pt x="7745028" y="694053"/>
                    </a:lnTo>
                    <a:lnTo>
                      <a:pt x="7851098" y="591741"/>
                    </a:lnTo>
                    <a:lnTo>
                      <a:pt x="7957274" y="484026"/>
                    </a:lnTo>
                    <a:lnTo>
                      <a:pt x="8063344" y="371016"/>
                    </a:lnTo>
                    <a:lnTo>
                      <a:pt x="8169415" y="252604"/>
                    </a:lnTo>
                    <a:lnTo>
                      <a:pt x="8275484" y="129003"/>
                    </a:lnTo>
                    <a:lnTo>
                      <a:pt x="8381661" y="0"/>
                    </a:lnTo>
                    <a:lnTo>
                      <a:pt x="8381661" y="4805204"/>
                    </a:lnTo>
                    <a:lnTo>
                      <a:pt x="8275484" y="4805204"/>
                    </a:lnTo>
                    <a:lnTo>
                      <a:pt x="8169415" y="4805204"/>
                    </a:lnTo>
                    <a:lnTo>
                      <a:pt x="8063344" y="4805204"/>
                    </a:lnTo>
                    <a:lnTo>
                      <a:pt x="7957274" y="4805204"/>
                    </a:lnTo>
                    <a:lnTo>
                      <a:pt x="7851098" y="4805204"/>
                    </a:lnTo>
                    <a:lnTo>
                      <a:pt x="7745028" y="4805204"/>
                    </a:lnTo>
                    <a:lnTo>
                      <a:pt x="7638958" y="4671435"/>
                    </a:lnTo>
                    <a:lnTo>
                      <a:pt x="7532888" y="4522732"/>
                    </a:lnTo>
                    <a:lnTo>
                      <a:pt x="7426711" y="4382502"/>
                    </a:lnTo>
                    <a:lnTo>
                      <a:pt x="7320641" y="4250746"/>
                    </a:lnTo>
                    <a:lnTo>
                      <a:pt x="7214571" y="4127780"/>
                    </a:lnTo>
                    <a:lnTo>
                      <a:pt x="7108501" y="4013499"/>
                    </a:lnTo>
                    <a:lnTo>
                      <a:pt x="7002325" y="3908114"/>
                    </a:lnTo>
                    <a:lnTo>
                      <a:pt x="6896255" y="3811627"/>
                    </a:lnTo>
                    <a:lnTo>
                      <a:pt x="6790185" y="3723930"/>
                    </a:lnTo>
                    <a:lnTo>
                      <a:pt x="6684114" y="3645024"/>
                    </a:lnTo>
                    <a:lnTo>
                      <a:pt x="6578045" y="3574803"/>
                    </a:lnTo>
                    <a:lnTo>
                      <a:pt x="6471868" y="3512950"/>
                    </a:lnTo>
                    <a:lnTo>
                      <a:pt x="6365798" y="3459251"/>
                    </a:lnTo>
                    <a:lnTo>
                      <a:pt x="6259728" y="3413497"/>
                    </a:lnTo>
                    <a:lnTo>
                      <a:pt x="6153658" y="3375156"/>
                    </a:lnTo>
                    <a:lnTo>
                      <a:pt x="6047482" y="3343911"/>
                    </a:lnTo>
                    <a:lnTo>
                      <a:pt x="5941412" y="3319339"/>
                    </a:lnTo>
                    <a:lnTo>
                      <a:pt x="5835342" y="3301016"/>
                    </a:lnTo>
                    <a:lnTo>
                      <a:pt x="5729271" y="3288624"/>
                    </a:lnTo>
                    <a:lnTo>
                      <a:pt x="5623095" y="3281952"/>
                    </a:lnTo>
                    <a:lnTo>
                      <a:pt x="5517025" y="3279728"/>
                    </a:lnTo>
                    <a:lnTo>
                      <a:pt x="5410955" y="3281846"/>
                    </a:lnTo>
                    <a:lnTo>
                      <a:pt x="5304885" y="3290107"/>
                    </a:lnTo>
                    <a:lnTo>
                      <a:pt x="5198709" y="3300593"/>
                    </a:lnTo>
                    <a:lnTo>
                      <a:pt x="5092638" y="3312667"/>
                    </a:lnTo>
                    <a:lnTo>
                      <a:pt x="4986569" y="3332578"/>
                    </a:lnTo>
                    <a:lnTo>
                      <a:pt x="4880498" y="3363293"/>
                    </a:lnTo>
                    <a:lnTo>
                      <a:pt x="4774322" y="3403011"/>
                    </a:lnTo>
                    <a:lnTo>
                      <a:pt x="4668252" y="3446224"/>
                    </a:lnTo>
                    <a:lnTo>
                      <a:pt x="4562182" y="3481811"/>
                    </a:lnTo>
                    <a:lnTo>
                      <a:pt x="4456112" y="3501617"/>
                    </a:lnTo>
                    <a:lnTo>
                      <a:pt x="4349936" y="3515915"/>
                    </a:lnTo>
                    <a:lnTo>
                      <a:pt x="4243866" y="3532226"/>
                    </a:lnTo>
                    <a:lnTo>
                      <a:pt x="4137795" y="3554150"/>
                    </a:lnTo>
                    <a:lnTo>
                      <a:pt x="4031725" y="3582323"/>
                    </a:lnTo>
                    <a:lnTo>
                      <a:pt x="3925549" y="3618864"/>
                    </a:lnTo>
                    <a:lnTo>
                      <a:pt x="3819479" y="3665572"/>
                    </a:lnTo>
                    <a:lnTo>
                      <a:pt x="3713409" y="3723612"/>
                    </a:lnTo>
                    <a:lnTo>
                      <a:pt x="3607339" y="3794787"/>
                    </a:lnTo>
                    <a:lnTo>
                      <a:pt x="3501163" y="3880153"/>
                    </a:lnTo>
                    <a:lnTo>
                      <a:pt x="3395092" y="3979606"/>
                    </a:lnTo>
                    <a:lnTo>
                      <a:pt x="3289022" y="4090074"/>
                    </a:lnTo>
                    <a:lnTo>
                      <a:pt x="3182952" y="4204885"/>
                    </a:lnTo>
                    <a:lnTo>
                      <a:pt x="3076776" y="4314612"/>
                    </a:lnTo>
                    <a:lnTo>
                      <a:pt x="2970706" y="4407710"/>
                    </a:lnTo>
                    <a:lnTo>
                      <a:pt x="2864636" y="4471576"/>
                    </a:lnTo>
                    <a:lnTo>
                      <a:pt x="2758565" y="4494030"/>
                    </a:lnTo>
                    <a:lnTo>
                      <a:pt x="2652389" y="4463844"/>
                    </a:lnTo>
                    <a:lnTo>
                      <a:pt x="2546319" y="4390552"/>
                    </a:lnTo>
                    <a:lnTo>
                      <a:pt x="2440249" y="4301902"/>
                    </a:lnTo>
                    <a:lnTo>
                      <a:pt x="2334179" y="4217912"/>
                    </a:lnTo>
                    <a:lnTo>
                      <a:pt x="2228003" y="4148750"/>
                    </a:lnTo>
                    <a:lnTo>
                      <a:pt x="2121933" y="4085308"/>
                    </a:lnTo>
                    <a:lnTo>
                      <a:pt x="2015862" y="3974205"/>
                    </a:lnTo>
                    <a:lnTo>
                      <a:pt x="1909793" y="3769685"/>
                    </a:lnTo>
                    <a:lnTo>
                      <a:pt x="1803616" y="3576392"/>
                    </a:lnTo>
                    <a:lnTo>
                      <a:pt x="1697546" y="3359904"/>
                    </a:lnTo>
                    <a:lnTo>
                      <a:pt x="1591476" y="3084634"/>
                    </a:lnTo>
                    <a:lnTo>
                      <a:pt x="1485406" y="2889541"/>
                    </a:lnTo>
                    <a:lnTo>
                      <a:pt x="1379230" y="2723150"/>
                    </a:lnTo>
                    <a:lnTo>
                      <a:pt x="1273160" y="2623380"/>
                    </a:lnTo>
                    <a:lnTo>
                      <a:pt x="1167090" y="2625710"/>
                    </a:lnTo>
                    <a:lnTo>
                      <a:pt x="1061019" y="2773142"/>
                    </a:lnTo>
                    <a:lnTo>
                      <a:pt x="954843" y="2894201"/>
                    </a:lnTo>
                    <a:lnTo>
                      <a:pt x="848773" y="3112701"/>
                    </a:lnTo>
                    <a:lnTo>
                      <a:pt x="742703" y="2994607"/>
                    </a:lnTo>
                    <a:lnTo>
                      <a:pt x="636633" y="2962622"/>
                    </a:lnTo>
                    <a:lnTo>
                      <a:pt x="530457" y="2927246"/>
                    </a:lnTo>
                    <a:lnTo>
                      <a:pt x="424387" y="2986452"/>
                    </a:lnTo>
                    <a:lnTo>
                      <a:pt x="318316" y="3139180"/>
                    </a:lnTo>
                    <a:lnTo>
                      <a:pt x="212246" y="3490178"/>
                    </a:lnTo>
                    <a:lnTo>
                      <a:pt x="106176" y="4164002"/>
                    </a:lnTo>
                    <a:lnTo>
                      <a:pt x="0" y="4805204"/>
                    </a:lnTo>
                    <a:close/>
                  </a:path>
                </a:pathLst>
              </a:custGeom>
              <a:solidFill>
                <a:srgbClr val="E78828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3F850359-A0E8-8A79-E81B-6CDF3FD8E116}"/>
                  </a:ext>
                </a:extLst>
              </p:cNvPr>
              <p:cNvSpPr/>
              <p:nvPr/>
            </p:nvSpPr>
            <p:spPr>
              <a:xfrm>
                <a:off x="2305131" y="971481"/>
                <a:ext cx="8381660" cy="2511852"/>
              </a:xfrm>
              <a:custGeom>
                <a:avLst/>
                <a:gdLst>
                  <a:gd name="connsiteX0" fmla="*/ 0 w 8381660"/>
                  <a:gd name="connsiteY0" fmla="*/ 2319195 h 2511852"/>
                  <a:gd name="connsiteX1" fmla="*/ 106176 w 8381660"/>
                  <a:gd name="connsiteY1" fmla="*/ 2229168 h 2511852"/>
                  <a:gd name="connsiteX2" fmla="*/ 212246 w 8381660"/>
                  <a:gd name="connsiteY2" fmla="*/ 2051127 h 2511852"/>
                  <a:gd name="connsiteX3" fmla="*/ 318316 w 8381660"/>
                  <a:gd name="connsiteY3" fmla="*/ 1772468 h 2511852"/>
                  <a:gd name="connsiteX4" fmla="*/ 424387 w 8381660"/>
                  <a:gd name="connsiteY4" fmla="*/ 1505671 h 2511852"/>
                  <a:gd name="connsiteX5" fmla="*/ 530457 w 8381660"/>
                  <a:gd name="connsiteY5" fmla="*/ 1344258 h 2511852"/>
                  <a:gd name="connsiteX6" fmla="*/ 636633 w 8381660"/>
                  <a:gd name="connsiteY6" fmla="*/ 1311319 h 2511852"/>
                  <a:gd name="connsiteX7" fmla="*/ 742703 w 8381660"/>
                  <a:gd name="connsiteY7" fmla="*/ 1377303 h 2511852"/>
                  <a:gd name="connsiteX8" fmla="*/ 848773 w 8381660"/>
                  <a:gd name="connsiteY8" fmla="*/ 1484594 h 2511852"/>
                  <a:gd name="connsiteX9" fmla="*/ 954843 w 8381660"/>
                  <a:gd name="connsiteY9" fmla="*/ 1365335 h 2511852"/>
                  <a:gd name="connsiteX10" fmla="*/ 1061019 w 8381660"/>
                  <a:gd name="connsiteY10" fmla="*/ 1211442 h 2511852"/>
                  <a:gd name="connsiteX11" fmla="*/ 1167090 w 8381660"/>
                  <a:gd name="connsiteY11" fmla="*/ 1077567 h 2511852"/>
                  <a:gd name="connsiteX12" fmla="*/ 1273160 w 8381660"/>
                  <a:gd name="connsiteY12" fmla="*/ 1032766 h 2511852"/>
                  <a:gd name="connsiteX13" fmla="*/ 1379230 w 8381660"/>
                  <a:gd name="connsiteY13" fmla="*/ 1148847 h 2511852"/>
                  <a:gd name="connsiteX14" fmla="*/ 1485406 w 8381660"/>
                  <a:gd name="connsiteY14" fmla="*/ 1268954 h 2511852"/>
                  <a:gd name="connsiteX15" fmla="*/ 1591476 w 8381660"/>
                  <a:gd name="connsiteY15" fmla="*/ 1524206 h 2511852"/>
                  <a:gd name="connsiteX16" fmla="*/ 1697546 w 8381660"/>
                  <a:gd name="connsiteY16" fmla="*/ 1817058 h 2511852"/>
                  <a:gd name="connsiteX17" fmla="*/ 1803616 w 8381660"/>
                  <a:gd name="connsiteY17" fmla="*/ 2008868 h 2511852"/>
                  <a:gd name="connsiteX18" fmla="*/ 1909793 w 8381660"/>
                  <a:gd name="connsiteY18" fmla="*/ 2194640 h 2511852"/>
                  <a:gd name="connsiteX19" fmla="*/ 2015862 w 8381660"/>
                  <a:gd name="connsiteY19" fmla="*/ 2356795 h 2511852"/>
                  <a:gd name="connsiteX20" fmla="*/ 2121933 w 8381660"/>
                  <a:gd name="connsiteY20" fmla="*/ 2443114 h 2511852"/>
                  <a:gd name="connsiteX21" fmla="*/ 2228003 w 8381660"/>
                  <a:gd name="connsiteY21" fmla="*/ 2493529 h 2511852"/>
                  <a:gd name="connsiteX22" fmla="*/ 2334179 w 8381660"/>
                  <a:gd name="connsiteY22" fmla="*/ 2511852 h 2511852"/>
                  <a:gd name="connsiteX23" fmla="*/ 2440249 w 8381660"/>
                  <a:gd name="connsiteY23" fmla="*/ 2498083 h 2511852"/>
                  <a:gd name="connsiteX24" fmla="*/ 2546319 w 8381660"/>
                  <a:gd name="connsiteY24" fmla="*/ 2471605 h 2511852"/>
                  <a:gd name="connsiteX25" fmla="*/ 2652389 w 8381660"/>
                  <a:gd name="connsiteY25" fmla="*/ 2461649 h 2511852"/>
                  <a:gd name="connsiteX26" fmla="*/ 2758565 w 8381660"/>
                  <a:gd name="connsiteY26" fmla="*/ 2465038 h 2511852"/>
                  <a:gd name="connsiteX27" fmla="*/ 2864636 w 8381660"/>
                  <a:gd name="connsiteY27" fmla="*/ 2454024 h 2511852"/>
                  <a:gd name="connsiteX28" fmla="*/ 2970706 w 8381660"/>
                  <a:gd name="connsiteY28" fmla="*/ 2427968 h 2511852"/>
                  <a:gd name="connsiteX29" fmla="*/ 3076776 w 8381660"/>
                  <a:gd name="connsiteY29" fmla="*/ 2385391 h 2511852"/>
                  <a:gd name="connsiteX30" fmla="*/ 3182952 w 8381660"/>
                  <a:gd name="connsiteY30" fmla="*/ 2324703 h 2511852"/>
                  <a:gd name="connsiteX31" fmla="*/ 3289022 w 8381660"/>
                  <a:gd name="connsiteY31" fmla="*/ 2245055 h 2511852"/>
                  <a:gd name="connsiteX32" fmla="*/ 3395092 w 8381660"/>
                  <a:gd name="connsiteY32" fmla="*/ 2147721 h 2511852"/>
                  <a:gd name="connsiteX33" fmla="*/ 3501163 w 8381660"/>
                  <a:gd name="connsiteY33" fmla="*/ 2036935 h 2511852"/>
                  <a:gd name="connsiteX34" fmla="*/ 3607339 w 8381660"/>
                  <a:gd name="connsiteY34" fmla="*/ 1920535 h 2511852"/>
                  <a:gd name="connsiteX35" fmla="*/ 3713409 w 8381660"/>
                  <a:gd name="connsiteY35" fmla="*/ 1809008 h 2511852"/>
                  <a:gd name="connsiteX36" fmla="*/ 3819479 w 8381660"/>
                  <a:gd name="connsiteY36" fmla="*/ 1714215 h 2511852"/>
                  <a:gd name="connsiteX37" fmla="*/ 3925549 w 8381660"/>
                  <a:gd name="connsiteY37" fmla="*/ 1648972 h 2511852"/>
                  <a:gd name="connsiteX38" fmla="*/ 4031725 w 8381660"/>
                  <a:gd name="connsiteY38" fmla="*/ 1624930 h 2511852"/>
                  <a:gd name="connsiteX39" fmla="*/ 4137795 w 8381660"/>
                  <a:gd name="connsiteY39" fmla="*/ 1645265 h 2511852"/>
                  <a:gd name="connsiteX40" fmla="*/ 4243866 w 8381660"/>
                  <a:gd name="connsiteY40" fmla="*/ 1693880 h 2511852"/>
                  <a:gd name="connsiteX41" fmla="*/ 4349936 w 8381660"/>
                  <a:gd name="connsiteY41" fmla="*/ 1753297 h 2511852"/>
                  <a:gd name="connsiteX42" fmla="*/ 4456112 w 8381660"/>
                  <a:gd name="connsiteY42" fmla="*/ 1809008 h 2511852"/>
                  <a:gd name="connsiteX43" fmla="*/ 4562182 w 8381660"/>
                  <a:gd name="connsiteY43" fmla="*/ 1850632 h 2511852"/>
                  <a:gd name="connsiteX44" fmla="*/ 4668252 w 8381660"/>
                  <a:gd name="connsiteY44" fmla="*/ 1872768 h 2511852"/>
                  <a:gd name="connsiteX45" fmla="*/ 4774322 w 8381660"/>
                  <a:gd name="connsiteY45" fmla="*/ 1891515 h 2511852"/>
                  <a:gd name="connsiteX46" fmla="*/ 4880498 w 8381660"/>
                  <a:gd name="connsiteY46" fmla="*/ 1905919 h 2511852"/>
                  <a:gd name="connsiteX47" fmla="*/ 4986569 w 8381660"/>
                  <a:gd name="connsiteY47" fmla="*/ 1909203 h 2511852"/>
                  <a:gd name="connsiteX48" fmla="*/ 5092638 w 8381660"/>
                  <a:gd name="connsiteY48" fmla="*/ 1899141 h 2511852"/>
                  <a:gd name="connsiteX49" fmla="*/ 5198709 w 8381660"/>
                  <a:gd name="connsiteY49" fmla="*/ 1877746 h 2511852"/>
                  <a:gd name="connsiteX50" fmla="*/ 5304885 w 8381660"/>
                  <a:gd name="connsiteY50" fmla="*/ 1850103 h 2511852"/>
                  <a:gd name="connsiteX51" fmla="*/ 5410955 w 8381660"/>
                  <a:gd name="connsiteY51" fmla="*/ 1822459 h 2511852"/>
                  <a:gd name="connsiteX52" fmla="*/ 5517025 w 8381660"/>
                  <a:gd name="connsiteY52" fmla="*/ 1796299 h 2511852"/>
                  <a:gd name="connsiteX53" fmla="*/ 5623095 w 8381660"/>
                  <a:gd name="connsiteY53" fmla="*/ 1769926 h 2511852"/>
                  <a:gd name="connsiteX54" fmla="*/ 5729271 w 8381660"/>
                  <a:gd name="connsiteY54" fmla="*/ 1742388 h 2511852"/>
                  <a:gd name="connsiteX55" fmla="*/ 5835342 w 8381660"/>
                  <a:gd name="connsiteY55" fmla="*/ 1714639 h 2511852"/>
                  <a:gd name="connsiteX56" fmla="*/ 5941412 w 8381660"/>
                  <a:gd name="connsiteY56" fmla="*/ 1686360 h 2511852"/>
                  <a:gd name="connsiteX57" fmla="*/ 6047482 w 8381660"/>
                  <a:gd name="connsiteY57" fmla="*/ 1657022 h 2511852"/>
                  <a:gd name="connsiteX58" fmla="*/ 6153658 w 8381660"/>
                  <a:gd name="connsiteY58" fmla="*/ 1626095 h 2511852"/>
                  <a:gd name="connsiteX59" fmla="*/ 6259728 w 8381660"/>
                  <a:gd name="connsiteY59" fmla="*/ 1593050 h 2511852"/>
                  <a:gd name="connsiteX60" fmla="*/ 6365798 w 8381660"/>
                  <a:gd name="connsiteY60" fmla="*/ 1557357 h 2511852"/>
                  <a:gd name="connsiteX61" fmla="*/ 6471868 w 8381660"/>
                  <a:gd name="connsiteY61" fmla="*/ 1518486 h 2511852"/>
                  <a:gd name="connsiteX62" fmla="*/ 6578045 w 8381660"/>
                  <a:gd name="connsiteY62" fmla="*/ 1476015 h 2511852"/>
                  <a:gd name="connsiteX63" fmla="*/ 6684114 w 8381660"/>
                  <a:gd name="connsiteY63" fmla="*/ 1429413 h 2511852"/>
                  <a:gd name="connsiteX64" fmla="*/ 6790185 w 8381660"/>
                  <a:gd name="connsiteY64" fmla="*/ 1378468 h 2511852"/>
                  <a:gd name="connsiteX65" fmla="*/ 6896255 w 8381660"/>
                  <a:gd name="connsiteY65" fmla="*/ 1322864 h 2511852"/>
                  <a:gd name="connsiteX66" fmla="*/ 7002325 w 8381660"/>
                  <a:gd name="connsiteY66" fmla="*/ 1262387 h 2511852"/>
                  <a:gd name="connsiteX67" fmla="*/ 7108501 w 8381660"/>
                  <a:gd name="connsiteY67" fmla="*/ 1196932 h 2511852"/>
                  <a:gd name="connsiteX68" fmla="*/ 7214571 w 8381660"/>
                  <a:gd name="connsiteY68" fmla="*/ 1126288 h 2511852"/>
                  <a:gd name="connsiteX69" fmla="*/ 7320641 w 8381660"/>
                  <a:gd name="connsiteY69" fmla="*/ 1050453 h 2511852"/>
                  <a:gd name="connsiteX70" fmla="*/ 7426711 w 8381660"/>
                  <a:gd name="connsiteY70" fmla="*/ 969323 h 2511852"/>
                  <a:gd name="connsiteX71" fmla="*/ 7532888 w 8381660"/>
                  <a:gd name="connsiteY71" fmla="*/ 882898 h 2511852"/>
                  <a:gd name="connsiteX72" fmla="*/ 7638958 w 8381660"/>
                  <a:gd name="connsiteY72" fmla="*/ 791176 h 2511852"/>
                  <a:gd name="connsiteX73" fmla="*/ 7745028 w 8381660"/>
                  <a:gd name="connsiteY73" fmla="*/ 694053 h 2511852"/>
                  <a:gd name="connsiteX74" fmla="*/ 7851098 w 8381660"/>
                  <a:gd name="connsiteY74" fmla="*/ 591741 h 2511852"/>
                  <a:gd name="connsiteX75" fmla="*/ 7957274 w 8381660"/>
                  <a:gd name="connsiteY75" fmla="*/ 484026 h 2511852"/>
                  <a:gd name="connsiteX76" fmla="*/ 8063344 w 8381660"/>
                  <a:gd name="connsiteY76" fmla="*/ 371016 h 2511852"/>
                  <a:gd name="connsiteX77" fmla="*/ 8169415 w 8381660"/>
                  <a:gd name="connsiteY77" fmla="*/ 252604 h 2511852"/>
                  <a:gd name="connsiteX78" fmla="*/ 8275484 w 8381660"/>
                  <a:gd name="connsiteY78" fmla="*/ 129003 h 2511852"/>
                  <a:gd name="connsiteX79" fmla="*/ 8381661 w 8381660"/>
                  <a:gd name="connsiteY79" fmla="*/ 0 h 2511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381660" h="2511852">
                    <a:moveTo>
                      <a:pt x="0" y="2319195"/>
                    </a:moveTo>
                    <a:lnTo>
                      <a:pt x="106176" y="2229168"/>
                    </a:lnTo>
                    <a:lnTo>
                      <a:pt x="212246" y="2051127"/>
                    </a:lnTo>
                    <a:lnTo>
                      <a:pt x="318316" y="1772468"/>
                    </a:lnTo>
                    <a:lnTo>
                      <a:pt x="424387" y="1505671"/>
                    </a:lnTo>
                    <a:lnTo>
                      <a:pt x="530457" y="1344258"/>
                    </a:lnTo>
                    <a:lnTo>
                      <a:pt x="636633" y="1311319"/>
                    </a:lnTo>
                    <a:lnTo>
                      <a:pt x="742703" y="1377303"/>
                    </a:lnTo>
                    <a:lnTo>
                      <a:pt x="848773" y="1484594"/>
                    </a:lnTo>
                    <a:lnTo>
                      <a:pt x="954843" y="1365335"/>
                    </a:lnTo>
                    <a:lnTo>
                      <a:pt x="1061019" y="1211442"/>
                    </a:lnTo>
                    <a:lnTo>
                      <a:pt x="1167090" y="1077567"/>
                    </a:lnTo>
                    <a:lnTo>
                      <a:pt x="1273160" y="1032766"/>
                    </a:lnTo>
                    <a:lnTo>
                      <a:pt x="1379230" y="1148847"/>
                    </a:lnTo>
                    <a:lnTo>
                      <a:pt x="1485406" y="1268954"/>
                    </a:lnTo>
                    <a:lnTo>
                      <a:pt x="1591476" y="1524206"/>
                    </a:lnTo>
                    <a:lnTo>
                      <a:pt x="1697546" y="1817058"/>
                    </a:lnTo>
                    <a:lnTo>
                      <a:pt x="1803616" y="2008868"/>
                    </a:lnTo>
                    <a:lnTo>
                      <a:pt x="1909793" y="2194640"/>
                    </a:lnTo>
                    <a:lnTo>
                      <a:pt x="2015862" y="2356795"/>
                    </a:lnTo>
                    <a:lnTo>
                      <a:pt x="2121933" y="2443114"/>
                    </a:lnTo>
                    <a:lnTo>
                      <a:pt x="2228003" y="2493529"/>
                    </a:lnTo>
                    <a:lnTo>
                      <a:pt x="2334179" y="2511852"/>
                    </a:lnTo>
                    <a:lnTo>
                      <a:pt x="2440249" y="2498083"/>
                    </a:lnTo>
                    <a:lnTo>
                      <a:pt x="2546319" y="2471605"/>
                    </a:lnTo>
                    <a:lnTo>
                      <a:pt x="2652389" y="2461649"/>
                    </a:lnTo>
                    <a:lnTo>
                      <a:pt x="2758565" y="2465038"/>
                    </a:lnTo>
                    <a:lnTo>
                      <a:pt x="2864636" y="2454024"/>
                    </a:lnTo>
                    <a:lnTo>
                      <a:pt x="2970706" y="2427968"/>
                    </a:lnTo>
                    <a:lnTo>
                      <a:pt x="3076776" y="2385391"/>
                    </a:lnTo>
                    <a:lnTo>
                      <a:pt x="3182952" y="2324703"/>
                    </a:lnTo>
                    <a:lnTo>
                      <a:pt x="3289022" y="2245055"/>
                    </a:lnTo>
                    <a:lnTo>
                      <a:pt x="3395092" y="2147721"/>
                    </a:lnTo>
                    <a:lnTo>
                      <a:pt x="3501163" y="2036935"/>
                    </a:lnTo>
                    <a:lnTo>
                      <a:pt x="3607339" y="1920535"/>
                    </a:lnTo>
                    <a:lnTo>
                      <a:pt x="3713409" y="1809008"/>
                    </a:lnTo>
                    <a:lnTo>
                      <a:pt x="3819479" y="1714215"/>
                    </a:lnTo>
                    <a:lnTo>
                      <a:pt x="3925549" y="1648972"/>
                    </a:lnTo>
                    <a:lnTo>
                      <a:pt x="4031725" y="1624930"/>
                    </a:lnTo>
                    <a:lnTo>
                      <a:pt x="4137795" y="1645265"/>
                    </a:lnTo>
                    <a:lnTo>
                      <a:pt x="4243866" y="1693880"/>
                    </a:lnTo>
                    <a:lnTo>
                      <a:pt x="4349936" y="1753297"/>
                    </a:lnTo>
                    <a:lnTo>
                      <a:pt x="4456112" y="1809008"/>
                    </a:lnTo>
                    <a:lnTo>
                      <a:pt x="4562182" y="1850632"/>
                    </a:lnTo>
                    <a:lnTo>
                      <a:pt x="4668252" y="1872768"/>
                    </a:lnTo>
                    <a:lnTo>
                      <a:pt x="4774322" y="1891515"/>
                    </a:lnTo>
                    <a:lnTo>
                      <a:pt x="4880498" y="1905919"/>
                    </a:lnTo>
                    <a:lnTo>
                      <a:pt x="4986569" y="1909203"/>
                    </a:lnTo>
                    <a:lnTo>
                      <a:pt x="5092638" y="1899141"/>
                    </a:lnTo>
                    <a:lnTo>
                      <a:pt x="5198709" y="1877746"/>
                    </a:lnTo>
                    <a:lnTo>
                      <a:pt x="5304885" y="1850103"/>
                    </a:lnTo>
                    <a:lnTo>
                      <a:pt x="5410955" y="1822459"/>
                    </a:lnTo>
                    <a:lnTo>
                      <a:pt x="5517025" y="1796299"/>
                    </a:lnTo>
                    <a:lnTo>
                      <a:pt x="5623095" y="1769926"/>
                    </a:lnTo>
                    <a:lnTo>
                      <a:pt x="5729271" y="1742388"/>
                    </a:lnTo>
                    <a:lnTo>
                      <a:pt x="5835342" y="1714639"/>
                    </a:lnTo>
                    <a:lnTo>
                      <a:pt x="5941412" y="1686360"/>
                    </a:lnTo>
                    <a:lnTo>
                      <a:pt x="6047482" y="1657022"/>
                    </a:lnTo>
                    <a:lnTo>
                      <a:pt x="6153658" y="1626095"/>
                    </a:lnTo>
                    <a:lnTo>
                      <a:pt x="6259728" y="1593050"/>
                    </a:lnTo>
                    <a:lnTo>
                      <a:pt x="6365798" y="1557357"/>
                    </a:lnTo>
                    <a:lnTo>
                      <a:pt x="6471868" y="1518486"/>
                    </a:lnTo>
                    <a:lnTo>
                      <a:pt x="6578045" y="1476015"/>
                    </a:lnTo>
                    <a:lnTo>
                      <a:pt x="6684114" y="1429413"/>
                    </a:lnTo>
                    <a:lnTo>
                      <a:pt x="6790185" y="1378468"/>
                    </a:lnTo>
                    <a:lnTo>
                      <a:pt x="6896255" y="1322864"/>
                    </a:lnTo>
                    <a:lnTo>
                      <a:pt x="7002325" y="1262387"/>
                    </a:lnTo>
                    <a:lnTo>
                      <a:pt x="7108501" y="1196932"/>
                    </a:lnTo>
                    <a:lnTo>
                      <a:pt x="7214571" y="1126288"/>
                    </a:lnTo>
                    <a:lnTo>
                      <a:pt x="7320641" y="1050453"/>
                    </a:lnTo>
                    <a:lnTo>
                      <a:pt x="7426711" y="969323"/>
                    </a:lnTo>
                    <a:lnTo>
                      <a:pt x="7532888" y="882898"/>
                    </a:lnTo>
                    <a:lnTo>
                      <a:pt x="7638958" y="791176"/>
                    </a:lnTo>
                    <a:lnTo>
                      <a:pt x="7745028" y="694053"/>
                    </a:lnTo>
                    <a:lnTo>
                      <a:pt x="7851098" y="591741"/>
                    </a:lnTo>
                    <a:lnTo>
                      <a:pt x="7957274" y="484026"/>
                    </a:lnTo>
                    <a:lnTo>
                      <a:pt x="8063344" y="371016"/>
                    </a:lnTo>
                    <a:lnTo>
                      <a:pt x="8169415" y="252604"/>
                    </a:lnTo>
                    <a:lnTo>
                      <a:pt x="8275484" y="129003"/>
                    </a:lnTo>
                    <a:lnTo>
                      <a:pt x="8381661" y="0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F1C78EBE-B21B-D0CB-0035-7DB5830ADE9B}"/>
                  </a:ext>
                </a:extLst>
              </p:cNvPr>
              <p:cNvSpPr/>
              <p:nvPr/>
            </p:nvSpPr>
            <p:spPr>
              <a:xfrm>
                <a:off x="2305131" y="3594860"/>
                <a:ext cx="8381660" cy="2181824"/>
              </a:xfrm>
              <a:custGeom>
                <a:avLst/>
                <a:gdLst>
                  <a:gd name="connsiteX0" fmla="*/ 8381661 w 8381660"/>
                  <a:gd name="connsiteY0" fmla="*/ 2181825 h 2181824"/>
                  <a:gd name="connsiteX1" fmla="*/ 8275484 w 8381660"/>
                  <a:gd name="connsiteY1" fmla="*/ 2181825 h 2181824"/>
                  <a:gd name="connsiteX2" fmla="*/ 8169415 w 8381660"/>
                  <a:gd name="connsiteY2" fmla="*/ 2181825 h 2181824"/>
                  <a:gd name="connsiteX3" fmla="*/ 8063344 w 8381660"/>
                  <a:gd name="connsiteY3" fmla="*/ 2181825 h 2181824"/>
                  <a:gd name="connsiteX4" fmla="*/ 7957274 w 8381660"/>
                  <a:gd name="connsiteY4" fmla="*/ 2181825 h 2181824"/>
                  <a:gd name="connsiteX5" fmla="*/ 7851098 w 8381660"/>
                  <a:gd name="connsiteY5" fmla="*/ 2181825 h 2181824"/>
                  <a:gd name="connsiteX6" fmla="*/ 7745028 w 8381660"/>
                  <a:gd name="connsiteY6" fmla="*/ 2181825 h 2181824"/>
                  <a:gd name="connsiteX7" fmla="*/ 7638958 w 8381660"/>
                  <a:gd name="connsiteY7" fmla="*/ 2048056 h 2181824"/>
                  <a:gd name="connsiteX8" fmla="*/ 7532888 w 8381660"/>
                  <a:gd name="connsiteY8" fmla="*/ 1899352 h 2181824"/>
                  <a:gd name="connsiteX9" fmla="*/ 7426711 w 8381660"/>
                  <a:gd name="connsiteY9" fmla="*/ 1759123 h 2181824"/>
                  <a:gd name="connsiteX10" fmla="*/ 7320641 w 8381660"/>
                  <a:gd name="connsiteY10" fmla="*/ 1627366 h 2181824"/>
                  <a:gd name="connsiteX11" fmla="*/ 7214571 w 8381660"/>
                  <a:gd name="connsiteY11" fmla="*/ 1504400 h 2181824"/>
                  <a:gd name="connsiteX12" fmla="*/ 7108501 w 8381660"/>
                  <a:gd name="connsiteY12" fmla="*/ 1390119 h 2181824"/>
                  <a:gd name="connsiteX13" fmla="*/ 7002325 w 8381660"/>
                  <a:gd name="connsiteY13" fmla="*/ 1284735 h 2181824"/>
                  <a:gd name="connsiteX14" fmla="*/ 6896255 w 8381660"/>
                  <a:gd name="connsiteY14" fmla="*/ 1188247 h 2181824"/>
                  <a:gd name="connsiteX15" fmla="*/ 6790185 w 8381660"/>
                  <a:gd name="connsiteY15" fmla="*/ 1100551 h 2181824"/>
                  <a:gd name="connsiteX16" fmla="*/ 6684114 w 8381660"/>
                  <a:gd name="connsiteY16" fmla="*/ 1021645 h 2181824"/>
                  <a:gd name="connsiteX17" fmla="*/ 6578045 w 8381660"/>
                  <a:gd name="connsiteY17" fmla="*/ 951424 h 2181824"/>
                  <a:gd name="connsiteX18" fmla="*/ 6471868 w 8381660"/>
                  <a:gd name="connsiteY18" fmla="*/ 889570 h 2181824"/>
                  <a:gd name="connsiteX19" fmla="*/ 6365798 w 8381660"/>
                  <a:gd name="connsiteY19" fmla="*/ 835872 h 2181824"/>
                  <a:gd name="connsiteX20" fmla="*/ 6259728 w 8381660"/>
                  <a:gd name="connsiteY20" fmla="*/ 790117 h 2181824"/>
                  <a:gd name="connsiteX21" fmla="*/ 6153658 w 8381660"/>
                  <a:gd name="connsiteY21" fmla="*/ 751776 h 2181824"/>
                  <a:gd name="connsiteX22" fmla="*/ 6047482 w 8381660"/>
                  <a:gd name="connsiteY22" fmla="*/ 720532 h 2181824"/>
                  <a:gd name="connsiteX23" fmla="*/ 5941412 w 8381660"/>
                  <a:gd name="connsiteY23" fmla="*/ 695960 h 2181824"/>
                  <a:gd name="connsiteX24" fmla="*/ 5835342 w 8381660"/>
                  <a:gd name="connsiteY24" fmla="*/ 677637 h 2181824"/>
                  <a:gd name="connsiteX25" fmla="*/ 5729271 w 8381660"/>
                  <a:gd name="connsiteY25" fmla="*/ 665245 h 2181824"/>
                  <a:gd name="connsiteX26" fmla="*/ 5623095 w 8381660"/>
                  <a:gd name="connsiteY26" fmla="*/ 658572 h 2181824"/>
                  <a:gd name="connsiteX27" fmla="*/ 5517025 w 8381660"/>
                  <a:gd name="connsiteY27" fmla="*/ 656348 h 2181824"/>
                  <a:gd name="connsiteX28" fmla="*/ 5410955 w 8381660"/>
                  <a:gd name="connsiteY28" fmla="*/ 658466 h 2181824"/>
                  <a:gd name="connsiteX29" fmla="*/ 5304885 w 8381660"/>
                  <a:gd name="connsiteY29" fmla="*/ 666727 h 2181824"/>
                  <a:gd name="connsiteX30" fmla="*/ 5198709 w 8381660"/>
                  <a:gd name="connsiteY30" fmla="*/ 677213 h 2181824"/>
                  <a:gd name="connsiteX31" fmla="*/ 5092638 w 8381660"/>
                  <a:gd name="connsiteY31" fmla="*/ 689287 h 2181824"/>
                  <a:gd name="connsiteX32" fmla="*/ 4986569 w 8381660"/>
                  <a:gd name="connsiteY32" fmla="*/ 709199 h 2181824"/>
                  <a:gd name="connsiteX33" fmla="*/ 4880498 w 8381660"/>
                  <a:gd name="connsiteY33" fmla="*/ 739914 h 2181824"/>
                  <a:gd name="connsiteX34" fmla="*/ 4774322 w 8381660"/>
                  <a:gd name="connsiteY34" fmla="*/ 779632 h 2181824"/>
                  <a:gd name="connsiteX35" fmla="*/ 4668252 w 8381660"/>
                  <a:gd name="connsiteY35" fmla="*/ 822845 h 2181824"/>
                  <a:gd name="connsiteX36" fmla="*/ 4562182 w 8381660"/>
                  <a:gd name="connsiteY36" fmla="*/ 858431 h 2181824"/>
                  <a:gd name="connsiteX37" fmla="*/ 4456112 w 8381660"/>
                  <a:gd name="connsiteY37" fmla="*/ 878237 h 2181824"/>
                  <a:gd name="connsiteX38" fmla="*/ 4349936 w 8381660"/>
                  <a:gd name="connsiteY38" fmla="*/ 892536 h 2181824"/>
                  <a:gd name="connsiteX39" fmla="*/ 4243866 w 8381660"/>
                  <a:gd name="connsiteY39" fmla="*/ 908847 h 2181824"/>
                  <a:gd name="connsiteX40" fmla="*/ 4137795 w 8381660"/>
                  <a:gd name="connsiteY40" fmla="*/ 930771 h 2181824"/>
                  <a:gd name="connsiteX41" fmla="*/ 4031725 w 8381660"/>
                  <a:gd name="connsiteY41" fmla="*/ 958944 h 2181824"/>
                  <a:gd name="connsiteX42" fmla="*/ 3925549 w 8381660"/>
                  <a:gd name="connsiteY42" fmla="*/ 995484 h 2181824"/>
                  <a:gd name="connsiteX43" fmla="*/ 3819479 w 8381660"/>
                  <a:gd name="connsiteY43" fmla="*/ 1042192 h 2181824"/>
                  <a:gd name="connsiteX44" fmla="*/ 3713409 w 8381660"/>
                  <a:gd name="connsiteY44" fmla="*/ 1100233 h 2181824"/>
                  <a:gd name="connsiteX45" fmla="*/ 3607339 w 8381660"/>
                  <a:gd name="connsiteY45" fmla="*/ 1171407 h 2181824"/>
                  <a:gd name="connsiteX46" fmla="*/ 3501163 w 8381660"/>
                  <a:gd name="connsiteY46" fmla="*/ 1256774 h 2181824"/>
                  <a:gd name="connsiteX47" fmla="*/ 3395092 w 8381660"/>
                  <a:gd name="connsiteY47" fmla="*/ 1356226 h 2181824"/>
                  <a:gd name="connsiteX48" fmla="*/ 3289022 w 8381660"/>
                  <a:gd name="connsiteY48" fmla="*/ 1466695 h 2181824"/>
                  <a:gd name="connsiteX49" fmla="*/ 3182952 w 8381660"/>
                  <a:gd name="connsiteY49" fmla="*/ 1581505 h 2181824"/>
                  <a:gd name="connsiteX50" fmla="*/ 3076776 w 8381660"/>
                  <a:gd name="connsiteY50" fmla="*/ 1691232 h 2181824"/>
                  <a:gd name="connsiteX51" fmla="*/ 2970706 w 8381660"/>
                  <a:gd name="connsiteY51" fmla="*/ 1784330 h 2181824"/>
                  <a:gd name="connsiteX52" fmla="*/ 2864636 w 8381660"/>
                  <a:gd name="connsiteY52" fmla="*/ 1848196 h 2181824"/>
                  <a:gd name="connsiteX53" fmla="*/ 2758565 w 8381660"/>
                  <a:gd name="connsiteY53" fmla="*/ 1870650 h 2181824"/>
                  <a:gd name="connsiteX54" fmla="*/ 2652389 w 8381660"/>
                  <a:gd name="connsiteY54" fmla="*/ 1840464 h 2181824"/>
                  <a:gd name="connsiteX55" fmla="*/ 2546319 w 8381660"/>
                  <a:gd name="connsiteY55" fmla="*/ 1767172 h 2181824"/>
                  <a:gd name="connsiteX56" fmla="*/ 2440249 w 8381660"/>
                  <a:gd name="connsiteY56" fmla="*/ 1678522 h 2181824"/>
                  <a:gd name="connsiteX57" fmla="*/ 2334179 w 8381660"/>
                  <a:gd name="connsiteY57" fmla="*/ 1594533 h 2181824"/>
                  <a:gd name="connsiteX58" fmla="*/ 2228003 w 8381660"/>
                  <a:gd name="connsiteY58" fmla="*/ 1525371 h 2181824"/>
                  <a:gd name="connsiteX59" fmla="*/ 2121933 w 8381660"/>
                  <a:gd name="connsiteY59" fmla="*/ 1461929 h 2181824"/>
                  <a:gd name="connsiteX60" fmla="*/ 2015862 w 8381660"/>
                  <a:gd name="connsiteY60" fmla="*/ 1350825 h 2181824"/>
                  <a:gd name="connsiteX61" fmla="*/ 1909793 w 8381660"/>
                  <a:gd name="connsiteY61" fmla="*/ 1146305 h 2181824"/>
                  <a:gd name="connsiteX62" fmla="*/ 1803616 w 8381660"/>
                  <a:gd name="connsiteY62" fmla="*/ 953013 h 2181824"/>
                  <a:gd name="connsiteX63" fmla="*/ 1697546 w 8381660"/>
                  <a:gd name="connsiteY63" fmla="*/ 736525 h 2181824"/>
                  <a:gd name="connsiteX64" fmla="*/ 1591476 w 8381660"/>
                  <a:gd name="connsiteY64" fmla="*/ 461255 h 2181824"/>
                  <a:gd name="connsiteX65" fmla="*/ 1485406 w 8381660"/>
                  <a:gd name="connsiteY65" fmla="*/ 266162 h 2181824"/>
                  <a:gd name="connsiteX66" fmla="*/ 1379230 w 8381660"/>
                  <a:gd name="connsiteY66" fmla="*/ 99771 h 2181824"/>
                  <a:gd name="connsiteX67" fmla="*/ 1273160 w 8381660"/>
                  <a:gd name="connsiteY67" fmla="*/ 0 h 2181824"/>
                  <a:gd name="connsiteX68" fmla="*/ 1167090 w 8381660"/>
                  <a:gd name="connsiteY68" fmla="*/ 2330 h 2181824"/>
                  <a:gd name="connsiteX69" fmla="*/ 1061019 w 8381660"/>
                  <a:gd name="connsiteY69" fmla="*/ 149762 h 2181824"/>
                  <a:gd name="connsiteX70" fmla="*/ 954843 w 8381660"/>
                  <a:gd name="connsiteY70" fmla="*/ 270822 h 2181824"/>
                  <a:gd name="connsiteX71" fmla="*/ 848773 w 8381660"/>
                  <a:gd name="connsiteY71" fmla="*/ 489322 h 2181824"/>
                  <a:gd name="connsiteX72" fmla="*/ 742703 w 8381660"/>
                  <a:gd name="connsiteY72" fmla="*/ 371228 h 2181824"/>
                  <a:gd name="connsiteX73" fmla="*/ 636633 w 8381660"/>
                  <a:gd name="connsiteY73" fmla="*/ 339242 h 2181824"/>
                  <a:gd name="connsiteX74" fmla="*/ 530457 w 8381660"/>
                  <a:gd name="connsiteY74" fmla="*/ 303867 h 2181824"/>
                  <a:gd name="connsiteX75" fmla="*/ 424387 w 8381660"/>
                  <a:gd name="connsiteY75" fmla="*/ 363073 h 2181824"/>
                  <a:gd name="connsiteX76" fmla="*/ 318316 w 8381660"/>
                  <a:gd name="connsiteY76" fmla="*/ 515800 h 2181824"/>
                  <a:gd name="connsiteX77" fmla="*/ 212246 w 8381660"/>
                  <a:gd name="connsiteY77" fmla="*/ 866799 h 2181824"/>
                  <a:gd name="connsiteX78" fmla="*/ 106176 w 8381660"/>
                  <a:gd name="connsiteY78" fmla="*/ 1540622 h 2181824"/>
                  <a:gd name="connsiteX79" fmla="*/ 0 w 8381660"/>
                  <a:gd name="connsiteY79" fmla="*/ 2181825 h 2181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381660" h="2181824">
                    <a:moveTo>
                      <a:pt x="8381661" y="2181825"/>
                    </a:moveTo>
                    <a:lnTo>
                      <a:pt x="8275484" y="2181825"/>
                    </a:lnTo>
                    <a:lnTo>
                      <a:pt x="8169415" y="2181825"/>
                    </a:lnTo>
                    <a:lnTo>
                      <a:pt x="8063344" y="2181825"/>
                    </a:lnTo>
                    <a:lnTo>
                      <a:pt x="7957274" y="2181825"/>
                    </a:lnTo>
                    <a:lnTo>
                      <a:pt x="7851098" y="2181825"/>
                    </a:lnTo>
                    <a:lnTo>
                      <a:pt x="7745028" y="2181825"/>
                    </a:lnTo>
                    <a:lnTo>
                      <a:pt x="7638958" y="2048056"/>
                    </a:lnTo>
                    <a:lnTo>
                      <a:pt x="7532888" y="1899352"/>
                    </a:lnTo>
                    <a:lnTo>
                      <a:pt x="7426711" y="1759123"/>
                    </a:lnTo>
                    <a:lnTo>
                      <a:pt x="7320641" y="1627366"/>
                    </a:lnTo>
                    <a:lnTo>
                      <a:pt x="7214571" y="1504400"/>
                    </a:lnTo>
                    <a:lnTo>
                      <a:pt x="7108501" y="1390119"/>
                    </a:lnTo>
                    <a:lnTo>
                      <a:pt x="7002325" y="1284735"/>
                    </a:lnTo>
                    <a:lnTo>
                      <a:pt x="6896255" y="1188247"/>
                    </a:lnTo>
                    <a:lnTo>
                      <a:pt x="6790185" y="1100551"/>
                    </a:lnTo>
                    <a:lnTo>
                      <a:pt x="6684114" y="1021645"/>
                    </a:lnTo>
                    <a:lnTo>
                      <a:pt x="6578045" y="951424"/>
                    </a:lnTo>
                    <a:lnTo>
                      <a:pt x="6471868" y="889570"/>
                    </a:lnTo>
                    <a:lnTo>
                      <a:pt x="6365798" y="835872"/>
                    </a:lnTo>
                    <a:lnTo>
                      <a:pt x="6259728" y="790117"/>
                    </a:lnTo>
                    <a:lnTo>
                      <a:pt x="6153658" y="751776"/>
                    </a:lnTo>
                    <a:lnTo>
                      <a:pt x="6047482" y="720532"/>
                    </a:lnTo>
                    <a:lnTo>
                      <a:pt x="5941412" y="695960"/>
                    </a:lnTo>
                    <a:lnTo>
                      <a:pt x="5835342" y="677637"/>
                    </a:lnTo>
                    <a:lnTo>
                      <a:pt x="5729271" y="665245"/>
                    </a:lnTo>
                    <a:lnTo>
                      <a:pt x="5623095" y="658572"/>
                    </a:lnTo>
                    <a:lnTo>
                      <a:pt x="5517025" y="656348"/>
                    </a:lnTo>
                    <a:lnTo>
                      <a:pt x="5410955" y="658466"/>
                    </a:lnTo>
                    <a:lnTo>
                      <a:pt x="5304885" y="666727"/>
                    </a:lnTo>
                    <a:lnTo>
                      <a:pt x="5198709" y="677213"/>
                    </a:lnTo>
                    <a:lnTo>
                      <a:pt x="5092638" y="689287"/>
                    </a:lnTo>
                    <a:lnTo>
                      <a:pt x="4986569" y="709199"/>
                    </a:lnTo>
                    <a:lnTo>
                      <a:pt x="4880498" y="739914"/>
                    </a:lnTo>
                    <a:lnTo>
                      <a:pt x="4774322" y="779632"/>
                    </a:lnTo>
                    <a:lnTo>
                      <a:pt x="4668252" y="822845"/>
                    </a:lnTo>
                    <a:lnTo>
                      <a:pt x="4562182" y="858431"/>
                    </a:lnTo>
                    <a:lnTo>
                      <a:pt x="4456112" y="878237"/>
                    </a:lnTo>
                    <a:lnTo>
                      <a:pt x="4349936" y="892536"/>
                    </a:lnTo>
                    <a:lnTo>
                      <a:pt x="4243866" y="908847"/>
                    </a:lnTo>
                    <a:lnTo>
                      <a:pt x="4137795" y="930771"/>
                    </a:lnTo>
                    <a:lnTo>
                      <a:pt x="4031725" y="958944"/>
                    </a:lnTo>
                    <a:lnTo>
                      <a:pt x="3925549" y="995484"/>
                    </a:lnTo>
                    <a:lnTo>
                      <a:pt x="3819479" y="1042192"/>
                    </a:lnTo>
                    <a:lnTo>
                      <a:pt x="3713409" y="1100233"/>
                    </a:lnTo>
                    <a:lnTo>
                      <a:pt x="3607339" y="1171407"/>
                    </a:lnTo>
                    <a:lnTo>
                      <a:pt x="3501163" y="1256774"/>
                    </a:lnTo>
                    <a:lnTo>
                      <a:pt x="3395092" y="1356226"/>
                    </a:lnTo>
                    <a:lnTo>
                      <a:pt x="3289022" y="1466695"/>
                    </a:lnTo>
                    <a:lnTo>
                      <a:pt x="3182952" y="1581505"/>
                    </a:lnTo>
                    <a:lnTo>
                      <a:pt x="3076776" y="1691232"/>
                    </a:lnTo>
                    <a:lnTo>
                      <a:pt x="2970706" y="1784330"/>
                    </a:lnTo>
                    <a:lnTo>
                      <a:pt x="2864636" y="1848196"/>
                    </a:lnTo>
                    <a:lnTo>
                      <a:pt x="2758565" y="1870650"/>
                    </a:lnTo>
                    <a:lnTo>
                      <a:pt x="2652389" y="1840464"/>
                    </a:lnTo>
                    <a:lnTo>
                      <a:pt x="2546319" y="1767172"/>
                    </a:lnTo>
                    <a:lnTo>
                      <a:pt x="2440249" y="1678522"/>
                    </a:lnTo>
                    <a:lnTo>
                      <a:pt x="2334179" y="1594533"/>
                    </a:lnTo>
                    <a:lnTo>
                      <a:pt x="2228003" y="1525371"/>
                    </a:lnTo>
                    <a:lnTo>
                      <a:pt x="2121933" y="1461929"/>
                    </a:lnTo>
                    <a:lnTo>
                      <a:pt x="2015862" y="1350825"/>
                    </a:lnTo>
                    <a:lnTo>
                      <a:pt x="1909793" y="1146305"/>
                    </a:lnTo>
                    <a:lnTo>
                      <a:pt x="1803616" y="953013"/>
                    </a:lnTo>
                    <a:lnTo>
                      <a:pt x="1697546" y="736525"/>
                    </a:lnTo>
                    <a:lnTo>
                      <a:pt x="1591476" y="461255"/>
                    </a:lnTo>
                    <a:lnTo>
                      <a:pt x="1485406" y="266162"/>
                    </a:lnTo>
                    <a:lnTo>
                      <a:pt x="1379230" y="99771"/>
                    </a:lnTo>
                    <a:lnTo>
                      <a:pt x="1273160" y="0"/>
                    </a:lnTo>
                    <a:lnTo>
                      <a:pt x="1167090" y="2330"/>
                    </a:lnTo>
                    <a:lnTo>
                      <a:pt x="1061019" y="149762"/>
                    </a:lnTo>
                    <a:lnTo>
                      <a:pt x="954843" y="270822"/>
                    </a:lnTo>
                    <a:lnTo>
                      <a:pt x="848773" y="489322"/>
                    </a:lnTo>
                    <a:lnTo>
                      <a:pt x="742703" y="371228"/>
                    </a:lnTo>
                    <a:lnTo>
                      <a:pt x="636633" y="339242"/>
                    </a:lnTo>
                    <a:lnTo>
                      <a:pt x="530457" y="303867"/>
                    </a:lnTo>
                    <a:lnTo>
                      <a:pt x="424387" y="363073"/>
                    </a:lnTo>
                    <a:lnTo>
                      <a:pt x="318316" y="515800"/>
                    </a:lnTo>
                    <a:lnTo>
                      <a:pt x="212246" y="866799"/>
                    </a:lnTo>
                    <a:lnTo>
                      <a:pt x="106176" y="1540622"/>
                    </a:lnTo>
                    <a:lnTo>
                      <a:pt x="0" y="2181825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66E7A9E4-D76C-051C-B552-38A6783202B6}"/>
                  </a:ext>
                </a:extLst>
              </p:cNvPr>
              <p:cNvSpPr/>
              <p:nvPr/>
            </p:nvSpPr>
            <p:spPr>
              <a:xfrm>
                <a:off x="2305131" y="2799553"/>
                <a:ext cx="8381660" cy="1934409"/>
              </a:xfrm>
              <a:custGeom>
                <a:avLst/>
                <a:gdLst>
                  <a:gd name="connsiteX0" fmla="*/ 0 w 8381660"/>
                  <a:gd name="connsiteY0" fmla="*/ 1934410 h 1934409"/>
                  <a:gd name="connsiteX1" fmla="*/ 106176 w 8381660"/>
                  <a:gd name="connsiteY1" fmla="*/ 1368512 h 1934409"/>
                  <a:gd name="connsiteX2" fmla="*/ 212246 w 8381660"/>
                  <a:gd name="connsiteY2" fmla="*/ 942633 h 1934409"/>
                  <a:gd name="connsiteX3" fmla="*/ 318316 w 8381660"/>
                  <a:gd name="connsiteY3" fmla="*/ 627751 h 1934409"/>
                  <a:gd name="connsiteX4" fmla="*/ 424387 w 8381660"/>
                  <a:gd name="connsiteY4" fmla="*/ 417936 h 1934409"/>
                  <a:gd name="connsiteX5" fmla="*/ 530457 w 8381660"/>
                  <a:gd name="connsiteY5" fmla="*/ 307680 h 1934409"/>
                  <a:gd name="connsiteX6" fmla="*/ 636633 w 8381660"/>
                  <a:gd name="connsiteY6" fmla="*/ 308951 h 1934409"/>
                  <a:gd name="connsiteX7" fmla="*/ 742703 w 8381660"/>
                  <a:gd name="connsiteY7" fmla="*/ 357883 h 1934409"/>
                  <a:gd name="connsiteX8" fmla="*/ 848773 w 8381660"/>
                  <a:gd name="connsiteY8" fmla="*/ 470575 h 1934409"/>
                  <a:gd name="connsiteX9" fmla="*/ 954843 w 8381660"/>
                  <a:gd name="connsiteY9" fmla="*/ 301643 h 1934409"/>
                  <a:gd name="connsiteX10" fmla="*/ 1061019 w 8381660"/>
                  <a:gd name="connsiteY10" fmla="*/ 164272 h 1934409"/>
                  <a:gd name="connsiteX11" fmla="*/ 1167090 w 8381660"/>
                  <a:gd name="connsiteY11" fmla="*/ 23619 h 1934409"/>
                  <a:gd name="connsiteX12" fmla="*/ 1273160 w 8381660"/>
                  <a:gd name="connsiteY12" fmla="*/ 0 h 1934409"/>
                  <a:gd name="connsiteX13" fmla="*/ 1379230 w 8381660"/>
                  <a:gd name="connsiteY13" fmla="*/ 107926 h 1934409"/>
                  <a:gd name="connsiteX14" fmla="*/ 1485406 w 8381660"/>
                  <a:gd name="connsiteY14" fmla="*/ 251227 h 1934409"/>
                  <a:gd name="connsiteX15" fmla="*/ 1591476 w 8381660"/>
                  <a:gd name="connsiteY15" fmla="*/ 476400 h 1934409"/>
                  <a:gd name="connsiteX16" fmla="*/ 1697546 w 8381660"/>
                  <a:gd name="connsiteY16" fmla="*/ 760355 h 1934409"/>
                  <a:gd name="connsiteX17" fmla="*/ 1803616 w 8381660"/>
                  <a:gd name="connsiteY17" fmla="*/ 964557 h 1934409"/>
                  <a:gd name="connsiteX18" fmla="*/ 1909793 w 8381660"/>
                  <a:gd name="connsiteY18" fmla="*/ 1154143 h 1934409"/>
                  <a:gd name="connsiteX19" fmla="*/ 2015862 w 8381660"/>
                  <a:gd name="connsiteY19" fmla="*/ 1337480 h 1934409"/>
                  <a:gd name="connsiteX20" fmla="*/ 2121933 w 8381660"/>
                  <a:gd name="connsiteY20" fmla="*/ 1436086 h 1934409"/>
                  <a:gd name="connsiteX21" fmla="*/ 2228003 w 8381660"/>
                  <a:gd name="connsiteY21" fmla="*/ 1493067 h 1934409"/>
                  <a:gd name="connsiteX22" fmla="*/ 2334179 w 8381660"/>
                  <a:gd name="connsiteY22" fmla="*/ 1536810 h 1934409"/>
                  <a:gd name="connsiteX23" fmla="*/ 2440249 w 8381660"/>
                  <a:gd name="connsiteY23" fmla="*/ 1571973 h 1934409"/>
                  <a:gd name="connsiteX24" fmla="*/ 2546319 w 8381660"/>
                  <a:gd name="connsiteY24" fmla="*/ 1603006 h 1934409"/>
                  <a:gd name="connsiteX25" fmla="*/ 2652389 w 8381660"/>
                  <a:gd name="connsiteY25" fmla="*/ 1634674 h 1934409"/>
                  <a:gd name="connsiteX26" fmla="*/ 2758565 w 8381660"/>
                  <a:gd name="connsiteY26" fmla="*/ 1651514 h 1934409"/>
                  <a:gd name="connsiteX27" fmla="*/ 2864636 w 8381660"/>
                  <a:gd name="connsiteY27" fmla="*/ 1634674 h 1934409"/>
                  <a:gd name="connsiteX28" fmla="*/ 2970706 w 8381660"/>
                  <a:gd name="connsiteY28" fmla="*/ 1589767 h 1934409"/>
                  <a:gd name="connsiteX29" fmla="*/ 3076776 w 8381660"/>
                  <a:gd name="connsiteY29" fmla="*/ 1521981 h 1934409"/>
                  <a:gd name="connsiteX30" fmla="*/ 3182952 w 8381660"/>
                  <a:gd name="connsiteY30" fmla="*/ 1436721 h 1934409"/>
                  <a:gd name="connsiteX31" fmla="*/ 3289022 w 8381660"/>
                  <a:gd name="connsiteY31" fmla="*/ 1339492 h 1934409"/>
                  <a:gd name="connsiteX32" fmla="*/ 3395092 w 8381660"/>
                  <a:gd name="connsiteY32" fmla="*/ 1235591 h 1934409"/>
                  <a:gd name="connsiteX33" fmla="*/ 3501163 w 8381660"/>
                  <a:gd name="connsiteY33" fmla="*/ 1130524 h 1934409"/>
                  <a:gd name="connsiteX34" fmla="*/ 3607339 w 8381660"/>
                  <a:gd name="connsiteY34" fmla="*/ 1029588 h 1934409"/>
                  <a:gd name="connsiteX35" fmla="*/ 3713409 w 8381660"/>
                  <a:gd name="connsiteY35" fmla="*/ 938185 h 1934409"/>
                  <a:gd name="connsiteX36" fmla="*/ 3819479 w 8381660"/>
                  <a:gd name="connsiteY36" fmla="*/ 861821 h 1934409"/>
                  <a:gd name="connsiteX37" fmla="*/ 3925549 w 8381660"/>
                  <a:gd name="connsiteY37" fmla="*/ 805792 h 1934409"/>
                  <a:gd name="connsiteX38" fmla="*/ 4031725 w 8381660"/>
                  <a:gd name="connsiteY38" fmla="*/ 775501 h 1934409"/>
                  <a:gd name="connsiteX39" fmla="*/ 4137795 w 8381660"/>
                  <a:gd name="connsiteY39" fmla="*/ 771688 h 1934409"/>
                  <a:gd name="connsiteX40" fmla="*/ 4243866 w 8381660"/>
                  <a:gd name="connsiteY40" fmla="*/ 784927 h 1934409"/>
                  <a:gd name="connsiteX41" fmla="*/ 4349936 w 8381660"/>
                  <a:gd name="connsiteY41" fmla="*/ 806534 h 1934409"/>
                  <a:gd name="connsiteX42" fmla="*/ 4456112 w 8381660"/>
                  <a:gd name="connsiteY42" fmla="*/ 827187 h 1934409"/>
                  <a:gd name="connsiteX43" fmla="*/ 4562182 w 8381660"/>
                  <a:gd name="connsiteY43" fmla="*/ 838096 h 1934409"/>
                  <a:gd name="connsiteX44" fmla="*/ 4668252 w 8381660"/>
                  <a:gd name="connsiteY44" fmla="*/ 831424 h 1934409"/>
                  <a:gd name="connsiteX45" fmla="*/ 4774322 w 8381660"/>
                  <a:gd name="connsiteY45" fmla="*/ 819244 h 1934409"/>
                  <a:gd name="connsiteX46" fmla="*/ 4880498 w 8381660"/>
                  <a:gd name="connsiteY46" fmla="*/ 806534 h 1934409"/>
                  <a:gd name="connsiteX47" fmla="*/ 4986569 w 8381660"/>
                  <a:gd name="connsiteY47" fmla="*/ 792871 h 1934409"/>
                  <a:gd name="connsiteX48" fmla="*/ 5092638 w 8381660"/>
                  <a:gd name="connsiteY48" fmla="*/ 777831 h 1934409"/>
                  <a:gd name="connsiteX49" fmla="*/ 5198709 w 8381660"/>
                  <a:gd name="connsiteY49" fmla="*/ 761097 h 1934409"/>
                  <a:gd name="connsiteX50" fmla="*/ 5304885 w 8381660"/>
                  <a:gd name="connsiteY50" fmla="*/ 742032 h 1934409"/>
                  <a:gd name="connsiteX51" fmla="*/ 5410955 w 8381660"/>
                  <a:gd name="connsiteY51" fmla="*/ 724027 h 1934409"/>
                  <a:gd name="connsiteX52" fmla="*/ 5517025 w 8381660"/>
                  <a:gd name="connsiteY52" fmla="*/ 709940 h 1934409"/>
                  <a:gd name="connsiteX53" fmla="*/ 5623095 w 8381660"/>
                  <a:gd name="connsiteY53" fmla="*/ 697866 h 1934409"/>
                  <a:gd name="connsiteX54" fmla="*/ 5729271 w 8381660"/>
                  <a:gd name="connsiteY54" fmla="*/ 687381 h 1934409"/>
                  <a:gd name="connsiteX55" fmla="*/ 5835342 w 8381660"/>
                  <a:gd name="connsiteY55" fmla="*/ 679755 h 1934409"/>
                  <a:gd name="connsiteX56" fmla="*/ 5941412 w 8381660"/>
                  <a:gd name="connsiteY56" fmla="*/ 674777 h 1934409"/>
                  <a:gd name="connsiteX57" fmla="*/ 6047482 w 8381660"/>
                  <a:gd name="connsiteY57" fmla="*/ 672341 h 1934409"/>
                  <a:gd name="connsiteX58" fmla="*/ 6153658 w 8381660"/>
                  <a:gd name="connsiteY58" fmla="*/ 672553 h 1934409"/>
                  <a:gd name="connsiteX59" fmla="*/ 6259728 w 8381660"/>
                  <a:gd name="connsiteY59" fmla="*/ 675201 h 1934409"/>
                  <a:gd name="connsiteX60" fmla="*/ 6365798 w 8381660"/>
                  <a:gd name="connsiteY60" fmla="*/ 680284 h 1934409"/>
                  <a:gd name="connsiteX61" fmla="*/ 6471868 w 8381660"/>
                  <a:gd name="connsiteY61" fmla="*/ 687592 h 1934409"/>
                  <a:gd name="connsiteX62" fmla="*/ 6578045 w 8381660"/>
                  <a:gd name="connsiteY62" fmla="*/ 697337 h 1934409"/>
                  <a:gd name="connsiteX63" fmla="*/ 6684114 w 8381660"/>
                  <a:gd name="connsiteY63" fmla="*/ 709199 h 1934409"/>
                  <a:gd name="connsiteX64" fmla="*/ 6790185 w 8381660"/>
                  <a:gd name="connsiteY64" fmla="*/ 723180 h 1934409"/>
                  <a:gd name="connsiteX65" fmla="*/ 6896255 w 8381660"/>
                  <a:gd name="connsiteY65" fmla="*/ 739172 h 1934409"/>
                  <a:gd name="connsiteX66" fmla="*/ 7002325 w 8381660"/>
                  <a:gd name="connsiteY66" fmla="*/ 757178 h 1934409"/>
                  <a:gd name="connsiteX67" fmla="*/ 7108501 w 8381660"/>
                  <a:gd name="connsiteY67" fmla="*/ 777196 h 1934409"/>
                  <a:gd name="connsiteX68" fmla="*/ 7214571 w 8381660"/>
                  <a:gd name="connsiteY68" fmla="*/ 798908 h 1934409"/>
                  <a:gd name="connsiteX69" fmla="*/ 7320641 w 8381660"/>
                  <a:gd name="connsiteY69" fmla="*/ 822527 h 1934409"/>
                  <a:gd name="connsiteX70" fmla="*/ 7426711 w 8381660"/>
                  <a:gd name="connsiteY70" fmla="*/ 847840 h 1934409"/>
                  <a:gd name="connsiteX71" fmla="*/ 7532888 w 8381660"/>
                  <a:gd name="connsiteY71" fmla="*/ 874742 h 1934409"/>
                  <a:gd name="connsiteX72" fmla="*/ 7638958 w 8381660"/>
                  <a:gd name="connsiteY72" fmla="*/ 903233 h 1934409"/>
                  <a:gd name="connsiteX73" fmla="*/ 7745028 w 8381660"/>
                  <a:gd name="connsiteY73" fmla="*/ 933207 h 1934409"/>
                  <a:gd name="connsiteX74" fmla="*/ 7851098 w 8381660"/>
                  <a:gd name="connsiteY74" fmla="*/ 964663 h 1934409"/>
                  <a:gd name="connsiteX75" fmla="*/ 7957274 w 8381660"/>
                  <a:gd name="connsiteY75" fmla="*/ 997390 h 1934409"/>
                  <a:gd name="connsiteX76" fmla="*/ 8063344 w 8381660"/>
                  <a:gd name="connsiteY76" fmla="*/ 1031389 h 1934409"/>
                  <a:gd name="connsiteX77" fmla="*/ 8169415 w 8381660"/>
                  <a:gd name="connsiteY77" fmla="*/ 1066764 h 1934409"/>
                  <a:gd name="connsiteX78" fmla="*/ 8275484 w 8381660"/>
                  <a:gd name="connsiteY78" fmla="*/ 1103092 h 1934409"/>
                  <a:gd name="connsiteX79" fmla="*/ 8381661 w 8381660"/>
                  <a:gd name="connsiteY79" fmla="*/ 1140586 h 1934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381660" h="1934409">
                    <a:moveTo>
                      <a:pt x="0" y="1934410"/>
                    </a:moveTo>
                    <a:lnTo>
                      <a:pt x="106176" y="1368512"/>
                    </a:lnTo>
                    <a:lnTo>
                      <a:pt x="212246" y="942633"/>
                    </a:lnTo>
                    <a:lnTo>
                      <a:pt x="318316" y="627751"/>
                    </a:lnTo>
                    <a:lnTo>
                      <a:pt x="424387" y="417936"/>
                    </a:lnTo>
                    <a:lnTo>
                      <a:pt x="530457" y="307680"/>
                    </a:lnTo>
                    <a:lnTo>
                      <a:pt x="636633" y="308951"/>
                    </a:lnTo>
                    <a:lnTo>
                      <a:pt x="742703" y="357883"/>
                    </a:lnTo>
                    <a:lnTo>
                      <a:pt x="848773" y="470575"/>
                    </a:lnTo>
                    <a:lnTo>
                      <a:pt x="954843" y="301643"/>
                    </a:lnTo>
                    <a:lnTo>
                      <a:pt x="1061019" y="164272"/>
                    </a:lnTo>
                    <a:lnTo>
                      <a:pt x="1167090" y="23619"/>
                    </a:lnTo>
                    <a:lnTo>
                      <a:pt x="1273160" y="0"/>
                    </a:lnTo>
                    <a:lnTo>
                      <a:pt x="1379230" y="107926"/>
                    </a:lnTo>
                    <a:lnTo>
                      <a:pt x="1485406" y="251227"/>
                    </a:lnTo>
                    <a:lnTo>
                      <a:pt x="1591476" y="476400"/>
                    </a:lnTo>
                    <a:lnTo>
                      <a:pt x="1697546" y="760355"/>
                    </a:lnTo>
                    <a:lnTo>
                      <a:pt x="1803616" y="964557"/>
                    </a:lnTo>
                    <a:lnTo>
                      <a:pt x="1909793" y="1154143"/>
                    </a:lnTo>
                    <a:lnTo>
                      <a:pt x="2015862" y="1337480"/>
                    </a:lnTo>
                    <a:lnTo>
                      <a:pt x="2121933" y="1436086"/>
                    </a:lnTo>
                    <a:lnTo>
                      <a:pt x="2228003" y="1493067"/>
                    </a:lnTo>
                    <a:lnTo>
                      <a:pt x="2334179" y="1536810"/>
                    </a:lnTo>
                    <a:lnTo>
                      <a:pt x="2440249" y="1571973"/>
                    </a:lnTo>
                    <a:lnTo>
                      <a:pt x="2546319" y="1603006"/>
                    </a:lnTo>
                    <a:lnTo>
                      <a:pt x="2652389" y="1634674"/>
                    </a:lnTo>
                    <a:lnTo>
                      <a:pt x="2758565" y="1651514"/>
                    </a:lnTo>
                    <a:lnTo>
                      <a:pt x="2864636" y="1634674"/>
                    </a:lnTo>
                    <a:lnTo>
                      <a:pt x="2970706" y="1589767"/>
                    </a:lnTo>
                    <a:lnTo>
                      <a:pt x="3076776" y="1521981"/>
                    </a:lnTo>
                    <a:lnTo>
                      <a:pt x="3182952" y="1436721"/>
                    </a:lnTo>
                    <a:lnTo>
                      <a:pt x="3289022" y="1339492"/>
                    </a:lnTo>
                    <a:lnTo>
                      <a:pt x="3395092" y="1235591"/>
                    </a:lnTo>
                    <a:lnTo>
                      <a:pt x="3501163" y="1130524"/>
                    </a:lnTo>
                    <a:lnTo>
                      <a:pt x="3607339" y="1029588"/>
                    </a:lnTo>
                    <a:lnTo>
                      <a:pt x="3713409" y="938185"/>
                    </a:lnTo>
                    <a:lnTo>
                      <a:pt x="3819479" y="861821"/>
                    </a:lnTo>
                    <a:lnTo>
                      <a:pt x="3925549" y="805792"/>
                    </a:lnTo>
                    <a:lnTo>
                      <a:pt x="4031725" y="775501"/>
                    </a:lnTo>
                    <a:lnTo>
                      <a:pt x="4137795" y="771688"/>
                    </a:lnTo>
                    <a:lnTo>
                      <a:pt x="4243866" y="784927"/>
                    </a:lnTo>
                    <a:lnTo>
                      <a:pt x="4349936" y="806534"/>
                    </a:lnTo>
                    <a:lnTo>
                      <a:pt x="4456112" y="827187"/>
                    </a:lnTo>
                    <a:lnTo>
                      <a:pt x="4562182" y="838096"/>
                    </a:lnTo>
                    <a:lnTo>
                      <a:pt x="4668252" y="831424"/>
                    </a:lnTo>
                    <a:lnTo>
                      <a:pt x="4774322" y="819244"/>
                    </a:lnTo>
                    <a:lnTo>
                      <a:pt x="4880498" y="806534"/>
                    </a:lnTo>
                    <a:lnTo>
                      <a:pt x="4986569" y="792871"/>
                    </a:lnTo>
                    <a:lnTo>
                      <a:pt x="5092638" y="777831"/>
                    </a:lnTo>
                    <a:lnTo>
                      <a:pt x="5198709" y="761097"/>
                    </a:lnTo>
                    <a:lnTo>
                      <a:pt x="5304885" y="742032"/>
                    </a:lnTo>
                    <a:lnTo>
                      <a:pt x="5410955" y="724027"/>
                    </a:lnTo>
                    <a:lnTo>
                      <a:pt x="5517025" y="709940"/>
                    </a:lnTo>
                    <a:lnTo>
                      <a:pt x="5623095" y="697866"/>
                    </a:lnTo>
                    <a:lnTo>
                      <a:pt x="5729271" y="687381"/>
                    </a:lnTo>
                    <a:lnTo>
                      <a:pt x="5835342" y="679755"/>
                    </a:lnTo>
                    <a:lnTo>
                      <a:pt x="5941412" y="674777"/>
                    </a:lnTo>
                    <a:lnTo>
                      <a:pt x="6047482" y="672341"/>
                    </a:lnTo>
                    <a:lnTo>
                      <a:pt x="6153658" y="672553"/>
                    </a:lnTo>
                    <a:lnTo>
                      <a:pt x="6259728" y="675201"/>
                    </a:lnTo>
                    <a:lnTo>
                      <a:pt x="6365798" y="680284"/>
                    </a:lnTo>
                    <a:lnTo>
                      <a:pt x="6471868" y="687592"/>
                    </a:lnTo>
                    <a:lnTo>
                      <a:pt x="6578045" y="697337"/>
                    </a:lnTo>
                    <a:lnTo>
                      <a:pt x="6684114" y="709199"/>
                    </a:lnTo>
                    <a:lnTo>
                      <a:pt x="6790185" y="723180"/>
                    </a:lnTo>
                    <a:lnTo>
                      <a:pt x="6896255" y="739172"/>
                    </a:lnTo>
                    <a:lnTo>
                      <a:pt x="7002325" y="757178"/>
                    </a:lnTo>
                    <a:lnTo>
                      <a:pt x="7108501" y="777196"/>
                    </a:lnTo>
                    <a:lnTo>
                      <a:pt x="7214571" y="798908"/>
                    </a:lnTo>
                    <a:lnTo>
                      <a:pt x="7320641" y="822527"/>
                    </a:lnTo>
                    <a:lnTo>
                      <a:pt x="7426711" y="847840"/>
                    </a:lnTo>
                    <a:lnTo>
                      <a:pt x="7532888" y="874742"/>
                    </a:lnTo>
                    <a:lnTo>
                      <a:pt x="7638958" y="903233"/>
                    </a:lnTo>
                    <a:lnTo>
                      <a:pt x="7745028" y="933207"/>
                    </a:lnTo>
                    <a:lnTo>
                      <a:pt x="7851098" y="964663"/>
                    </a:lnTo>
                    <a:lnTo>
                      <a:pt x="7957274" y="997390"/>
                    </a:lnTo>
                    <a:lnTo>
                      <a:pt x="8063344" y="1031389"/>
                    </a:lnTo>
                    <a:lnTo>
                      <a:pt x="8169415" y="1066764"/>
                    </a:lnTo>
                    <a:lnTo>
                      <a:pt x="8275484" y="1103092"/>
                    </a:lnTo>
                    <a:lnTo>
                      <a:pt x="8381661" y="1140586"/>
                    </a:lnTo>
                  </a:path>
                </a:pathLst>
              </a:custGeom>
              <a:noFill/>
              <a:ln w="22550" cap="flat">
                <a:solidFill>
                  <a:srgbClr val="E7882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AA39C1B-7EF7-A57D-2783-D5F814788C18}"/>
                  </a:ext>
                </a:extLst>
              </p:cNvPr>
              <p:cNvSpPr txBox="1"/>
              <p:nvPr/>
            </p:nvSpPr>
            <p:spPr>
              <a:xfrm>
                <a:off x="1845783" y="3950416"/>
                <a:ext cx="7649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E78828"/>
                    </a:solidFill>
                    <a:latin typeface="Arial"/>
                    <a:cs typeface="Arial"/>
                    <a:sym typeface="Arial"/>
                    <a:rtl val="0"/>
                  </a:rPr>
                  <a:t>Stable</a:t>
                </a:r>
              </a:p>
            </p:txBody>
          </p:sp>
        </p:grpSp>
        <p:grpSp>
          <p:nvGrpSpPr>
            <p:cNvPr id="65" name="Graphic 2">
              <a:extLst>
                <a:ext uri="{FF2B5EF4-FFF2-40B4-BE49-F238E27FC236}">
                  <a16:creationId xmlns:a16="http://schemas.microsoft.com/office/drawing/2014/main" id="{CB64E4B7-2D93-3164-5AA0-FA7EEF670D68}"/>
                </a:ext>
              </a:extLst>
            </p:cNvPr>
            <p:cNvGrpSpPr/>
            <p:nvPr/>
          </p:nvGrpSpPr>
          <p:grpSpPr>
            <a:xfrm>
              <a:off x="961062" y="612426"/>
              <a:ext cx="10160606" cy="5419645"/>
              <a:chOff x="961062" y="612426"/>
              <a:chExt cx="10160606" cy="5419645"/>
            </a:xfrm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90129406-C5A0-CA4C-CB1B-359265D98DFD}"/>
                  </a:ext>
                </a:extLst>
              </p:cNvPr>
              <p:cNvSpPr/>
              <p:nvPr/>
            </p:nvSpPr>
            <p:spPr>
              <a:xfrm>
                <a:off x="155352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4655E47-E008-0192-E6A1-E3A753BB2240}"/>
                  </a:ext>
                </a:extLst>
              </p:cNvPr>
              <p:cNvSpPr txBox="1"/>
              <p:nvPr/>
            </p:nvSpPr>
            <p:spPr>
              <a:xfrm>
                <a:off x="132734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46EC4E5-020D-605C-96BA-A65ADA6C8BF3}"/>
                  </a:ext>
                </a:extLst>
              </p:cNvPr>
              <p:cNvSpPr txBox="1"/>
              <p:nvPr/>
            </p:nvSpPr>
            <p:spPr>
              <a:xfrm>
                <a:off x="1244836" y="4528697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40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41B497F-D03C-7478-51E3-4706AEE8A201}"/>
                  </a:ext>
                </a:extLst>
              </p:cNvPr>
              <p:cNvSpPr txBox="1"/>
              <p:nvPr/>
            </p:nvSpPr>
            <p:spPr>
              <a:xfrm>
                <a:off x="1244836" y="3407705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80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08A9EC5-F342-36D5-1CDD-046752E898E6}"/>
                  </a:ext>
                </a:extLst>
              </p:cNvPr>
              <p:cNvSpPr txBox="1"/>
              <p:nvPr/>
            </p:nvSpPr>
            <p:spPr>
              <a:xfrm>
                <a:off x="1162331" y="2286713"/>
                <a:ext cx="43954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120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1637EF2-075B-39CE-F87B-3011250324B0}"/>
                  </a:ext>
                </a:extLst>
              </p:cNvPr>
              <p:cNvSpPr txBox="1"/>
              <p:nvPr/>
            </p:nvSpPr>
            <p:spPr>
              <a:xfrm>
                <a:off x="1162331" y="1165615"/>
                <a:ext cx="43954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160</a:t>
                </a:r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35882FAC-9CA8-7F90-706A-F23ACAB46AEE}"/>
                  </a:ext>
                </a:extLst>
              </p:cNvPr>
              <p:cNvSpPr/>
              <p:nvPr/>
            </p:nvSpPr>
            <p:spPr>
              <a:xfrm>
                <a:off x="152449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229019C9-CF53-78A4-71C5-1330057995AF}"/>
                  </a:ext>
                </a:extLst>
              </p:cNvPr>
              <p:cNvSpPr/>
              <p:nvPr/>
            </p:nvSpPr>
            <p:spPr>
              <a:xfrm>
                <a:off x="1524492" y="4655587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A1BF962E-1CAF-726B-85B2-931FF7FDC995}"/>
                  </a:ext>
                </a:extLst>
              </p:cNvPr>
              <p:cNvSpPr/>
              <p:nvPr/>
            </p:nvSpPr>
            <p:spPr>
              <a:xfrm>
                <a:off x="1524492" y="353459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ADC773F-8D78-4944-0B02-189D0FA6F202}"/>
                  </a:ext>
                </a:extLst>
              </p:cNvPr>
              <p:cNvSpPr/>
              <p:nvPr/>
            </p:nvSpPr>
            <p:spPr>
              <a:xfrm>
                <a:off x="1524492" y="2413497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250A4171-C64F-81C2-A6C6-83F95EF33007}"/>
                  </a:ext>
                </a:extLst>
              </p:cNvPr>
              <p:cNvSpPr/>
              <p:nvPr/>
            </p:nvSpPr>
            <p:spPr>
              <a:xfrm>
                <a:off x="1524492" y="129250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DF3A5F38-3B2C-393C-C6C1-F8FF23E2A36D}"/>
                  </a:ext>
                </a:extLst>
              </p:cNvPr>
              <p:cNvSpPr/>
              <p:nvPr/>
            </p:nvSpPr>
            <p:spPr>
              <a:xfrm>
                <a:off x="1553527" y="5776685"/>
                <a:ext cx="9568141" cy="10591"/>
              </a:xfrm>
              <a:custGeom>
                <a:avLst/>
                <a:gdLst>
                  <a:gd name="connsiteX0" fmla="*/ 0 w 9568141"/>
                  <a:gd name="connsiteY0" fmla="*/ 0 h 10591"/>
                  <a:gd name="connsiteX1" fmla="*/ 9568142 w 956814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68141" h="10591">
                    <a:moveTo>
                      <a:pt x="0" y="0"/>
                    </a:moveTo>
                    <a:lnTo>
                      <a:pt x="956814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6495767B-3978-DF1B-9BC3-19A29E2A54CC}"/>
                  </a:ext>
                </a:extLst>
              </p:cNvPr>
              <p:cNvSpPr/>
              <p:nvPr/>
            </p:nvSpPr>
            <p:spPr>
              <a:xfrm>
                <a:off x="293084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573B9033-8EBB-12E0-BB85-CC0BA89E12FE}"/>
                  </a:ext>
                </a:extLst>
              </p:cNvPr>
              <p:cNvSpPr/>
              <p:nvPr/>
            </p:nvSpPr>
            <p:spPr>
              <a:xfrm>
                <a:off x="433678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F91A57AC-7E5F-19A5-C733-2128A3B5D934}"/>
                  </a:ext>
                </a:extLst>
              </p:cNvPr>
              <p:cNvSpPr/>
              <p:nvPr/>
            </p:nvSpPr>
            <p:spPr>
              <a:xfrm>
                <a:off x="575045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06B746B6-6109-3A5B-7243-9EA53D872986}"/>
                  </a:ext>
                </a:extLst>
              </p:cNvPr>
              <p:cNvSpPr/>
              <p:nvPr/>
            </p:nvSpPr>
            <p:spPr>
              <a:xfrm>
                <a:off x="716411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6D639890-A1A7-02FA-37A5-B0ABEA968E6F}"/>
                  </a:ext>
                </a:extLst>
              </p:cNvPr>
              <p:cNvSpPr/>
              <p:nvPr/>
            </p:nvSpPr>
            <p:spPr>
              <a:xfrm>
                <a:off x="857789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242D1DDD-D9ED-1713-BCEC-C1D4A8A72D93}"/>
                  </a:ext>
                </a:extLst>
              </p:cNvPr>
              <p:cNvSpPr/>
              <p:nvPr/>
            </p:nvSpPr>
            <p:spPr>
              <a:xfrm>
                <a:off x="998382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551FB3E-A586-103F-BDA1-7929E793A69D}"/>
                  </a:ext>
                </a:extLst>
              </p:cNvPr>
              <p:cNvSpPr txBox="1"/>
              <p:nvPr/>
            </p:nvSpPr>
            <p:spPr>
              <a:xfrm>
                <a:off x="2538399" y="5755072"/>
                <a:ext cx="8082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Oct 2022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A51DF44-6374-D872-9012-45D797FCD594}"/>
                  </a:ext>
                </a:extLst>
              </p:cNvPr>
              <p:cNvSpPr txBox="1"/>
              <p:nvPr/>
            </p:nvSpPr>
            <p:spPr>
              <a:xfrm>
                <a:off x="3944296" y="5755072"/>
                <a:ext cx="8066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Apr 2023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BA5DF3C-5B81-8CB6-0EA2-C4C5B9D2F0B2}"/>
                  </a:ext>
                </a:extLst>
              </p:cNvPr>
              <p:cNvSpPr txBox="1"/>
              <p:nvPr/>
            </p:nvSpPr>
            <p:spPr>
              <a:xfrm>
                <a:off x="5358000" y="5755072"/>
                <a:ext cx="8082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Oct 2023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CD0D170-1868-FBAD-1785-19AD0EE2DC4A}"/>
                  </a:ext>
                </a:extLst>
              </p:cNvPr>
              <p:cNvSpPr txBox="1"/>
              <p:nvPr/>
            </p:nvSpPr>
            <p:spPr>
              <a:xfrm>
                <a:off x="6771632" y="5755072"/>
                <a:ext cx="8066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Apr 2024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D58846F-50DC-C98E-97F9-C715902F9C31}"/>
                  </a:ext>
                </a:extLst>
              </p:cNvPr>
              <p:cNvSpPr txBox="1"/>
              <p:nvPr/>
            </p:nvSpPr>
            <p:spPr>
              <a:xfrm>
                <a:off x="8185442" y="5755072"/>
                <a:ext cx="8082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Oct 2024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3BB2D76F-F5F0-DEE3-C0BE-6BB218E32F48}"/>
                  </a:ext>
                </a:extLst>
              </p:cNvPr>
              <p:cNvSpPr txBox="1"/>
              <p:nvPr/>
            </p:nvSpPr>
            <p:spPr>
              <a:xfrm>
                <a:off x="9591339" y="5755072"/>
                <a:ext cx="8066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Apr 2025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F45B410-A77B-DE48-2D5C-BE65900C650B}"/>
                  </a:ext>
                </a:extLst>
              </p:cNvPr>
              <p:cNvSpPr txBox="1"/>
              <p:nvPr/>
            </p:nvSpPr>
            <p:spPr>
              <a:xfrm rot="16200000">
                <a:off x="161580" y="3204753"/>
                <a:ext cx="19375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landings(kg)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F834E7E-89A3-F706-E9E6-6CBA2DEA0E2D}"/>
                  </a:ext>
                </a:extLst>
              </p:cNvPr>
              <p:cNvSpPr txBox="1"/>
              <p:nvPr/>
            </p:nvSpPr>
            <p:spPr>
              <a:xfrm>
                <a:off x="1462087" y="612426"/>
                <a:ext cx="43831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 in MAR Ngapatowa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08325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2">
            <a:extLst>
              <a:ext uri="{FF2B5EF4-FFF2-40B4-BE49-F238E27FC236}">
                <a16:creationId xmlns:a16="http://schemas.microsoft.com/office/drawing/2014/main" id="{1EA29C99-A0D8-585E-86F0-59F619F42273}"/>
              </a:ext>
            </a:extLst>
          </p:cNvPr>
          <p:cNvGrpSpPr/>
          <p:nvPr/>
        </p:nvGrpSpPr>
        <p:grpSpPr>
          <a:xfrm>
            <a:off x="961062" y="612426"/>
            <a:ext cx="10221218" cy="5602107"/>
            <a:chOff x="961062" y="612426"/>
            <a:chExt cx="10221218" cy="5602107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D5B7FB7-2BDD-C0E7-283B-11A1A3F6C25A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7BE4E417-23DF-F0F0-73F8-B95879755D97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58" name="Graphic 2">
              <a:extLst>
                <a:ext uri="{FF2B5EF4-FFF2-40B4-BE49-F238E27FC236}">
                  <a16:creationId xmlns:a16="http://schemas.microsoft.com/office/drawing/2014/main" id="{99972DE8-37A4-9831-986F-9E0F4E5D7017}"/>
                </a:ext>
              </a:extLst>
            </p:cNvPr>
            <p:cNvGrpSpPr/>
            <p:nvPr/>
          </p:nvGrpSpPr>
          <p:grpSpPr>
            <a:xfrm>
              <a:off x="1471087" y="971481"/>
              <a:ext cx="9650581" cy="4805204"/>
              <a:chOff x="1471087" y="971481"/>
              <a:chExt cx="9650581" cy="4805204"/>
            </a:xfrm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B2B1F747-BE57-37D0-7570-8C0B10C69ED1}"/>
                  </a:ext>
                </a:extLst>
              </p:cNvPr>
              <p:cNvSpPr/>
              <p:nvPr/>
            </p:nvSpPr>
            <p:spPr>
              <a:xfrm>
                <a:off x="1471087" y="971481"/>
                <a:ext cx="9650581" cy="4805204"/>
              </a:xfrm>
              <a:custGeom>
                <a:avLst/>
                <a:gdLst>
                  <a:gd name="connsiteX0" fmla="*/ 0 w 9650581"/>
                  <a:gd name="connsiteY0" fmla="*/ 0 h 4805204"/>
                  <a:gd name="connsiteX1" fmla="*/ 9650582 w 9650581"/>
                  <a:gd name="connsiteY1" fmla="*/ 0 h 4805204"/>
                  <a:gd name="connsiteX2" fmla="*/ 9650582 w 9650581"/>
                  <a:gd name="connsiteY2" fmla="*/ 4805204 h 4805204"/>
                  <a:gd name="connsiteX3" fmla="*/ 0 w 965058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50581" h="4805204">
                    <a:moveTo>
                      <a:pt x="0" y="0"/>
                    </a:moveTo>
                    <a:lnTo>
                      <a:pt x="9650582" y="0"/>
                    </a:lnTo>
                    <a:lnTo>
                      <a:pt x="965058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6A6F547F-570A-354D-8C81-4D3732C35C71}"/>
                  </a:ext>
                </a:extLst>
              </p:cNvPr>
              <p:cNvSpPr/>
              <p:nvPr/>
            </p:nvSpPr>
            <p:spPr>
              <a:xfrm>
                <a:off x="2229154" y="971481"/>
                <a:ext cx="8453822" cy="4805204"/>
              </a:xfrm>
              <a:custGeom>
                <a:avLst/>
                <a:gdLst>
                  <a:gd name="connsiteX0" fmla="*/ 0 w 8453822"/>
                  <a:gd name="connsiteY0" fmla="*/ 2982745 h 4805204"/>
                  <a:gd name="connsiteX1" fmla="*/ 107024 w 8453822"/>
                  <a:gd name="connsiteY1" fmla="*/ 2690741 h 4805204"/>
                  <a:gd name="connsiteX2" fmla="*/ 214048 w 8453822"/>
                  <a:gd name="connsiteY2" fmla="*/ 2320678 h 4805204"/>
                  <a:gd name="connsiteX3" fmla="*/ 321072 w 8453822"/>
                  <a:gd name="connsiteY3" fmla="*/ 1884207 h 4805204"/>
                  <a:gd name="connsiteX4" fmla="*/ 428095 w 8453822"/>
                  <a:gd name="connsiteY4" fmla="*/ 1441169 h 4805204"/>
                  <a:gd name="connsiteX5" fmla="*/ 535119 w 8453822"/>
                  <a:gd name="connsiteY5" fmla="*/ 1058715 h 4805204"/>
                  <a:gd name="connsiteX6" fmla="*/ 642143 w 8453822"/>
                  <a:gd name="connsiteY6" fmla="*/ 809499 h 4805204"/>
                  <a:gd name="connsiteX7" fmla="*/ 749061 w 8453822"/>
                  <a:gd name="connsiteY7" fmla="*/ 617901 h 4805204"/>
                  <a:gd name="connsiteX8" fmla="*/ 856085 w 8453822"/>
                  <a:gd name="connsiteY8" fmla="*/ 419631 h 4805204"/>
                  <a:gd name="connsiteX9" fmla="*/ 963108 w 8453822"/>
                  <a:gd name="connsiteY9" fmla="*/ 184502 h 4805204"/>
                  <a:gd name="connsiteX10" fmla="*/ 1070132 w 8453822"/>
                  <a:gd name="connsiteY10" fmla="*/ 0 h 4805204"/>
                  <a:gd name="connsiteX11" fmla="*/ 1177156 w 8453822"/>
                  <a:gd name="connsiteY11" fmla="*/ 62595 h 4805204"/>
                  <a:gd name="connsiteX12" fmla="*/ 1284180 w 8453822"/>
                  <a:gd name="connsiteY12" fmla="*/ 180477 h 4805204"/>
                  <a:gd name="connsiteX13" fmla="*/ 1391204 w 8453822"/>
                  <a:gd name="connsiteY13" fmla="*/ 324308 h 4805204"/>
                  <a:gd name="connsiteX14" fmla="*/ 1498228 w 8453822"/>
                  <a:gd name="connsiteY14" fmla="*/ 579455 h 4805204"/>
                  <a:gd name="connsiteX15" fmla="*/ 1605145 w 8453822"/>
                  <a:gd name="connsiteY15" fmla="*/ 835660 h 4805204"/>
                  <a:gd name="connsiteX16" fmla="*/ 1712169 w 8453822"/>
                  <a:gd name="connsiteY16" fmla="*/ 1030753 h 4805204"/>
                  <a:gd name="connsiteX17" fmla="*/ 1819193 w 8453822"/>
                  <a:gd name="connsiteY17" fmla="*/ 1236862 h 4805204"/>
                  <a:gd name="connsiteX18" fmla="*/ 1926217 w 8453822"/>
                  <a:gd name="connsiteY18" fmla="*/ 1444876 h 4805204"/>
                  <a:gd name="connsiteX19" fmla="*/ 2033241 w 8453822"/>
                  <a:gd name="connsiteY19" fmla="*/ 1625883 h 4805204"/>
                  <a:gd name="connsiteX20" fmla="*/ 2140265 w 8453822"/>
                  <a:gd name="connsiteY20" fmla="*/ 1762512 h 4805204"/>
                  <a:gd name="connsiteX21" fmla="*/ 2247288 w 8453822"/>
                  <a:gd name="connsiteY21" fmla="*/ 1881877 h 4805204"/>
                  <a:gd name="connsiteX22" fmla="*/ 2354206 w 8453822"/>
                  <a:gd name="connsiteY22" fmla="*/ 2001771 h 4805204"/>
                  <a:gd name="connsiteX23" fmla="*/ 2461230 w 8453822"/>
                  <a:gd name="connsiteY23" fmla="*/ 2108321 h 4805204"/>
                  <a:gd name="connsiteX24" fmla="*/ 2568254 w 8453822"/>
                  <a:gd name="connsiteY24" fmla="*/ 2195382 h 4805204"/>
                  <a:gd name="connsiteX25" fmla="*/ 2675278 w 8453822"/>
                  <a:gd name="connsiteY25" fmla="*/ 2263696 h 4805204"/>
                  <a:gd name="connsiteX26" fmla="*/ 2782301 w 8453822"/>
                  <a:gd name="connsiteY26" fmla="*/ 2318030 h 4805204"/>
                  <a:gd name="connsiteX27" fmla="*/ 2889325 w 8453822"/>
                  <a:gd name="connsiteY27" fmla="*/ 2363573 h 4805204"/>
                  <a:gd name="connsiteX28" fmla="*/ 2996349 w 8453822"/>
                  <a:gd name="connsiteY28" fmla="*/ 2401808 h 4805204"/>
                  <a:gd name="connsiteX29" fmla="*/ 3103373 w 8453822"/>
                  <a:gd name="connsiteY29" fmla="*/ 2429875 h 4805204"/>
                  <a:gd name="connsiteX30" fmla="*/ 3210291 w 8453822"/>
                  <a:gd name="connsiteY30" fmla="*/ 2445762 h 4805204"/>
                  <a:gd name="connsiteX31" fmla="*/ 3317315 w 8453822"/>
                  <a:gd name="connsiteY31" fmla="*/ 2447139 h 4805204"/>
                  <a:gd name="connsiteX32" fmla="*/ 3424338 w 8453822"/>
                  <a:gd name="connsiteY32" fmla="*/ 2431358 h 4805204"/>
                  <a:gd name="connsiteX33" fmla="*/ 3531362 w 8453822"/>
                  <a:gd name="connsiteY33" fmla="*/ 2397148 h 4805204"/>
                  <a:gd name="connsiteX34" fmla="*/ 3638386 w 8453822"/>
                  <a:gd name="connsiteY34" fmla="*/ 2345885 h 4805204"/>
                  <a:gd name="connsiteX35" fmla="*/ 3745410 w 8453822"/>
                  <a:gd name="connsiteY35" fmla="*/ 2282973 h 4805204"/>
                  <a:gd name="connsiteX36" fmla="*/ 3852434 w 8453822"/>
                  <a:gd name="connsiteY36" fmla="*/ 2218259 h 4805204"/>
                  <a:gd name="connsiteX37" fmla="*/ 3959457 w 8453822"/>
                  <a:gd name="connsiteY37" fmla="*/ 2164243 h 4805204"/>
                  <a:gd name="connsiteX38" fmla="*/ 4066375 w 8453822"/>
                  <a:gd name="connsiteY38" fmla="*/ 2134587 h 4805204"/>
                  <a:gd name="connsiteX39" fmla="*/ 4173399 w 8453822"/>
                  <a:gd name="connsiteY39" fmla="*/ 2142531 h 4805204"/>
                  <a:gd name="connsiteX40" fmla="*/ 4280423 w 8453822"/>
                  <a:gd name="connsiteY40" fmla="*/ 2190722 h 4805204"/>
                  <a:gd name="connsiteX41" fmla="*/ 4387447 w 8453822"/>
                  <a:gd name="connsiteY41" fmla="*/ 2254799 h 4805204"/>
                  <a:gd name="connsiteX42" fmla="*/ 4494471 w 8453822"/>
                  <a:gd name="connsiteY42" fmla="*/ 2311146 h 4805204"/>
                  <a:gd name="connsiteX43" fmla="*/ 4601495 w 8453822"/>
                  <a:gd name="connsiteY43" fmla="*/ 2358489 h 4805204"/>
                  <a:gd name="connsiteX44" fmla="*/ 4708518 w 8453822"/>
                  <a:gd name="connsiteY44" fmla="*/ 2418648 h 4805204"/>
                  <a:gd name="connsiteX45" fmla="*/ 4815543 w 8453822"/>
                  <a:gd name="connsiteY45" fmla="*/ 2480290 h 4805204"/>
                  <a:gd name="connsiteX46" fmla="*/ 4922460 w 8453822"/>
                  <a:gd name="connsiteY46" fmla="*/ 2531764 h 4805204"/>
                  <a:gd name="connsiteX47" fmla="*/ 5029484 w 8453822"/>
                  <a:gd name="connsiteY47" fmla="*/ 2565021 h 4805204"/>
                  <a:gd name="connsiteX48" fmla="*/ 5136508 w 8453822"/>
                  <a:gd name="connsiteY48" fmla="*/ 2577307 h 4805204"/>
                  <a:gd name="connsiteX49" fmla="*/ 5243531 w 8453822"/>
                  <a:gd name="connsiteY49" fmla="*/ 2570317 h 4805204"/>
                  <a:gd name="connsiteX50" fmla="*/ 5350556 w 8453822"/>
                  <a:gd name="connsiteY50" fmla="*/ 2549028 h 4805204"/>
                  <a:gd name="connsiteX51" fmla="*/ 5457579 w 8453822"/>
                  <a:gd name="connsiteY51" fmla="*/ 2522550 h 4805204"/>
                  <a:gd name="connsiteX52" fmla="*/ 5564603 w 8453822"/>
                  <a:gd name="connsiteY52" fmla="*/ 2499778 h 4805204"/>
                  <a:gd name="connsiteX53" fmla="*/ 5671627 w 8453822"/>
                  <a:gd name="connsiteY53" fmla="*/ 2477536 h 4805204"/>
                  <a:gd name="connsiteX54" fmla="*/ 5778544 w 8453822"/>
                  <a:gd name="connsiteY54" fmla="*/ 2451481 h 4805204"/>
                  <a:gd name="connsiteX55" fmla="*/ 5885569 w 8453822"/>
                  <a:gd name="connsiteY55" fmla="*/ 2423414 h 4805204"/>
                  <a:gd name="connsiteX56" fmla="*/ 5992592 w 8453822"/>
                  <a:gd name="connsiteY56" fmla="*/ 2393229 h 4805204"/>
                  <a:gd name="connsiteX57" fmla="*/ 6099616 w 8453822"/>
                  <a:gd name="connsiteY57" fmla="*/ 2360607 h 4805204"/>
                  <a:gd name="connsiteX58" fmla="*/ 6206640 w 8453822"/>
                  <a:gd name="connsiteY58" fmla="*/ 2325126 h 4805204"/>
                  <a:gd name="connsiteX59" fmla="*/ 6313664 w 8453822"/>
                  <a:gd name="connsiteY59" fmla="*/ 2286150 h 4805204"/>
                  <a:gd name="connsiteX60" fmla="*/ 6420688 w 8453822"/>
                  <a:gd name="connsiteY60" fmla="*/ 2243255 h 4805204"/>
                  <a:gd name="connsiteX61" fmla="*/ 6527711 w 8453822"/>
                  <a:gd name="connsiteY61" fmla="*/ 2195805 h 4805204"/>
                  <a:gd name="connsiteX62" fmla="*/ 6634629 w 8453822"/>
                  <a:gd name="connsiteY62" fmla="*/ 2143484 h 4805204"/>
                  <a:gd name="connsiteX63" fmla="*/ 6741653 w 8453822"/>
                  <a:gd name="connsiteY63" fmla="*/ 2085761 h 4805204"/>
                  <a:gd name="connsiteX64" fmla="*/ 6848677 w 8453822"/>
                  <a:gd name="connsiteY64" fmla="*/ 2022319 h 4805204"/>
                  <a:gd name="connsiteX65" fmla="*/ 6955701 w 8453822"/>
                  <a:gd name="connsiteY65" fmla="*/ 1952733 h 4805204"/>
                  <a:gd name="connsiteX66" fmla="*/ 7062724 w 8453822"/>
                  <a:gd name="connsiteY66" fmla="*/ 1876899 h 4805204"/>
                  <a:gd name="connsiteX67" fmla="*/ 7169749 w 8453822"/>
                  <a:gd name="connsiteY67" fmla="*/ 1794604 h 4805204"/>
                  <a:gd name="connsiteX68" fmla="*/ 7276772 w 8453822"/>
                  <a:gd name="connsiteY68" fmla="*/ 1705530 h 4805204"/>
                  <a:gd name="connsiteX69" fmla="*/ 7383796 w 8453822"/>
                  <a:gd name="connsiteY69" fmla="*/ 1609784 h 4805204"/>
                  <a:gd name="connsiteX70" fmla="*/ 7490714 w 8453822"/>
                  <a:gd name="connsiteY70" fmla="*/ 1507154 h 4805204"/>
                  <a:gd name="connsiteX71" fmla="*/ 7597738 w 8453822"/>
                  <a:gd name="connsiteY71" fmla="*/ 1397745 h 4805204"/>
                  <a:gd name="connsiteX72" fmla="*/ 7704762 w 8453822"/>
                  <a:gd name="connsiteY72" fmla="*/ 1281345 h 4805204"/>
                  <a:gd name="connsiteX73" fmla="*/ 7811785 w 8453822"/>
                  <a:gd name="connsiteY73" fmla="*/ 1157956 h 4805204"/>
                  <a:gd name="connsiteX74" fmla="*/ 7918809 w 8453822"/>
                  <a:gd name="connsiteY74" fmla="*/ 1027576 h 4805204"/>
                  <a:gd name="connsiteX75" fmla="*/ 8025833 w 8453822"/>
                  <a:gd name="connsiteY75" fmla="*/ 890206 h 4805204"/>
                  <a:gd name="connsiteX76" fmla="*/ 8132857 w 8453822"/>
                  <a:gd name="connsiteY76" fmla="*/ 745845 h 4805204"/>
                  <a:gd name="connsiteX77" fmla="*/ 8239881 w 8453822"/>
                  <a:gd name="connsiteY77" fmla="*/ 594494 h 4805204"/>
                  <a:gd name="connsiteX78" fmla="*/ 8346799 w 8453822"/>
                  <a:gd name="connsiteY78" fmla="*/ 435941 h 4805204"/>
                  <a:gd name="connsiteX79" fmla="*/ 8453822 w 8453822"/>
                  <a:gd name="connsiteY79" fmla="*/ 270504 h 4805204"/>
                  <a:gd name="connsiteX80" fmla="*/ 8453822 w 8453822"/>
                  <a:gd name="connsiteY80" fmla="*/ 4805204 h 4805204"/>
                  <a:gd name="connsiteX81" fmla="*/ 8346799 w 8453822"/>
                  <a:gd name="connsiteY81" fmla="*/ 4805204 h 4805204"/>
                  <a:gd name="connsiteX82" fmla="*/ 8239881 w 8453822"/>
                  <a:gd name="connsiteY82" fmla="*/ 4805204 h 4805204"/>
                  <a:gd name="connsiteX83" fmla="*/ 8132857 w 8453822"/>
                  <a:gd name="connsiteY83" fmla="*/ 4805204 h 4805204"/>
                  <a:gd name="connsiteX84" fmla="*/ 8025833 w 8453822"/>
                  <a:gd name="connsiteY84" fmla="*/ 4805204 h 4805204"/>
                  <a:gd name="connsiteX85" fmla="*/ 7918809 w 8453822"/>
                  <a:gd name="connsiteY85" fmla="*/ 4792495 h 4805204"/>
                  <a:gd name="connsiteX86" fmla="*/ 7811785 w 8453822"/>
                  <a:gd name="connsiteY86" fmla="*/ 4679908 h 4805204"/>
                  <a:gd name="connsiteX87" fmla="*/ 7704762 w 8453822"/>
                  <a:gd name="connsiteY87" fmla="*/ 4573359 h 4805204"/>
                  <a:gd name="connsiteX88" fmla="*/ 7597738 w 8453822"/>
                  <a:gd name="connsiteY88" fmla="*/ 4472953 h 4805204"/>
                  <a:gd name="connsiteX89" fmla="*/ 7490714 w 8453822"/>
                  <a:gd name="connsiteY89" fmla="*/ 4378690 h 4805204"/>
                  <a:gd name="connsiteX90" fmla="*/ 7383796 w 8453822"/>
                  <a:gd name="connsiteY90" fmla="*/ 4290781 h 4805204"/>
                  <a:gd name="connsiteX91" fmla="*/ 7276772 w 8453822"/>
                  <a:gd name="connsiteY91" fmla="*/ 4209121 h 4805204"/>
                  <a:gd name="connsiteX92" fmla="*/ 7169749 w 8453822"/>
                  <a:gd name="connsiteY92" fmla="*/ 4133922 h 4805204"/>
                  <a:gd name="connsiteX93" fmla="*/ 7062724 w 8453822"/>
                  <a:gd name="connsiteY93" fmla="*/ 4064972 h 4805204"/>
                  <a:gd name="connsiteX94" fmla="*/ 6955701 w 8453822"/>
                  <a:gd name="connsiteY94" fmla="*/ 4002377 h 4805204"/>
                  <a:gd name="connsiteX95" fmla="*/ 6848677 w 8453822"/>
                  <a:gd name="connsiteY95" fmla="*/ 3946031 h 4805204"/>
                  <a:gd name="connsiteX96" fmla="*/ 6741653 w 8453822"/>
                  <a:gd name="connsiteY96" fmla="*/ 3895828 h 4805204"/>
                  <a:gd name="connsiteX97" fmla="*/ 6634629 w 8453822"/>
                  <a:gd name="connsiteY97" fmla="*/ 3851556 h 4805204"/>
                  <a:gd name="connsiteX98" fmla="*/ 6527711 w 8453822"/>
                  <a:gd name="connsiteY98" fmla="*/ 3812898 h 4805204"/>
                  <a:gd name="connsiteX99" fmla="*/ 6420688 w 8453822"/>
                  <a:gd name="connsiteY99" fmla="*/ 3779535 h 4805204"/>
                  <a:gd name="connsiteX100" fmla="*/ 6313664 w 8453822"/>
                  <a:gd name="connsiteY100" fmla="*/ 3751150 h 4805204"/>
                  <a:gd name="connsiteX101" fmla="*/ 6206640 w 8453822"/>
                  <a:gd name="connsiteY101" fmla="*/ 3727319 h 4805204"/>
                  <a:gd name="connsiteX102" fmla="*/ 6099616 w 8453822"/>
                  <a:gd name="connsiteY102" fmla="*/ 3707725 h 4805204"/>
                  <a:gd name="connsiteX103" fmla="*/ 5992592 w 8453822"/>
                  <a:gd name="connsiteY103" fmla="*/ 3691732 h 4805204"/>
                  <a:gd name="connsiteX104" fmla="*/ 5885569 w 8453822"/>
                  <a:gd name="connsiteY104" fmla="*/ 3679235 h 4805204"/>
                  <a:gd name="connsiteX105" fmla="*/ 5778544 w 8453822"/>
                  <a:gd name="connsiteY105" fmla="*/ 3669808 h 4805204"/>
                  <a:gd name="connsiteX106" fmla="*/ 5671627 w 8453822"/>
                  <a:gd name="connsiteY106" fmla="*/ 3662924 h 4805204"/>
                  <a:gd name="connsiteX107" fmla="*/ 5564603 w 8453822"/>
                  <a:gd name="connsiteY107" fmla="*/ 3656569 h 4805204"/>
                  <a:gd name="connsiteX108" fmla="*/ 5457579 w 8453822"/>
                  <a:gd name="connsiteY108" fmla="*/ 3654662 h 4805204"/>
                  <a:gd name="connsiteX109" fmla="*/ 5350556 w 8453822"/>
                  <a:gd name="connsiteY109" fmla="*/ 3659958 h 4805204"/>
                  <a:gd name="connsiteX110" fmla="*/ 5243531 w 8453822"/>
                  <a:gd name="connsiteY110" fmla="*/ 3668961 h 4805204"/>
                  <a:gd name="connsiteX111" fmla="*/ 5136508 w 8453822"/>
                  <a:gd name="connsiteY111" fmla="*/ 3670232 h 4805204"/>
                  <a:gd name="connsiteX112" fmla="*/ 5029484 w 8453822"/>
                  <a:gd name="connsiteY112" fmla="*/ 3665678 h 4805204"/>
                  <a:gd name="connsiteX113" fmla="*/ 4922460 w 8453822"/>
                  <a:gd name="connsiteY113" fmla="*/ 3664089 h 4805204"/>
                  <a:gd name="connsiteX114" fmla="*/ 4815543 w 8453822"/>
                  <a:gd name="connsiteY114" fmla="*/ 3669914 h 4805204"/>
                  <a:gd name="connsiteX115" fmla="*/ 4708518 w 8453822"/>
                  <a:gd name="connsiteY115" fmla="*/ 3682730 h 4805204"/>
                  <a:gd name="connsiteX116" fmla="*/ 4601495 w 8453822"/>
                  <a:gd name="connsiteY116" fmla="*/ 3698087 h 4805204"/>
                  <a:gd name="connsiteX117" fmla="*/ 4494471 w 8453822"/>
                  <a:gd name="connsiteY117" fmla="*/ 3710055 h 4805204"/>
                  <a:gd name="connsiteX118" fmla="*/ 4387447 w 8453822"/>
                  <a:gd name="connsiteY118" fmla="*/ 3708679 h 4805204"/>
                  <a:gd name="connsiteX119" fmla="*/ 4280423 w 8453822"/>
                  <a:gd name="connsiteY119" fmla="*/ 3702641 h 4805204"/>
                  <a:gd name="connsiteX120" fmla="*/ 4173399 w 8453822"/>
                  <a:gd name="connsiteY120" fmla="*/ 3700417 h 4805204"/>
                  <a:gd name="connsiteX121" fmla="*/ 4066375 w 8453822"/>
                  <a:gd name="connsiteY121" fmla="*/ 3706031 h 4805204"/>
                  <a:gd name="connsiteX122" fmla="*/ 3959457 w 8453822"/>
                  <a:gd name="connsiteY122" fmla="*/ 3722129 h 4805204"/>
                  <a:gd name="connsiteX123" fmla="*/ 3852434 w 8453822"/>
                  <a:gd name="connsiteY123" fmla="*/ 3751044 h 4805204"/>
                  <a:gd name="connsiteX124" fmla="*/ 3745410 w 8453822"/>
                  <a:gd name="connsiteY124" fmla="*/ 3795845 h 4805204"/>
                  <a:gd name="connsiteX125" fmla="*/ 3638386 w 8453822"/>
                  <a:gd name="connsiteY125" fmla="*/ 3858017 h 4805204"/>
                  <a:gd name="connsiteX126" fmla="*/ 3531362 w 8453822"/>
                  <a:gd name="connsiteY126" fmla="*/ 3936499 h 4805204"/>
                  <a:gd name="connsiteX127" fmla="*/ 3424338 w 8453822"/>
                  <a:gd name="connsiteY127" fmla="*/ 4026102 h 4805204"/>
                  <a:gd name="connsiteX128" fmla="*/ 3317315 w 8453822"/>
                  <a:gd name="connsiteY128" fmla="*/ 4117188 h 4805204"/>
                  <a:gd name="connsiteX129" fmla="*/ 3210291 w 8453822"/>
                  <a:gd name="connsiteY129" fmla="*/ 4197577 h 4805204"/>
                  <a:gd name="connsiteX130" fmla="*/ 3103373 w 8453822"/>
                  <a:gd name="connsiteY130" fmla="*/ 4254135 h 4805204"/>
                  <a:gd name="connsiteX131" fmla="*/ 2996349 w 8453822"/>
                  <a:gd name="connsiteY131" fmla="*/ 4273305 h 4805204"/>
                  <a:gd name="connsiteX132" fmla="*/ 2889325 w 8453822"/>
                  <a:gd name="connsiteY132" fmla="*/ 4242590 h 4805204"/>
                  <a:gd name="connsiteX133" fmla="*/ 2782301 w 8453822"/>
                  <a:gd name="connsiteY133" fmla="*/ 4152457 h 4805204"/>
                  <a:gd name="connsiteX134" fmla="*/ 2675278 w 8453822"/>
                  <a:gd name="connsiteY134" fmla="*/ 4015299 h 4805204"/>
                  <a:gd name="connsiteX135" fmla="*/ 2568254 w 8453822"/>
                  <a:gd name="connsiteY135" fmla="*/ 3851238 h 4805204"/>
                  <a:gd name="connsiteX136" fmla="*/ 2461230 w 8453822"/>
                  <a:gd name="connsiteY136" fmla="*/ 3679976 h 4805204"/>
                  <a:gd name="connsiteX137" fmla="*/ 2354206 w 8453822"/>
                  <a:gd name="connsiteY137" fmla="*/ 3517186 h 4805204"/>
                  <a:gd name="connsiteX138" fmla="*/ 2247288 w 8453822"/>
                  <a:gd name="connsiteY138" fmla="*/ 3371555 h 4805204"/>
                  <a:gd name="connsiteX139" fmla="*/ 2140265 w 8453822"/>
                  <a:gd name="connsiteY139" fmla="*/ 3244140 h 4805204"/>
                  <a:gd name="connsiteX140" fmla="*/ 2033241 w 8453822"/>
                  <a:gd name="connsiteY140" fmla="*/ 3086964 h 4805204"/>
                  <a:gd name="connsiteX141" fmla="*/ 1926217 w 8453822"/>
                  <a:gd name="connsiteY141" fmla="*/ 2873124 h 4805204"/>
                  <a:gd name="connsiteX142" fmla="*/ 1819193 w 8453822"/>
                  <a:gd name="connsiteY142" fmla="*/ 2645727 h 4805204"/>
                  <a:gd name="connsiteX143" fmla="*/ 1712169 w 8453822"/>
                  <a:gd name="connsiteY143" fmla="*/ 2436865 h 4805204"/>
                  <a:gd name="connsiteX144" fmla="*/ 1605145 w 8453822"/>
                  <a:gd name="connsiteY144" fmla="*/ 2223237 h 4805204"/>
                  <a:gd name="connsiteX145" fmla="*/ 1498228 w 8453822"/>
                  <a:gd name="connsiteY145" fmla="*/ 1948073 h 4805204"/>
                  <a:gd name="connsiteX146" fmla="*/ 1391204 w 8453822"/>
                  <a:gd name="connsiteY146" fmla="*/ 1727984 h 4805204"/>
                  <a:gd name="connsiteX147" fmla="*/ 1284180 w 8453822"/>
                  <a:gd name="connsiteY147" fmla="*/ 1585318 h 4805204"/>
                  <a:gd name="connsiteX148" fmla="*/ 1177156 w 8453822"/>
                  <a:gd name="connsiteY148" fmla="*/ 1479934 h 4805204"/>
                  <a:gd name="connsiteX149" fmla="*/ 1070132 w 8453822"/>
                  <a:gd name="connsiteY149" fmla="*/ 1470296 h 4805204"/>
                  <a:gd name="connsiteX150" fmla="*/ 963108 w 8453822"/>
                  <a:gd name="connsiteY150" fmla="*/ 1639652 h 4805204"/>
                  <a:gd name="connsiteX151" fmla="*/ 856085 w 8453822"/>
                  <a:gd name="connsiteY151" fmla="*/ 1959088 h 4805204"/>
                  <a:gd name="connsiteX152" fmla="*/ 749061 w 8453822"/>
                  <a:gd name="connsiteY152" fmla="*/ 2111816 h 4805204"/>
                  <a:gd name="connsiteX153" fmla="*/ 642143 w 8453822"/>
                  <a:gd name="connsiteY153" fmla="*/ 2211692 h 4805204"/>
                  <a:gd name="connsiteX154" fmla="*/ 535119 w 8453822"/>
                  <a:gd name="connsiteY154" fmla="*/ 2402973 h 4805204"/>
                  <a:gd name="connsiteX155" fmla="*/ 428095 w 8453822"/>
                  <a:gd name="connsiteY155" fmla="*/ 2674960 h 4805204"/>
                  <a:gd name="connsiteX156" fmla="*/ 321072 w 8453822"/>
                  <a:gd name="connsiteY156" fmla="*/ 3006576 h 4805204"/>
                  <a:gd name="connsiteX157" fmla="*/ 214048 w 8453822"/>
                  <a:gd name="connsiteY157" fmla="*/ 3463594 h 4805204"/>
                  <a:gd name="connsiteX158" fmla="*/ 107024 w 8453822"/>
                  <a:gd name="connsiteY158" fmla="*/ 4139430 h 4805204"/>
                  <a:gd name="connsiteX159" fmla="*/ 0 w 8453822"/>
                  <a:gd name="connsiteY159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453822" h="4805204">
                    <a:moveTo>
                      <a:pt x="0" y="2982745"/>
                    </a:moveTo>
                    <a:lnTo>
                      <a:pt x="107024" y="2690741"/>
                    </a:lnTo>
                    <a:lnTo>
                      <a:pt x="214048" y="2320678"/>
                    </a:lnTo>
                    <a:lnTo>
                      <a:pt x="321072" y="1884207"/>
                    </a:lnTo>
                    <a:lnTo>
                      <a:pt x="428095" y="1441169"/>
                    </a:lnTo>
                    <a:lnTo>
                      <a:pt x="535119" y="1058715"/>
                    </a:lnTo>
                    <a:lnTo>
                      <a:pt x="642143" y="809499"/>
                    </a:lnTo>
                    <a:lnTo>
                      <a:pt x="749061" y="617901"/>
                    </a:lnTo>
                    <a:lnTo>
                      <a:pt x="856085" y="419631"/>
                    </a:lnTo>
                    <a:lnTo>
                      <a:pt x="963108" y="184502"/>
                    </a:lnTo>
                    <a:lnTo>
                      <a:pt x="1070132" y="0"/>
                    </a:lnTo>
                    <a:lnTo>
                      <a:pt x="1177156" y="62595"/>
                    </a:lnTo>
                    <a:lnTo>
                      <a:pt x="1284180" y="180477"/>
                    </a:lnTo>
                    <a:lnTo>
                      <a:pt x="1391204" y="324308"/>
                    </a:lnTo>
                    <a:lnTo>
                      <a:pt x="1498228" y="579455"/>
                    </a:lnTo>
                    <a:lnTo>
                      <a:pt x="1605145" y="835660"/>
                    </a:lnTo>
                    <a:lnTo>
                      <a:pt x="1712169" y="1030753"/>
                    </a:lnTo>
                    <a:lnTo>
                      <a:pt x="1819193" y="1236862"/>
                    </a:lnTo>
                    <a:lnTo>
                      <a:pt x="1926217" y="1444876"/>
                    </a:lnTo>
                    <a:lnTo>
                      <a:pt x="2033241" y="1625883"/>
                    </a:lnTo>
                    <a:lnTo>
                      <a:pt x="2140265" y="1762512"/>
                    </a:lnTo>
                    <a:lnTo>
                      <a:pt x="2247288" y="1881877"/>
                    </a:lnTo>
                    <a:lnTo>
                      <a:pt x="2354206" y="2001771"/>
                    </a:lnTo>
                    <a:lnTo>
                      <a:pt x="2461230" y="2108321"/>
                    </a:lnTo>
                    <a:lnTo>
                      <a:pt x="2568254" y="2195382"/>
                    </a:lnTo>
                    <a:lnTo>
                      <a:pt x="2675278" y="2263696"/>
                    </a:lnTo>
                    <a:lnTo>
                      <a:pt x="2782301" y="2318030"/>
                    </a:lnTo>
                    <a:lnTo>
                      <a:pt x="2889325" y="2363573"/>
                    </a:lnTo>
                    <a:lnTo>
                      <a:pt x="2996349" y="2401808"/>
                    </a:lnTo>
                    <a:lnTo>
                      <a:pt x="3103373" y="2429875"/>
                    </a:lnTo>
                    <a:lnTo>
                      <a:pt x="3210291" y="2445762"/>
                    </a:lnTo>
                    <a:lnTo>
                      <a:pt x="3317315" y="2447139"/>
                    </a:lnTo>
                    <a:lnTo>
                      <a:pt x="3424338" y="2431358"/>
                    </a:lnTo>
                    <a:lnTo>
                      <a:pt x="3531362" y="2397148"/>
                    </a:lnTo>
                    <a:lnTo>
                      <a:pt x="3638386" y="2345885"/>
                    </a:lnTo>
                    <a:lnTo>
                      <a:pt x="3745410" y="2282973"/>
                    </a:lnTo>
                    <a:lnTo>
                      <a:pt x="3852434" y="2218259"/>
                    </a:lnTo>
                    <a:lnTo>
                      <a:pt x="3959457" y="2164243"/>
                    </a:lnTo>
                    <a:lnTo>
                      <a:pt x="4066375" y="2134587"/>
                    </a:lnTo>
                    <a:lnTo>
                      <a:pt x="4173399" y="2142531"/>
                    </a:lnTo>
                    <a:lnTo>
                      <a:pt x="4280423" y="2190722"/>
                    </a:lnTo>
                    <a:lnTo>
                      <a:pt x="4387447" y="2254799"/>
                    </a:lnTo>
                    <a:lnTo>
                      <a:pt x="4494471" y="2311146"/>
                    </a:lnTo>
                    <a:lnTo>
                      <a:pt x="4601495" y="2358489"/>
                    </a:lnTo>
                    <a:lnTo>
                      <a:pt x="4708518" y="2418648"/>
                    </a:lnTo>
                    <a:lnTo>
                      <a:pt x="4815543" y="2480290"/>
                    </a:lnTo>
                    <a:lnTo>
                      <a:pt x="4922460" y="2531764"/>
                    </a:lnTo>
                    <a:lnTo>
                      <a:pt x="5029484" y="2565021"/>
                    </a:lnTo>
                    <a:lnTo>
                      <a:pt x="5136508" y="2577307"/>
                    </a:lnTo>
                    <a:lnTo>
                      <a:pt x="5243531" y="2570317"/>
                    </a:lnTo>
                    <a:lnTo>
                      <a:pt x="5350556" y="2549028"/>
                    </a:lnTo>
                    <a:lnTo>
                      <a:pt x="5457579" y="2522550"/>
                    </a:lnTo>
                    <a:lnTo>
                      <a:pt x="5564603" y="2499778"/>
                    </a:lnTo>
                    <a:lnTo>
                      <a:pt x="5671627" y="2477536"/>
                    </a:lnTo>
                    <a:lnTo>
                      <a:pt x="5778544" y="2451481"/>
                    </a:lnTo>
                    <a:lnTo>
                      <a:pt x="5885569" y="2423414"/>
                    </a:lnTo>
                    <a:lnTo>
                      <a:pt x="5992592" y="2393229"/>
                    </a:lnTo>
                    <a:lnTo>
                      <a:pt x="6099616" y="2360607"/>
                    </a:lnTo>
                    <a:lnTo>
                      <a:pt x="6206640" y="2325126"/>
                    </a:lnTo>
                    <a:lnTo>
                      <a:pt x="6313664" y="2286150"/>
                    </a:lnTo>
                    <a:lnTo>
                      <a:pt x="6420688" y="2243255"/>
                    </a:lnTo>
                    <a:lnTo>
                      <a:pt x="6527711" y="2195805"/>
                    </a:lnTo>
                    <a:lnTo>
                      <a:pt x="6634629" y="2143484"/>
                    </a:lnTo>
                    <a:lnTo>
                      <a:pt x="6741653" y="2085761"/>
                    </a:lnTo>
                    <a:lnTo>
                      <a:pt x="6848677" y="2022319"/>
                    </a:lnTo>
                    <a:lnTo>
                      <a:pt x="6955701" y="1952733"/>
                    </a:lnTo>
                    <a:lnTo>
                      <a:pt x="7062724" y="1876899"/>
                    </a:lnTo>
                    <a:lnTo>
                      <a:pt x="7169749" y="1794604"/>
                    </a:lnTo>
                    <a:lnTo>
                      <a:pt x="7276772" y="1705530"/>
                    </a:lnTo>
                    <a:lnTo>
                      <a:pt x="7383796" y="1609784"/>
                    </a:lnTo>
                    <a:lnTo>
                      <a:pt x="7490714" y="1507154"/>
                    </a:lnTo>
                    <a:lnTo>
                      <a:pt x="7597738" y="1397745"/>
                    </a:lnTo>
                    <a:lnTo>
                      <a:pt x="7704762" y="1281345"/>
                    </a:lnTo>
                    <a:lnTo>
                      <a:pt x="7811785" y="1157956"/>
                    </a:lnTo>
                    <a:lnTo>
                      <a:pt x="7918809" y="1027576"/>
                    </a:lnTo>
                    <a:lnTo>
                      <a:pt x="8025833" y="890206"/>
                    </a:lnTo>
                    <a:lnTo>
                      <a:pt x="8132857" y="745845"/>
                    </a:lnTo>
                    <a:lnTo>
                      <a:pt x="8239881" y="594494"/>
                    </a:lnTo>
                    <a:lnTo>
                      <a:pt x="8346799" y="435941"/>
                    </a:lnTo>
                    <a:lnTo>
                      <a:pt x="8453822" y="270504"/>
                    </a:lnTo>
                    <a:lnTo>
                      <a:pt x="8453822" y="4805204"/>
                    </a:lnTo>
                    <a:lnTo>
                      <a:pt x="8346799" y="4805204"/>
                    </a:lnTo>
                    <a:lnTo>
                      <a:pt x="8239881" y="4805204"/>
                    </a:lnTo>
                    <a:lnTo>
                      <a:pt x="8132857" y="4805204"/>
                    </a:lnTo>
                    <a:lnTo>
                      <a:pt x="8025833" y="4805204"/>
                    </a:lnTo>
                    <a:lnTo>
                      <a:pt x="7918809" y="4792495"/>
                    </a:lnTo>
                    <a:lnTo>
                      <a:pt x="7811785" y="4679908"/>
                    </a:lnTo>
                    <a:lnTo>
                      <a:pt x="7704762" y="4573359"/>
                    </a:lnTo>
                    <a:lnTo>
                      <a:pt x="7597738" y="4472953"/>
                    </a:lnTo>
                    <a:lnTo>
                      <a:pt x="7490714" y="4378690"/>
                    </a:lnTo>
                    <a:lnTo>
                      <a:pt x="7383796" y="4290781"/>
                    </a:lnTo>
                    <a:lnTo>
                      <a:pt x="7276772" y="4209121"/>
                    </a:lnTo>
                    <a:lnTo>
                      <a:pt x="7169749" y="4133922"/>
                    </a:lnTo>
                    <a:lnTo>
                      <a:pt x="7062724" y="4064972"/>
                    </a:lnTo>
                    <a:lnTo>
                      <a:pt x="6955701" y="4002377"/>
                    </a:lnTo>
                    <a:lnTo>
                      <a:pt x="6848677" y="3946031"/>
                    </a:lnTo>
                    <a:lnTo>
                      <a:pt x="6741653" y="3895828"/>
                    </a:lnTo>
                    <a:lnTo>
                      <a:pt x="6634629" y="3851556"/>
                    </a:lnTo>
                    <a:lnTo>
                      <a:pt x="6527711" y="3812898"/>
                    </a:lnTo>
                    <a:lnTo>
                      <a:pt x="6420688" y="3779535"/>
                    </a:lnTo>
                    <a:lnTo>
                      <a:pt x="6313664" y="3751150"/>
                    </a:lnTo>
                    <a:lnTo>
                      <a:pt x="6206640" y="3727319"/>
                    </a:lnTo>
                    <a:lnTo>
                      <a:pt x="6099616" y="3707725"/>
                    </a:lnTo>
                    <a:lnTo>
                      <a:pt x="5992592" y="3691732"/>
                    </a:lnTo>
                    <a:lnTo>
                      <a:pt x="5885569" y="3679235"/>
                    </a:lnTo>
                    <a:lnTo>
                      <a:pt x="5778544" y="3669808"/>
                    </a:lnTo>
                    <a:lnTo>
                      <a:pt x="5671627" y="3662924"/>
                    </a:lnTo>
                    <a:lnTo>
                      <a:pt x="5564603" y="3656569"/>
                    </a:lnTo>
                    <a:lnTo>
                      <a:pt x="5457579" y="3654662"/>
                    </a:lnTo>
                    <a:lnTo>
                      <a:pt x="5350556" y="3659958"/>
                    </a:lnTo>
                    <a:lnTo>
                      <a:pt x="5243531" y="3668961"/>
                    </a:lnTo>
                    <a:lnTo>
                      <a:pt x="5136508" y="3670232"/>
                    </a:lnTo>
                    <a:lnTo>
                      <a:pt x="5029484" y="3665678"/>
                    </a:lnTo>
                    <a:lnTo>
                      <a:pt x="4922460" y="3664089"/>
                    </a:lnTo>
                    <a:lnTo>
                      <a:pt x="4815543" y="3669914"/>
                    </a:lnTo>
                    <a:lnTo>
                      <a:pt x="4708518" y="3682730"/>
                    </a:lnTo>
                    <a:lnTo>
                      <a:pt x="4601495" y="3698087"/>
                    </a:lnTo>
                    <a:lnTo>
                      <a:pt x="4494471" y="3710055"/>
                    </a:lnTo>
                    <a:lnTo>
                      <a:pt x="4387447" y="3708679"/>
                    </a:lnTo>
                    <a:lnTo>
                      <a:pt x="4280423" y="3702641"/>
                    </a:lnTo>
                    <a:lnTo>
                      <a:pt x="4173399" y="3700417"/>
                    </a:lnTo>
                    <a:lnTo>
                      <a:pt x="4066375" y="3706031"/>
                    </a:lnTo>
                    <a:lnTo>
                      <a:pt x="3959457" y="3722129"/>
                    </a:lnTo>
                    <a:lnTo>
                      <a:pt x="3852434" y="3751044"/>
                    </a:lnTo>
                    <a:lnTo>
                      <a:pt x="3745410" y="3795845"/>
                    </a:lnTo>
                    <a:lnTo>
                      <a:pt x="3638386" y="3858017"/>
                    </a:lnTo>
                    <a:lnTo>
                      <a:pt x="3531362" y="3936499"/>
                    </a:lnTo>
                    <a:lnTo>
                      <a:pt x="3424338" y="4026102"/>
                    </a:lnTo>
                    <a:lnTo>
                      <a:pt x="3317315" y="4117188"/>
                    </a:lnTo>
                    <a:lnTo>
                      <a:pt x="3210291" y="4197577"/>
                    </a:lnTo>
                    <a:lnTo>
                      <a:pt x="3103373" y="4254135"/>
                    </a:lnTo>
                    <a:lnTo>
                      <a:pt x="2996349" y="4273305"/>
                    </a:lnTo>
                    <a:lnTo>
                      <a:pt x="2889325" y="4242590"/>
                    </a:lnTo>
                    <a:lnTo>
                      <a:pt x="2782301" y="4152457"/>
                    </a:lnTo>
                    <a:lnTo>
                      <a:pt x="2675278" y="4015299"/>
                    </a:lnTo>
                    <a:lnTo>
                      <a:pt x="2568254" y="3851238"/>
                    </a:lnTo>
                    <a:lnTo>
                      <a:pt x="2461230" y="3679976"/>
                    </a:lnTo>
                    <a:lnTo>
                      <a:pt x="2354206" y="3517186"/>
                    </a:lnTo>
                    <a:lnTo>
                      <a:pt x="2247288" y="3371555"/>
                    </a:lnTo>
                    <a:lnTo>
                      <a:pt x="2140265" y="3244140"/>
                    </a:lnTo>
                    <a:lnTo>
                      <a:pt x="2033241" y="3086964"/>
                    </a:lnTo>
                    <a:lnTo>
                      <a:pt x="1926217" y="2873124"/>
                    </a:lnTo>
                    <a:lnTo>
                      <a:pt x="1819193" y="2645727"/>
                    </a:lnTo>
                    <a:lnTo>
                      <a:pt x="1712169" y="2436865"/>
                    </a:lnTo>
                    <a:lnTo>
                      <a:pt x="1605145" y="2223237"/>
                    </a:lnTo>
                    <a:lnTo>
                      <a:pt x="1498228" y="1948073"/>
                    </a:lnTo>
                    <a:lnTo>
                      <a:pt x="1391204" y="1727984"/>
                    </a:lnTo>
                    <a:lnTo>
                      <a:pt x="1284180" y="1585318"/>
                    </a:lnTo>
                    <a:lnTo>
                      <a:pt x="1177156" y="1479934"/>
                    </a:lnTo>
                    <a:lnTo>
                      <a:pt x="1070132" y="1470296"/>
                    </a:lnTo>
                    <a:lnTo>
                      <a:pt x="963108" y="1639652"/>
                    </a:lnTo>
                    <a:lnTo>
                      <a:pt x="856085" y="1959088"/>
                    </a:lnTo>
                    <a:lnTo>
                      <a:pt x="749061" y="2111816"/>
                    </a:lnTo>
                    <a:lnTo>
                      <a:pt x="642143" y="2211692"/>
                    </a:lnTo>
                    <a:lnTo>
                      <a:pt x="535119" y="2402973"/>
                    </a:lnTo>
                    <a:lnTo>
                      <a:pt x="428095" y="2674960"/>
                    </a:lnTo>
                    <a:lnTo>
                      <a:pt x="321072" y="3006576"/>
                    </a:lnTo>
                    <a:lnTo>
                      <a:pt x="214048" y="3463594"/>
                    </a:lnTo>
                    <a:lnTo>
                      <a:pt x="107024" y="4139430"/>
                    </a:lnTo>
                    <a:lnTo>
                      <a:pt x="0" y="4805204"/>
                    </a:lnTo>
                    <a:close/>
                  </a:path>
                </a:pathLst>
              </a:custGeom>
              <a:solidFill>
                <a:srgbClr val="B50A37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2C1CF968-CCDA-E3FC-4B13-4E0C738FADA2}"/>
                  </a:ext>
                </a:extLst>
              </p:cNvPr>
              <p:cNvSpPr/>
              <p:nvPr/>
            </p:nvSpPr>
            <p:spPr>
              <a:xfrm>
                <a:off x="2229154" y="971481"/>
                <a:ext cx="8453822" cy="2982745"/>
              </a:xfrm>
              <a:custGeom>
                <a:avLst/>
                <a:gdLst>
                  <a:gd name="connsiteX0" fmla="*/ 0 w 8453822"/>
                  <a:gd name="connsiteY0" fmla="*/ 2982745 h 2982745"/>
                  <a:gd name="connsiteX1" fmla="*/ 107024 w 8453822"/>
                  <a:gd name="connsiteY1" fmla="*/ 2690741 h 2982745"/>
                  <a:gd name="connsiteX2" fmla="*/ 214048 w 8453822"/>
                  <a:gd name="connsiteY2" fmla="*/ 2320678 h 2982745"/>
                  <a:gd name="connsiteX3" fmla="*/ 321072 w 8453822"/>
                  <a:gd name="connsiteY3" fmla="*/ 1884207 h 2982745"/>
                  <a:gd name="connsiteX4" fmla="*/ 428095 w 8453822"/>
                  <a:gd name="connsiteY4" fmla="*/ 1441169 h 2982745"/>
                  <a:gd name="connsiteX5" fmla="*/ 535119 w 8453822"/>
                  <a:gd name="connsiteY5" fmla="*/ 1058715 h 2982745"/>
                  <a:gd name="connsiteX6" fmla="*/ 642143 w 8453822"/>
                  <a:gd name="connsiteY6" fmla="*/ 809499 h 2982745"/>
                  <a:gd name="connsiteX7" fmla="*/ 749061 w 8453822"/>
                  <a:gd name="connsiteY7" fmla="*/ 617901 h 2982745"/>
                  <a:gd name="connsiteX8" fmla="*/ 856085 w 8453822"/>
                  <a:gd name="connsiteY8" fmla="*/ 419631 h 2982745"/>
                  <a:gd name="connsiteX9" fmla="*/ 963108 w 8453822"/>
                  <a:gd name="connsiteY9" fmla="*/ 184502 h 2982745"/>
                  <a:gd name="connsiteX10" fmla="*/ 1070132 w 8453822"/>
                  <a:gd name="connsiteY10" fmla="*/ 0 h 2982745"/>
                  <a:gd name="connsiteX11" fmla="*/ 1177156 w 8453822"/>
                  <a:gd name="connsiteY11" fmla="*/ 62595 h 2982745"/>
                  <a:gd name="connsiteX12" fmla="*/ 1284180 w 8453822"/>
                  <a:gd name="connsiteY12" fmla="*/ 180477 h 2982745"/>
                  <a:gd name="connsiteX13" fmla="*/ 1391204 w 8453822"/>
                  <a:gd name="connsiteY13" fmla="*/ 324308 h 2982745"/>
                  <a:gd name="connsiteX14" fmla="*/ 1498228 w 8453822"/>
                  <a:gd name="connsiteY14" fmla="*/ 579455 h 2982745"/>
                  <a:gd name="connsiteX15" fmla="*/ 1605145 w 8453822"/>
                  <a:gd name="connsiteY15" fmla="*/ 835660 h 2982745"/>
                  <a:gd name="connsiteX16" fmla="*/ 1712169 w 8453822"/>
                  <a:gd name="connsiteY16" fmla="*/ 1030753 h 2982745"/>
                  <a:gd name="connsiteX17" fmla="*/ 1819193 w 8453822"/>
                  <a:gd name="connsiteY17" fmla="*/ 1236862 h 2982745"/>
                  <a:gd name="connsiteX18" fmla="*/ 1926217 w 8453822"/>
                  <a:gd name="connsiteY18" fmla="*/ 1444876 h 2982745"/>
                  <a:gd name="connsiteX19" fmla="*/ 2033241 w 8453822"/>
                  <a:gd name="connsiteY19" fmla="*/ 1625883 h 2982745"/>
                  <a:gd name="connsiteX20" fmla="*/ 2140265 w 8453822"/>
                  <a:gd name="connsiteY20" fmla="*/ 1762512 h 2982745"/>
                  <a:gd name="connsiteX21" fmla="*/ 2247288 w 8453822"/>
                  <a:gd name="connsiteY21" fmla="*/ 1881877 h 2982745"/>
                  <a:gd name="connsiteX22" fmla="*/ 2354206 w 8453822"/>
                  <a:gd name="connsiteY22" fmla="*/ 2001771 h 2982745"/>
                  <a:gd name="connsiteX23" fmla="*/ 2461230 w 8453822"/>
                  <a:gd name="connsiteY23" fmla="*/ 2108321 h 2982745"/>
                  <a:gd name="connsiteX24" fmla="*/ 2568254 w 8453822"/>
                  <a:gd name="connsiteY24" fmla="*/ 2195382 h 2982745"/>
                  <a:gd name="connsiteX25" fmla="*/ 2675278 w 8453822"/>
                  <a:gd name="connsiteY25" fmla="*/ 2263696 h 2982745"/>
                  <a:gd name="connsiteX26" fmla="*/ 2782301 w 8453822"/>
                  <a:gd name="connsiteY26" fmla="*/ 2318030 h 2982745"/>
                  <a:gd name="connsiteX27" fmla="*/ 2889325 w 8453822"/>
                  <a:gd name="connsiteY27" fmla="*/ 2363573 h 2982745"/>
                  <a:gd name="connsiteX28" fmla="*/ 2996349 w 8453822"/>
                  <a:gd name="connsiteY28" fmla="*/ 2401808 h 2982745"/>
                  <a:gd name="connsiteX29" fmla="*/ 3103373 w 8453822"/>
                  <a:gd name="connsiteY29" fmla="*/ 2429875 h 2982745"/>
                  <a:gd name="connsiteX30" fmla="*/ 3210291 w 8453822"/>
                  <a:gd name="connsiteY30" fmla="*/ 2445762 h 2982745"/>
                  <a:gd name="connsiteX31" fmla="*/ 3317315 w 8453822"/>
                  <a:gd name="connsiteY31" fmla="*/ 2447139 h 2982745"/>
                  <a:gd name="connsiteX32" fmla="*/ 3424338 w 8453822"/>
                  <a:gd name="connsiteY32" fmla="*/ 2431358 h 2982745"/>
                  <a:gd name="connsiteX33" fmla="*/ 3531362 w 8453822"/>
                  <a:gd name="connsiteY33" fmla="*/ 2397148 h 2982745"/>
                  <a:gd name="connsiteX34" fmla="*/ 3638386 w 8453822"/>
                  <a:gd name="connsiteY34" fmla="*/ 2345885 h 2982745"/>
                  <a:gd name="connsiteX35" fmla="*/ 3745410 w 8453822"/>
                  <a:gd name="connsiteY35" fmla="*/ 2282973 h 2982745"/>
                  <a:gd name="connsiteX36" fmla="*/ 3852434 w 8453822"/>
                  <a:gd name="connsiteY36" fmla="*/ 2218259 h 2982745"/>
                  <a:gd name="connsiteX37" fmla="*/ 3959457 w 8453822"/>
                  <a:gd name="connsiteY37" fmla="*/ 2164243 h 2982745"/>
                  <a:gd name="connsiteX38" fmla="*/ 4066375 w 8453822"/>
                  <a:gd name="connsiteY38" fmla="*/ 2134587 h 2982745"/>
                  <a:gd name="connsiteX39" fmla="*/ 4173399 w 8453822"/>
                  <a:gd name="connsiteY39" fmla="*/ 2142531 h 2982745"/>
                  <a:gd name="connsiteX40" fmla="*/ 4280423 w 8453822"/>
                  <a:gd name="connsiteY40" fmla="*/ 2190722 h 2982745"/>
                  <a:gd name="connsiteX41" fmla="*/ 4387447 w 8453822"/>
                  <a:gd name="connsiteY41" fmla="*/ 2254799 h 2982745"/>
                  <a:gd name="connsiteX42" fmla="*/ 4494471 w 8453822"/>
                  <a:gd name="connsiteY42" fmla="*/ 2311146 h 2982745"/>
                  <a:gd name="connsiteX43" fmla="*/ 4601495 w 8453822"/>
                  <a:gd name="connsiteY43" fmla="*/ 2358489 h 2982745"/>
                  <a:gd name="connsiteX44" fmla="*/ 4708518 w 8453822"/>
                  <a:gd name="connsiteY44" fmla="*/ 2418648 h 2982745"/>
                  <a:gd name="connsiteX45" fmla="*/ 4815543 w 8453822"/>
                  <a:gd name="connsiteY45" fmla="*/ 2480290 h 2982745"/>
                  <a:gd name="connsiteX46" fmla="*/ 4922460 w 8453822"/>
                  <a:gd name="connsiteY46" fmla="*/ 2531764 h 2982745"/>
                  <a:gd name="connsiteX47" fmla="*/ 5029484 w 8453822"/>
                  <a:gd name="connsiteY47" fmla="*/ 2565021 h 2982745"/>
                  <a:gd name="connsiteX48" fmla="*/ 5136508 w 8453822"/>
                  <a:gd name="connsiteY48" fmla="*/ 2577307 h 2982745"/>
                  <a:gd name="connsiteX49" fmla="*/ 5243531 w 8453822"/>
                  <a:gd name="connsiteY49" fmla="*/ 2570317 h 2982745"/>
                  <a:gd name="connsiteX50" fmla="*/ 5350556 w 8453822"/>
                  <a:gd name="connsiteY50" fmla="*/ 2549028 h 2982745"/>
                  <a:gd name="connsiteX51" fmla="*/ 5457579 w 8453822"/>
                  <a:gd name="connsiteY51" fmla="*/ 2522550 h 2982745"/>
                  <a:gd name="connsiteX52" fmla="*/ 5564603 w 8453822"/>
                  <a:gd name="connsiteY52" fmla="*/ 2499778 h 2982745"/>
                  <a:gd name="connsiteX53" fmla="*/ 5671627 w 8453822"/>
                  <a:gd name="connsiteY53" fmla="*/ 2477536 h 2982745"/>
                  <a:gd name="connsiteX54" fmla="*/ 5778544 w 8453822"/>
                  <a:gd name="connsiteY54" fmla="*/ 2451481 h 2982745"/>
                  <a:gd name="connsiteX55" fmla="*/ 5885569 w 8453822"/>
                  <a:gd name="connsiteY55" fmla="*/ 2423414 h 2982745"/>
                  <a:gd name="connsiteX56" fmla="*/ 5992592 w 8453822"/>
                  <a:gd name="connsiteY56" fmla="*/ 2393229 h 2982745"/>
                  <a:gd name="connsiteX57" fmla="*/ 6099616 w 8453822"/>
                  <a:gd name="connsiteY57" fmla="*/ 2360607 h 2982745"/>
                  <a:gd name="connsiteX58" fmla="*/ 6206640 w 8453822"/>
                  <a:gd name="connsiteY58" fmla="*/ 2325126 h 2982745"/>
                  <a:gd name="connsiteX59" fmla="*/ 6313664 w 8453822"/>
                  <a:gd name="connsiteY59" fmla="*/ 2286150 h 2982745"/>
                  <a:gd name="connsiteX60" fmla="*/ 6420688 w 8453822"/>
                  <a:gd name="connsiteY60" fmla="*/ 2243255 h 2982745"/>
                  <a:gd name="connsiteX61" fmla="*/ 6527711 w 8453822"/>
                  <a:gd name="connsiteY61" fmla="*/ 2195805 h 2982745"/>
                  <a:gd name="connsiteX62" fmla="*/ 6634629 w 8453822"/>
                  <a:gd name="connsiteY62" fmla="*/ 2143484 h 2982745"/>
                  <a:gd name="connsiteX63" fmla="*/ 6741653 w 8453822"/>
                  <a:gd name="connsiteY63" fmla="*/ 2085761 h 2982745"/>
                  <a:gd name="connsiteX64" fmla="*/ 6848677 w 8453822"/>
                  <a:gd name="connsiteY64" fmla="*/ 2022319 h 2982745"/>
                  <a:gd name="connsiteX65" fmla="*/ 6955701 w 8453822"/>
                  <a:gd name="connsiteY65" fmla="*/ 1952733 h 2982745"/>
                  <a:gd name="connsiteX66" fmla="*/ 7062724 w 8453822"/>
                  <a:gd name="connsiteY66" fmla="*/ 1876899 h 2982745"/>
                  <a:gd name="connsiteX67" fmla="*/ 7169749 w 8453822"/>
                  <a:gd name="connsiteY67" fmla="*/ 1794604 h 2982745"/>
                  <a:gd name="connsiteX68" fmla="*/ 7276772 w 8453822"/>
                  <a:gd name="connsiteY68" fmla="*/ 1705530 h 2982745"/>
                  <a:gd name="connsiteX69" fmla="*/ 7383796 w 8453822"/>
                  <a:gd name="connsiteY69" fmla="*/ 1609784 h 2982745"/>
                  <a:gd name="connsiteX70" fmla="*/ 7490714 w 8453822"/>
                  <a:gd name="connsiteY70" fmla="*/ 1507154 h 2982745"/>
                  <a:gd name="connsiteX71" fmla="*/ 7597738 w 8453822"/>
                  <a:gd name="connsiteY71" fmla="*/ 1397745 h 2982745"/>
                  <a:gd name="connsiteX72" fmla="*/ 7704762 w 8453822"/>
                  <a:gd name="connsiteY72" fmla="*/ 1281345 h 2982745"/>
                  <a:gd name="connsiteX73" fmla="*/ 7811785 w 8453822"/>
                  <a:gd name="connsiteY73" fmla="*/ 1157956 h 2982745"/>
                  <a:gd name="connsiteX74" fmla="*/ 7918809 w 8453822"/>
                  <a:gd name="connsiteY74" fmla="*/ 1027576 h 2982745"/>
                  <a:gd name="connsiteX75" fmla="*/ 8025833 w 8453822"/>
                  <a:gd name="connsiteY75" fmla="*/ 890206 h 2982745"/>
                  <a:gd name="connsiteX76" fmla="*/ 8132857 w 8453822"/>
                  <a:gd name="connsiteY76" fmla="*/ 745845 h 2982745"/>
                  <a:gd name="connsiteX77" fmla="*/ 8239881 w 8453822"/>
                  <a:gd name="connsiteY77" fmla="*/ 594494 h 2982745"/>
                  <a:gd name="connsiteX78" fmla="*/ 8346799 w 8453822"/>
                  <a:gd name="connsiteY78" fmla="*/ 435941 h 2982745"/>
                  <a:gd name="connsiteX79" fmla="*/ 8453822 w 8453822"/>
                  <a:gd name="connsiteY79" fmla="*/ 270504 h 2982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453822" h="2982745">
                    <a:moveTo>
                      <a:pt x="0" y="2982745"/>
                    </a:moveTo>
                    <a:lnTo>
                      <a:pt x="107024" y="2690741"/>
                    </a:lnTo>
                    <a:lnTo>
                      <a:pt x="214048" y="2320678"/>
                    </a:lnTo>
                    <a:lnTo>
                      <a:pt x="321072" y="1884207"/>
                    </a:lnTo>
                    <a:lnTo>
                      <a:pt x="428095" y="1441169"/>
                    </a:lnTo>
                    <a:lnTo>
                      <a:pt x="535119" y="1058715"/>
                    </a:lnTo>
                    <a:lnTo>
                      <a:pt x="642143" y="809499"/>
                    </a:lnTo>
                    <a:lnTo>
                      <a:pt x="749061" y="617901"/>
                    </a:lnTo>
                    <a:lnTo>
                      <a:pt x="856085" y="419631"/>
                    </a:lnTo>
                    <a:lnTo>
                      <a:pt x="963108" y="184502"/>
                    </a:lnTo>
                    <a:lnTo>
                      <a:pt x="1070132" y="0"/>
                    </a:lnTo>
                    <a:lnTo>
                      <a:pt x="1177156" y="62595"/>
                    </a:lnTo>
                    <a:lnTo>
                      <a:pt x="1284180" y="180477"/>
                    </a:lnTo>
                    <a:lnTo>
                      <a:pt x="1391204" y="324308"/>
                    </a:lnTo>
                    <a:lnTo>
                      <a:pt x="1498228" y="579455"/>
                    </a:lnTo>
                    <a:lnTo>
                      <a:pt x="1605145" y="835660"/>
                    </a:lnTo>
                    <a:lnTo>
                      <a:pt x="1712169" y="1030753"/>
                    </a:lnTo>
                    <a:lnTo>
                      <a:pt x="1819193" y="1236862"/>
                    </a:lnTo>
                    <a:lnTo>
                      <a:pt x="1926217" y="1444876"/>
                    </a:lnTo>
                    <a:lnTo>
                      <a:pt x="2033241" y="1625883"/>
                    </a:lnTo>
                    <a:lnTo>
                      <a:pt x="2140265" y="1762512"/>
                    </a:lnTo>
                    <a:lnTo>
                      <a:pt x="2247288" y="1881877"/>
                    </a:lnTo>
                    <a:lnTo>
                      <a:pt x="2354206" y="2001771"/>
                    </a:lnTo>
                    <a:lnTo>
                      <a:pt x="2461230" y="2108321"/>
                    </a:lnTo>
                    <a:lnTo>
                      <a:pt x="2568254" y="2195382"/>
                    </a:lnTo>
                    <a:lnTo>
                      <a:pt x="2675278" y="2263696"/>
                    </a:lnTo>
                    <a:lnTo>
                      <a:pt x="2782301" y="2318030"/>
                    </a:lnTo>
                    <a:lnTo>
                      <a:pt x="2889325" y="2363573"/>
                    </a:lnTo>
                    <a:lnTo>
                      <a:pt x="2996349" y="2401808"/>
                    </a:lnTo>
                    <a:lnTo>
                      <a:pt x="3103373" y="2429875"/>
                    </a:lnTo>
                    <a:lnTo>
                      <a:pt x="3210291" y="2445762"/>
                    </a:lnTo>
                    <a:lnTo>
                      <a:pt x="3317315" y="2447139"/>
                    </a:lnTo>
                    <a:lnTo>
                      <a:pt x="3424338" y="2431358"/>
                    </a:lnTo>
                    <a:lnTo>
                      <a:pt x="3531362" y="2397148"/>
                    </a:lnTo>
                    <a:lnTo>
                      <a:pt x="3638386" y="2345885"/>
                    </a:lnTo>
                    <a:lnTo>
                      <a:pt x="3745410" y="2282973"/>
                    </a:lnTo>
                    <a:lnTo>
                      <a:pt x="3852434" y="2218259"/>
                    </a:lnTo>
                    <a:lnTo>
                      <a:pt x="3959457" y="2164243"/>
                    </a:lnTo>
                    <a:lnTo>
                      <a:pt x="4066375" y="2134587"/>
                    </a:lnTo>
                    <a:lnTo>
                      <a:pt x="4173399" y="2142531"/>
                    </a:lnTo>
                    <a:lnTo>
                      <a:pt x="4280423" y="2190722"/>
                    </a:lnTo>
                    <a:lnTo>
                      <a:pt x="4387447" y="2254799"/>
                    </a:lnTo>
                    <a:lnTo>
                      <a:pt x="4494471" y="2311146"/>
                    </a:lnTo>
                    <a:lnTo>
                      <a:pt x="4601495" y="2358489"/>
                    </a:lnTo>
                    <a:lnTo>
                      <a:pt x="4708518" y="2418648"/>
                    </a:lnTo>
                    <a:lnTo>
                      <a:pt x="4815543" y="2480290"/>
                    </a:lnTo>
                    <a:lnTo>
                      <a:pt x="4922460" y="2531764"/>
                    </a:lnTo>
                    <a:lnTo>
                      <a:pt x="5029484" y="2565021"/>
                    </a:lnTo>
                    <a:lnTo>
                      <a:pt x="5136508" y="2577307"/>
                    </a:lnTo>
                    <a:lnTo>
                      <a:pt x="5243531" y="2570317"/>
                    </a:lnTo>
                    <a:lnTo>
                      <a:pt x="5350556" y="2549028"/>
                    </a:lnTo>
                    <a:lnTo>
                      <a:pt x="5457579" y="2522550"/>
                    </a:lnTo>
                    <a:lnTo>
                      <a:pt x="5564603" y="2499778"/>
                    </a:lnTo>
                    <a:lnTo>
                      <a:pt x="5671627" y="2477536"/>
                    </a:lnTo>
                    <a:lnTo>
                      <a:pt x="5778544" y="2451481"/>
                    </a:lnTo>
                    <a:lnTo>
                      <a:pt x="5885569" y="2423414"/>
                    </a:lnTo>
                    <a:lnTo>
                      <a:pt x="5992592" y="2393229"/>
                    </a:lnTo>
                    <a:lnTo>
                      <a:pt x="6099616" y="2360607"/>
                    </a:lnTo>
                    <a:lnTo>
                      <a:pt x="6206640" y="2325126"/>
                    </a:lnTo>
                    <a:lnTo>
                      <a:pt x="6313664" y="2286150"/>
                    </a:lnTo>
                    <a:lnTo>
                      <a:pt x="6420688" y="2243255"/>
                    </a:lnTo>
                    <a:lnTo>
                      <a:pt x="6527711" y="2195805"/>
                    </a:lnTo>
                    <a:lnTo>
                      <a:pt x="6634629" y="2143484"/>
                    </a:lnTo>
                    <a:lnTo>
                      <a:pt x="6741653" y="2085761"/>
                    </a:lnTo>
                    <a:lnTo>
                      <a:pt x="6848677" y="2022319"/>
                    </a:lnTo>
                    <a:lnTo>
                      <a:pt x="6955701" y="1952733"/>
                    </a:lnTo>
                    <a:lnTo>
                      <a:pt x="7062724" y="1876899"/>
                    </a:lnTo>
                    <a:lnTo>
                      <a:pt x="7169749" y="1794604"/>
                    </a:lnTo>
                    <a:lnTo>
                      <a:pt x="7276772" y="1705530"/>
                    </a:lnTo>
                    <a:lnTo>
                      <a:pt x="7383796" y="1609784"/>
                    </a:lnTo>
                    <a:lnTo>
                      <a:pt x="7490714" y="1507154"/>
                    </a:lnTo>
                    <a:lnTo>
                      <a:pt x="7597738" y="1397745"/>
                    </a:lnTo>
                    <a:lnTo>
                      <a:pt x="7704762" y="1281345"/>
                    </a:lnTo>
                    <a:lnTo>
                      <a:pt x="7811785" y="1157956"/>
                    </a:lnTo>
                    <a:lnTo>
                      <a:pt x="7918809" y="1027576"/>
                    </a:lnTo>
                    <a:lnTo>
                      <a:pt x="8025833" y="890206"/>
                    </a:lnTo>
                    <a:lnTo>
                      <a:pt x="8132857" y="745845"/>
                    </a:lnTo>
                    <a:lnTo>
                      <a:pt x="8239881" y="594494"/>
                    </a:lnTo>
                    <a:lnTo>
                      <a:pt x="8346799" y="435941"/>
                    </a:lnTo>
                    <a:lnTo>
                      <a:pt x="8453822" y="270504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6CBA57D9-5DB4-9DE1-7DE8-0A0216B9CA1C}"/>
                  </a:ext>
                </a:extLst>
              </p:cNvPr>
              <p:cNvSpPr/>
              <p:nvPr/>
            </p:nvSpPr>
            <p:spPr>
              <a:xfrm>
                <a:off x="2229154" y="2441776"/>
                <a:ext cx="8453822" cy="3334908"/>
              </a:xfrm>
              <a:custGeom>
                <a:avLst/>
                <a:gdLst>
                  <a:gd name="connsiteX0" fmla="*/ 8453822 w 8453822"/>
                  <a:gd name="connsiteY0" fmla="*/ 3334909 h 3334908"/>
                  <a:gd name="connsiteX1" fmla="*/ 8346799 w 8453822"/>
                  <a:gd name="connsiteY1" fmla="*/ 3334909 h 3334908"/>
                  <a:gd name="connsiteX2" fmla="*/ 8239881 w 8453822"/>
                  <a:gd name="connsiteY2" fmla="*/ 3334909 h 3334908"/>
                  <a:gd name="connsiteX3" fmla="*/ 8132857 w 8453822"/>
                  <a:gd name="connsiteY3" fmla="*/ 3334909 h 3334908"/>
                  <a:gd name="connsiteX4" fmla="*/ 8025833 w 8453822"/>
                  <a:gd name="connsiteY4" fmla="*/ 3334909 h 3334908"/>
                  <a:gd name="connsiteX5" fmla="*/ 7918809 w 8453822"/>
                  <a:gd name="connsiteY5" fmla="*/ 3322199 h 3334908"/>
                  <a:gd name="connsiteX6" fmla="*/ 7811785 w 8453822"/>
                  <a:gd name="connsiteY6" fmla="*/ 3209612 h 3334908"/>
                  <a:gd name="connsiteX7" fmla="*/ 7704762 w 8453822"/>
                  <a:gd name="connsiteY7" fmla="*/ 3103063 h 3334908"/>
                  <a:gd name="connsiteX8" fmla="*/ 7597738 w 8453822"/>
                  <a:gd name="connsiteY8" fmla="*/ 3002657 h 3334908"/>
                  <a:gd name="connsiteX9" fmla="*/ 7490714 w 8453822"/>
                  <a:gd name="connsiteY9" fmla="*/ 2908394 h 3334908"/>
                  <a:gd name="connsiteX10" fmla="*/ 7383796 w 8453822"/>
                  <a:gd name="connsiteY10" fmla="*/ 2820485 h 3334908"/>
                  <a:gd name="connsiteX11" fmla="*/ 7276772 w 8453822"/>
                  <a:gd name="connsiteY11" fmla="*/ 2738826 h 3334908"/>
                  <a:gd name="connsiteX12" fmla="*/ 7169749 w 8453822"/>
                  <a:gd name="connsiteY12" fmla="*/ 2663627 h 3334908"/>
                  <a:gd name="connsiteX13" fmla="*/ 7062724 w 8453822"/>
                  <a:gd name="connsiteY13" fmla="*/ 2594677 h 3334908"/>
                  <a:gd name="connsiteX14" fmla="*/ 6955701 w 8453822"/>
                  <a:gd name="connsiteY14" fmla="*/ 2532082 h 3334908"/>
                  <a:gd name="connsiteX15" fmla="*/ 6848677 w 8453822"/>
                  <a:gd name="connsiteY15" fmla="*/ 2475736 h 3334908"/>
                  <a:gd name="connsiteX16" fmla="*/ 6741653 w 8453822"/>
                  <a:gd name="connsiteY16" fmla="*/ 2425532 h 3334908"/>
                  <a:gd name="connsiteX17" fmla="*/ 6634629 w 8453822"/>
                  <a:gd name="connsiteY17" fmla="*/ 2381261 h 3334908"/>
                  <a:gd name="connsiteX18" fmla="*/ 6527711 w 8453822"/>
                  <a:gd name="connsiteY18" fmla="*/ 2342602 h 3334908"/>
                  <a:gd name="connsiteX19" fmla="*/ 6420688 w 8453822"/>
                  <a:gd name="connsiteY19" fmla="*/ 2309239 h 3334908"/>
                  <a:gd name="connsiteX20" fmla="*/ 6313664 w 8453822"/>
                  <a:gd name="connsiteY20" fmla="*/ 2280854 h 3334908"/>
                  <a:gd name="connsiteX21" fmla="*/ 6206640 w 8453822"/>
                  <a:gd name="connsiteY21" fmla="*/ 2257024 h 3334908"/>
                  <a:gd name="connsiteX22" fmla="*/ 6099616 w 8453822"/>
                  <a:gd name="connsiteY22" fmla="*/ 2237430 h 3334908"/>
                  <a:gd name="connsiteX23" fmla="*/ 5992592 w 8453822"/>
                  <a:gd name="connsiteY23" fmla="*/ 2221437 h 3334908"/>
                  <a:gd name="connsiteX24" fmla="*/ 5885569 w 8453822"/>
                  <a:gd name="connsiteY24" fmla="*/ 2208939 h 3334908"/>
                  <a:gd name="connsiteX25" fmla="*/ 5778544 w 8453822"/>
                  <a:gd name="connsiteY25" fmla="*/ 2199512 h 3334908"/>
                  <a:gd name="connsiteX26" fmla="*/ 5671627 w 8453822"/>
                  <a:gd name="connsiteY26" fmla="*/ 2192628 h 3334908"/>
                  <a:gd name="connsiteX27" fmla="*/ 5564603 w 8453822"/>
                  <a:gd name="connsiteY27" fmla="*/ 2186273 h 3334908"/>
                  <a:gd name="connsiteX28" fmla="*/ 5457579 w 8453822"/>
                  <a:gd name="connsiteY28" fmla="*/ 2184367 h 3334908"/>
                  <a:gd name="connsiteX29" fmla="*/ 5350556 w 8453822"/>
                  <a:gd name="connsiteY29" fmla="*/ 2189663 h 3334908"/>
                  <a:gd name="connsiteX30" fmla="*/ 5243531 w 8453822"/>
                  <a:gd name="connsiteY30" fmla="*/ 2198665 h 3334908"/>
                  <a:gd name="connsiteX31" fmla="*/ 5136508 w 8453822"/>
                  <a:gd name="connsiteY31" fmla="*/ 2199936 h 3334908"/>
                  <a:gd name="connsiteX32" fmla="*/ 5029484 w 8453822"/>
                  <a:gd name="connsiteY32" fmla="*/ 2195382 h 3334908"/>
                  <a:gd name="connsiteX33" fmla="*/ 4922460 w 8453822"/>
                  <a:gd name="connsiteY33" fmla="*/ 2193793 h 3334908"/>
                  <a:gd name="connsiteX34" fmla="*/ 4815543 w 8453822"/>
                  <a:gd name="connsiteY34" fmla="*/ 2199618 h 3334908"/>
                  <a:gd name="connsiteX35" fmla="*/ 4708518 w 8453822"/>
                  <a:gd name="connsiteY35" fmla="*/ 2212434 h 3334908"/>
                  <a:gd name="connsiteX36" fmla="*/ 4601495 w 8453822"/>
                  <a:gd name="connsiteY36" fmla="*/ 2227792 h 3334908"/>
                  <a:gd name="connsiteX37" fmla="*/ 4494471 w 8453822"/>
                  <a:gd name="connsiteY37" fmla="*/ 2239760 h 3334908"/>
                  <a:gd name="connsiteX38" fmla="*/ 4387447 w 8453822"/>
                  <a:gd name="connsiteY38" fmla="*/ 2238383 h 3334908"/>
                  <a:gd name="connsiteX39" fmla="*/ 4280423 w 8453822"/>
                  <a:gd name="connsiteY39" fmla="*/ 2232346 h 3334908"/>
                  <a:gd name="connsiteX40" fmla="*/ 4173399 w 8453822"/>
                  <a:gd name="connsiteY40" fmla="*/ 2230122 h 3334908"/>
                  <a:gd name="connsiteX41" fmla="*/ 4066375 w 8453822"/>
                  <a:gd name="connsiteY41" fmla="*/ 2235735 h 3334908"/>
                  <a:gd name="connsiteX42" fmla="*/ 3959457 w 8453822"/>
                  <a:gd name="connsiteY42" fmla="*/ 2251834 h 3334908"/>
                  <a:gd name="connsiteX43" fmla="*/ 3852434 w 8453822"/>
                  <a:gd name="connsiteY43" fmla="*/ 2280748 h 3334908"/>
                  <a:gd name="connsiteX44" fmla="*/ 3745410 w 8453822"/>
                  <a:gd name="connsiteY44" fmla="*/ 2325550 h 3334908"/>
                  <a:gd name="connsiteX45" fmla="*/ 3638386 w 8453822"/>
                  <a:gd name="connsiteY45" fmla="*/ 2387721 h 3334908"/>
                  <a:gd name="connsiteX46" fmla="*/ 3531362 w 8453822"/>
                  <a:gd name="connsiteY46" fmla="*/ 2466204 h 3334908"/>
                  <a:gd name="connsiteX47" fmla="*/ 3424338 w 8453822"/>
                  <a:gd name="connsiteY47" fmla="*/ 2555807 h 3334908"/>
                  <a:gd name="connsiteX48" fmla="*/ 3317315 w 8453822"/>
                  <a:gd name="connsiteY48" fmla="*/ 2646893 h 3334908"/>
                  <a:gd name="connsiteX49" fmla="*/ 3210291 w 8453822"/>
                  <a:gd name="connsiteY49" fmla="*/ 2727281 h 3334908"/>
                  <a:gd name="connsiteX50" fmla="*/ 3103373 w 8453822"/>
                  <a:gd name="connsiteY50" fmla="*/ 2783839 h 3334908"/>
                  <a:gd name="connsiteX51" fmla="*/ 2996349 w 8453822"/>
                  <a:gd name="connsiteY51" fmla="*/ 2803010 h 3334908"/>
                  <a:gd name="connsiteX52" fmla="*/ 2889325 w 8453822"/>
                  <a:gd name="connsiteY52" fmla="*/ 2772295 h 3334908"/>
                  <a:gd name="connsiteX53" fmla="*/ 2782301 w 8453822"/>
                  <a:gd name="connsiteY53" fmla="*/ 2682162 h 3334908"/>
                  <a:gd name="connsiteX54" fmla="*/ 2675278 w 8453822"/>
                  <a:gd name="connsiteY54" fmla="*/ 2545003 h 3334908"/>
                  <a:gd name="connsiteX55" fmla="*/ 2568254 w 8453822"/>
                  <a:gd name="connsiteY55" fmla="*/ 2380943 h 3334908"/>
                  <a:gd name="connsiteX56" fmla="*/ 2461230 w 8453822"/>
                  <a:gd name="connsiteY56" fmla="*/ 2209680 h 3334908"/>
                  <a:gd name="connsiteX57" fmla="*/ 2354206 w 8453822"/>
                  <a:gd name="connsiteY57" fmla="*/ 2046891 h 3334908"/>
                  <a:gd name="connsiteX58" fmla="*/ 2247288 w 8453822"/>
                  <a:gd name="connsiteY58" fmla="*/ 1901259 h 3334908"/>
                  <a:gd name="connsiteX59" fmla="*/ 2140265 w 8453822"/>
                  <a:gd name="connsiteY59" fmla="*/ 1773845 h 3334908"/>
                  <a:gd name="connsiteX60" fmla="*/ 2033241 w 8453822"/>
                  <a:gd name="connsiteY60" fmla="*/ 1616669 h 3334908"/>
                  <a:gd name="connsiteX61" fmla="*/ 1926217 w 8453822"/>
                  <a:gd name="connsiteY61" fmla="*/ 1402829 h 3334908"/>
                  <a:gd name="connsiteX62" fmla="*/ 1819193 w 8453822"/>
                  <a:gd name="connsiteY62" fmla="*/ 1175432 h 3334908"/>
                  <a:gd name="connsiteX63" fmla="*/ 1712169 w 8453822"/>
                  <a:gd name="connsiteY63" fmla="*/ 966570 h 3334908"/>
                  <a:gd name="connsiteX64" fmla="*/ 1605145 w 8453822"/>
                  <a:gd name="connsiteY64" fmla="*/ 752942 h 3334908"/>
                  <a:gd name="connsiteX65" fmla="*/ 1498228 w 8453822"/>
                  <a:gd name="connsiteY65" fmla="*/ 477777 h 3334908"/>
                  <a:gd name="connsiteX66" fmla="*/ 1391204 w 8453822"/>
                  <a:gd name="connsiteY66" fmla="*/ 257688 h 3334908"/>
                  <a:gd name="connsiteX67" fmla="*/ 1284180 w 8453822"/>
                  <a:gd name="connsiteY67" fmla="*/ 115022 h 3334908"/>
                  <a:gd name="connsiteX68" fmla="*/ 1177156 w 8453822"/>
                  <a:gd name="connsiteY68" fmla="*/ 9638 h 3334908"/>
                  <a:gd name="connsiteX69" fmla="*/ 1070132 w 8453822"/>
                  <a:gd name="connsiteY69" fmla="*/ 0 h 3334908"/>
                  <a:gd name="connsiteX70" fmla="*/ 963108 w 8453822"/>
                  <a:gd name="connsiteY70" fmla="*/ 169356 h 3334908"/>
                  <a:gd name="connsiteX71" fmla="*/ 856085 w 8453822"/>
                  <a:gd name="connsiteY71" fmla="*/ 488792 h 3334908"/>
                  <a:gd name="connsiteX72" fmla="*/ 749061 w 8453822"/>
                  <a:gd name="connsiteY72" fmla="*/ 641520 h 3334908"/>
                  <a:gd name="connsiteX73" fmla="*/ 642143 w 8453822"/>
                  <a:gd name="connsiteY73" fmla="*/ 741397 h 3334908"/>
                  <a:gd name="connsiteX74" fmla="*/ 535119 w 8453822"/>
                  <a:gd name="connsiteY74" fmla="*/ 932677 h 3334908"/>
                  <a:gd name="connsiteX75" fmla="*/ 428095 w 8453822"/>
                  <a:gd name="connsiteY75" fmla="*/ 1204664 h 3334908"/>
                  <a:gd name="connsiteX76" fmla="*/ 321072 w 8453822"/>
                  <a:gd name="connsiteY76" fmla="*/ 1536280 h 3334908"/>
                  <a:gd name="connsiteX77" fmla="*/ 214048 w 8453822"/>
                  <a:gd name="connsiteY77" fmla="*/ 1993298 h 3334908"/>
                  <a:gd name="connsiteX78" fmla="*/ 107024 w 8453822"/>
                  <a:gd name="connsiteY78" fmla="*/ 2669134 h 3334908"/>
                  <a:gd name="connsiteX79" fmla="*/ 0 w 8453822"/>
                  <a:gd name="connsiteY79" fmla="*/ 3334909 h 3334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453822" h="3334908">
                    <a:moveTo>
                      <a:pt x="8453822" y="3334909"/>
                    </a:moveTo>
                    <a:lnTo>
                      <a:pt x="8346799" y="3334909"/>
                    </a:lnTo>
                    <a:lnTo>
                      <a:pt x="8239881" y="3334909"/>
                    </a:lnTo>
                    <a:lnTo>
                      <a:pt x="8132857" y="3334909"/>
                    </a:lnTo>
                    <a:lnTo>
                      <a:pt x="8025833" y="3334909"/>
                    </a:lnTo>
                    <a:lnTo>
                      <a:pt x="7918809" y="3322199"/>
                    </a:lnTo>
                    <a:lnTo>
                      <a:pt x="7811785" y="3209612"/>
                    </a:lnTo>
                    <a:lnTo>
                      <a:pt x="7704762" y="3103063"/>
                    </a:lnTo>
                    <a:lnTo>
                      <a:pt x="7597738" y="3002657"/>
                    </a:lnTo>
                    <a:lnTo>
                      <a:pt x="7490714" y="2908394"/>
                    </a:lnTo>
                    <a:lnTo>
                      <a:pt x="7383796" y="2820485"/>
                    </a:lnTo>
                    <a:lnTo>
                      <a:pt x="7276772" y="2738826"/>
                    </a:lnTo>
                    <a:lnTo>
                      <a:pt x="7169749" y="2663627"/>
                    </a:lnTo>
                    <a:lnTo>
                      <a:pt x="7062724" y="2594677"/>
                    </a:lnTo>
                    <a:lnTo>
                      <a:pt x="6955701" y="2532082"/>
                    </a:lnTo>
                    <a:lnTo>
                      <a:pt x="6848677" y="2475736"/>
                    </a:lnTo>
                    <a:lnTo>
                      <a:pt x="6741653" y="2425532"/>
                    </a:lnTo>
                    <a:lnTo>
                      <a:pt x="6634629" y="2381261"/>
                    </a:lnTo>
                    <a:lnTo>
                      <a:pt x="6527711" y="2342602"/>
                    </a:lnTo>
                    <a:lnTo>
                      <a:pt x="6420688" y="2309239"/>
                    </a:lnTo>
                    <a:lnTo>
                      <a:pt x="6313664" y="2280854"/>
                    </a:lnTo>
                    <a:lnTo>
                      <a:pt x="6206640" y="2257024"/>
                    </a:lnTo>
                    <a:lnTo>
                      <a:pt x="6099616" y="2237430"/>
                    </a:lnTo>
                    <a:lnTo>
                      <a:pt x="5992592" y="2221437"/>
                    </a:lnTo>
                    <a:lnTo>
                      <a:pt x="5885569" y="2208939"/>
                    </a:lnTo>
                    <a:lnTo>
                      <a:pt x="5778544" y="2199512"/>
                    </a:lnTo>
                    <a:lnTo>
                      <a:pt x="5671627" y="2192628"/>
                    </a:lnTo>
                    <a:lnTo>
                      <a:pt x="5564603" y="2186273"/>
                    </a:lnTo>
                    <a:lnTo>
                      <a:pt x="5457579" y="2184367"/>
                    </a:lnTo>
                    <a:lnTo>
                      <a:pt x="5350556" y="2189663"/>
                    </a:lnTo>
                    <a:lnTo>
                      <a:pt x="5243531" y="2198665"/>
                    </a:lnTo>
                    <a:lnTo>
                      <a:pt x="5136508" y="2199936"/>
                    </a:lnTo>
                    <a:lnTo>
                      <a:pt x="5029484" y="2195382"/>
                    </a:lnTo>
                    <a:lnTo>
                      <a:pt x="4922460" y="2193793"/>
                    </a:lnTo>
                    <a:lnTo>
                      <a:pt x="4815543" y="2199618"/>
                    </a:lnTo>
                    <a:lnTo>
                      <a:pt x="4708518" y="2212434"/>
                    </a:lnTo>
                    <a:lnTo>
                      <a:pt x="4601495" y="2227792"/>
                    </a:lnTo>
                    <a:lnTo>
                      <a:pt x="4494471" y="2239760"/>
                    </a:lnTo>
                    <a:lnTo>
                      <a:pt x="4387447" y="2238383"/>
                    </a:lnTo>
                    <a:lnTo>
                      <a:pt x="4280423" y="2232346"/>
                    </a:lnTo>
                    <a:lnTo>
                      <a:pt x="4173399" y="2230122"/>
                    </a:lnTo>
                    <a:lnTo>
                      <a:pt x="4066375" y="2235735"/>
                    </a:lnTo>
                    <a:lnTo>
                      <a:pt x="3959457" y="2251834"/>
                    </a:lnTo>
                    <a:lnTo>
                      <a:pt x="3852434" y="2280748"/>
                    </a:lnTo>
                    <a:lnTo>
                      <a:pt x="3745410" y="2325550"/>
                    </a:lnTo>
                    <a:lnTo>
                      <a:pt x="3638386" y="2387721"/>
                    </a:lnTo>
                    <a:lnTo>
                      <a:pt x="3531362" y="2466204"/>
                    </a:lnTo>
                    <a:lnTo>
                      <a:pt x="3424338" y="2555807"/>
                    </a:lnTo>
                    <a:lnTo>
                      <a:pt x="3317315" y="2646893"/>
                    </a:lnTo>
                    <a:lnTo>
                      <a:pt x="3210291" y="2727281"/>
                    </a:lnTo>
                    <a:lnTo>
                      <a:pt x="3103373" y="2783839"/>
                    </a:lnTo>
                    <a:lnTo>
                      <a:pt x="2996349" y="2803010"/>
                    </a:lnTo>
                    <a:lnTo>
                      <a:pt x="2889325" y="2772295"/>
                    </a:lnTo>
                    <a:lnTo>
                      <a:pt x="2782301" y="2682162"/>
                    </a:lnTo>
                    <a:lnTo>
                      <a:pt x="2675278" y="2545003"/>
                    </a:lnTo>
                    <a:lnTo>
                      <a:pt x="2568254" y="2380943"/>
                    </a:lnTo>
                    <a:lnTo>
                      <a:pt x="2461230" y="2209680"/>
                    </a:lnTo>
                    <a:lnTo>
                      <a:pt x="2354206" y="2046891"/>
                    </a:lnTo>
                    <a:lnTo>
                      <a:pt x="2247288" y="1901259"/>
                    </a:lnTo>
                    <a:lnTo>
                      <a:pt x="2140265" y="1773845"/>
                    </a:lnTo>
                    <a:lnTo>
                      <a:pt x="2033241" y="1616669"/>
                    </a:lnTo>
                    <a:lnTo>
                      <a:pt x="1926217" y="1402829"/>
                    </a:lnTo>
                    <a:lnTo>
                      <a:pt x="1819193" y="1175432"/>
                    </a:lnTo>
                    <a:lnTo>
                      <a:pt x="1712169" y="966570"/>
                    </a:lnTo>
                    <a:lnTo>
                      <a:pt x="1605145" y="752942"/>
                    </a:lnTo>
                    <a:lnTo>
                      <a:pt x="1498228" y="477777"/>
                    </a:lnTo>
                    <a:lnTo>
                      <a:pt x="1391204" y="257688"/>
                    </a:lnTo>
                    <a:lnTo>
                      <a:pt x="1284180" y="115022"/>
                    </a:lnTo>
                    <a:lnTo>
                      <a:pt x="1177156" y="9638"/>
                    </a:lnTo>
                    <a:lnTo>
                      <a:pt x="1070132" y="0"/>
                    </a:lnTo>
                    <a:lnTo>
                      <a:pt x="963108" y="169356"/>
                    </a:lnTo>
                    <a:lnTo>
                      <a:pt x="856085" y="488792"/>
                    </a:lnTo>
                    <a:lnTo>
                      <a:pt x="749061" y="641520"/>
                    </a:lnTo>
                    <a:lnTo>
                      <a:pt x="642143" y="741397"/>
                    </a:lnTo>
                    <a:lnTo>
                      <a:pt x="535119" y="932677"/>
                    </a:lnTo>
                    <a:lnTo>
                      <a:pt x="428095" y="1204664"/>
                    </a:lnTo>
                    <a:lnTo>
                      <a:pt x="321072" y="1536280"/>
                    </a:lnTo>
                    <a:lnTo>
                      <a:pt x="214048" y="1993298"/>
                    </a:lnTo>
                    <a:lnTo>
                      <a:pt x="107024" y="2669134"/>
                    </a:lnTo>
                    <a:lnTo>
                      <a:pt x="0" y="3334909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0201F4A-AC8E-8CF1-E446-27F02CF4EF0A}"/>
                  </a:ext>
                </a:extLst>
              </p:cNvPr>
              <p:cNvSpPr/>
              <p:nvPr/>
            </p:nvSpPr>
            <p:spPr>
              <a:xfrm>
                <a:off x="2229154" y="1706628"/>
                <a:ext cx="8453822" cy="3282481"/>
              </a:xfrm>
              <a:custGeom>
                <a:avLst/>
                <a:gdLst>
                  <a:gd name="connsiteX0" fmla="*/ 0 w 8453822"/>
                  <a:gd name="connsiteY0" fmla="*/ 3282481 h 3282481"/>
                  <a:gd name="connsiteX1" fmla="*/ 107024 w 8453822"/>
                  <a:gd name="connsiteY1" fmla="*/ 2679938 h 3282481"/>
                  <a:gd name="connsiteX2" fmla="*/ 214048 w 8453822"/>
                  <a:gd name="connsiteY2" fmla="*/ 2157041 h 3282481"/>
                  <a:gd name="connsiteX3" fmla="*/ 321072 w 8453822"/>
                  <a:gd name="connsiteY3" fmla="*/ 1710296 h 3282481"/>
                  <a:gd name="connsiteX4" fmla="*/ 428095 w 8453822"/>
                  <a:gd name="connsiteY4" fmla="*/ 1322970 h 3282481"/>
                  <a:gd name="connsiteX5" fmla="*/ 535119 w 8453822"/>
                  <a:gd name="connsiteY5" fmla="*/ 995696 h 3282481"/>
                  <a:gd name="connsiteX6" fmla="*/ 642143 w 8453822"/>
                  <a:gd name="connsiteY6" fmla="*/ 775395 h 3282481"/>
                  <a:gd name="connsiteX7" fmla="*/ 749061 w 8453822"/>
                  <a:gd name="connsiteY7" fmla="*/ 629764 h 3282481"/>
                  <a:gd name="connsiteX8" fmla="*/ 856085 w 8453822"/>
                  <a:gd name="connsiteY8" fmla="*/ 454264 h 3282481"/>
                  <a:gd name="connsiteX9" fmla="*/ 963108 w 8453822"/>
                  <a:gd name="connsiteY9" fmla="*/ 176876 h 3282481"/>
                  <a:gd name="connsiteX10" fmla="*/ 1070132 w 8453822"/>
                  <a:gd name="connsiteY10" fmla="*/ 0 h 3282481"/>
                  <a:gd name="connsiteX11" fmla="*/ 1177156 w 8453822"/>
                  <a:gd name="connsiteY11" fmla="*/ 36117 h 3282481"/>
                  <a:gd name="connsiteX12" fmla="*/ 1284180 w 8453822"/>
                  <a:gd name="connsiteY12" fmla="*/ 147750 h 3282481"/>
                  <a:gd name="connsiteX13" fmla="*/ 1391204 w 8453822"/>
                  <a:gd name="connsiteY13" fmla="*/ 290945 h 3282481"/>
                  <a:gd name="connsiteX14" fmla="*/ 1498228 w 8453822"/>
                  <a:gd name="connsiteY14" fmla="*/ 528616 h 3282481"/>
                  <a:gd name="connsiteX15" fmla="*/ 1605145 w 8453822"/>
                  <a:gd name="connsiteY15" fmla="*/ 794248 h 3282481"/>
                  <a:gd name="connsiteX16" fmla="*/ 1712169 w 8453822"/>
                  <a:gd name="connsiteY16" fmla="*/ 998661 h 3282481"/>
                  <a:gd name="connsiteX17" fmla="*/ 1819193 w 8453822"/>
                  <a:gd name="connsiteY17" fmla="*/ 1206147 h 3282481"/>
                  <a:gd name="connsiteX18" fmla="*/ 1926217 w 8453822"/>
                  <a:gd name="connsiteY18" fmla="*/ 1423800 h 3282481"/>
                  <a:gd name="connsiteX19" fmla="*/ 2033241 w 8453822"/>
                  <a:gd name="connsiteY19" fmla="*/ 1621329 h 3282481"/>
                  <a:gd name="connsiteX20" fmla="*/ 2140265 w 8453822"/>
                  <a:gd name="connsiteY20" fmla="*/ 1768231 h 3282481"/>
                  <a:gd name="connsiteX21" fmla="*/ 2247288 w 8453822"/>
                  <a:gd name="connsiteY21" fmla="*/ 1891515 h 3282481"/>
                  <a:gd name="connsiteX22" fmla="*/ 2354206 w 8453822"/>
                  <a:gd name="connsiteY22" fmla="*/ 2024331 h 3282481"/>
                  <a:gd name="connsiteX23" fmla="*/ 2461230 w 8453822"/>
                  <a:gd name="connsiteY23" fmla="*/ 2158948 h 3282481"/>
                  <a:gd name="connsiteX24" fmla="*/ 2568254 w 8453822"/>
                  <a:gd name="connsiteY24" fmla="*/ 2288162 h 3282481"/>
                  <a:gd name="connsiteX25" fmla="*/ 2675278 w 8453822"/>
                  <a:gd name="connsiteY25" fmla="*/ 2404350 h 3282481"/>
                  <a:gd name="connsiteX26" fmla="*/ 2782301 w 8453822"/>
                  <a:gd name="connsiteY26" fmla="*/ 2500096 h 3282481"/>
                  <a:gd name="connsiteX27" fmla="*/ 2889325 w 8453822"/>
                  <a:gd name="connsiteY27" fmla="*/ 2567881 h 3282481"/>
                  <a:gd name="connsiteX28" fmla="*/ 2996349 w 8453822"/>
                  <a:gd name="connsiteY28" fmla="*/ 2602409 h 3282481"/>
                  <a:gd name="connsiteX29" fmla="*/ 3103373 w 8453822"/>
                  <a:gd name="connsiteY29" fmla="*/ 2606857 h 3282481"/>
                  <a:gd name="connsiteX30" fmla="*/ 3210291 w 8453822"/>
                  <a:gd name="connsiteY30" fmla="*/ 2586522 h 3282481"/>
                  <a:gd name="connsiteX31" fmla="*/ 3317315 w 8453822"/>
                  <a:gd name="connsiteY31" fmla="*/ 2547016 h 3282481"/>
                  <a:gd name="connsiteX32" fmla="*/ 3424338 w 8453822"/>
                  <a:gd name="connsiteY32" fmla="*/ 2493529 h 3282481"/>
                  <a:gd name="connsiteX33" fmla="*/ 3531362 w 8453822"/>
                  <a:gd name="connsiteY33" fmla="*/ 2431676 h 3282481"/>
                  <a:gd name="connsiteX34" fmla="*/ 3638386 w 8453822"/>
                  <a:gd name="connsiteY34" fmla="*/ 2366750 h 3282481"/>
                  <a:gd name="connsiteX35" fmla="*/ 3745410 w 8453822"/>
                  <a:gd name="connsiteY35" fmla="*/ 2304261 h 3282481"/>
                  <a:gd name="connsiteX36" fmla="*/ 3852434 w 8453822"/>
                  <a:gd name="connsiteY36" fmla="*/ 2249504 h 3282481"/>
                  <a:gd name="connsiteX37" fmla="*/ 3959457 w 8453822"/>
                  <a:gd name="connsiteY37" fmla="*/ 2208091 h 3282481"/>
                  <a:gd name="connsiteX38" fmla="*/ 4066375 w 8453822"/>
                  <a:gd name="connsiteY38" fmla="*/ 2185214 h 3282481"/>
                  <a:gd name="connsiteX39" fmla="*/ 4173399 w 8453822"/>
                  <a:gd name="connsiteY39" fmla="*/ 2186379 h 3282481"/>
                  <a:gd name="connsiteX40" fmla="*/ 4280423 w 8453822"/>
                  <a:gd name="connsiteY40" fmla="*/ 2211587 h 3282481"/>
                  <a:gd name="connsiteX41" fmla="*/ 4387447 w 8453822"/>
                  <a:gd name="connsiteY41" fmla="*/ 2246644 h 3282481"/>
                  <a:gd name="connsiteX42" fmla="*/ 4494471 w 8453822"/>
                  <a:gd name="connsiteY42" fmla="*/ 2275453 h 3282481"/>
                  <a:gd name="connsiteX43" fmla="*/ 4601495 w 8453822"/>
                  <a:gd name="connsiteY43" fmla="*/ 2293140 h 3282481"/>
                  <a:gd name="connsiteX44" fmla="*/ 4708518 w 8453822"/>
                  <a:gd name="connsiteY44" fmla="*/ 2315594 h 3282481"/>
                  <a:gd name="connsiteX45" fmla="*/ 4815543 w 8453822"/>
                  <a:gd name="connsiteY45" fmla="*/ 2339954 h 3282481"/>
                  <a:gd name="connsiteX46" fmla="*/ 4922460 w 8453822"/>
                  <a:gd name="connsiteY46" fmla="*/ 2362726 h 3282481"/>
                  <a:gd name="connsiteX47" fmla="*/ 5029484 w 8453822"/>
                  <a:gd name="connsiteY47" fmla="*/ 2380201 h 3282481"/>
                  <a:gd name="connsiteX48" fmla="*/ 5136508 w 8453822"/>
                  <a:gd name="connsiteY48" fmla="*/ 2388675 h 3282481"/>
                  <a:gd name="connsiteX49" fmla="*/ 5243531 w 8453822"/>
                  <a:gd name="connsiteY49" fmla="*/ 2384544 h 3282481"/>
                  <a:gd name="connsiteX50" fmla="*/ 5350556 w 8453822"/>
                  <a:gd name="connsiteY50" fmla="*/ 2369398 h 3282481"/>
                  <a:gd name="connsiteX51" fmla="*/ 5457579 w 8453822"/>
                  <a:gd name="connsiteY51" fmla="*/ 2353511 h 3282481"/>
                  <a:gd name="connsiteX52" fmla="*/ 5564603 w 8453822"/>
                  <a:gd name="connsiteY52" fmla="*/ 2343026 h 3282481"/>
                  <a:gd name="connsiteX53" fmla="*/ 5671627 w 8453822"/>
                  <a:gd name="connsiteY53" fmla="*/ 2335082 h 3282481"/>
                  <a:gd name="connsiteX54" fmla="*/ 5778544 w 8453822"/>
                  <a:gd name="connsiteY54" fmla="*/ 2325550 h 3282481"/>
                  <a:gd name="connsiteX55" fmla="*/ 5885569 w 8453822"/>
                  <a:gd name="connsiteY55" fmla="*/ 2316124 h 3282481"/>
                  <a:gd name="connsiteX56" fmla="*/ 5992592 w 8453822"/>
                  <a:gd name="connsiteY56" fmla="*/ 2307333 h 3282481"/>
                  <a:gd name="connsiteX57" fmla="*/ 6099616 w 8453822"/>
                  <a:gd name="connsiteY57" fmla="*/ 2299072 h 3282481"/>
                  <a:gd name="connsiteX58" fmla="*/ 6206640 w 8453822"/>
                  <a:gd name="connsiteY58" fmla="*/ 2291128 h 3282481"/>
                  <a:gd name="connsiteX59" fmla="*/ 6313664 w 8453822"/>
                  <a:gd name="connsiteY59" fmla="*/ 2283502 h 3282481"/>
                  <a:gd name="connsiteX60" fmla="*/ 6420688 w 8453822"/>
                  <a:gd name="connsiteY60" fmla="*/ 2276194 h 3282481"/>
                  <a:gd name="connsiteX61" fmla="*/ 6527711 w 8453822"/>
                  <a:gd name="connsiteY61" fmla="*/ 2269204 h 3282481"/>
                  <a:gd name="connsiteX62" fmla="*/ 6634629 w 8453822"/>
                  <a:gd name="connsiteY62" fmla="*/ 2262319 h 3282481"/>
                  <a:gd name="connsiteX63" fmla="*/ 6741653 w 8453822"/>
                  <a:gd name="connsiteY63" fmla="*/ 2255647 h 3282481"/>
                  <a:gd name="connsiteX64" fmla="*/ 6848677 w 8453822"/>
                  <a:gd name="connsiteY64" fmla="*/ 2249080 h 3282481"/>
                  <a:gd name="connsiteX65" fmla="*/ 6955701 w 8453822"/>
                  <a:gd name="connsiteY65" fmla="*/ 2242408 h 3282481"/>
                  <a:gd name="connsiteX66" fmla="*/ 7062724 w 8453822"/>
                  <a:gd name="connsiteY66" fmla="*/ 2235841 h 3282481"/>
                  <a:gd name="connsiteX67" fmla="*/ 7169749 w 8453822"/>
                  <a:gd name="connsiteY67" fmla="*/ 2229062 h 3282481"/>
                  <a:gd name="connsiteX68" fmla="*/ 7276772 w 8453822"/>
                  <a:gd name="connsiteY68" fmla="*/ 2222178 h 3282481"/>
                  <a:gd name="connsiteX69" fmla="*/ 7383796 w 8453822"/>
                  <a:gd name="connsiteY69" fmla="*/ 2215188 h 3282481"/>
                  <a:gd name="connsiteX70" fmla="*/ 7490714 w 8453822"/>
                  <a:gd name="connsiteY70" fmla="*/ 2207774 h 3282481"/>
                  <a:gd name="connsiteX71" fmla="*/ 7597738 w 8453822"/>
                  <a:gd name="connsiteY71" fmla="*/ 2200148 h 3282481"/>
                  <a:gd name="connsiteX72" fmla="*/ 7704762 w 8453822"/>
                  <a:gd name="connsiteY72" fmla="*/ 2192204 h 3282481"/>
                  <a:gd name="connsiteX73" fmla="*/ 7811785 w 8453822"/>
                  <a:gd name="connsiteY73" fmla="*/ 2183837 h 3282481"/>
                  <a:gd name="connsiteX74" fmla="*/ 7918809 w 8453822"/>
                  <a:gd name="connsiteY74" fmla="*/ 2174941 h 3282481"/>
                  <a:gd name="connsiteX75" fmla="*/ 8025833 w 8453822"/>
                  <a:gd name="connsiteY75" fmla="*/ 2165514 h 3282481"/>
                  <a:gd name="connsiteX76" fmla="*/ 8132857 w 8453822"/>
                  <a:gd name="connsiteY76" fmla="*/ 2155452 h 3282481"/>
                  <a:gd name="connsiteX77" fmla="*/ 8239881 w 8453822"/>
                  <a:gd name="connsiteY77" fmla="*/ 2144861 h 3282481"/>
                  <a:gd name="connsiteX78" fmla="*/ 8346799 w 8453822"/>
                  <a:gd name="connsiteY78" fmla="*/ 2133528 h 3282481"/>
                  <a:gd name="connsiteX79" fmla="*/ 8453822 w 8453822"/>
                  <a:gd name="connsiteY79" fmla="*/ 2121348 h 3282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453822" h="3282481">
                    <a:moveTo>
                      <a:pt x="0" y="3282481"/>
                    </a:moveTo>
                    <a:lnTo>
                      <a:pt x="107024" y="2679938"/>
                    </a:lnTo>
                    <a:lnTo>
                      <a:pt x="214048" y="2157041"/>
                    </a:lnTo>
                    <a:lnTo>
                      <a:pt x="321072" y="1710296"/>
                    </a:lnTo>
                    <a:lnTo>
                      <a:pt x="428095" y="1322970"/>
                    </a:lnTo>
                    <a:lnTo>
                      <a:pt x="535119" y="995696"/>
                    </a:lnTo>
                    <a:lnTo>
                      <a:pt x="642143" y="775395"/>
                    </a:lnTo>
                    <a:lnTo>
                      <a:pt x="749061" y="629764"/>
                    </a:lnTo>
                    <a:lnTo>
                      <a:pt x="856085" y="454264"/>
                    </a:lnTo>
                    <a:lnTo>
                      <a:pt x="963108" y="176876"/>
                    </a:lnTo>
                    <a:lnTo>
                      <a:pt x="1070132" y="0"/>
                    </a:lnTo>
                    <a:lnTo>
                      <a:pt x="1177156" y="36117"/>
                    </a:lnTo>
                    <a:lnTo>
                      <a:pt x="1284180" y="147750"/>
                    </a:lnTo>
                    <a:lnTo>
                      <a:pt x="1391204" y="290945"/>
                    </a:lnTo>
                    <a:lnTo>
                      <a:pt x="1498228" y="528616"/>
                    </a:lnTo>
                    <a:lnTo>
                      <a:pt x="1605145" y="794248"/>
                    </a:lnTo>
                    <a:lnTo>
                      <a:pt x="1712169" y="998661"/>
                    </a:lnTo>
                    <a:lnTo>
                      <a:pt x="1819193" y="1206147"/>
                    </a:lnTo>
                    <a:lnTo>
                      <a:pt x="1926217" y="1423800"/>
                    </a:lnTo>
                    <a:lnTo>
                      <a:pt x="2033241" y="1621329"/>
                    </a:lnTo>
                    <a:lnTo>
                      <a:pt x="2140265" y="1768231"/>
                    </a:lnTo>
                    <a:lnTo>
                      <a:pt x="2247288" y="1891515"/>
                    </a:lnTo>
                    <a:lnTo>
                      <a:pt x="2354206" y="2024331"/>
                    </a:lnTo>
                    <a:lnTo>
                      <a:pt x="2461230" y="2158948"/>
                    </a:lnTo>
                    <a:lnTo>
                      <a:pt x="2568254" y="2288162"/>
                    </a:lnTo>
                    <a:lnTo>
                      <a:pt x="2675278" y="2404350"/>
                    </a:lnTo>
                    <a:lnTo>
                      <a:pt x="2782301" y="2500096"/>
                    </a:lnTo>
                    <a:lnTo>
                      <a:pt x="2889325" y="2567881"/>
                    </a:lnTo>
                    <a:lnTo>
                      <a:pt x="2996349" y="2602409"/>
                    </a:lnTo>
                    <a:lnTo>
                      <a:pt x="3103373" y="2606857"/>
                    </a:lnTo>
                    <a:lnTo>
                      <a:pt x="3210291" y="2586522"/>
                    </a:lnTo>
                    <a:lnTo>
                      <a:pt x="3317315" y="2547016"/>
                    </a:lnTo>
                    <a:lnTo>
                      <a:pt x="3424338" y="2493529"/>
                    </a:lnTo>
                    <a:lnTo>
                      <a:pt x="3531362" y="2431676"/>
                    </a:lnTo>
                    <a:lnTo>
                      <a:pt x="3638386" y="2366750"/>
                    </a:lnTo>
                    <a:lnTo>
                      <a:pt x="3745410" y="2304261"/>
                    </a:lnTo>
                    <a:lnTo>
                      <a:pt x="3852434" y="2249504"/>
                    </a:lnTo>
                    <a:lnTo>
                      <a:pt x="3959457" y="2208091"/>
                    </a:lnTo>
                    <a:lnTo>
                      <a:pt x="4066375" y="2185214"/>
                    </a:lnTo>
                    <a:lnTo>
                      <a:pt x="4173399" y="2186379"/>
                    </a:lnTo>
                    <a:lnTo>
                      <a:pt x="4280423" y="2211587"/>
                    </a:lnTo>
                    <a:lnTo>
                      <a:pt x="4387447" y="2246644"/>
                    </a:lnTo>
                    <a:lnTo>
                      <a:pt x="4494471" y="2275453"/>
                    </a:lnTo>
                    <a:lnTo>
                      <a:pt x="4601495" y="2293140"/>
                    </a:lnTo>
                    <a:lnTo>
                      <a:pt x="4708518" y="2315594"/>
                    </a:lnTo>
                    <a:lnTo>
                      <a:pt x="4815543" y="2339954"/>
                    </a:lnTo>
                    <a:lnTo>
                      <a:pt x="4922460" y="2362726"/>
                    </a:lnTo>
                    <a:lnTo>
                      <a:pt x="5029484" y="2380201"/>
                    </a:lnTo>
                    <a:lnTo>
                      <a:pt x="5136508" y="2388675"/>
                    </a:lnTo>
                    <a:lnTo>
                      <a:pt x="5243531" y="2384544"/>
                    </a:lnTo>
                    <a:lnTo>
                      <a:pt x="5350556" y="2369398"/>
                    </a:lnTo>
                    <a:lnTo>
                      <a:pt x="5457579" y="2353511"/>
                    </a:lnTo>
                    <a:lnTo>
                      <a:pt x="5564603" y="2343026"/>
                    </a:lnTo>
                    <a:lnTo>
                      <a:pt x="5671627" y="2335082"/>
                    </a:lnTo>
                    <a:lnTo>
                      <a:pt x="5778544" y="2325550"/>
                    </a:lnTo>
                    <a:lnTo>
                      <a:pt x="5885569" y="2316124"/>
                    </a:lnTo>
                    <a:lnTo>
                      <a:pt x="5992592" y="2307333"/>
                    </a:lnTo>
                    <a:lnTo>
                      <a:pt x="6099616" y="2299072"/>
                    </a:lnTo>
                    <a:lnTo>
                      <a:pt x="6206640" y="2291128"/>
                    </a:lnTo>
                    <a:lnTo>
                      <a:pt x="6313664" y="2283502"/>
                    </a:lnTo>
                    <a:lnTo>
                      <a:pt x="6420688" y="2276194"/>
                    </a:lnTo>
                    <a:lnTo>
                      <a:pt x="6527711" y="2269204"/>
                    </a:lnTo>
                    <a:lnTo>
                      <a:pt x="6634629" y="2262319"/>
                    </a:lnTo>
                    <a:lnTo>
                      <a:pt x="6741653" y="2255647"/>
                    </a:lnTo>
                    <a:lnTo>
                      <a:pt x="6848677" y="2249080"/>
                    </a:lnTo>
                    <a:lnTo>
                      <a:pt x="6955701" y="2242408"/>
                    </a:lnTo>
                    <a:lnTo>
                      <a:pt x="7062724" y="2235841"/>
                    </a:lnTo>
                    <a:lnTo>
                      <a:pt x="7169749" y="2229062"/>
                    </a:lnTo>
                    <a:lnTo>
                      <a:pt x="7276772" y="2222178"/>
                    </a:lnTo>
                    <a:lnTo>
                      <a:pt x="7383796" y="2215188"/>
                    </a:lnTo>
                    <a:lnTo>
                      <a:pt x="7490714" y="2207774"/>
                    </a:lnTo>
                    <a:lnTo>
                      <a:pt x="7597738" y="2200148"/>
                    </a:lnTo>
                    <a:lnTo>
                      <a:pt x="7704762" y="2192204"/>
                    </a:lnTo>
                    <a:lnTo>
                      <a:pt x="7811785" y="2183837"/>
                    </a:lnTo>
                    <a:lnTo>
                      <a:pt x="7918809" y="2174941"/>
                    </a:lnTo>
                    <a:lnTo>
                      <a:pt x="8025833" y="2165514"/>
                    </a:lnTo>
                    <a:lnTo>
                      <a:pt x="8132857" y="2155452"/>
                    </a:lnTo>
                    <a:lnTo>
                      <a:pt x="8239881" y="2144861"/>
                    </a:lnTo>
                    <a:lnTo>
                      <a:pt x="8346799" y="2133528"/>
                    </a:lnTo>
                    <a:lnTo>
                      <a:pt x="8453822" y="2121348"/>
                    </a:lnTo>
                  </a:path>
                </a:pathLst>
              </a:custGeom>
              <a:noFill/>
              <a:ln w="22550" cap="flat">
                <a:solidFill>
                  <a:srgbClr val="B50A37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B7AF671-B3F7-9000-4D32-907154D765A0}"/>
                  </a:ext>
                </a:extLst>
              </p:cNvPr>
              <p:cNvSpPr txBox="1"/>
              <p:nvPr/>
            </p:nvSpPr>
            <p:spPr>
              <a:xfrm>
                <a:off x="1730918" y="4684398"/>
                <a:ext cx="11753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B50A37"/>
                    </a:solidFill>
                    <a:latin typeface="Arial"/>
                    <a:cs typeface="Arial"/>
                    <a:sym typeface="Arial"/>
                    <a:rtl val="0"/>
                  </a:rPr>
                  <a:t>Decreased</a:t>
                </a:r>
              </a:p>
            </p:txBody>
          </p:sp>
        </p:grpSp>
        <p:grpSp>
          <p:nvGrpSpPr>
            <p:cNvPr id="65" name="Graphic 2">
              <a:extLst>
                <a:ext uri="{FF2B5EF4-FFF2-40B4-BE49-F238E27FC236}">
                  <a16:creationId xmlns:a16="http://schemas.microsoft.com/office/drawing/2014/main" id="{52307C23-628E-613B-1C74-1060F08CF09D}"/>
                </a:ext>
              </a:extLst>
            </p:cNvPr>
            <p:cNvGrpSpPr/>
            <p:nvPr/>
          </p:nvGrpSpPr>
          <p:grpSpPr>
            <a:xfrm>
              <a:off x="961062" y="612426"/>
              <a:ext cx="10160606" cy="5419645"/>
              <a:chOff x="961062" y="612426"/>
              <a:chExt cx="10160606" cy="5419645"/>
            </a:xfrm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0818902B-A8BA-729A-D4B3-6080649BA758}"/>
                  </a:ext>
                </a:extLst>
              </p:cNvPr>
              <p:cNvSpPr/>
              <p:nvPr/>
            </p:nvSpPr>
            <p:spPr>
              <a:xfrm>
                <a:off x="147108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41D08D1-E53A-7A17-4A90-BFDF50B1BB53}"/>
                  </a:ext>
                </a:extLst>
              </p:cNvPr>
              <p:cNvSpPr txBox="1"/>
              <p:nvPr/>
            </p:nvSpPr>
            <p:spPr>
              <a:xfrm>
                <a:off x="124490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477D68C-3871-8C46-A547-232914E55E8E}"/>
                  </a:ext>
                </a:extLst>
              </p:cNvPr>
              <p:cNvSpPr txBox="1"/>
              <p:nvPr/>
            </p:nvSpPr>
            <p:spPr>
              <a:xfrm>
                <a:off x="1162396" y="4386348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5E5FA320-8757-277E-DEB8-1E28162EC21A}"/>
                  </a:ext>
                </a:extLst>
              </p:cNvPr>
              <p:cNvSpPr txBox="1"/>
              <p:nvPr/>
            </p:nvSpPr>
            <p:spPr>
              <a:xfrm>
                <a:off x="1162396" y="3122796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40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955493A-36BD-16F6-D743-A1772D96F1F5}"/>
                  </a:ext>
                </a:extLst>
              </p:cNvPr>
              <p:cNvSpPr txBox="1"/>
              <p:nvPr/>
            </p:nvSpPr>
            <p:spPr>
              <a:xfrm>
                <a:off x="1162396" y="1859350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60</a:t>
                </a:r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015EEE0D-7B15-51E2-2EA9-3B9A0A85E7CE}"/>
                  </a:ext>
                </a:extLst>
              </p:cNvPr>
              <p:cNvSpPr/>
              <p:nvPr/>
            </p:nvSpPr>
            <p:spPr>
              <a:xfrm>
                <a:off x="144205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58EAACBC-71E6-2DFD-F649-66171EECB022}"/>
                  </a:ext>
                </a:extLst>
              </p:cNvPr>
              <p:cNvSpPr/>
              <p:nvPr/>
            </p:nvSpPr>
            <p:spPr>
              <a:xfrm>
                <a:off x="1442052" y="4513133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CB763165-EC2B-DF82-A2FD-28AB5C630D85}"/>
                  </a:ext>
                </a:extLst>
              </p:cNvPr>
              <p:cNvSpPr/>
              <p:nvPr/>
            </p:nvSpPr>
            <p:spPr>
              <a:xfrm>
                <a:off x="1442052" y="3249687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5C9EF9B7-17BB-424F-873A-4C7286D78F54}"/>
                  </a:ext>
                </a:extLst>
              </p:cNvPr>
              <p:cNvSpPr/>
              <p:nvPr/>
            </p:nvSpPr>
            <p:spPr>
              <a:xfrm>
                <a:off x="1442052" y="1986241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322E93FC-4396-55E8-A370-C193FBA1BF4F}"/>
                  </a:ext>
                </a:extLst>
              </p:cNvPr>
              <p:cNvSpPr/>
              <p:nvPr/>
            </p:nvSpPr>
            <p:spPr>
              <a:xfrm>
                <a:off x="1471087" y="5776685"/>
                <a:ext cx="9650581" cy="10591"/>
              </a:xfrm>
              <a:custGeom>
                <a:avLst/>
                <a:gdLst>
                  <a:gd name="connsiteX0" fmla="*/ 0 w 9650581"/>
                  <a:gd name="connsiteY0" fmla="*/ 0 h 10591"/>
                  <a:gd name="connsiteX1" fmla="*/ 9650582 w 965058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50581" h="10591">
                    <a:moveTo>
                      <a:pt x="0" y="0"/>
                    </a:moveTo>
                    <a:lnTo>
                      <a:pt x="965058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CE101C49-CE14-AE11-666F-47005B6BDA1B}"/>
                  </a:ext>
                </a:extLst>
              </p:cNvPr>
              <p:cNvSpPr/>
              <p:nvPr/>
            </p:nvSpPr>
            <p:spPr>
              <a:xfrm>
                <a:off x="286027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6D6F9930-6A28-EF1F-7116-A1D1063407D7}"/>
                  </a:ext>
                </a:extLst>
              </p:cNvPr>
              <p:cNvSpPr/>
              <p:nvPr/>
            </p:nvSpPr>
            <p:spPr>
              <a:xfrm>
                <a:off x="427839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1AA753EE-287C-7099-76CA-A5C9E027FB8A}"/>
                  </a:ext>
                </a:extLst>
              </p:cNvPr>
              <p:cNvSpPr/>
              <p:nvPr/>
            </p:nvSpPr>
            <p:spPr>
              <a:xfrm>
                <a:off x="570424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4B6C930E-D632-2B16-9988-605C7DDAD1FC}"/>
                  </a:ext>
                </a:extLst>
              </p:cNvPr>
              <p:cNvSpPr/>
              <p:nvPr/>
            </p:nvSpPr>
            <p:spPr>
              <a:xfrm>
                <a:off x="713010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EA2CDD0C-B6F9-18CC-E03E-6A4018762B02}"/>
                  </a:ext>
                </a:extLst>
              </p:cNvPr>
              <p:cNvSpPr/>
              <p:nvPr/>
            </p:nvSpPr>
            <p:spPr>
              <a:xfrm>
                <a:off x="855595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AA03B5E3-ABC9-751B-16F9-C3F68DEAA7B0}"/>
                  </a:ext>
                </a:extLst>
              </p:cNvPr>
              <p:cNvSpPr/>
              <p:nvPr/>
            </p:nvSpPr>
            <p:spPr>
              <a:xfrm>
                <a:off x="997397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37E2CD4-25FE-69C5-C36C-A4B6E049F4C2}"/>
                  </a:ext>
                </a:extLst>
              </p:cNvPr>
              <p:cNvSpPr txBox="1"/>
              <p:nvPr/>
            </p:nvSpPr>
            <p:spPr>
              <a:xfrm>
                <a:off x="2467827" y="5755072"/>
                <a:ext cx="8082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Oct 2022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1838720-E057-F603-0FAE-5F496BCF0F27}"/>
                  </a:ext>
                </a:extLst>
              </p:cNvPr>
              <p:cNvSpPr txBox="1"/>
              <p:nvPr/>
            </p:nvSpPr>
            <p:spPr>
              <a:xfrm>
                <a:off x="3885910" y="5755072"/>
                <a:ext cx="8066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Apr 2023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CCE946C-B60B-4CF2-021D-CEE9EA717015}"/>
                  </a:ext>
                </a:extLst>
              </p:cNvPr>
              <p:cNvSpPr txBox="1"/>
              <p:nvPr/>
            </p:nvSpPr>
            <p:spPr>
              <a:xfrm>
                <a:off x="5311800" y="5755072"/>
                <a:ext cx="8082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Oct 2023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78B52BB-540A-4012-33BC-EE37ADA72CB8}"/>
                  </a:ext>
                </a:extLst>
              </p:cNvPr>
              <p:cNvSpPr txBox="1"/>
              <p:nvPr/>
            </p:nvSpPr>
            <p:spPr>
              <a:xfrm>
                <a:off x="6737618" y="5755072"/>
                <a:ext cx="8066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Apr 2024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8B60DA6-8C96-5E0F-8E18-49607E1AD0FF}"/>
                  </a:ext>
                </a:extLst>
              </p:cNvPr>
              <p:cNvSpPr txBox="1"/>
              <p:nvPr/>
            </p:nvSpPr>
            <p:spPr>
              <a:xfrm>
                <a:off x="8163508" y="5755072"/>
                <a:ext cx="8082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Oct 2024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C2D744E-F48C-C51A-95AD-0B61B3900389}"/>
                  </a:ext>
                </a:extLst>
              </p:cNvPr>
              <p:cNvSpPr txBox="1"/>
              <p:nvPr/>
            </p:nvSpPr>
            <p:spPr>
              <a:xfrm>
                <a:off x="9581484" y="5755072"/>
                <a:ext cx="8066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Apr 2025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EC879764-FB82-A13C-F81C-67BDB08B7F9E}"/>
                  </a:ext>
                </a:extLst>
              </p:cNvPr>
              <p:cNvSpPr txBox="1"/>
              <p:nvPr/>
            </p:nvSpPr>
            <p:spPr>
              <a:xfrm rot="16200000">
                <a:off x="33724" y="3204753"/>
                <a:ext cx="21932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CPUE (kg/fisher/trip)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D4ED3975-B188-E4D7-11D0-A8DFFABA51F5}"/>
                  </a:ext>
                </a:extLst>
              </p:cNvPr>
              <p:cNvSpPr txBox="1"/>
              <p:nvPr/>
            </p:nvSpPr>
            <p:spPr>
              <a:xfrm>
                <a:off x="1379647" y="612426"/>
                <a:ext cx="50978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Catch Per Unit Effort in MAR Ngapatowa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73553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9FD90-1D63-C153-AD86-77D0F967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3284A-ED1F-2067-65A3-B86BC493E6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Katamba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4F4B19A-CD38-E4E8-D102-8D1E5E02A2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Lethrinus </a:t>
            </a:r>
            <a:r>
              <a:rPr lang="en-US" i="1" dirty="0" err="1"/>
              <a:t>lentjan</a:t>
            </a:r>
            <a:endParaRPr lang="en-US" i="1" dirty="0"/>
          </a:p>
          <a:p>
            <a:endParaRPr lang="en-US" i="1" dirty="0"/>
          </a:p>
          <a:p>
            <a:r>
              <a:rPr lang="en-US" b="1" i="1" dirty="0" err="1"/>
              <a:t>Jumlah</a:t>
            </a:r>
            <a:r>
              <a:rPr lang="en-US" b="1" i="1" dirty="0"/>
              <a:t> data </a:t>
            </a:r>
            <a:r>
              <a:rPr lang="en-US" b="1" i="1" dirty="0" err="1"/>
              <a:t>kurang</a:t>
            </a:r>
            <a:r>
              <a:rPr lang="en-US" b="1" i="1" dirty="0"/>
              <a:t> </a:t>
            </a:r>
            <a:r>
              <a:rPr lang="en-US" b="1" i="1" dirty="0" err="1"/>
              <a:t>untuk</a:t>
            </a:r>
            <a:r>
              <a:rPr lang="en-US" b="1" i="1" dirty="0"/>
              <a:t> </a:t>
            </a:r>
            <a:r>
              <a:rPr lang="en-US" b="1" i="1" dirty="0" err="1"/>
              <a:t>dianalisa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192252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Content Placeholder 4">
            <a:extLst>
              <a:ext uri="{FF2B5EF4-FFF2-40B4-BE49-F238E27FC236}">
                <a16:creationId xmlns:a16="http://schemas.microsoft.com/office/drawing/2014/main" id="{63EFAEEA-7E03-238C-CFCB-727C6FBA58EC}"/>
              </a:ext>
            </a:extLst>
          </p:cNvPr>
          <p:cNvGrpSpPr/>
          <p:nvPr/>
        </p:nvGrpSpPr>
        <p:grpSpPr>
          <a:xfrm>
            <a:off x="961062" y="612426"/>
            <a:ext cx="10533531" cy="5602107"/>
            <a:chOff x="961062" y="612426"/>
            <a:chExt cx="10533531" cy="560210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5B6CBA3-EBB4-8C2D-4735-D57BD3D2A615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B889F54-7D5F-F17B-D3DE-F91CF58628B8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9" name="Content Placeholder 4">
              <a:extLst>
                <a:ext uri="{FF2B5EF4-FFF2-40B4-BE49-F238E27FC236}">
                  <a16:creationId xmlns:a16="http://schemas.microsoft.com/office/drawing/2014/main" id="{A0FD9BA8-F72C-4763-1F37-2724005C4A40}"/>
                </a:ext>
              </a:extLst>
            </p:cNvPr>
            <p:cNvGrpSpPr/>
            <p:nvPr/>
          </p:nvGrpSpPr>
          <p:grpSpPr>
            <a:xfrm>
              <a:off x="1594747" y="971481"/>
              <a:ext cx="9526921" cy="4805204"/>
              <a:chOff x="1594747" y="971481"/>
              <a:chExt cx="9526921" cy="4805204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B0DEA433-DB31-F60A-80BE-7D5604114DB9}"/>
                  </a:ext>
                </a:extLst>
              </p:cNvPr>
              <p:cNvSpPr/>
              <p:nvPr/>
            </p:nvSpPr>
            <p:spPr>
              <a:xfrm>
                <a:off x="1594747" y="971481"/>
                <a:ext cx="9526921" cy="4805204"/>
              </a:xfrm>
              <a:custGeom>
                <a:avLst/>
                <a:gdLst>
                  <a:gd name="connsiteX0" fmla="*/ 0 w 9526921"/>
                  <a:gd name="connsiteY0" fmla="*/ 0 h 4805204"/>
                  <a:gd name="connsiteX1" fmla="*/ 9526922 w 9526921"/>
                  <a:gd name="connsiteY1" fmla="*/ 0 h 4805204"/>
                  <a:gd name="connsiteX2" fmla="*/ 9526922 w 9526921"/>
                  <a:gd name="connsiteY2" fmla="*/ 4805204 h 4805204"/>
                  <a:gd name="connsiteX3" fmla="*/ 0 w 952692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6921" h="4805204">
                    <a:moveTo>
                      <a:pt x="0" y="0"/>
                    </a:moveTo>
                    <a:lnTo>
                      <a:pt x="9526922" y="0"/>
                    </a:lnTo>
                    <a:lnTo>
                      <a:pt x="952692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2BE36F20-A21F-CE3E-4AF8-501BEC19CCAC}"/>
                  </a:ext>
                </a:extLst>
              </p:cNvPr>
              <p:cNvSpPr/>
              <p:nvPr/>
            </p:nvSpPr>
            <p:spPr>
              <a:xfrm>
                <a:off x="2581803" y="971481"/>
                <a:ext cx="8106789" cy="4805204"/>
              </a:xfrm>
              <a:custGeom>
                <a:avLst/>
                <a:gdLst>
                  <a:gd name="connsiteX0" fmla="*/ 0 w 8106789"/>
                  <a:gd name="connsiteY0" fmla="*/ 691194 h 4805204"/>
                  <a:gd name="connsiteX1" fmla="*/ 102573 w 8106789"/>
                  <a:gd name="connsiteY1" fmla="*/ 4805204 h 4805204"/>
                  <a:gd name="connsiteX2" fmla="*/ 205147 w 8106789"/>
                  <a:gd name="connsiteY2" fmla="*/ 4805204 h 4805204"/>
                  <a:gd name="connsiteX3" fmla="*/ 307826 w 8106789"/>
                  <a:gd name="connsiteY3" fmla="*/ 4805204 h 4805204"/>
                  <a:gd name="connsiteX4" fmla="*/ 410399 w 8106789"/>
                  <a:gd name="connsiteY4" fmla="*/ 2143378 h 4805204"/>
                  <a:gd name="connsiteX5" fmla="*/ 513079 w 8106789"/>
                  <a:gd name="connsiteY5" fmla="*/ 4805204 h 4805204"/>
                  <a:gd name="connsiteX6" fmla="*/ 615652 w 8106789"/>
                  <a:gd name="connsiteY6" fmla="*/ 4805204 h 4805204"/>
                  <a:gd name="connsiteX7" fmla="*/ 718331 w 8106789"/>
                  <a:gd name="connsiteY7" fmla="*/ 4805204 h 4805204"/>
                  <a:gd name="connsiteX8" fmla="*/ 820905 w 8106789"/>
                  <a:gd name="connsiteY8" fmla="*/ 4805204 h 4805204"/>
                  <a:gd name="connsiteX9" fmla="*/ 923478 w 8106789"/>
                  <a:gd name="connsiteY9" fmla="*/ 4805204 h 4805204"/>
                  <a:gd name="connsiteX10" fmla="*/ 1026157 w 8106789"/>
                  <a:gd name="connsiteY10" fmla="*/ 4805204 h 4805204"/>
                  <a:gd name="connsiteX11" fmla="*/ 1128731 w 8106789"/>
                  <a:gd name="connsiteY11" fmla="*/ 4805204 h 4805204"/>
                  <a:gd name="connsiteX12" fmla="*/ 1231410 w 8106789"/>
                  <a:gd name="connsiteY12" fmla="*/ 4805204 h 4805204"/>
                  <a:gd name="connsiteX13" fmla="*/ 1333983 w 8106789"/>
                  <a:gd name="connsiteY13" fmla="*/ 4805204 h 4805204"/>
                  <a:gd name="connsiteX14" fmla="*/ 1436662 w 8106789"/>
                  <a:gd name="connsiteY14" fmla="*/ 4805204 h 4805204"/>
                  <a:gd name="connsiteX15" fmla="*/ 1539236 w 8106789"/>
                  <a:gd name="connsiteY15" fmla="*/ 4805204 h 4805204"/>
                  <a:gd name="connsiteX16" fmla="*/ 1641809 w 8106789"/>
                  <a:gd name="connsiteY16" fmla="*/ 4805204 h 4805204"/>
                  <a:gd name="connsiteX17" fmla="*/ 1744488 w 8106789"/>
                  <a:gd name="connsiteY17" fmla="*/ 4805204 h 4805204"/>
                  <a:gd name="connsiteX18" fmla="*/ 1847062 w 8106789"/>
                  <a:gd name="connsiteY18" fmla="*/ 4805204 h 4805204"/>
                  <a:gd name="connsiteX19" fmla="*/ 1949741 w 8106789"/>
                  <a:gd name="connsiteY19" fmla="*/ 4805204 h 4805204"/>
                  <a:gd name="connsiteX20" fmla="*/ 2052314 w 8106789"/>
                  <a:gd name="connsiteY20" fmla="*/ 4805204 h 4805204"/>
                  <a:gd name="connsiteX21" fmla="*/ 2154994 w 8106789"/>
                  <a:gd name="connsiteY21" fmla="*/ 4805204 h 4805204"/>
                  <a:gd name="connsiteX22" fmla="*/ 2257567 w 8106789"/>
                  <a:gd name="connsiteY22" fmla="*/ 4805204 h 4805204"/>
                  <a:gd name="connsiteX23" fmla="*/ 2360140 w 8106789"/>
                  <a:gd name="connsiteY23" fmla="*/ 4805204 h 4805204"/>
                  <a:gd name="connsiteX24" fmla="*/ 2462820 w 8106789"/>
                  <a:gd name="connsiteY24" fmla="*/ 4805204 h 4805204"/>
                  <a:gd name="connsiteX25" fmla="*/ 2565393 w 8106789"/>
                  <a:gd name="connsiteY25" fmla="*/ 4805204 h 4805204"/>
                  <a:gd name="connsiteX26" fmla="*/ 2668072 w 8106789"/>
                  <a:gd name="connsiteY26" fmla="*/ 4805204 h 4805204"/>
                  <a:gd name="connsiteX27" fmla="*/ 2770645 w 8106789"/>
                  <a:gd name="connsiteY27" fmla="*/ 4805204 h 4805204"/>
                  <a:gd name="connsiteX28" fmla="*/ 2873325 w 8106789"/>
                  <a:gd name="connsiteY28" fmla="*/ 4805204 h 4805204"/>
                  <a:gd name="connsiteX29" fmla="*/ 2975898 w 8106789"/>
                  <a:gd name="connsiteY29" fmla="*/ 4805204 h 4805204"/>
                  <a:gd name="connsiteX30" fmla="*/ 3078471 w 8106789"/>
                  <a:gd name="connsiteY30" fmla="*/ 4805204 h 4805204"/>
                  <a:gd name="connsiteX31" fmla="*/ 3181151 w 8106789"/>
                  <a:gd name="connsiteY31" fmla="*/ 4805204 h 4805204"/>
                  <a:gd name="connsiteX32" fmla="*/ 3283724 w 8106789"/>
                  <a:gd name="connsiteY32" fmla="*/ 4805204 h 4805204"/>
                  <a:gd name="connsiteX33" fmla="*/ 3386403 w 8106789"/>
                  <a:gd name="connsiteY33" fmla="*/ 4805204 h 4805204"/>
                  <a:gd name="connsiteX34" fmla="*/ 3488977 w 8106789"/>
                  <a:gd name="connsiteY34" fmla="*/ 4805204 h 4805204"/>
                  <a:gd name="connsiteX35" fmla="*/ 3591656 w 8106789"/>
                  <a:gd name="connsiteY35" fmla="*/ 4805204 h 4805204"/>
                  <a:gd name="connsiteX36" fmla="*/ 3694229 w 8106789"/>
                  <a:gd name="connsiteY36" fmla="*/ 4805204 h 4805204"/>
                  <a:gd name="connsiteX37" fmla="*/ 3796803 w 8106789"/>
                  <a:gd name="connsiteY37" fmla="*/ 4805204 h 4805204"/>
                  <a:gd name="connsiteX38" fmla="*/ 3899482 w 8106789"/>
                  <a:gd name="connsiteY38" fmla="*/ 4805204 h 4805204"/>
                  <a:gd name="connsiteX39" fmla="*/ 4002055 w 8106789"/>
                  <a:gd name="connsiteY39" fmla="*/ 4805204 h 4805204"/>
                  <a:gd name="connsiteX40" fmla="*/ 4104734 w 8106789"/>
                  <a:gd name="connsiteY40" fmla="*/ 4805204 h 4805204"/>
                  <a:gd name="connsiteX41" fmla="*/ 4207308 w 8106789"/>
                  <a:gd name="connsiteY41" fmla="*/ 4805204 h 4805204"/>
                  <a:gd name="connsiteX42" fmla="*/ 4309987 w 8106789"/>
                  <a:gd name="connsiteY42" fmla="*/ 4805204 h 4805204"/>
                  <a:gd name="connsiteX43" fmla="*/ 4412561 w 8106789"/>
                  <a:gd name="connsiteY43" fmla="*/ 4805204 h 4805204"/>
                  <a:gd name="connsiteX44" fmla="*/ 4515134 w 8106789"/>
                  <a:gd name="connsiteY44" fmla="*/ 4805204 h 4805204"/>
                  <a:gd name="connsiteX45" fmla="*/ 4617813 w 8106789"/>
                  <a:gd name="connsiteY45" fmla="*/ 4805204 h 4805204"/>
                  <a:gd name="connsiteX46" fmla="*/ 4720387 w 8106789"/>
                  <a:gd name="connsiteY46" fmla="*/ 4805204 h 4805204"/>
                  <a:gd name="connsiteX47" fmla="*/ 4823066 w 8106789"/>
                  <a:gd name="connsiteY47" fmla="*/ 4805204 h 4805204"/>
                  <a:gd name="connsiteX48" fmla="*/ 4925639 w 8106789"/>
                  <a:gd name="connsiteY48" fmla="*/ 4805204 h 4805204"/>
                  <a:gd name="connsiteX49" fmla="*/ 5028318 w 8106789"/>
                  <a:gd name="connsiteY49" fmla="*/ 4805204 h 4805204"/>
                  <a:gd name="connsiteX50" fmla="*/ 5130892 w 8106789"/>
                  <a:gd name="connsiteY50" fmla="*/ 4805204 h 4805204"/>
                  <a:gd name="connsiteX51" fmla="*/ 5233465 w 8106789"/>
                  <a:gd name="connsiteY51" fmla="*/ 4805204 h 4805204"/>
                  <a:gd name="connsiteX52" fmla="*/ 5336144 w 8106789"/>
                  <a:gd name="connsiteY52" fmla="*/ 4805204 h 4805204"/>
                  <a:gd name="connsiteX53" fmla="*/ 5438718 w 8106789"/>
                  <a:gd name="connsiteY53" fmla="*/ 4805204 h 4805204"/>
                  <a:gd name="connsiteX54" fmla="*/ 5541397 w 8106789"/>
                  <a:gd name="connsiteY54" fmla="*/ 4805204 h 4805204"/>
                  <a:gd name="connsiteX55" fmla="*/ 5643970 w 8106789"/>
                  <a:gd name="connsiteY55" fmla="*/ 4805204 h 4805204"/>
                  <a:gd name="connsiteX56" fmla="*/ 5746649 w 8106789"/>
                  <a:gd name="connsiteY56" fmla="*/ 4805204 h 4805204"/>
                  <a:gd name="connsiteX57" fmla="*/ 5849223 w 8106789"/>
                  <a:gd name="connsiteY57" fmla="*/ 4805204 h 4805204"/>
                  <a:gd name="connsiteX58" fmla="*/ 5951796 w 8106789"/>
                  <a:gd name="connsiteY58" fmla="*/ 4805204 h 4805204"/>
                  <a:gd name="connsiteX59" fmla="*/ 6054475 w 8106789"/>
                  <a:gd name="connsiteY59" fmla="*/ 4805204 h 4805204"/>
                  <a:gd name="connsiteX60" fmla="*/ 6157048 w 8106789"/>
                  <a:gd name="connsiteY60" fmla="*/ 4805204 h 4805204"/>
                  <a:gd name="connsiteX61" fmla="*/ 6259728 w 8106789"/>
                  <a:gd name="connsiteY61" fmla="*/ 4805204 h 4805204"/>
                  <a:gd name="connsiteX62" fmla="*/ 6362302 w 8106789"/>
                  <a:gd name="connsiteY62" fmla="*/ 4805204 h 4805204"/>
                  <a:gd name="connsiteX63" fmla="*/ 6464980 w 8106789"/>
                  <a:gd name="connsiteY63" fmla="*/ 4805204 h 4805204"/>
                  <a:gd name="connsiteX64" fmla="*/ 6567554 w 8106789"/>
                  <a:gd name="connsiteY64" fmla="*/ 4805204 h 4805204"/>
                  <a:gd name="connsiteX65" fmla="*/ 6670127 w 8106789"/>
                  <a:gd name="connsiteY65" fmla="*/ 4805204 h 4805204"/>
                  <a:gd name="connsiteX66" fmla="*/ 6772807 w 8106789"/>
                  <a:gd name="connsiteY66" fmla="*/ 4805204 h 4805204"/>
                  <a:gd name="connsiteX67" fmla="*/ 6875380 w 8106789"/>
                  <a:gd name="connsiteY67" fmla="*/ 4805204 h 4805204"/>
                  <a:gd name="connsiteX68" fmla="*/ 6978059 w 8106789"/>
                  <a:gd name="connsiteY68" fmla="*/ 4805204 h 4805204"/>
                  <a:gd name="connsiteX69" fmla="*/ 7080633 w 8106789"/>
                  <a:gd name="connsiteY69" fmla="*/ 4805204 h 4805204"/>
                  <a:gd name="connsiteX70" fmla="*/ 7183312 w 8106789"/>
                  <a:gd name="connsiteY70" fmla="*/ 3399834 h 4805204"/>
                  <a:gd name="connsiteX71" fmla="*/ 7285885 w 8106789"/>
                  <a:gd name="connsiteY71" fmla="*/ 1950933 h 4805204"/>
                  <a:gd name="connsiteX72" fmla="*/ 7388458 w 8106789"/>
                  <a:gd name="connsiteY72" fmla="*/ 888617 h 4805204"/>
                  <a:gd name="connsiteX73" fmla="*/ 7491138 w 8106789"/>
                  <a:gd name="connsiteY73" fmla="*/ 231951 h 4805204"/>
                  <a:gd name="connsiteX74" fmla="*/ 7593711 w 8106789"/>
                  <a:gd name="connsiteY74" fmla="*/ 0 h 4805204"/>
                  <a:gd name="connsiteX75" fmla="*/ 7696390 w 8106789"/>
                  <a:gd name="connsiteY75" fmla="*/ 211616 h 4805204"/>
                  <a:gd name="connsiteX76" fmla="*/ 7798964 w 8106789"/>
                  <a:gd name="connsiteY76" fmla="*/ 940303 h 4805204"/>
                  <a:gd name="connsiteX77" fmla="*/ 7901643 w 8106789"/>
                  <a:gd name="connsiteY77" fmla="*/ 2033651 h 4805204"/>
                  <a:gd name="connsiteX78" fmla="*/ 8004216 w 8106789"/>
                  <a:gd name="connsiteY78" fmla="*/ 3135896 h 4805204"/>
                  <a:gd name="connsiteX79" fmla="*/ 8106789 w 8106789"/>
                  <a:gd name="connsiteY79" fmla="*/ 3890956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106789" h="4805204">
                    <a:moveTo>
                      <a:pt x="0" y="691194"/>
                    </a:moveTo>
                    <a:lnTo>
                      <a:pt x="102573" y="4805204"/>
                    </a:lnTo>
                    <a:lnTo>
                      <a:pt x="205147" y="4805204"/>
                    </a:lnTo>
                    <a:lnTo>
                      <a:pt x="307826" y="4805204"/>
                    </a:lnTo>
                    <a:lnTo>
                      <a:pt x="410399" y="2143378"/>
                    </a:lnTo>
                    <a:lnTo>
                      <a:pt x="513079" y="4805204"/>
                    </a:lnTo>
                    <a:lnTo>
                      <a:pt x="615652" y="4805204"/>
                    </a:lnTo>
                    <a:lnTo>
                      <a:pt x="718331" y="4805204"/>
                    </a:lnTo>
                    <a:lnTo>
                      <a:pt x="820905" y="4805204"/>
                    </a:lnTo>
                    <a:lnTo>
                      <a:pt x="923478" y="4805204"/>
                    </a:lnTo>
                    <a:lnTo>
                      <a:pt x="1026157" y="4805204"/>
                    </a:lnTo>
                    <a:lnTo>
                      <a:pt x="1128731" y="4805204"/>
                    </a:lnTo>
                    <a:lnTo>
                      <a:pt x="1231410" y="4805204"/>
                    </a:lnTo>
                    <a:lnTo>
                      <a:pt x="1333983" y="4805204"/>
                    </a:lnTo>
                    <a:lnTo>
                      <a:pt x="1436662" y="4805204"/>
                    </a:lnTo>
                    <a:lnTo>
                      <a:pt x="1539236" y="4805204"/>
                    </a:lnTo>
                    <a:lnTo>
                      <a:pt x="1641809" y="4805204"/>
                    </a:lnTo>
                    <a:lnTo>
                      <a:pt x="1744488" y="4805204"/>
                    </a:lnTo>
                    <a:lnTo>
                      <a:pt x="1847062" y="4805204"/>
                    </a:lnTo>
                    <a:lnTo>
                      <a:pt x="1949741" y="4805204"/>
                    </a:lnTo>
                    <a:lnTo>
                      <a:pt x="2052314" y="4805204"/>
                    </a:lnTo>
                    <a:lnTo>
                      <a:pt x="2154994" y="4805204"/>
                    </a:lnTo>
                    <a:lnTo>
                      <a:pt x="2257567" y="4805204"/>
                    </a:lnTo>
                    <a:lnTo>
                      <a:pt x="2360140" y="4805204"/>
                    </a:lnTo>
                    <a:lnTo>
                      <a:pt x="2462820" y="4805204"/>
                    </a:lnTo>
                    <a:lnTo>
                      <a:pt x="2565393" y="4805204"/>
                    </a:lnTo>
                    <a:lnTo>
                      <a:pt x="2668072" y="4805204"/>
                    </a:lnTo>
                    <a:lnTo>
                      <a:pt x="2770645" y="4805204"/>
                    </a:lnTo>
                    <a:lnTo>
                      <a:pt x="2873325" y="4805204"/>
                    </a:lnTo>
                    <a:lnTo>
                      <a:pt x="2975898" y="4805204"/>
                    </a:lnTo>
                    <a:lnTo>
                      <a:pt x="3078471" y="4805204"/>
                    </a:lnTo>
                    <a:lnTo>
                      <a:pt x="3181151" y="4805204"/>
                    </a:lnTo>
                    <a:lnTo>
                      <a:pt x="3283724" y="4805204"/>
                    </a:lnTo>
                    <a:lnTo>
                      <a:pt x="3386403" y="4805204"/>
                    </a:lnTo>
                    <a:lnTo>
                      <a:pt x="3488977" y="4805204"/>
                    </a:lnTo>
                    <a:lnTo>
                      <a:pt x="3591656" y="4805204"/>
                    </a:lnTo>
                    <a:lnTo>
                      <a:pt x="3694229" y="4805204"/>
                    </a:lnTo>
                    <a:lnTo>
                      <a:pt x="3796803" y="4805204"/>
                    </a:lnTo>
                    <a:lnTo>
                      <a:pt x="3899482" y="4805204"/>
                    </a:lnTo>
                    <a:lnTo>
                      <a:pt x="4002055" y="4805204"/>
                    </a:lnTo>
                    <a:lnTo>
                      <a:pt x="4104734" y="4805204"/>
                    </a:lnTo>
                    <a:lnTo>
                      <a:pt x="4207308" y="4805204"/>
                    </a:lnTo>
                    <a:lnTo>
                      <a:pt x="4309987" y="4805204"/>
                    </a:lnTo>
                    <a:lnTo>
                      <a:pt x="4412561" y="4805204"/>
                    </a:lnTo>
                    <a:lnTo>
                      <a:pt x="4515134" y="4805204"/>
                    </a:lnTo>
                    <a:lnTo>
                      <a:pt x="4617813" y="4805204"/>
                    </a:lnTo>
                    <a:lnTo>
                      <a:pt x="4720387" y="4805204"/>
                    </a:lnTo>
                    <a:lnTo>
                      <a:pt x="4823066" y="4805204"/>
                    </a:lnTo>
                    <a:lnTo>
                      <a:pt x="4925639" y="4805204"/>
                    </a:lnTo>
                    <a:lnTo>
                      <a:pt x="5028318" y="4805204"/>
                    </a:lnTo>
                    <a:lnTo>
                      <a:pt x="5130892" y="4805204"/>
                    </a:lnTo>
                    <a:lnTo>
                      <a:pt x="5233465" y="4805204"/>
                    </a:lnTo>
                    <a:lnTo>
                      <a:pt x="5336144" y="4805204"/>
                    </a:lnTo>
                    <a:lnTo>
                      <a:pt x="5438718" y="4805204"/>
                    </a:lnTo>
                    <a:lnTo>
                      <a:pt x="5541397" y="4805204"/>
                    </a:lnTo>
                    <a:lnTo>
                      <a:pt x="5643970" y="4805204"/>
                    </a:lnTo>
                    <a:lnTo>
                      <a:pt x="5746649" y="4805204"/>
                    </a:lnTo>
                    <a:lnTo>
                      <a:pt x="5849223" y="4805204"/>
                    </a:lnTo>
                    <a:lnTo>
                      <a:pt x="5951796" y="4805204"/>
                    </a:lnTo>
                    <a:lnTo>
                      <a:pt x="6054475" y="4805204"/>
                    </a:lnTo>
                    <a:lnTo>
                      <a:pt x="6157048" y="4805204"/>
                    </a:lnTo>
                    <a:lnTo>
                      <a:pt x="6259728" y="4805204"/>
                    </a:lnTo>
                    <a:lnTo>
                      <a:pt x="6362302" y="4805204"/>
                    </a:lnTo>
                    <a:lnTo>
                      <a:pt x="6464980" y="4805204"/>
                    </a:lnTo>
                    <a:lnTo>
                      <a:pt x="6567554" y="4805204"/>
                    </a:lnTo>
                    <a:lnTo>
                      <a:pt x="6670127" y="4805204"/>
                    </a:lnTo>
                    <a:lnTo>
                      <a:pt x="6772807" y="4805204"/>
                    </a:lnTo>
                    <a:lnTo>
                      <a:pt x="6875380" y="4805204"/>
                    </a:lnTo>
                    <a:lnTo>
                      <a:pt x="6978059" y="4805204"/>
                    </a:lnTo>
                    <a:lnTo>
                      <a:pt x="7080633" y="4805204"/>
                    </a:lnTo>
                    <a:lnTo>
                      <a:pt x="7183312" y="3399834"/>
                    </a:lnTo>
                    <a:lnTo>
                      <a:pt x="7285885" y="1950933"/>
                    </a:lnTo>
                    <a:lnTo>
                      <a:pt x="7388458" y="888617"/>
                    </a:lnTo>
                    <a:lnTo>
                      <a:pt x="7491138" y="231951"/>
                    </a:lnTo>
                    <a:lnTo>
                      <a:pt x="7593711" y="0"/>
                    </a:lnTo>
                    <a:lnTo>
                      <a:pt x="7696390" y="211616"/>
                    </a:lnTo>
                    <a:lnTo>
                      <a:pt x="7798964" y="940303"/>
                    </a:lnTo>
                    <a:lnTo>
                      <a:pt x="7901643" y="2033651"/>
                    </a:lnTo>
                    <a:lnTo>
                      <a:pt x="8004216" y="3135896"/>
                    </a:lnTo>
                    <a:lnTo>
                      <a:pt x="8106789" y="3890956"/>
                    </a:lnTo>
                  </a:path>
                </a:pathLst>
              </a:custGeom>
              <a:noFill/>
              <a:ln w="22550" cap="flat">
                <a:solidFill>
                  <a:srgbClr val="E7882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AAC213-0C85-A4C3-107B-2EE041231AE6}"/>
                  </a:ext>
                </a:extLst>
              </p:cNvPr>
              <p:cNvSpPr txBox="1"/>
              <p:nvPr/>
            </p:nvSpPr>
            <p:spPr>
              <a:xfrm>
                <a:off x="1885096" y="1975123"/>
                <a:ext cx="7649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E78828"/>
                    </a:solidFill>
                    <a:latin typeface="Arial"/>
                    <a:cs typeface="Arial"/>
                    <a:sym typeface="Arial"/>
                    <a:rtl val="0"/>
                  </a:rPr>
                  <a:t>Stable</a:t>
                </a:r>
              </a:p>
            </p:txBody>
          </p:sp>
        </p:grpSp>
        <p:grpSp>
          <p:nvGrpSpPr>
            <p:cNvPr id="13" name="Content Placeholder 4">
              <a:extLst>
                <a:ext uri="{FF2B5EF4-FFF2-40B4-BE49-F238E27FC236}">
                  <a16:creationId xmlns:a16="http://schemas.microsoft.com/office/drawing/2014/main" id="{CD5C64A0-BD52-5847-8AB9-E82C7E03D679}"/>
                </a:ext>
              </a:extLst>
            </p:cNvPr>
            <p:cNvGrpSpPr/>
            <p:nvPr/>
          </p:nvGrpSpPr>
          <p:grpSpPr>
            <a:xfrm>
              <a:off x="961062" y="612426"/>
              <a:ext cx="10533531" cy="5419645"/>
              <a:chOff x="961062" y="612426"/>
              <a:chExt cx="10533531" cy="5419645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06CD99-7F31-1BB8-B66E-52EC60BDE658}"/>
                  </a:ext>
                </a:extLst>
              </p:cNvPr>
              <p:cNvSpPr/>
              <p:nvPr/>
            </p:nvSpPr>
            <p:spPr>
              <a:xfrm>
                <a:off x="159474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C04AFA-EBC7-1FA3-229D-4797DF2FCE0C}"/>
                  </a:ext>
                </a:extLst>
              </p:cNvPr>
              <p:cNvSpPr txBox="1"/>
              <p:nvPr/>
            </p:nvSpPr>
            <p:spPr>
              <a:xfrm>
                <a:off x="1244840" y="5649794"/>
                <a:ext cx="397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0.0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965782-857A-07C5-330C-B199E057C901}"/>
                  </a:ext>
                </a:extLst>
              </p:cNvPr>
              <p:cNvSpPr txBox="1"/>
              <p:nvPr/>
            </p:nvSpPr>
            <p:spPr>
              <a:xfrm>
                <a:off x="1244840" y="4506984"/>
                <a:ext cx="397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2.5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B102F94-EF76-58B1-7A3A-DFAF24BA2E6D}"/>
                  </a:ext>
                </a:extLst>
              </p:cNvPr>
              <p:cNvSpPr txBox="1"/>
              <p:nvPr/>
            </p:nvSpPr>
            <p:spPr>
              <a:xfrm>
                <a:off x="1244840" y="3364280"/>
                <a:ext cx="397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5.0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EC2E529-B12B-E68A-1FA6-EC21DD5861A0}"/>
                  </a:ext>
                </a:extLst>
              </p:cNvPr>
              <p:cNvSpPr txBox="1"/>
              <p:nvPr/>
            </p:nvSpPr>
            <p:spPr>
              <a:xfrm>
                <a:off x="1244840" y="2221470"/>
                <a:ext cx="397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7.5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A5B2DAC-2D15-79D6-E47C-E860FBA4EB0D}"/>
                  </a:ext>
                </a:extLst>
              </p:cNvPr>
              <p:cNvSpPr txBox="1"/>
              <p:nvPr/>
            </p:nvSpPr>
            <p:spPr>
              <a:xfrm>
                <a:off x="1162335" y="1078766"/>
                <a:ext cx="4828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10.0</a:t>
                </a: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3C2628A-8787-CE5F-1B3B-E915ADC60F0E}"/>
                  </a:ext>
                </a:extLst>
              </p:cNvPr>
              <p:cNvSpPr/>
              <p:nvPr/>
            </p:nvSpPr>
            <p:spPr>
              <a:xfrm>
                <a:off x="1565713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5A7DB24-C682-4C6F-1931-4C2C52B9A19A}"/>
                  </a:ext>
                </a:extLst>
              </p:cNvPr>
              <p:cNvSpPr/>
              <p:nvPr/>
            </p:nvSpPr>
            <p:spPr>
              <a:xfrm>
                <a:off x="1565713" y="463387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6DD20F32-6D2C-7CEA-5FE2-64351382C05A}"/>
                  </a:ext>
                </a:extLst>
              </p:cNvPr>
              <p:cNvSpPr/>
              <p:nvPr/>
            </p:nvSpPr>
            <p:spPr>
              <a:xfrm>
                <a:off x="1565713" y="3491170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8C062105-4C9D-8700-E118-FBFCF2C69AB3}"/>
                  </a:ext>
                </a:extLst>
              </p:cNvPr>
              <p:cNvSpPr/>
              <p:nvPr/>
            </p:nvSpPr>
            <p:spPr>
              <a:xfrm>
                <a:off x="1565713" y="2348360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97C5AF57-1D84-9F31-628F-D3E64621BA75}"/>
                  </a:ext>
                </a:extLst>
              </p:cNvPr>
              <p:cNvSpPr/>
              <p:nvPr/>
            </p:nvSpPr>
            <p:spPr>
              <a:xfrm>
                <a:off x="1565713" y="1205656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5DCEB89B-127D-B17F-BDCC-771DAED8076F}"/>
                  </a:ext>
                </a:extLst>
              </p:cNvPr>
              <p:cNvSpPr/>
              <p:nvPr/>
            </p:nvSpPr>
            <p:spPr>
              <a:xfrm>
                <a:off x="1594747" y="5776685"/>
                <a:ext cx="9526921" cy="10591"/>
              </a:xfrm>
              <a:custGeom>
                <a:avLst/>
                <a:gdLst>
                  <a:gd name="connsiteX0" fmla="*/ 0 w 9526921"/>
                  <a:gd name="connsiteY0" fmla="*/ 0 h 10591"/>
                  <a:gd name="connsiteX1" fmla="*/ 9526922 w 952692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6921" h="10591">
                    <a:moveTo>
                      <a:pt x="0" y="0"/>
                    </a:moveTo>
                    <a:lnTo>
                      <a:pt x="952692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E814BF0-3D00-B9AE-C60A-7157DFD94E0E}"/>
                  </a:ext>
                </a:extLst>
              </p:cNvPr>
              <p:cNvSpPr/>
              <p:nvPr/>
            </p:nvSpPr>
            <p:spPr>
              <a:xfrm>
                <a:off x="367620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77500E05-D7E4-5347-88DC-808AE824293A}"/>
                  </a:ext>
                </a:extLst>
              </p:cNvPr>
              <p:cNvSpPr/>
              <p:nvPr/>
            </p:nvSpPr>
            <p:spPr>
              <a:xfrm>
                <a:off x="613531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8AEDB45B-41FB-BD54-9961-AAEE52010B9C}"/>
                  </a:ext>
                </a:extLst>
              </p:cNvPr>
              <p:cNvSpPr/>
              <p:nvPr/>
            </p:nvSpPr>
            <p:spPr>
              <a:xfrm>
                <a:off x="860788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F712893E-6FD4-9939-0B37-2C03D6499CC3}"/>
                  </a:ext>
                </a:extLst>
              </p:cNvPr>
              <p:cNvSpPr/>
              <p:nvPr/>
            </p:nvSpPr>
            <p:spPr>
              <a:xfrm>
                <a:off x="1108044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74D4050-C87C-C5E1-2577-41ECADF3B07F}"/>
                  </a:ext>
                </a:extLst>
              </p:cNvPr>
              <p:cNvSpPr txBox="1"/>
              <p:nvPr/>
            </p:nvSpPr>
            <p:spPr>
              <a:xfrm>
                <a:off x="3283751" y="5755072"/>
                <a:ext cx="8082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Oct 2022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B43146F-F2B0-E630-39C8-CA1D0C5ABC44}"/>
                  </a:ext>
                </a:extLst>
              </p:cNvPr>
              <p:cNvSpPr txBox="1"/>
              <p:nvPr/>
            </p:nvSpPr>
            <p:spPr>
              <a:xfrm>
                <a:off x="5742826" y="5755072"/>
                <a:ext cx="8066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Apr 2023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9FE5B59-CFEA-E218-0CE0-1A52D326977D}"/>
                  </a:ext>
                </a:extLst>
              </p:cNvPr>
              <p:cNvSpPr txBox="1"/>
              <p:nvPr/>
            </p:nvSpPr>
            <p:spPr>
              <a:xfrm>
                <a:off x="8215430" y="5755072"/>
                <a:ext cx="8082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Oct 2023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9EE93FB-CDCA-7CFF-4DC7-07F3CFAC62D0}"/>
                  </a:ext>
                </a:extLst>
              </p:cNvPr>
              <p:cNvSpPr txBox="1"/>
              <p:nvPr/>
            </p:nvSpPr>
            <p:spPr>
              <a:xfrm>
                <a:off x="10687962" y="5755072"/>
                <a:ext cx="8066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Apr 2024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C4A26D0-7775-7F9A-D91B-1C12F69A3143}"/>
                  </a:ext>
                </a:extLst>
              </p:cNvPr>
              <p:cNvSpPr txBox="1"/>
              <p:nvPr/>
            </p:nvSpPr>
            <p:spPr>
              <a:xfrm rot="16200000">
                <a:off x="161580" y="3204753"/>
                <a:ext cx="19375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landings(kg)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E514BF4-A75C-83BD-0FA8-3E4D4567EA49}"/>
                  </a:ext>
                </a:extLst>
              </p:cNvPr>
              <p:cNvSpPr txBox="1"/>
              <p:nvPr/>
            </p:nvSpPr>
            <p:spPr>
              <a:xfrm>
                <a:off x="1503307" y="612426"/>
                <a:ext cx="550682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 L.lentjan in MAR Ngapatowa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69631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Content Placeholder 4">
            <a:extLst>
              <a:ext uri="{FF2B5EF4-FFF2-40B4-BE49-F238E27FC236}">
                <a16:creationId xmlns:a16="http://schemas.microsoft.com/office/drawing/2014/main" id="{F6DF9D4E-72B1-0EC5-82F4-622A2A730AB1}"/>
              </a:ext>
            </a:extLst>
          </p:cNvPr>
          <p:cNvGrpSpPr/>
          <p:nvPr/>
        </p:nvGrpSpPr>
        <p:grpSpPr>
          <a:xfrm>
            <a:off x="961062" y="612426"/>
            <a:ext cx="10533531" cy="5602107"/>
            <a:chOff x="961062" y="612426"/>
            <a:chExt cx="10533531" cy="560210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353743F-7A5A-C69F-3778-F8C56F359E70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D81705E-49A2-E99D-4D0F-C514521FD710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9" name="Content Placeholder 4">
              <a:extLst>
                <a:ext uri="{FF2B5EF4-FFF2-40B4-BE49-F238E27FC236}">
                  <a16:creationId xmlns:a16="http://schemas.microsoft.com/office/drawing/2014/main" id="{F4D1872D-28C2-F14F-4835-EAF8AC776A12}"/>
                </a:ext>
              </a:extLst>
            </p:cNvPr>
            <p:cNvGrpSpPr/>
            <p:nvPr/>
          </p:nvGrpSpPr>
          <p:grpSpPr>
            <a:xfrm>
              <a:off x="1594747" y="971481"/>
              <a:ext cx="9526921" cy="4805204"/>
              <a:chOff x="1594747" y="971481"/>
              <a:chExt cx="9526921" cy="4805204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EF40F957-3EDB-F0EF-03E7-F2D02C8232B6}"/>
                  </a:ext>
                </a:extLst>
              </p:cNvPr>
              <p:cNvSpPr/>
              <p:nvPr/>
            </p:nvSpPr>
            <p:spPr>
              <a:xfrm>
                <a:off x="1594747" y="971481"/>
                <a:ext cx="9526921" cy="4805204"/>
              </a:xfrm>
              <a:custGeom>
                <a:avLst/>
                <a:gdLst>
                  <a:gd name="connsiteX0" fmla="*/ 0 w 9526921"/>
                  <a:gd name="connsiteY0" fmla="*/ 0 h 4805204"/>
                  <a:gd name="connsiteX1" fmla="*/ 9526922 w 9526921"/>
                  <a:gd name="connsiteY1" fmla="*/ 0 h 4805204"/>
                  <a:gd name="connsiteX2" fmla="*/ 9526922 w 9526921"/>
                  <a:gd name="connsiteY2" fmla="*/ 4805204 h 4805204"/>
                  <a:gd name="connsiteX3" fmla="*/ 0 w 952692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6921" h="4805204">
                    <a:moveTo>
                      <a:pt x="0" y="0"/>
                    </a:moveTo>
                    <a:lnTo>
                      <a:pt x="9526922" y="0"/>
                    </a:lnTo>
                    <a:lnTo>
                      <a:pt x="952692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FC5322AC-1A3B-C702-0993-E136774A90C9}"/>
                  </a:ext>
                </a:extLst>
              </p:cNvPr>
              <p:cNvSpPr/>
              <p:nvPr/>
            </p:nvSpPr>
            <p:spPr>
              <a:xfrm>
                <a:off x="2581803" y="971481"/>
                <a:ext cx="8106789" cy="4805204"/>
              </a:xfrm>
              <a:custGeom>
                <a:avLst/>
                <a:gdLst>
                  <a:gd name="connsiteX0" fmla="*/ 0 w 8106789"/>
                  <a:gd name="connsiteY0" fmla="*/ 691194 h 4805204"/>
                  <a:gd name="connsiteX1" fmla="*/ 102573 w 8106789"/>
                  <a:gd name="connsiteY1" fmla="*/ 4805204 h 4805204"/>
                  <a:gd name="connsiteX2" fmla="*/ 205147 w 8106789"/>
                  <a:gd name="connsiteY2" fmla="*/ 4805204 h 4805204"/>
                  <a:gd name="connsiteX3" fmla="*/ 307826 w 8106789"/>
                  <a:gd name="connsiteY3" fmla="*/ 4805204 h 4805204"/>
                  <a:gd name="connsiteX4" fmla="*/ 410399 w 8106789"/>
                  <a:gd name="connsiteY4" fmla="*/ 2143378 h 4805204"/>
                  <a:gd name="connsiteX5" fmla="*/ 513079 w 8106789"/>
                  <a:gd name="connsiteY5" fmla="*/ 4805204 h 4805204"/>
                  <a:gd name="connsiteX6" fmla="*/ 615652 w 8106789"/>
                  <a:gd name="connsiteY6" fmla="*/ 4805204 h 4805204"/>
                  <a:gd name="connsiteX7" fmla="*/ 718331 w 8106789"/>
                  <a:gd name="connsiteY7" fmla="*/ 4805204 h 4805204"/>
                  <a:gd name="connsiteX8" fmla="*/ 820905 w 8106789"/>
                  <a:gd name="connsiteY8" fmla="*/ 4805204 h 4805204"/>
                  <a:gd name="connsiteX9" fmla="*/ 923478 w 8106789"/>
                  <a:gd name="connsiteY9" fmla="*/ 4805204 h 4805204"/>
                  <a:gd name="connsiteX10" fmla="*/ 1026157 w 8106789"/>
                  <a:gd name="connsiteY10" fmla="*/ 4805204 h 4805204"/>
                  <a:gd name="connsiteX11" fmla="*/ 1128731 w 8106789"/>
                  <a:gd name="connsiteY11" fmla="*/ 4805204 h 4805204"/>
                  <a:gd name="connsiteX12" fmla="*/ 1231410 w 8106789"/>
                  <a:gd name="connsiteY12" fmla="*/ 4805204 h 4805204"/>
                  <a:gd name="connsiteX13" fmla="*/ 1333983 w 8106789"/>
                  <a:gd name="connsiteY13" fmla="*/ 4805204 h 4805204"/>
                  <a:gd name="connsiteX14" fmla="*/ 1436662 w 8106789"/>
                  <a:gd name="connsiteY14" fmla="*/ 4805204 h 4805204"/>
                  <a:gd name="connsiteX15" fmla="*/ 1539236 w 8106789"/>
                  <a:gd name="connsiteY15" fmla="*/ 4805204 h 4805204"/>
                  <a:gd name="connsiteX16" fmla="*/ 1641809 w 8106789"/>
                  <a:gd name="connsiteY16" fmla="*/ 4805204 h 4805204"/>
                  <a:gd name="connsiteX17" fmla="*/ 1744488 w 8106789"/>
                  <a:gd name="connsiteY17" fmla="*/ 4805204 h 4805204"/>
                  <a:gd name="connsiteX18" fmla="*/ 1847062 w 8106789"/>
                  <a:gd name="connsiteY18" fmla="*/ 4805204 h 4805204"/>
                  <a:gd name="connsiteX19" fmla="*/ 1949741 w 8106789"/>
                  <a:gd name="connsiteY19" fmla="*/ 4805204 h 4805204"/>
                  <a:gd name="connsiteX20" fmla="*/ 2052314 w 8106789"/>
                  <a:gd name="connsiteY20" fmla="*/ 4805204 h 4805204"/>
                  <a:gd name="connsiteX21" fmla="*/ 2154994 w 8106789"/>
                  <a:gd name="connsiteY21" fmla="*/ 4805204 h 4805204"/>
                  <a:gd name="connsiteX22" fmla="*/ 2257567 w 8106789"/>
                  <a:gd name="connsiteY22" fmla="*/ 4805204 h 4805204"/>
                  <a:gd name="connsiteX23" fmla="*/ 2360140 w 8106789"/>
                  <a:gd name="connsiteY23" fmla="*/ 4805204 h 4805204"/>
                  <a:gd name="connsiteX24" fmla="*/ 2462820 w 8106789"/>
                  <a:gd name="connsiteY24" fmla="*/ 4805204 h 4805204"/>
                  <a:gd name="connsiteX25" fmla="*/ 2565393 w 8106789"/>
                  <a:gd name="connsiteY25" fmla="*/ 4805204 h 4805204"/>
                  <a:gd name="connsiteX26" fmla="*/ 2668072 w 8106789"/>
                  <a:gd name="connsiteY26" fmla="*/ 4805204 h 4805204"/>
                  <a:gd name="connsiteX27" fmla="*/ 2770645 w 8106789"/>
                  <a:gd name="connsiteY27" fmla="*/ 4805204 h 4805204"/>
                  <a:gd name="connsiteX28" fmla="*/ 2873325 w 8106789"/>
                  <a:gd name="connsiteY28" fmla="*/ 4805204 h 4805204"/>
                  <a:gd name="connsiteX29" fmla="*/ 2975898 w 8106789"/>
                  <a:gd name="connsiteY29" fmla="*/ 4805204 h 4805204"/>
                  <a:gd name="connsiteX30" fmla="*/ 3078471 w 8106789"/>
                  <a:gd name="connsiteY30" fmla="*/ 4805204 h 4805204"/>
                  <a:gd name="connsiteX31" fmla="*/ 3181151 w 8106789"/>
                  <a:gd name="connsiteY31" fmla="*/ 4805204 h 4805204"/>
                  <a:gd name="connsiteX32" fmla="*/ 3283724 w 8106789"/>
                  <a:gd name="connsiteY32" fmla="*/ 4805204 h 4805204"/>
                  <a:gd name="connsiteX33" fmla="*/ 3386403 w 8106789"/>
                  <a:gd name="connsiteY33" fmla="*/ 4805204 h 4805204"/>
                  <a:gd name="connsiteX34" fmla="*/ 3488977 w 8106789"/>
                  <a:gd name="connsiteY34" fmla="*/ 4805204 h 4805204"/>
                  <a:gd name="connsiteX35" fmla="*/ 3591656 w 8106789"/>
                  <a:gd name="connsiteY35" fmla="*/ 4805204 h 4805204"/>
                  <a:gd name="connsiteX36" fmla="*/ 3694229 w 8106789"/>
                  <a:gd name="connsiteY36" fmla="*/ 4805204 h 4805204"/>
                  <a:gd name="connsiteX37" fmla="*/ 3796803 w 8106789"/>
                  <a:gd name="connsiteY37" fmla="*/ 4805204 h 4805204"/>
                  <a:gd name="connsiteX38" fmla="*/ 3899482 w 8106789"/>
                  <a:gd name="connsiteY38" fmla="*/ 4805204 h 4805204"/>
                  <a:gd name="connsiteX39" fmla="*/ 4002055 w 8106789"/>
                  <a:gd name="connsiteY39" fmla="*/ 4805204 h 4805204"/>
                  <a:gd name="connsiteX40" fmla="*/ 4104734 w 8106789"/>
                  <a:gd name="connsiteY40" fmla="*/ 4805204 h 4805204"/>
                  <a:gd name="connsiteX41" fmla="*/ 4207308 w 8106789"/>
                  <a:gd name="connsiteY41" fmla="*/ 4805204 h 4805204"/>
                  <a:gd name="connsiteX42" fmla="*/ 4309987 w 8106789"/>
                  <a:gd name="connsiteY42" fmla="*/ 4805204 h 4805204"/>
                  <a:gd name="connsiteX43" fmla="*/ 4412561 w 8106789"/>
                  <a:gd name="connsiteY43" fmla="*/ 4805204 h 4805204"/>
                  <a:gd name="connsiteX44" fmla="*/ 4515134 w 8106789"/>
                  <a:gd name="connsiteY44" fmla="*/ 4805204 h 4805204"/>
                  <a:gd name="connsiteX45" fmla="*/ 4617813 w 8106789"/>
                  <a:gd name="connsiteY45" fmla="*/ 4805204 h 4805204"/>
                  <a:gd name="connsiteX46" fmla="*/ 4720387 w 8106789"/>
                  <a:gd name="connsiteY46" fmla="*/ 4805204 h 4805204"/>
                  <a:gd name="connsiteX47" fmla="*/ 4823066 w 8106789"/>
                  <a:gd name="connsiteY47" fmla="*/ 4805204 h 4805204"/>
                  <a:gd name="connsiteX48" fmla="*/ 4925639 w 8106789"/>
                  <a:gd name="connsiteY48" fmla="*/ 4805204 h 4805204"/>
                  <a:gd name="connsiteX49" fmla="*/ 5028318 w 8106789"/>
                  <a:gd name="connsiteY49" fmla="*/ 4805204 h 4805204"/>
                  <a:gd name="connsiteX50" fmla="*/ 5130892 w 8106789"/>
                  <a:gd name="connsiteY50" fmla="*/ 4805204 h 4805204"/>
                  <a:gd name="connsiteX51" fmla="*/ 5233465 w 8106789"/>
                  <a:gd name="connsiteY51" fmla="*/ 4805204 h 4805204"/>
                  <a:gd name="connsiteX52" fmla="*/ 5336144 w 8106789"/>
                  <a:gd name="connsiteY52" fmla="*/ 4805204 h 4805204"/>
                  <a:gd name="connsiteX53" fmla="*/ 5438718 w 8106789"/>
                  <a:gd name="connsiteY53" fmla="*/ 4805204 h 4805204"/>
                  <a:gd name="connsiteX54" fmla="*/ 5541397 w 8106789"/>
                  <a:gd name="connsiteY54" fmla="*/ 4805204 h 4805204"/>
                  <a:gd name="connsiteX55" fmla="*/ 5643970 w 8106789"/>
                  <a:gd name="connsiteY55" fmla="*/ 4805204 h 4805204"/>
                  <a:gd name="connsiteX56" fmla="*/ 5746649 w 8106789"/>
                  <a:gd name="connsiteY56" fmla="*/ 4805204 h 4805204"/>
                  <a:gd name="connsiteX57" fmla="*/ 5849223 w 8106789"/>
                  <a:gd name="connsiteY57" fmla="*/ 4805204 h 4805204"/>
                  <a:gd name="connsiteX58" fmla="*/ 5951796 w 8106789"/>
                  <a:gd name="connsiteY58" fmla="*/ 4805204 h 4805204"/>
                  <a:gd name="connsiteX59" fmla="*/ 6054475 w 8106789"/>
                  <a:gd name="connsiteY59" fmla="*/ 4805204 h 4805204"/>
                  <a:gd name="connsiteX60" fmla="*/ 6157048 w 8106789"/>
                  <a:gd name="connsiteY60" fmla="*/ 4805204 h 4805204"/>
                  <a:gd name="connsiteX61" fmla="*/ 6259728 w 8106789"/>
                  <a:gd name="connsiteY61" fmla="*/ 4805204 h 4805204"/>
                  <a:gd name="connsiteX62" fmla="*/ 6362302 w 8106789"/>
                  <a:gd name="connsiteY62" fmla="*/ 4805204 h 4805204"/>
                  <a:gd name="connsiteX63" fmla="*/ 6464980 w 8106789"/>
                  <a:gd name="connsiteY63" fmla="*/ 4805204 h 4805204"/>
                  <a:gd name="connsiteX64" fmla="*/ 6567554 w 8106789"/>
                  <a:gd name="connsiteY64" fmla="*/ 4805204 h 4805204"/>
                  <a:gd name="connsiteX65" fmla="*/ 6670127 w 8106789"/>
                  <a:gd name="connsiteY65" fmla="*/ 4805204 h 4805204"/>
                  <a:gd name="connsiteX66" fmla="*/ 6772807 w 8106789"/>
                  <a:gd name="connsiteY66" fmla="*/ 4805204 h 4805204"/>
                  <a:gd name="connsiteX67" fmla="*/ 6875380 w 8106789"/>
                  <a:gd name="connsiteY67" fmla="*/ 4805204 h 4805204"/>
                  <a:gd name="connsiteX68" fmla="*/ 6978059 w 8106789"/>
                  <a:gd name="connsiteY68" fmla="*/ 4805204 h 4805204"/>
                  <a:gd name="connsiteX69" fmla="*/ 7080633 w 8106789"/>
                  <a:gd name="connsiteY69" fmla="*/ 4805204 h 4805204"/>
                  <a:gd name="connsiteX70" fmla="*/ 7183312 w 8106789"/>
                  <a:gd name="connsiteY70" fmla="*/ 3399834 h 4805204"/>
                  <a:gd name="connsiteX71" fmla="*/ 7285885 w 8106789"/>
                  <a:gd name="connsiteY71" fmla="*/ 1950933 h 4805204"/>
                  <a:gd name="connsiteX72" fmla="*/ 7388458 w 8106789"/>
                  <a:gd name="connsiteY72" fmla="*/ 888617 h 4805204"/>
                  <a:gd name="connsiteX73" fmla="*/ 7491138 w 8106789"/>
                  <a:gd name="connsiteY73" fmla="*/ 231951 h 4805204"/>
                  <a:gd name="connsiteX74" fmla="*/ 7593711 w 8106789"/>
                  <a:gd name="connsiteY74" fmla="*/ 0 h 4805204"/>
                  <a:gd name="connsiteX75" fmla="*/ 7696390 w 8106789"/>
                  <a:gd name="connsiteY75" fmla="*/ 211616 h 4805204"/>
                  <a:gd name="connsiteX76" fmla="*/ 7798964 w 8106789"/>
                  <a:gd name="connsiteY76" fmla="*/ 940303 h 4805204"/>
                  <a:gd name="connsiteX77" fmla="*/ 7901643 w 8106789"/>
                  <a:gd name="connsiteY77" fmla="*/ 2033651 h 4805204"/>
                  <a:gd name="connsiteX78" fmla="*/ 8004216 w 8106789"/>
                  <a:gd name="connsiteY78" fmla="*/ 3135896 h 4805204"/>
                  <a:gd name="connsiteX79" fmla="*/ 8106789 w 8106789"/>
                  <a:gd name="connsiteY79" fmla="*/ 3890956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106789" h="4805204">
                    <a:moveTo>
                      <a:pt x="0" y="691194"/>
                    </a:moveTo>
                    <a:lnTo>
                      <a:pt x="102573" y="4805204"/>
                    </a:lnTo>
                    <a:lnTo>
                      <a:pt x="205147" y="4805204"/>
                    </a:lnTo>
                    <a:lnTo>
                      <a:pt x="307826" y="4805204"/>
                    </a:lnTo>
                    <a:lnTo>
                      <a:pt x="410399" y="2143378"/>
                    </a:lnTo>
                    <a:lnTo>
                      <a:pt x="513079" y="4805204"/>
                    </a:lnTo>
                    <a:lnTo>
                      <a:pt x="615652" y="4805204"/>
                    </a:lnTo>
                    <a:lnTo>
                      <a:pt x="718331" y="4805204"/>
                    </a:lnTo>
                    <a:lnTo>
                      <a:pt x="820905" y="4805204"/>
                    </a:lnTo>
                    <a:lnTo>
                      <a:pt x="923478" y="4805204"/>
                    </a:lnTo>
                    <a:lnTo>
                      <a:pt x="1026157" y="4805204"/>
                    </a:lnTo>
                    <a:lnTo>
                      <a:pt x="1128731" y="4805204"/>
                    </a:lnTo>
                    <a:lnTo>
                      <a:pt x="1231410" y="4805204"/>
                    </a:lnTo>
                    <a:lnTo>
                      <a:pt x="1333983" y="4805204"/>
                    </a:lnTo>
                    <a:lnTo>
                      <a:pt x="1436662" y="4805204"/>
                    </a:lnTo>
                    <a:lnTo>
                      <a:pt x="1539236" y="4805204"/>
                    </a:lnTo>
                    <a:lnTo>
                      <a:pt x="1641809" y="4805204"/>
                    </a:lnTo>
                    <a:lnTo>
                      <a:pt x="1744488" y="4805204"/>
                    </a:lnTo>
                    <a:lnTo>
                      <a:pt x="1847062" y="4805204"/>
                    </a:lnTo>
                    <a:lnTo>
                      <a:pt x="1949741" y="4805204"/>
                    </a:lnTo>
                    <a:lnTo>
                      <a:pt x="2052314" y="4805204"/>
                    </a:lnTo>
                    <a:lnTo>
                      <a:pt x="2154994" y="4805204"/>
                    </a:lnTo>
                    <a:lnTo>
                      <a:pt x="2257567" y="4805204"/>
                    </a:lnTo>
                    <a:lnTo>
                      <a:pt x="2360140" y="4805204"/>
                    </a:lnTo>
                    <a:lnTo>
                      <a:pt x="2462820" y="4805204"/>
                    </a:lnTo>
                    <a:lnTo>
                      <a:pt x="2565393" y="4805204"/>
                    </a:lnTo>
                    <a:lnTo>
                      <a:pt x="2668072" y="4805204"/>
                    </a:lnTo>
                    <a:lnTo>
                      <a:pt x="2770645" y="4805204"/>
                    </a:lnTo>
                    <a:lnTo>
                      <a:pt x="2873325" y="4805204"/>
                    </a:lnTo>
                    <a:lnTo>
                      <a:pt x="2975898" y="4805204"/>
                    </a:lnTo>
                    <a:lnTo>
                      <a:pt x="3078471" y="4805204"/>
                    </a:lnTo>
                    <a:lnTo>
                      <a:pt x="3181151" y="4805204"/>
                    </a:lnTo>
                    <a:lnTo>
                      <a:pt x="3283724" y="4805204"/>
                    </a:lnTo>
                    <a:lnTo>
                      <a:pt x="3386403" y="4805204"/>
                    </a:lnTo>
                    <a:lnTo>
                      <a:pt x="3488977" y="4805204"/>
                    </a:lnTo>
                    <a:lnTo>
                      <a:pt x="3591656" y="4805204"/>
                    </a:lnTo>
                    <a:lnTo>
                      <a:pt x="3694229" y="4805204"/>
                    </a:lnTo>
                    <a:lnTo>
                      <a:pt x="3796803" y="4805204"/>
                    </a:lnTo>
                    <a:lnTo>
                      <a:pt x="3899482" y="4805204"/>
                    </a:lnTo>
                    <a:lnTo>
                      <a:pt x="4002055" y="4805204"/>
                    </a:lnTo>
                    <a:lnTo>
                      <a:pt x="4104734" y="4805204"/>
                    </a:lnTo>
                    <a:lnTo>
                      <a:pt x="4207308" y="4805204"/>
                    </a:lnTo>
                    <a:lnTo>
                      <a:pt x="4309987" y="4805204"/>
                    </a:lnTo>
                    <a:lnTo>
                      <a:pt x="4412561" y="4805204"/>
                    </a:lnTo>
                    <a:lnTo>
                      <a:pt x="4515134" y="4805204"/>
                    </a:lnTo>
                    <a:lnTo>
                      <a:pt x="4617813" y="4805204"/>
                    </a:lnTo>
                    <a:lnTo>
                      <a:pt x="4720387" y="4805204"/>
                    </a:lnTo>
                    <a:lnTo>
                      <a:pt x="4823066" y="4805204"/>
                    </a:lnTo>
                    <a:lnTo>
                      <a:pt x="4925639" y="4805204"/>
                    </a:lnTo>
                    <a:lnTo>
                      <a:pt x="5028318" y="4805204"/>
                    </a:lnTo>
                    <a:lnTo>
                      <a:pt x="5130892" y="4805204"/>
                    </a:lnTo>
                    <a:lnTo>
                      <a:pt x="5233465" y="4805204"/>
                    </a:lnTo>
                    <a:lnTo>
                      <a:pt x="5336144" y="4805204"/>
                    </a:lnTo>
                    <a:lnTo>
                      <a:pt x="5438718" y="4805204"/>
                    </a:lnTo>
                    <a:lnTo>
                      <a:pt x="5541397" y="4805204"/>
                    </a:lnTo>
                    <a:lnTo>
                      <a:pt x="5643970" y="4805204"/>
                    </a:lnTo>
                    <a:lnTo>
                      <a:pt x="5746649" y="4805204"/>
                    </a:lnTo>
                    <a:lnTo>
                      <a:pt x="5849223" y="4805204"/>
                    </a:lnTo>
                    <a:lnTo>
                      <a:pt x="5951796" y="4805204"/>
                    </a:lnTo>
                    <a:lnTo>
                      <a:pt x="6054475" y="4805204"/>
                    </a:lnTo>
                    <a:lnTo>
                      <a:pt x="6157048" y="4805204"/>
                    </a:lnTo>
                    <a:lnTo>
                      <a:pt x="6259728" y="4805204"/>
                    </a:lnTo>
                    <a:lnTo>
                      <a:pt x="6362302" y="4805204"/>
                    </a:lnTo>
                    <a:lnTo>
                      <a:pt x="6464980" y="4805204"/>
                    </a:lnTo>
                    <a:lnTo>
                      <a:pt x="6567554" y="4805204"/>
                    </a:lnTo>
                    <a:lnTo>
                      <a:pt x="6670127" y="4805204"/>
                    </a:lnTo>
                    <a:lnTo>
                      <a:pt x="6772807" y="4805204"/>
                    </a:lnTo>
                    <a:lnTo>
                      <a:pt x="6875380" y="4805204"/>
                    </a:lnTo>
                    <a:lnTo>
                      <a:pt x="6978059" y="4805204"/>
                    </a:lnTo>
                    <a:lnTo>
                      <a:pt x="7080633" y="4805204"/>
                    </a:lnTo>
                    <a:lnTo>
                      <a:pt x="7183312" y="3399834"/>
                    </a:lnTo>
                    <a:lnTo>
                      <a:pt x="7285885" y="1950933"/>
                    </a:lnTo>
                    <a:lnTo>
                      <a:pt x="7388458" y="888617"/>
                    </a:lnTo>
                    <a:lnTo>
                      <a:pt x="7491138" y="231951"/>
                    </a:lnTo>
                    <a:lnTo>
                      <a:pt x="7593711" y="0"/>
                    </a:lnTo>
                    <a:lnTo>
                      <a:pt x="7696390" y="211616"/>
                    </a:lnTo>
                    <a:lnTo>
                      <a:pt x="7798964" y="940303"/>
                    </a:lnTo>
                    <a:lnTo>
                      <a:pt x="7901643" y="2033651"/>
                    </a:lnTo>
                    <a:lnTo>
                      <a:pt x="8004216" y="3135896"/>
                    </a:lnTo>
                    <a:lnTo>
                      <a:pt x="8106789" y="3890956"/>
                    </a:lnTo>
                  </a:path>
                </a:pathLst>
              </a:custGeom>
              <a:noFill/>
              <a:ln w="22550" cap="flat">
                <a:solidFill>
                  <a:srgbClr val="E7882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E5E0592-6450-435E-4809-87175DF03C77}"/>
                  </a:ext>
                </a:extLst>
              </p:cNvPr>
              <p:cNvSpPr txBox="1"/>
              <p:nvPr/>
            </p:nvSpPr>
            <p:spPr>
              <a:xfrm>
                <a:off x="1885096" y="2432247"/>
                <a:ext cx="7649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E78828"/>
                    </a:solidFill>
                    <a:latin typeface="Arial"/>
                    <a:cs typeface="Arial"/>
                    <a:sym typeface="Arial"/>
                    <a:rtl val="0"/>
                  </a:rPr>
                  <a:t>Stable</a:t>
                </a:r>
              </a:p>
            </p:txBody>
          </p:sp>
        </p:grpSp>
        <p:grpSp>
          <p:nvGrpSpPr>
            <p:cNvPr id="13" name="Content Placeholder 4">
              <a:extLst>
                <a:ext uri="{FF2B5EF4-FFF2-40B4-BE49-F238E27FC236}">
                  <a16:creationId xmlns:a16="http://schemas.microsoft.com/office/drawing/2014/main" id="{80B93A25-E677-74E4-7E28-C97050F7E74C}"/>
                </a:ext>
              </a:extLst>
            </p:cNvPr>
            <p:cNvGrpSpPr/>
            <p:nvPr/>
          </p:nvGrpSpPr>
          <p:grpSpPr>
            <a:xfrm>
              <a:off x="961062" y="612426"/>
              <a:ext cx="10533531" cy="5419645"/>
              <a:chOff x="961062" y="612426"/>
              <a:chExt cx="10533531" cy="5419645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1310221-6D4B-73CF-1F61-E8180FEE1A99}"/>
                  </a:ext>
                </a:extLst>
              </p:cNvPr>
              <p:cNvSpPr/>
              <p:nvPr/>
            </p:nvSpPr>
            <p:spPr>
              <a:xfrm>
                <a:off x="159474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CF8355-92E3-C620-C2B9-5D2F1CCD14E1}"/>
                  </a:ext>
                </a:extLst>
              </p:cNvPr>
              <p:cNvSpPr txBox="1"/>
              <p:nvPr/>
            </p:nvSpPr>
            <p:spPr>
              <a:xfrm>
                <a:off x="1244840" y="5649794"/>
                <a:ext cx="397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0.0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E79690-4E05-C625-3C84-8B87BF20937F}"/>
                  </a:ext>
                </a:extLst>
              </p:cNvPr>
              <p:cNvSpPr txBox="1"/>
              <p:nvPr/>
            </p:nvSpPr>
            <p:spPr>
              <a:xfrm>
                <a:off x="1244840" y="4506984"/>
                <a:ext cx="397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2.5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7B8B353-701F-13D4-E119-A11E36A9FBE0}"/>
                  </a:ext>
                </a:extLst>
              </p:cNvPr>
              <p:cNvSpPr txBox="1"/>
              <p:nvPr/>
            </p:nvSpPr>
            <p:spPr>
              <a:xfrm>
                <a:off x="1244840" y="3364280"/>
                <a:ext cx="397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5.0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F262227-B6A4-D583-EEA0-66AB7E3CCC9B}"/>
                  </a:ext>
                </a:extLst>
              </p:cNvPr>
              <p:cNvSpPr txBox="1"/>
              <p:nvPr/>
            </p:nvSpPr>
            <p:spPr>
              <a:xfrm>
                <a:off x="1244840" y="2221470"/>
                <a:ext cx="397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7.5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7F0EB2-0BD9-A984-D9A6-9ACD6BF4DE84}"/>
                  </a:ext>
                </a:extLst>
              </p:cNvPr>
              <p:cNvSpPr txBox="1"/>
              <p:nvPr/>
            </p:nvSpPr>
            <p:spPr>
              <a:xfrm>
                <a:off x="1162335" y="1078766"/>
                <a:ext cx="4828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10.0</a:t>
                </a: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29670EE-A4ED-6D66-9AFF-4FCB10612674}"/>
                  </a:ext>
                </a:extLst>
              </p:cNvPr>
              <p:cNvSpPr/>
              <p:nvPr/>
            </p:nvSpPr>
            <p:spPr>
              <a:xfrm>
                <a:off x="1565713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2AEB3AB-F8DE-5EB7-A196-10072118446D}"/>
                  </a:ext>
                </a:extLst>
              </p:cNvPr>
              <p:cNvSpPr/>
              <p:nvPr/>
            </p:nvSpPr>
            <p:spPr>
              <a:xfrm>
                <a:off x="1565713" y="463387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E700BF86-5A20-FF0A-3276-E4C4C5A6C914}"/>
                  </a:ext>
                </a:extLst>
              </p:cNvPr>
              <p:cNvSpPr/>
              <p:nvPr/>
            </p:nvSpPr>
            <p:spPr>
              <a:xfrm>
                <a:off x="1565713" y="3491170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373A4886-8DA2-2936-9BCA-CFFA97F4AC5A}"/>
                  </a:ext>
                </a:extLst>
              </p:cNvPr>
              <p:cNvSpPr/>
              <p:nvPr/>
            </p:nvSpPr>
            <p:spPr>
              <a:xfrm>
                <a:off x="1565713" y="2348360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A39080D1-20B1-7E3B-B5AA-5F94709CC98B}"/>
                  </a:ext>
                </a:extLst>
              </p:cNvPr>
              <p:cNvSpPr/>
              <p:nvPr/>
            </p:nvSpPr>
            <p:spPr>
              <a:xfrm>
                <a:off x="1565713" y="1205656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7945F9AE-7BE8-3D3B-6216-535A77CC894C}"/>
                  </a:ext>
                </a:extLst>
              </p:cNvPr>
              <p:cNvSpPr/>
              <p:nvPr/>
            </p:nvSpPr>
            <p:spPr>
              <a:xfrm>
                <a:off x="1594747" y="5776685"/>
                <a:ext cx="9526921" cy="10591"/>
              </a:xfrm>
              <a:custGeom>
                <a:avLst/>
                <a:gdLst>
                  <a:gd name="connsiteX0" fmla="*/ 0 w 9526921"/>
                  <a:gd name="connsiteY0" fmla="*/ 0 h 10591"/>
                  <a:gd name="connsiteX1" fmla="*/ 9526922 w 952692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6921" h="10591">
                    <a:moveTo>
                      <a:pt x="0" y="0"/>
                    </a:moveTo>
                    <a:lnTo>
                      <a:pt x="952692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F05FD562-3490-12B9-BA0D-BA767BF917A9}"/>
                  </a:ext>
                </a:extLst>
              </p:cNvPr>
              <p:cNvSpPr/>
              <p:nvPr/>
            </p:nvSpPr>
            <p:spPr>
              <a:xfrm>
                <a:off x="367620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30883378-907B-BE11-36C6-E7EF25C99FAE}"/>
                  </a:ext>
                </a:extLst>
              </p:cNvPr>
              <p:cNvSpPr/>
              <p:nvPr/>
            </p:nvSpPr>
            <p:spPr>
              <a:xfrm>
                <a:off x="613531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A7DB54E3-57EB-8F7C-0E2C-FEBCD0A1E7C9}"/>
                  </a:ext>
                </a:extLst>
              </p:cNvPr>
              <p:cNvSpPr/>
              <p:nvPr/>
            </p:nvSpPr>
            <p:spPr>
              <a:xfrm>
                <a:off x="860788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AC70E7D8-728A-3F4B-975A-13EE1D4198AD}"/>
                  </a:ext>
                </a:extLst>
              </p:cNvPr>
              <p:cNvSpPr/>
              <p:nvPr/>
            </p:nvSpPr>
            <p:spPr>
              <a:xfrm>
                <a:off x="1108044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9AE0FDC-BD45-4137-EA98-2A577E22C9D6}"/>
                  </a:ext>
                </a:extLst>
              </p:cNvPr>
              <p:cNvSpPr txBox="1"/>
              <p:nvPr/>
            </p:nvSpPr>
            <p:spPr>
              <a:xfrm>
                <a:off x="3283751" y="5755072"/>
                <a:ext cx="8082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Oct 2022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728CF8B-1325-CF55-F89A-75FBBCCE2894}"/>
                  </a:ext>
                </a:extLst>
              </p:cNvPr>
              <p:cNvSpPr txBox="1"/>
              <p:nvPr/>
            </p:nvSpPr>
            <p:spPr>
              <a:xfrm>
                <a:off x="5742826" y="5755072"/>
                <a:ext cx="8066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Apr 2023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CC1041C-7EE7-31C8-9EA1-3EDB19695386}"/>
                  </a:ext>
                </a:extLst>
              </p:cNvPr>
              <p:cNvSpPr txBox="1"/>
              <p:nvPr/>
            </p:nvSpPr>
            <p:spPr>
              <a:xfrm>
                <a:off x="8215430" y="5755072"/>
                <a:ext cx="8082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Oct 2023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DE3A588-EACC-EA74-1F84-7CCFD897E68E}"/>
                  </a:ext>
                </a:extLst>
              </p:cNvPr>
              <p:cNvSpPr txBox="1"/>
              <p:nvPr/>
            </p:nvSpPr>
            <p:spPr>
              <a:xfrm>
                <a:off x="10687962" y="5755072"/>
                <a:ext cx="8066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Apr 2024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A255E8B-0775-2EDE-EFAC-7A249CF9DAB1}"/>
                  </a:ext>
                </a:extLst>
              </p:cNvPr>
              <p:cNvSpPr txBox="1"/>
              <p:nvPr/>
            </p:nvSpPr>
            <p:spPr>
              <a:xfrm rot="16200000">
                <a:off x="33724" y="3204753"/>
                <a:ext cx="21932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CPUE (kg/fisher/trip)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4CF155D-F3F6-A4A0-BB70-7398091962FD}"/>
                  </a:ext>
                </a:extLst>
              </p:cNvPr>
              <p:cNvSpPr txBox="1"/>
              <p:nvPr/>
            </p:nvSpPr>
            <p:spPr>
              <a:xfrm>
                <a:off x="1503307" y="612426"/>
                <a:ext cx="62215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Catch Per Unit Effort L.lentjan in MAR Ngapatowa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43614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90D06-0C4D-46E0-07EF-F3585CC47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39A9-B5EE-F9A1-8A80-AC43568169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Malalea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825526-CD3F-02D4-BF3A-44B5910737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Siganus </a:t>
            </a:r>
            <a:r>
              <a:rPr lang="en-US" i="1" dirty="0" err="1"/>
              <a:t>canaliculatus</a:t>
            </a:r>
            <a:endParaRPr lang="en-US" i="1" dirty="0"/>
          </a:p>
          <a:p>
            <a:endParaRPr lang="en-US" i="1" dirty="0"/>
          </a:p>
          <a:p>
            <a:r>
              <a:rPr lang="en-US" b="1" i="1" dirty="0" err="1"/>
              <a:t>Jumlah</a:t>
            </a:r>
            <a:r>
              <a:rPr lang="en-US" b="1" i="1" dirty="0"/>
              <a:t> data </a:t>
            </a:r>
            <a:r>
              <a:rPr lang="en-US" b="1" i="1" dirty="0" err="1"/>
              <a:t>kurang</a:t>
            </a:r>
            <a:r>
              <a:rPr lang="en-US" b="1" i="1" dirty="0"/>
              <a:t> </a:t>
            </a:r>
            <a:r>
              <a:rPr lang="en-US" b="1" i="1" dirty="0" err="1"/>
              <a:t>untuk</a:t>
            </a:r>
            <a:r>
              <a:rPr lang="en-US" b="1" i="1" dirty="0"/>
              <a:t> </a:t>
            </a:r>
            <a:r>
              <a:rPr lang="en-US" b="1" i="1" dirty="0" err="1"/>
              <a:t>dianalisa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790302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23A5B-1AE4-26EF-CD7F-B4F1DFAEE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4AB54-B845-1007-8632-6437644DAB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Gurita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BD1BAF6-0DEF-5D7C-E6E0-CB52CDA361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Octopus cyanea</a:t>
            </a:r>
          </a:p>
          <a:p>
            <a:endParaRPr lang="en-US" i="1" dirty="0"/>
          </a:p>
          <a:p>
            <a:endParaRPr lang="en-US" i="1" dirty="0"/>
          </a:p>
          <a:p>
            <a:r>
              <a:rPr lang="en-US" b="1" i="1" dirty="0"/>
              <a:t>Tidak </a:t>
            </a:r>
            <a:r>
              <a:rPr lang="en-US" b="1" i="1" dirty="0" err="1"/>
              <a:t>ada</a:t>
            </a:r>
            <a:r>
              <a:rPr lang="en-US" b="1" i="1" dirty="0"/>
              <a:t> data </a:t>
            </a:r>
            <a:r>
              <a:rPr lang="en-US" b="1" i="1" dirty="0" err="1"/>
              <a:t>dari</a:t>
            </a:r>
            <a:r>
              <a:rPr lang="en-US" b="1" i="1" dirty="0"/>
              <a:t> </a:t>
            </a:r>
            <a:r>
              <a:rPr lang="en-US" b="1" i="1" dirty="0" err="1"/>
              <a:t>kawasan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095361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Data Perikanan Ngapatowa</vt:lpstr>
      <vt:lpstr>PowerPoint Presentation</vt:lpstr>
      <vt:lpstr>PowerPoint Presentation</vt:lpstr>
      <vt:lpstr>Katamba</vt:lpstr>
      <vt:lpstr>PowerPoint Presentation</vt:lpstr>
      <vt:lpstr>PowerPoint Presentation</vt:lpstr>
      <vt:lpstr>Malalea</vt:lpstr>
      <vt:lpstr>Gurita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Irlan Assidiq</dc:creator>
  <cp:lastModifiedBy>Irlan Assidiq</cp:lastModifiedBy>
  <cp:revision>1</cp:revision>
  <dcterms:created xsi:type="dcterms:W3CDTF">2025-10-14T06:38:37Z</dcterms:created>
  <dcterms:modified xsi:type="dcterms:W3CDTF">2025-10-18T05:45:01Z</dcterms:modified>
</cp:coreProperties>
</file>