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2" r:id="rId5"/>
    <p:sldId id="260" r:id="rId6"/>
    <p:sldId id="263" r:id="rId7"/>
    <p:sldId id="259" r:id="rId8"/>
    <p:sldId id="264" r:id="rId9"/>
    <p:sldId id="267" r:id="rId10"/>
    <p:sldId id="272" r:id="rId11"/>
    <p:sldId id="265" r:id="rId12"/>
    <p:sldId id="266" r:id="rId13"/>
    <p:sldId id="268" r:id="rId14"/>
    <p:sldId id="269" r:id="rId15"/>
    <p:sldId id="270" r:id="rId16"/>
    <p:sldId id="2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1A8C3-E7A9-44DB-BBEE-638117E8F620}" v="23" dt="2025-11-11T03:20:45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1-11T03:28:53.672" v="1737" actId="1076"/>
      <pc:docMkLst>
        <pc:docMk/>
      </pc:docMkLst>
      <pc:sldChg chg="modSp mod">
        <pc:chgData name="Irlan Assidiq" userId="de236b58-34b6-44ed-8347-ed5a26859d6f" providerId="ADAL" clId="{7DA18F00-C1C8-45B8-B431-245BD39695C3}" dt="2025-11-11T00:16:12.446" v="589"/>
        <pc:sldMkLst>
          <pc:docMk/>
          <pc:sldMk cId="3087990934" sldId="256"/>
        </pc:sldMkLst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7DA18F00-C1C8-45B8-B431-245BD39695C3}" dt="2025-10-18T03:14:47.552" v="397" actId="27636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mod ord">
        <pc:chgData name="Irlan Assidiq" userId="de236b58-34b6-44ed-8347-ed5a26859d6f" providerId="ADAL" clId="{7DA18F00-C1C8-45B8-B431-245BD39695C3}" dt="2025-10-18T04:15:06.786" v="588" actId="26606"/>
        <pc:sldMkLst>
          <pc:docMk/>
          <pc:sldMk cId="2625697523" sldId="257"/>
        </pc:sldMkLst>
        <pc:picChg chg="add mod">
          <ac:chgData name="Irlan Assidiq" userId="de236b58-34b6-44ed-8347-ed5a26859d6f" providerId="ADAL" clId="{7DA18F00-C1C8-45B8-B431-245BD39695C3}" dt="2025-10-18T04:15:06.786" v="588" actId="26606"/>
          <ac:picMkLst>
            <pc:docMk/>
            <pc:sldMk cId="2625697523" sldId="257"/>
            <ac:picMk id="3" creationId="{68E72EE7-F2AB-DE51-101E-712597D66E0F}"/>
          </ac:picMkLst>
        </pc:picChg>
      </pc:sldChg>
      <pc:sldChg chg="addSp delSp modSp mod">
        <pc:chgData name="Irlan Assidiq" userId="de236b58-34b6-44ed-8347-ed5a26859d6f" providerId="ADAL" clId="{7DA18F00-C1C8-45B8-B431-245BD39695C3}" dt="2025-11-11T00:55:40.372" v="654" actId="27803"/>
        <pc:sldMkLst>
          <pc:docMk/>
          <pc:sldMk cId="3373553320" sldId="258"/>
        </pc:sldMkLst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7" creationId="{80F729ED-5166-E850-3EC1-9F4E6BE31EF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10" creationId="{24788089-2123-A32D-3FBC-75A5D53B267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12" creationId="{45E1D6FC-6008-241C-46F8-94F9482442E3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19" creationId="{F75DFBB6-9F71-0696-F323-D4B05A8FB9D2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39" creationId="{5D37FB6A-189D-E308-6B5E-017FC3F3789B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42" creationId="{CE36479C-50B3-0260-C44E-790F190249D9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45" creationId="{3E04AAAE-1753-F47E-A9BB-FEC3F4CE7582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49" creationId="{464AB678-F881-8573-2E3A-CCB15BB626DA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50" creationId="{2EC1605D-5F91-94EE-44DF-BDFDC949CDDF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55" creationId="{2A476578-B758-0C2B-B41D-DCCCDD7D771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373553320" sldId="258"/>
            <ac:spMk id="57" creationId="{AFF08DEF-37B1-373F-2C83-AF8117A7539B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61" creationId="{77B0A8ED-5468-9B33-5773-62F7644E3D73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62" creationId="{F16F9FF8-A82C-E532-EB43-4F345599983E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69" creationId="{BE4149FD-6BD7-2F11-B3BD-CEDED90AF8C1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71" creationId="{EF087804-EDA2-63AD-91C7-B4A1068A0753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72" creationId="{E47F6D16-E4C1-7AE7-8B55-7F30C1D3BDAC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74" creationId="{983694C5-E260-A116-1808-2AFC0EA6E338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82" creationId="{EB1133F8-E236-0B3C-3C89-27EB5D26D1FA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84" creationId="{530DF2CF-F8CC-32C8-6C8B-E947B5593927}"/>
          </ac:spMkLst>
        </pc:spChg>
        <pc:spChg chg="mod">
          <ac:chgData name="Irlan Assidiq" userId="de236b58-34b6-44ed-8347-ed5a26859d6f" providerId="ADAL" clId="{7DA18F00-C1C8-45B8-B431-245BD39695C3}" dt="2025-11-11T00:55:40.372" v="654" actId="27803"/>
          <ac:spMkLst>
            <pc:docMk/>
            <pc:sldMk cId="3373553320" sldId="258"/>
            <ac:spMk id="90" creationId="{F1999344-2F7E-BAC2-D964-9889E7BEE948}"/>
          </ac:spMkLst>
        </pc:spChg>
        <pc:grpChg chg="del">
          <ac:chgData name="Irlan Assidiq" userId="de236b58-34b6-44ed-8347-ed5a26859d6f" providerId="ADAL" clId="{7DA18F00-C1C8-45B8-B431-245BD39695C3}" dt="2025-11-11T00:55:31.573" v="652" actId="478"/>
          <ac:grpSpMkLst>
            <pc:docMk/>
            <pc:sldMk cId="3373553320" sldId="258"/>
            <ac:grpSpMk id="6" creationId="{14EA354A-C184-7D67-D6CC-6367F1EF1E92}"/>
          </ac:grpSpMkLst>
        </pc:grpChg>
        <pc:picChg chg="add mod">
          <ac:chgData name="Irlan Assidiq" userId="de236b58-34b6-44ed-8347-ed5a26859d6f" providerId="ADAL" clId="{7DA18F00-C1C8-45B8-B431-245BD39695C3}" dt="2025-11-11T00:55:36.798" v="653"/>
          <ac:picMkLst>
            <pc:docMk/>
            <pc:sldMk cId="3373553320" sldId="258"/>
            <ac:picMk id="3" creationId="{F7D8591E-0650-A3E2-96DD-D72B4031A05F}"/>
          </ac:picMkLst>
        </pc:picChg>
      </pc:sldChg>
      <pc:sldChg chg="addSp delSp modSp new mod setBg">
        <pc:chgData name="Irlan Assidiq" userId="de236b58-34b6-44ed-8347-ed5a26859d6f" providerId="ADAL" clId="{7DA18F00-C1C8-45B8-B431-245BD39695C3}" dt="2025-11-11T00:17:43.144" v="597" actId="27803"/>
        <pc:sldMkLst>
          <pc:docMk/>
          <pc:sldMk cId="3135141337" sldId="259"/>
        </pc:sldMkLst>
        <pc:spChg chg="add del mod">
          <ac:chgData name="Irlan Assidiq" userId="de236b58-34b6-44ed-8347-ed5a26859d6f" providerId="ADAL" clId="{7DA18F00-C1C8-45B8-B431-245BD39695C3}" dt="2025-11-11T00:16:54.935" v="591"/>
          <ac:spMkLst>
            <pc:docMk/>
            <pc:sldMk cId="3135141337" sldId="259"/>
            <ac:spMk id="3" creationId="{23416CF9-F8DF-4062-888C-6E69903D2D4B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8" creationId="{317628F5-288E-8A6E-DA38-69EBC7C1F052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14" creationId="{D023E0EE-877D-05EB-0406-3468B6575493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118" creationId="{5278D8D0-1DED-ED04-06AC-71EDC02F5FE5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181" creationId="{64C250B4-88B1-7A84-073A-FEC7E7C5E622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187" creationId="{08ABEC85-4796-FC5D-C6AE-0DE15A5FDB4A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208" creationId="{B17F8517-784C-78DE-F4AA-0B0D9ED210C9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258" creationId="{F347D910-D47B-2E67-ED65-0960AEC504C9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271" creationId="{0698D9CB-78CC-CA7D-85EE-993F9FDFE82D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272" creationId="{17290DF8-EC50-EF0D-18A1-4BDF975CF8A3}"/>
          </ac:spMkLst>
        </pc:spChg>
        <pc:spChg chg="mod">
          <ac:chgData name="Irlan Assidiq" userId="de236b58-34b6-44ed-8347-ed5a26859d6f" providerId="ADAL" clId="{7DA18F00-C1C8-45B8-B431-245BD39695C3}" dt="2025-11-11T00:17:41.717" v="596" actId="27803"/>
          <ac:spMkLst>
            <pc:docMk/>
            <pc:sldMk cId="3135141337" sldId="259"/>
            <ac:spMk id="304" creationId="{9C4D1174-4063-D70D-F7F8-74A114B73A0B}"/>
          </ac:spMkLst>
        </pc:spChg>
        <pc:picChg chg="add mod">
          <ac:chgData name="Irlan Assidiq" userId="de236b58-34b6-44ed-8347-ed5a26859d6f" providerId="ADAL" clId="{7DA18F00-C1C8-45B8-B431-245BD39695C3}" dt="2025-11-11T00:17:43.144" v="597" actId="27803"/>
          <ac:picMkLst>
            <pc:docMk/>
            <pc:sldMk cId="3135141337" sldId="259"/>
            <ac:picMk id="5" creationId="{8840E04D-4BD8-1997-B575-558BCF649B56}"/>
          </ac:picMkLst>
        </pc:picChg>
        <pc:picChg chg="add del mod">
          <ac:chgData name="Irlan Assidiq" userId="de236b58-34b6-44ed-8347-ed5a26859d6f" providerId="ADAL" clId="{7DA18F00-C1C8-45B8-B431-245BD39695C3}" dt="2025-11-11T00:16:49.405" v="590" actId="478"/>
          <ac:picMkLst>
            <pc:docMk/>
            <pc:sldMk cId="3135141337" sldId="259"/>
            <ac:picMk id="6" creationId="{C2B23962-4CF2-4E82-4B34-BC4DB97CC91E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1-11T00:31:52.719" v="603" actId="114"/>
        <pc:sldMkLst>
          <pc:docMk/>
          <pc:sldMk cId="2858914795" sldId="260"/>
        </pc:sldMkLst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8" creationId="{B3BB882E-A2B5-D323-2CCE-121CB6099D4B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11" creationId="{F633C7F4-CA43-1586-7A7F-EF47640004F7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12" creationId="{CEA8EE59-EA15-B64F-A61F-89AF2BCEAFD6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13" creationId="{1BED9C06-4F0D-680F-321D-0D60CA533DD1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15" creationId="{E9AF9C09-D13C-9138-7ADE-EF47BDBB8758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20" creationId="{9DDC2DA3-65E9-B250-D92F-C8F263F3DA6B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22" creationId="{34ABABE5-7D0D-26AF-28E5-5893B0A58344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25" creationId="{1AF56354-D7A9-F524-FCA3-894EE6D6D8AD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26" creationId="{A7C05B49-800B-6688-4133-8E9DFB164E31}"/>
          </ac:spMkLst>
        </pc:spChg>
        <pc:spChg chg="mod">
          <ac:chgData name="Irlan Assidiq" userId="de236b58-34b6-44ed-8347-ed5a26859d6f" providerId="ADAL" clId="{7DA18F00-C1C8-45B8-B431-245BD39695C3}" dt="2025-11-11T00:19:44.913" v="600" actId="27803"/>
          <ac:spMkLst>
            <pc:docMk/>
            <pc:sldMk cId="2858914795" sldId="260"/>
            <ac:spMk id="28" creationId="{6E58B1E0-4CC3-2B53-7B3B-DF9D7F67A0E6}"/>
          </ac:spMkLst>
        </pc:spChg>
        <pc:spChg chg="mod">
          <ac:chgData name="Irlan Assidiq" userId="de236b58-34b6-44ed-8347-ed5a26859d6f" providerId="ADAL" clId="{7DA18F00-C1C8-45B8-B431-245BD39695C3}" dt="2025-11-11T00:31:52.719" v="603" actId="114"/>
          <ac:spMkLst>
            <pc:docMk/>
            <pc:sldMk cId="2858914795" sldId="260"/>
            <ac:spMk id="30" creationId="{95D7FDD7-39BA-9DC1-82A2-3A80FAE055E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04" creationId="{661CF2FE-5BA2-7DFE-88B9-F3E43263C41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06" creationId="{D0CF0864-8251-6961-BD4E-1BD94488322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07" creationId="{76714846-8E19-2B06-0284-BB2E8AD2614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08" creationId="{53DC7152-BBA9-E370-DF0D-FB98E9C63C0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13" creationId="{3264D050-BE24-C49F-8D6C-999C5167828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18" creationId="{33B5EDDF-B0CB-E22F-ABD1-C990A046DB70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25" creationId="{C7744A4C-7DC4-61CF-CD02-8676CA67E45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33" creationId="{5D658CDA-699C-ACF5-5802-F6649AC79BDB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43" creationId="{28865B05-A7EA-5E6A-9D33-C63D688BEB3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858914795" sldId="260"/>
            <ac:spMk id="144" creationId="{A0BC6DED-4C8B-82FE-F438-BE89336B85EB}"/>
          </ac:spMkLst>
        </pc:spChg>
        <pc:grpChg chg="del">
          <ac:chgData name="Irlan Assidiq" userId="de236b58-34b6-44ed-8347-ed5a26859d6f" providerId="ADAL" clId="{7DA18F00-C1C8-45B8-B431-245BD39695C3}" dt="2025-11-11T00:19:35.232" v="598" actId="478"/>
          <ac:grpSpMkLst>
            <pc:docMk/>
            <pc:sldMk cId="2858914795" sldId="260"/>
            <ac:grpSpMk id="102" creationId="{CF0FBC37-EB5E-A987-2980-451E806185B8}"/>
          </ac:grpSpMkLst>
        </pc:grpChg>
        <pc:picChg chg="add mod">
          <ac:chgData name="Irlan Assidiq" userId="de236b58-34b6-44ed-8347-ed5a26859d6f" providerId="ADAL" clId="{7DA18F00-C1C8-45B8-B431-245BD39695C3}" dt="2025-11-11T00:19:36.311" v="599"/>
          <ac:picMkLst>
            <pc:docMk/>
            <pc:sldMk cId="2858914795" sldId="260"/>
            <ac:picMk id="3" creationId="{0A3B2581-92F1-D6F3-CCF4-92A8C0B9653D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1-11T00:33:15.974" v="643" actId="20577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1-11T00:33:07.271" v="621" actId="20577"/>
          <ac:spMkLst>
            <pc:docMk/>
            <pc:sldMk cId="1192252050" sldId="262"/>
            <ac:spMk id="2" creationId="{8953284A-ED1F-2067-65A3-B86BC493E694}"/>
          </ac:spMkLst>
        </pc:spChg>
        <pc:spChg chg="add mod">
          <ac:chgData name="Irlan Assidiq" userId="de236b58-34b6-44ed-8347-ed5a26859d6f" providerId="ADAL" clId="{7DA18F00-C1C8-45B8-B431-245BD39695C3}" dt="2025-11-11T00:33:15.974" v="643" actId="20577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mod setBg">
        <pc:chgData name="Irlan Assidiq" userId="de236b58-34b6-44ed-8347-ed5a26859d6f" providerId="ADAL" clId="{7DA18F00-C1C8-45B8-B431-245BD39695C3}" dt="2025-11-11T00:43:24.152" v="646" actId="114"/>
        <pc:sldMkLst>
          <pc:docMk/>
          <pc:sldMk cId="3177286554" sldId="263"/>
        </pc:sldMkLst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5" creationId="{006103E8-7A26-5A1E-897F-2815AF2E634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21" creationId="{BC54CCF9-1435-7B8D-FF12-557E05283D49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24" creationId="{7BC19FA0-9B1D-453A-AA5C-A4D334FFBE89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25" creationId="{FE13F31E-A65D-39A6-DAD1-3C1BBACD835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29" creationId="{A80868AB-0612-A45D-BA95-281B28D96288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31" creationId="{A8AD8926-CFF8-1081-4E9F-22A9F4FADCB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32" creationId="{56CE3C1B-2D5A-663A-4DCB-0CE508BA64C3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35" creationId="{A72B56B9-4826-FC59-927B-707F539DE01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38" creationId="{698F9AFB-D39F-2FB8-DE58-D0604EECCE0D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39" creationId="{49A2BB76-26CD-4A33-0DF4-2B4DB519BAD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177286554" sldId="263"/>
            <ac:spMk id="46" creationId="{241DFB85-36CD-A70E-71CD-76C368803D1A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53" creationId="{A254BA4F-5C29-9FA4-8D7C-B5B502876161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57" creationId="{F324BBA6-53D7-FDCC-A586-CFA8FFEAB498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63" creationId="{BF11C4CA-ABAB-1811-C517-5B912CE36CD5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65" creationId="{63ED9ABE-54E4-BD98-EBC0-DACD772D4E86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68" creationId="{FFE47AB4-33E6-D3E8-C02F-3851069F4A66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70" creationId="{B4E961E3-D89B-169E-5F0C-2EBE29C3659B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72" creationId="{E8B16B5C-0246-BDE4-AC72-2934D18408BB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73" creationId="{5317A8FD-4373-E574-BE88-985287CD8049}"/>
          </ac:spMkLst>
        </pc:spChg>
        <pc:spChg chg="mod">
          <ac:chgData name="Irlan Assidiq" userId="de236b58-34b6-44ed-8347-ed5a26859d6f" providerId="ADAL" clId="{7DA18F00-C1C8-45B8-B431-245BD39695C3}" dt="2025-11-11T00:32:53.525" v="606" actId="27803"/>
          <ac:spMkLst>
            <pc:docMk/>
            <pc:sldMk cId="3177286554" sldId="263"/>
            <ac:spMk id="76" creationId="{F0F9FF0E-F1F5-4058-1428-04023679E6BA}"/>
          </ac:spMkLst>
        </pc:spChg>
        <pc:spChg chg="mod">
          <ac:chgData name="Irlan Assidiq" userId="de236b58-34b6-44ed-8347-ed5a26859d6f" providerId="ADAL" clId="{7DA18F00-C1C8-45B8-B431-245BD39695C3}" dt="2025-11-11T00:43:24.152" v="646" actId="114"/>
          <ac:spMkLst>
            <pc:docMk/>
            <pc:sldMk cId="3177286554" sldId="263"/>
            <ac:spMk id="81" creationId="{10F1B0A0-595C-6D93-1D74-4140D600CCA2}"/>
          </ac:spMkLst>
        </pc:spChg>
        <pc:grpChg chg="del">
          <ac:chgData name="Irlan Assidiq" userId="de236b58-34b6-44ed-8347-ed5a26859d6f" providerId="ADAL" clId="{7DA18F00-C1C8-45B8-B431-245BD39695C3}" dt="2025-11-11T00:32:01.399" v="604" actId="478"/>
          <ac:grpSpMkLst>
            <pc:docMk/>
            <pc:sldMk cId="3177286554" sldId="263"/>
            <ac:grpSpMk id="6" creationId="{700111B2-022F-4F50-13CD-CF1FE2F3C1F7}"/>
          </ac:grpSpMkLst>
        </pc:grpChg>
        <pc:picChg chg="add mod">
          <ac:chgData name="Irlan Assidiq" userId="de236b58-34b6-44ed-8347-ed5a26859d6f" providerId="ADAL" clId="{7DA18F00-C1C8-45B8-B431-245BD39695C3}" dt="2025-11-11T00:32:45.815" v="605"/>
          <ac:picMkLst>
            <pc:docMk/>
            <pc:sldMk cId="3177286554" sldId="263"/>
            <ac:picMk id="3" creationId="{DB61BD7D-458E-88CC-8E40-988D4094F8E1}"/>
          </ac:picMkLst>
        </pc:picChg>
      </pc:sldChg>
      <pc:sldChg chg="modSp add mod">
        <pc:chgData name="Irlan Assidiq" userId="de236b58-34b6-44ed-8347-ed5a26859d6f" providerId="ADAL" clId="{7DA18F00-C1C8-45B8-B431-245BD39695C3}" dt="2025-11-11T01:03:02.454" v="706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1-11T01:02:30.849" v="670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1-11T01:03:02.454" v="706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1-11T00:16:12.446" v="589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1" creationId="{59B0916F-6C99-E0D5-E314-09D0F4DC34B8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12" creationId="{E8003ED7-DB7A-E4A2-0F71-7B8F960C69D8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5" creationId="{8BD51BD3-3B11-D056-4EFC-0822E84EF0D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18" creationId="{8851CF13-5FBB-B572-2E08-A3875DB5E5E5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20" creationId="{2D72C8BB-8641-9886-9BED-26C053D6C2F6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24" creationId="{54B6DEAE-DB9E-8BDD-57EA-D4ED23D7D980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5" creationId="{B5044500-9226-75D6-19C2-1FC14BDD2036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27" creationId="{F6DD67EC-2EE6-3A4C-1AA2-FE1D9D41077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28" creationId="{8017FE7E-3628-72B0-0ECE-AD33718F6BC3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9" creationId="{1C938854-C7B0-0CEB-C0EE-67A012FBB470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30" creationId="{480E9962-9A32-7E96-E6A4-94B40F16E73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36" creationId="{8C0A3C0F-7026-880E-1114-1AE32C0EBDE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38" creationId="{5A8C16D8-1495-B113-9E89-B35A9FA20B26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41" creationId="{89982268-BA15-690B-ACF7-351F294EF18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2" creationId="{9229180B-F353-3D7B-B435-0D343600664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5" creationId="{1FCDC64E-62F1-F3CD-FC6D-F62599325CD6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6" creationId="{FCE56009-866B-CE4F-7054-4E7A1068A1E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1914944166" sldId="265"/>
            <ac:spMk id="48" creationId="{C91D30A5-5669-1350-E910-3CB97168B2AF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4:01:15.638" v="573"/>
        <pc:sldMkLst>
          <pc:docMk/>
          <pc:sldMk cId="3537916272" sldId="266"/>
        </pc:sldMkLst>
        <pc:picChg chg="add mod">
          <ac:chgData name="Irlan Assidiq" userId="de236b58-34b6-44ed-8347-ed5a26859d6f" providerId="ADAL" clId="{7DA18F00-C1C8-45B8-B431-245BD39695C3}" dt="2025-10-18T04:01:15.638" v="573"/>
          <ac:picMkLst>
            <pc:docMk/>
            <pc:sldMk cId="3537916272" sldId="266"/>
            <ac:picMk id="3" creationId="{A6ADC2FB-BFDA-7112-EA4A-AA0D69752917}"/>
          </ac:picMkLst>
        </pc:picChg>
      </pc:sldChg>
      <pc:sldChg chg="addSp delSp modSp add mod ord setBg">
        <pc:chgData name="Irlan Assidiq" userId="de236b58-34b6-44ed-8347-ed5a26859d6f" providerId="ADAL" clId="{7DA18F00-C1C8-45B8-B431-245BD39695C3}" dt="2025-11-11T00:16:12.446" v="589"/>
        <pc:sldMkLst>
          <pc:docMk/>
          <pc:sldMk cId="455877136" sldId="267"/>
        </pc:sldMkLst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8" creationId="{9743571B-5029-2CB8-B9B0-DACCA01A843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9" creationId="{200A1C7D-D332-605E-D610-F81AA48BFFA5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14" creationId="{2D528B22-382E-D2E5-0710-497498EA2600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20" creationId="{6FC2C934-0280-C552-28E4-B9C951BAF5C2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21" creationId="{08B9A493-1562-2264-D0E0-3FA8C502DDE1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3" creationId="{C91EF833-9804-492C-D02D-D81732D23A8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5" creationId="{5376030A-D9BB-BAB4-5518-E8589AFEDA35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26" creationId="{F1FC6AE2-3623-3D77-39EC-530268F5B21D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7" creationId="{FAFFDBB2-C7C4-660A-040C-BCD5792256A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0" creationId="{2F25D9E5-9D2F-8631-F129-0199C4BB70E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1" creationId="{84E38F76-89E9-7E39-4B0F-08B7DD4DD71B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32" creationId="{6016AB4D-3512-197E-0912-E68FB32BE19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4" creationId="{415807E4-3C0A-2ED1-DAB8-4776C3F47F3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7" creationId="{DCBDC0B8-B3AE-D083-C598-D62BCE8492A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40" creationId="{73FE4A73-AD37-724B-FC5D-9FB5B1280BA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41" creationId="{21468EE5-DDF1-0F56-8F61-8FB86734311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42" creationId="{0E07F33D-5847-23A0-895D-7ADBC8DE4A2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43" creationId="{4BB9EBAE-AE2B-C511-3DE6-0E6DE45023E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455877136" sldId="267"/>
            <ac:spMk id="52" creationId="{4B6A7552-9AE4-1A9D-4421-10158350C267}"/>
          </ac:spMkLst>
        </pc:spChg>
      </pc:sldChg>
      <pc:sldChg chg="modSp add mod">
        <pc:chgData name="Irlan Assidiq" userId="de236b58-34b6-44ed-8347-ed5a26859d6f" providerId="ADAL" clId="{7DA18F00-C1C8-45B8-B431-245BD39695C3}" dt="2025-10-18T03:18:37.800" v="519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3:18:31.592" v="497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3:18:37.800" v="519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del mod setBg">
        <pc:chgData name="Irlan Assidiq" userId="de236b58-34b6-44ed-8347-ed5a26859d6f" providerId="ADAL" clId="{7DA18F00-C1C8-45B8-B431-245BD39695C3}" dt="2025-11-11T00:16:12.446" v="589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42" creationId="{CE20807C-E206-5EBD-C88E-6B23E432A99B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43" creationId="{605B9856-9C9A-62EA-0C80-15C18E4213B9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7" creationId="{CF68F4A1-1166-DED3-F8A4-6FDB56911720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49" creationId="{733DD52C-D4FC-9F4A-805D-79B9EC319520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5" creationId="{85F90CBD-A64A-3C10-46C1-B53583FAC427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7" creationId="{C2C7A97F-CD83-BF72-019C-A3D3379411C2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59" creationId="{960F753F-E02B-7B0D-416E-9CA4D797CDB9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64" creationId="{51CBA501-FE1A-BB66-7E8E-30D330A1EFA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65" creationId="{F94E5AB5-A228-F053-5BFC-3C3DECA54143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73" creationId="{BFF60F50-8D51-6787-E379-1EBF1E598981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78" creationId="{425B830F-96C2-2951-640F-AE8254D29228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3" creationId="{659796F5-10F0-6C7F-98AD-CF8CBDA4BF65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84" creationId="{59DB63EC-3E9F-60CF-E392-8BEEBB3EBF91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86" creationId="{C73B2D3E-68E7-64E6-EE4B-1CF446EF11C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7" creationId="{7462B0A2-4DE8-C18D-F8EA-1C93BFD7E77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8" creationId="{9D321E35-8C70-C2ED-ADDA-EB9D18230ADB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89" creationId="{31518B80-12F9-76F4-3949-17DC62B35F78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29841087" sldId="269"/>
            <ac:spMk id="90" creationId="{91A9999C-343A-DE50-6CE9-ACD154C57391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1-11T00:16:12.446" v="589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7" creationId="{9E3B85CC-D7DD-DEBE-AE7B-6E8D9E50A9E3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10" creationId="{29B20332-EFF6-A268-4690-21B6F9B62133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2" creationId="{1D1BA2EE-0008-7131-C75A-3340D30D107E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15" creationId="{1431F8C9-B67F-12D4-78D2-5699E26A1C0A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4" creationId="{E2E1F9A2-1B66-0D5A-D4FB-A7E89F406CCD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25" creationId="{0B18F211-ED39-D6CD-32AF-ABED69169C23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2" creationId="{723B3808-7DC7-D42F-73B6-130E9447AE36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34" creationId="{E5C9572C-5612-984D-7141-6439C59F9CF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36" creationId="{893A73F4-195B-530D-A8C8-C08CF29479CC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37" creationId="{8535E1BC-13B3-E3FC-8A54-CF7FD9995040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8" creationId="{EB57F8F9-3529-51B4-D32D-E85FC75320B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0" creationId="{776B6311-7F1C-1550-6AF2-F1A60BC176E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1" creationId="{66332B58-4663-3156-C18E-B34F6BF0E08A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43" creationId="{6FB512B8-CC8B-ADEB-BB4C-17D367F0B3F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44" creationId="{E2056696-5750-F406-7A01-B973C2E37DEF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7" creationId="{26F4B1B1-6626-468C-2315-DBDDCF785379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2541710147" sldId="270"/>
            <ac:spMk id="52" creationId="{C54D7A4F-A028-2750-25BD-79E7AE68F4C4}"/>
          </ac:spMkLst>
        </pc:spChg>
      </pc:sldChg>
      <pc:sldChg chg="modSp add del">
        <pc:chgData name="Irlan Assidiq" userId="de236b58-34b6-44ed-8347-ed5a26859d6f" providerId="ADAL" clId="{7DA18F00-C1C8-45B8-B431-245BD39695C3}" dt="2025-10-18T03:13:46.322" v="351" actId="47"/>
        <pc:sldMkLst>
          <pc:docMk/>
          <pc:sldMk cId="3027671590" sldId="271"/>
        </pc:sldMkLst>
      </pc:sldChg>
      <pc:sldChg chg="addSp delSp modSp new mod ord setBg">
        <pc:chgData name="Irlan Assidiq" userId="de236b58-34b6-44ed-8347-ed5a26859d6f" providerId="ADAL" clId="{7DA18F00-C1C8-45B8-B431-245BD39695C3}" dt="2025-11-11T00:55:26.869" v="651" actId="27803"/>
        <pc:sldMkLst>
          <pc:docMk/>
          <pc:sldMk cId="3708325325" sldId="271"/>
        </pc:sldMkLst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12" creationId="{5E13A505-AB19-E7B8-BFDA-BBA23808BB4A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21" creationId="{22F52FBD-F731-1B65-4830-A0C3FFA03D6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22" creationId="{AB096417-E8FF-C73B-05F3-8FB3E7910ACF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23" creationId="{915E15A4-D894-3E8A-0893-ABFBE266AF92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31" creationId="{BB368878-8F6B-F21E-C5F7-C23E8B5EA350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40" creationId="{0A02322F-0B3C-6C09-EFEB-719AE44E1511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41" creationId="{5B25E1DD-AA53-06FA-FC99-81854E1C7AC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48" creationId="{B4E6FB1C-D5C1-497B-9F92-A3AE9C3E7404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57" creationId="{214B88A7-A30D-44B8-08DB-00ED3F6E2377}"/>
          </ac:spMkLst>
        </pc:spChg>
        <pc:spChg chg="mod">
          <ac:chgData name="Irlan Assidiq" userId="de236b58-34b6-44ed-8347-ed5a26859d6f" providerId="ADAL" clId="{7DA18F00-C1C8-45B8-B431-245BD39695C3}" dt="2025-11-11T00:16:12.446" v="589"/>
          <ac:spMkLst>
            <pc:docMk/>
            <pc:sldMk cId="3708325325" sldId="271"/>
            <ac:spMk id="58" creationId="{B6779BEA-1F2E-7FE4-17E7-765B16F7D65A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61" creationId="{537FB016-F70C-627B-B55E-A9E4D62C98AC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62" creationId="{C6684719-277E-AC2C-994F-24567A3ED7D8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66" creationId="{729D198B-13A4-DB41-6482-B15D73A4F308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69" creationId="{E17F51DE-1209-49BC-11B9-305238EC9807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77" creationId="{0CDD91C7-7506-0206-F92A-38538CFC0D5D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78" creationId="{BF6697C9-5367-5676-FB66-B649D3DB89D0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83" creationId="{384E0867-886B-7CCC-4A34-24F3FDF70DBF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85" creationId="{2A265ECE-961C-6954-2E8F-48CDA95D437B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88" creationId="{BC97B0AD-236B-FAA0-AF35-430FD6DD3F7C}"/>
          </ac:spMkLst>
        </pc:spChg>
        <pc:spChg chg="mod">
          <ac:chgData name="Irlan Assidiq" userId="de236b58-34b6-44ed-8347-ed5a26859d6f" providerId="ADAL" clId="{7DA18F00-C1C8-45B8-B431-245BD39695C3}" dt="2025-11-11T00:55:26.869" v="651" actId="27803"/>
          <ac:spMkLst>
            <pc:docMk/>
            <pc:sldMk cId="3708325325" sldId="271"/>
            <ac:spMk id="91" creationId="{3F53DD0C-FFAE-0CD7-A6DA-7F042AE01AB0}"/>
          </ac:spMkLst>
        </pc:spChg>
        <pc:grpChg chg="del">
          <ac:chgData name="Irlan Assidiq" userId="de236b58-34b6-44ed-8347-ed5a26859d6f" providerId="ADAL" clId="{7DA18F00-C1C8-45B8-B431-245BD39695C3}" dt="2025-11-11T00:54:56.521" v="647" actId="478"/>
          <ac:grpSpMkLst>
            <pc:docMk/>
            <pc:sldMk cId="3708325325" sldId="271"/>
            <ac:grpSpMk id="10" creationId="{A7393F41-CCBA-9653-698A-20D7ABE23BD6}"/>
          </ac:grpSpMkLst>
        </pc:grpChg>
        <pc:picChg chg="add del mod">
          <ac:chgData name="Irlan Assidiq" userId="de236b58-34b6-44ed-8347-ed5a26859d6f" providerId="ADAL" clId="{7DA18F00-C1C8-45B8-B431-245BD39695C3}" dt="2025-11-11T00:55:01.201" v="649" actId="478"/>
          <ac:picMkLst>
            <pc:docMk/>
            <pc:sldMk cId="3708325325" sldId="271"/>
            <ac:picMk id="3" creationId="{7963E143-5B33-503F-A415-2B8B0CD63F16}"/>
          </ac:picMkLst>
        </pc:picChg>
        <pc:picChg chg="add mod">
          <ac:chgData name="Irlan Assidiq" userId="de236b58-34b6-44ed-8347-ed5a26859d6f" providerId="ADAL" clId="{7DA18F00-C1C8-45B8-B431-245BD39695C3}" dt="2025-11-11T00:55:19.678" v="650"/>
          <ac:picMkLst>
            <pc:docMk/>
            <pc:sldMk cId="3708325325" sldId="271"/>
            <ac:picMk id="5" creationId="{3BC2F170-3C95-087F-2752-2DE69638AA40}"/>
          </ac:picMkLst>
        </pc:picChg>
      </pc:sldChg>
      <pc:sldChg chg="addSp delSp modSp new mod">
        <pc:chgData name="Irlan Assidiq" userId="de236b58-34b6-44ed-8347-ed5a26859d6f" providerId="ADAL" clId="{7DA18F00-C1C8-45B8-B431-245BD39695C3}" dt="2025-11-11T03:28:53.672" v="1737" actId="1076"/>
        <pc:sldMkLst>
          <pc:docMk/>
          <pc:sldMk cId="4271150120" sldId="272"/>
        </pc:sldMkLst>
        <pc:spChg chg="del">
          <ac:chgData name="Irlan Assidiq" userId="de236b58-34b6-44ed-8347-ed5a26859d6f" providerId="ADAL" clId="{7DA18F00-C1C8-45B8-B431-245BD39695C3}" dt="2025-11-11T03:10:16.281" v="708" actId="478"/>
          <ac:spMkLst>
            <pc:docMk/>
            <pc:sldMk cId="4271150120" sldId="272"/>
            <ac:spMk id="2" creationId="{86D3DFA3-AFEB-B2C3-38E0-5D7A39DA1C09}"/>
          </ac:spMkLst>
        </pc:spChg>
        <pc:spChg chg="add del mod">
          <ac:chgData name="Irlan Assidiq" userId="de236b58-34b6-44ed-8347-ed5a26859d6f" providerId="ADAL" clId="{7DA18F00-C1C8-45B8-B431-245BD39695C3}" dt="2025-11-11T03:11:18.069" v="790"/>
          <ac:spMkLst>
            <pc:docMk/>
            <pc:sldMk cId="4271150120" sldId="272"/>
            <ac:spMk id="3" creationId="{31EE7ADE-B629-7E8D-2E71-99817BB95D56}"/>
          </ac:spMkLst>
        </pc:spChg>
        <pc:spChg chg="add mod">
          <ac:chgData name="Irlan Assidiq" userId="de236b58-34b6-44ed-8347-ed5a26859d6f" providerId="ADAL" clId="{7DA18F00-C1C8-45B8-B431-245BD39695C3}" dt="2025-11-11T03:11:44.671" v="831" actId="1076"/>
          <ac:spMkLst>
            <pc:docMk/>
            <pc:sldMk cId="4271150120" sldId="272"/>
            <ac:spMk id="4" creationId="{E5F60E3B-A956-B7FE-9C80-41AD965D4639}"/>
          </ac:spMkLst>
        </pc:spChg>
        <pc:spChg chg="add mod">
          <ac:chgData name="Irlan Assidiq" userId="de236b58-34b6-44ed-8347-ed5a26859d6f" providerId="ADAL" clId="{7DA18F00-C1C8-45B8-B431-245BD39695C3}" dt="2025-11-11T03:11:49.031" v="832" actId="1076"/>
          <ac:spMkLst>
            <pc:docMk/>
            <pc:sldMk cId="4271150120" sldId="272"/>
            <ac:spMk id="5" creationId="{0D390D40-2752-5465-FB80-44EA2682AB79}"/>
          </ac:spMkLst>
        </pc:spChg>
        <pc:spChg chg="add mod">
          <ac:chgData name="Irlan Assidiq" userId="de236b58-34b6-44ed-8347-ed5a26859d6f" providerId="ADAL" clId="{7DA18F00-C1C8-45B8-B431-245BD39695C3}" dt="2025-11-11T03:11:18.069" v="790"/>
          <ac:spMkLst>
            <pc:docMk/>
            <pc:sldMk cId="4271150120" sldId="272"/>
            <ac:spMk id="6" creationId="{D2F18D8A-2A08-9B84-CD9E-905D6CE8E667}"/>
          </ac:spMkLst>
        </pc:spChg>
        <pc:spChg chg="add mod">
          <ac:chgData name="Irlan Assidiq" userId="de236b58-34b6-44ed-8347-ed5a26859d6f" providerId="ADAL" clId="{7DA18F00-C1C8-45B8-B431-245BD39695C3}" dt="2025-11-11T03:11:52.533" v="833" actId="1076"/>
          <ac:spMkLst>
            <pc:docMk/>
            <pc:sldMk cId="4271150120" sldId="272"/>
            <ac:spMk id="7" creationId="{016E9209-E245-B1E4-7294-47439EC556F4}"/>
          </ac:spMkLst>
        </pc:spChg>
        <pc:spChg chg="add mod">
          <ac:chgData name="Irlan Assidiq" userId="de236b58-34b6-44ed-8347-ed5a26859d6f" providerId="ADAL" clId="{7DA18F00-C1C8-45B8-B431-245BD39695C3}" dt="2025-11-11T03:28:32.252" v="1735" actId="1076"/>
          <ac:spMkLst>
            <pc:docMk/>
            <pc:sldMk cId="4271150120" sldId="272"/>
            <ac:spMk id="10" creationId="{EFFC2382-D968-7123-6B7B-872F32055A2C}"/>
          </ac:spMkLst>
        </pc:spChg>
        <pc:spChg chg="add mod">
          <ac:chgData name="Irlan Assidiq" userId="de236b58-34b6-44ed-8347-ed5a26859d6f" providerId="ADAL" clId="{7DA18F00-C1C8-45B8-B431-245BD39695C3}" dt="2025-11-11T03:28:53.672" v="1737" actId="1076"/>
          <ac:spMkLst>
            <pc:docMk/>
            <pc:sldMk cId="4271150120" sldId="272"/>
            <ac:spMk id="18" creationId="{818C35C5-A008-3C47-0433-EED358CBDA1A}"/>
          </ac:spMkLst>
        </pc:spChg>
        <pc:spChg chg="add mod">
          <ac:chgData name="Irlan Assidiq" userId="de236b58-34b6-44ed-8347-ed5a26859d6f" providerId="ADAL" clId="{7DA18F00-C1C8-45B8-B431-245BD39695C3}" dt="2025-11-11T03:26:22.719" v="1733" actId="1076"/>
          <ac:spMkLst>
            <pc:docMk/>
            <pc:sldMk cId="4271150120" sldId="272"/>
            <ac:spMk id="23" creationId="{C9C8401F-FEA2-FC17-FB4A-E365168A7D4F}"/>
          </ac:spMkLst>
        </pc:spChg>
        <pc:cxnChg chg="add mod">
          <ac:chgData name="Irlan Assidiq" userId="de236b58-34b6-44ed-8347-ed5a26859d6f" providerId="ADAL" clId="{7DA18F00-C1C8-45B8-B431-245BD39695C3}" dt="2025-11-11T03:24:28.073" v="1633" actId="1582"/>
          <ac:cxnSpMkLst>
            <pc:docMk/>
            <pc:sldMk cId="4271150120" sldId="272"/>
            <ac:cxnSpMk id="9" creationId="{B98CA7A3-F62B-7A38-69BE-443630D4C2FB}"/>
          </ac:cxnSpMkLst>
        </pc:cxnChg>
        <pc:cxnChg chg="add mod">
          <ac:chgData name="Irlan Assidiq" userId="de236b58-34b6-44ed-8347-ed5a26859d6f" providerId="ADAL" clId="{7DA18F00-C1C8-45B8-B431-245BD39695C3}" dt="2025-11-11T03:24:43.163" v="1636" actId="1582"/>
          <ac:cxnSpMkLst>
            <pc:docMk/>
            <pc:sldMk cId="4271150120" sldId="272"/>
            <ac:cxnSpMk id="11" creationId="{7146F61B-BF51-C743-4F79-C4E1F28597C5}"/>
          </ac:cxnSpMkLst>
        </pc:cxnChg>
        <pc:cxnChg chg="add mod">
          <ac:chgData name="Irlan Assidiq" userId="de236b58-34b6-44ed-8347-ed5a26859d6f" providerId="ADAL" clId="{7DA18F00-C1C8-45B8-B431-245BD39695C3}" dt="2025-11-11T03:28:32.252" v="1735" actId="1076"/>
          <ac:cxnSpMkLst>
            <pc:docMk/>
            <pc:sldMk cId="4271150120" sldId="272"/>
            <ac:cxnSpMk id="14" creationId="{1645B704-EFD3-B20E-3787-EAB994253EC5}"/>
          </ac:cxnSpMkLst>
        </pc:cxnChg>
        <pc:cxnChg chg="add mod">
          <ac:chgData name="Irlan Assidiq" userId="de236b58-34b6-44ed-8347-ed5a26859d6f" providerId="ADAL" clId="{7DA18F00-C1C8-45B8-B431-245BD39695C3}" dt="2025-11-11T03:28:53.672" v="1737" actId="1076"/>
          <ac:cxnSpMkLst>
            <pc:docMk/>
            <pc:sldMk cId="4271150120" sldId="272"/>
            <ac:cxnSpMk id="19" creationId="{FF609E23-A83B-3403-7A43-89DB2B1C76FE}"/>
          </ac:cxnSpMkLst>
        </pc:cxnChg>
        <pc:cxnChg chg="add mod">
          <ac:chgData name="Irlan Assidiq" userId="de236b58-34b6-44ed-8347-ed5a26859d6f" providerId="ADAL" clId="{7DA18F00-C1C8-45B8-B431-245BD39695C3}" dt="2025-11-11T03:26:22.719" v="1733" actId="1076"/>
          <ac:cxnSpMkLst>
            <pc:docMk/>
            <pc:sldMk cId="4271150120" sldId="272"/>
            <ac:cxnSpMk id="26" creationId="{87333585-B759-4DCD-E20D-41E0F8CB3AF9}"/>
          </ac:cxnSpMkLst>
        </pc:cxn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Sang </a:t>
            </a:r>
            <a:r>
              <a:rPr lang="en-US" dirty="0" err="1"/>
              <a:t>Tombolang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4">
            <a:extLst>
              <a:ext uri="{FF2B5EF4-FFF2-40B4-BE49-F238E27FC236}">
                <a16:creationId xmlns:a16="http://schemas.microsoft.com/office/drawing/2014/main" id="{EF86DA62-A308-21CC-09ED-E39CC31F9CD5}"/>
              </a:ext>
            </a:extLst>
          </p:cNvPr>
          <p:cNvGrpSpPr/>
          <p:nvPr/>
        </p:nvGrpSpPr>
        <p:grpSpPr>
          <a:xfrm>
            <a:off x="0" y="90487"/>
            <a:ext cx="12192000" cy="6677025"/>
            <a:chOff x="0" y="90487"/>
            <a:chExt cx="12192000" cy="667702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E0C18D-3E08-2BA0-2893-80AE1E750679}"/>
                </a:ext>
              </a:extLst>
            </p:cNvPr>
            <p:cNvSpPr/>
            <p:nvPr/>
          </p:nvSpPr>
          <p:spPr>
            <a:xfrm>
              <a:off x="0" y="90487"/>
              <a:ext cx="12192000" cy="6677025"/>
            </a:xfrm>
            <a:custGeom>
              <a:avLst/>
              <a:gdLst>
                <a:gd name="connsiteX0" fmla="*/ 0 w 12192000"/>
                <a:gd name="connsiteY0" fmla="*/ 0 h 6677025"/>
                <a:gd name="connsiteX1" fmla="*/ 12192000 w 12192000"/>
                <a:gd name="connsiteY1" fmla="*/ 0 h 6677025"/>
                <a:gd name="connsiteX2" fmla="*/ 12192000 w 12192000"/>
                <a:gd name="connsiteY2" fmla="*/ 6677025 h 6677025"/>
                <a:gd name="connsiteX3" fmla="*/ 0 w 12192000"/>
                <a:gd name="connsiteY3" fmla="*/ 6677025 h 667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677025">
                  <a:moveTo>
                    <a:pt x="0" y="0"/>
                  </a:moveTo>
                  <a:lnTo>
                    <a:pt x="12192000" y="0"/>
                  </a:lnTo>
                  <a:lnTo>
                    <a:pt x="12192000" y="6677025"/>
                  </a:lnTo>
                  <a:lnTo>
                    <a:pt x="0" y="6677025"/>
                  </a:lnTo>
                  <a:close/>
                </a:path>
              </a:pathLst>
            </a:custGeom>
            <a:noFill/>
            <a:ln w="1270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DEB66BF-BCDE-4B9D-9A2C-A92A0C9992A9}"/>
                </a:ext>
              </a:extLst>
            </p:cNvPr>
            <p:cNvSpPr/>
            <p:nvPr/>
          </p:nvSpPr>
          <p:spPr>
            <a:xfrm>
              <a:off x="0" y="90487"/>
              <a:ext cx="12188952" cy="6671947"/>
            </a:xfrm>
            <a:custGeom>
              <a:avLst/>
              <a:gdLst>
                <a:gd name="connsiteX0" fmla="*/ 0 w 12188952"/>
                <a:gd name="connsiteY0" fmla="*/ 0 h 6671947"/>
                <a:gd name="connsiteX1" fmla="*/ 12188952 w 12188952"/>
                <a:gd name="connsiteY1" fmla="*/ 0 h 6671947"/>
                <a:gd name="connsiteX2" fmla="*/ 12188952 w 12188952"/>
                <a:gd name="connsiteY2" fmla="*/ 6671947 h 6671947"/>
                <a:gd name="connsiteX3" fmla="*/ 0 w 12188952"/>
                <a:gd name="connsiteY3" fmla="*/ 6671947 h 667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8952" h="6671947">
                  <a:moveTo>
                    <a:pt x="0" y="0"/>
                  </a:moveTo>
                  <a:lnTo>
                    <a:pt x="12188952" y="0"/>
                  </a:lnTo>
                  <a:lnTo>
                    <a:pt x="12188952" y="6671947"/>
                  </a:lnTo>
                  <a:lnTo>
                    <a:pt x="0" y="6671947"/>
                  </a:lnTo>
                  <a:close/>
                </a:path>
              </a:pathLst>
            </a:custGeom>
            <a:noFill/>
            <a:ln w="13589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E5E5654-5639-3291-8376-977FA07B3D2F}"/>
                </a:ext>
              </a:extLst>
            </p:cNvPr>
            <p:cNvGrpSpPr/>
            <p:nvPr/>
          </p:nvGrpSpPr>
          <p:grpSpPr>
            <a:xfrm>
              <a:off x="651764" y="483619"/>
              <a:ext cx="11467592" cy="5759124"/>
              <a:chOff x="651764" y="483619"/>
              <a:chExt cx="11467592" cy="5759124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37FB016-F70C-627B-B55E-A9E4D62C98AC}"/>
                  </a:ext>
                </a:extLst>
              </p:cNvPr>
              <p:cNvSpPr/>
              <p:nvPr/>
            </p:nvSpPr>
            <p:spPr>
              <a:xfrm>
                <a:off x="651763" y="483619"/>
                <a:ext cx="11467592" cy="5759124"/>
              </a:xfrm>
              <a:custGeom>
                <a:avLst/>
                <a:gdLst>
                  <a:gd name="connsiteX0" fmla="*/ 0 w 11467592"/>
                  <a:gd name="connsiteY0" fmla="*/ 0 h 5759124"/>
                  <a:gd name="connsiteX1" fmla="*/ 11467592 w 11467592"/>
                  <a:gd name="connsiteY1" fmla="*/ 0 h 5759124"/>
                  <a:gd name="connsiteX2" fmla="*/ 11467592 w 11467592"/>
                  <a:gd name="connsiteY2" fmla="*/ 5759125 h 5759124"/>
                  <a:gd name="connsiteX3" fmla="*/ 0 w 11467592"/>
                  <a:gd name="connsiteY3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7592" h="5759124">
                    <a:moveTo>
                      <a:pt x="0" y="0"/>
                    </a:moveTo>
                    <a:lnTo>
                      <a:pt x="11467592" y="0"/>
                    </a:lnTo>
                    <a:lnTo>
                      <a:pt x="11467592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noFill/>
              <a:ln w="13589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6684719-277E-AC2C-994F-24567A3ED7D8}"/>
                  </a:ext>
                </a:extLst>
              </p:cNvPr>
              <p:cNvSpPr/>
              <p:nvPr/>
            </p:nvSpPr>
            <p:spPr>
              <a:xfrm>
                <a:off x="1172972" y="483619"/>
                <a:ext cx="10425175" cy="5759124"/>
              </a:xfrm>
              <a:custGeom>
                <a:avLst/>
                <a:gdLst>
                  <a:gd name="connsiteX0" fmla="*/ 0 w 10425175"/>
                  <a:gd name="connsiteY0" fmla="*/ 2362601 h 5759124"/>
                  <a:gd name="connsiteX1" fmla="*/ 131953 w 10425175"/>
                  <a:gd name="connsiteY1" fmla="*/ 2753067 h 5759124"/>
                  <a:gd name="connsiteX2" fmla="*/ 263906 w 10425175"/>
                  <a:gd name="connsiteY2" fmla="*/ 3094788 h 5759124"/>
                  <a:gd name="connsiteX3" fmla="*/ 395986 w 10425175"/>
                  <a:gd name="connsiteY3" fmla="*/ 3381672 h 5759124"/>
                  <a:gd name="connsiteX4" fmla="*/ 527939 w 10425175"/>
                  <a:gd name="connsiteY4" fmla="*/ 3609783 h 5759124"/>
                  <a:gd name="connsiteX5" fmla="*/ 659892 w 10425175"/>
                  <a:gd name="connsiteY5" fmla="*/ 3778105 h 5759124"/>
                  <a:gd name="connsiteX6" fmla="*/ 791845 w 10425175"/>
                  <a:gd name="connsiteY6" fmla="*/ 3890954 h 5759124"/>
                  <a:gd name="connsiteX7" fmla="*/ 923798 w 10425175"/>
                  <a:gd name="connsiteY7" fmla="*/ 3955566 h 5759124"/>
                  <a:gd name="connsiteX8" fmla="*/ 1055751 w 10425175"/>
                  <a:gd name="connsiteY8" fmla="*/ 3982478 h 5759124"/>
                  <a:gd name="connsiteX9" fmla="*/ 1187704 w 10425175"/>
                  <a:gd name="connsiteY9" fmla="*/ 3982478 h 5759124"/>
                  <a:gd name="connsiteX10" fmla="*/ 1319657 w 10425175"/>
                  <a:gd name="connsiteY10" fmla="*/ 3966229 h 5759124"/>
                  <a:gd name="connsiteX11" fmla="*/ 1451610 w 10425175"/>
                  <a:gd name="connsiteY11" fmla="*/ 3942365 h 5759124"/>
                  <a:gd name="connsiteX12" fmla="*/ 1583563 w 10425175"/>
                  <a:gd name="connsiteY12" fmla="*/ 3917738 h 5759124"/>
                  <a:gd name="connsiteX13" fmla="*/ 1715516 w 10425175"/>
                  <a:gd name="connsiteY13" fmla="*/ 3897301 h 5759124"/>
                  <a:gd name="connsiteX14" fmla="*/ 1847469 w 10425175"/>
                  <a:gd name="connsiteY14" fmla="*/ 3891335 h 5759124"/>
                  <a:gd name="connsiteX15" fmla="*/ 1979549 w 10425175"/>
                  <a:gd name="connsiteY15" fmla="*/ 3909360 h 5759124"/>
                  <a:gd name="connsiteX16" fmla="*/ 2111502 w 10425175"/>
                  <a:gd name="connsiteY16" fmla="*/ 3941095 h 5759124"/>
                  <a:gd name="connsiteX17" fmla="*/ 2243455 w 10425175"/>
                  <a:gd name="connsiteY17" fmla="*/ 3977019 h 5759124"/>
                  <a:gd name="connsiteX18" fmla="*/ 2375408 w 10425175"/>
                  <a:gd name="connsiteY18" fmla="*/ 4013070 h 5759124"/>
                  <a:gd name="connsiteX19" fmla="*/ 2507361 w 10425175"/>
                  <a:gd name="connsiteY19" fmla="*/ 4051152 h 5759124"/>
                  <a:gd name="connsiteX20" fmla="*/ 2639314 w 10425175"/>
                  <a:gd name="connsiteY20" fmla="*/ 4110686 h 5759124"/>
                  <a:gd name="connsiteX21" fmla="*/ 2771267 w 10425175"/>
                  <a:gd name="connsiteY21" fmla="*/ 4193832 h 5759124"/>
                  <a:gd name="connsiteX22" fmla="*/ 2903220 w 10425175"/>
                  <a:gd name="connsiteY22" fmla="*/ 4228994 h 5759124"/>
                  <a:gd name="connsiteX23" fmla="*/ 3035173 w 10425175"/>
                  <a:gd name="connsiteY23" fmla="*/ 4268219 h 5759124"/>
                  <a:gd name="connsiteX24" fmla="*/ 3167126 w 10425175"/>
                  <a:gd name="connsiteY24" fmla="*/ 4301731 h 5759124"/>
                  <a:gd name="connsiteX25" fmla="*/ 3299079 w 10425175"/>
                  <a:gd name="connsiteY25" fmla="*/ 4292083 h 5759124"/>
                  <a:gd name="connsiteX26" fmla="*/ 3431032 w 10425175"/>
                  <a:gd name="connsiteY26" fmla="*/ 4270758 h 5759124"/>
                  <a:gd name="connsiteX27" fmla="*/ 3562985 w 10425175"/>
                  <a:gd name="connsiteY27" fmla="*/ 4210715 h 5759124"/>
                  <a:gd name="connsiteX28" fmla="*/ 3695065 w 10425175"/>
                  <a:gd name="connsiteY28" fmla="*/ 4157654 h 5759124"/>
                  <a:gd name="connsiteX29" fmla="*/ 3827018 w 10425175"/>
                  <a:gd name="connsiteY29" fmla="*/ 4072985 h 5759124"/>
                  <a:gd name="connsiteX30" fmla="*/ 3958971 w 10425175"/>
                  <a:gd name="connsiteY30" fmla="*/ 3954678 h 5759124"/>
                  <a:gd name="connsiteX31" fmla="*/ 4090924 w 10425175"/>
                  <a:gd name="connsiteY31" fmla="*/ 3878895 h 5759124"/>
                  <a:gd name="connsiteX32" fmla="*/ 4222877 w 10425175"/>
                  <a:gd name="connsiteY32" fmla="*/ 3853634 h 5759124"/>
                  <a:gd name="connsiteX33" fmla="*/ 4354830 w 10425175"/>
                  <a:gd name="connsiteY33" fmla="*/ 3833324 h 5759124"/>
                  <a:gd name="connsiteX34" fmla="*/ 4486783 w 10425175"/>
                  <a:gd name="connsiteY34" fmla="*/ 3778993 h 5759124"/>
                  <a:gd name="connsiteX35" fmla="*/ 4618736 w 10425175"/>
                  <a:gd name="connsiteY35" fmla="*/ 3673125 h 5759124"/>
                  <a:gd name="connsiteX36" fmla="*/ 4750689 w 10425175"/>
                  <a:gd name="connsiteY36" fmla="*/ 3533238 h 5759124"/>
                  <a:gd name="connsiteX37" fmla="*/ 4882642 w 10425175"/>
                  <a:gd name="connsiteY37" fmla="*/ 3404014 h 5759124"/>
                  <a:gd name="connsiteX38" fmla="*/ 5014595 w 10425175"/>
                  <a:gd name="connsiteY38" fmla="*/ 3339021 h 5759124"/>
                  <a:gd name="connsiteX39" fmla="*/ 5146548 w 10425175"/>
                  <a:gd name="connsiteY39" fmla="*/ 3431305 h 5759124"/>
                  <a:gd name="connsiteX40" fmla="*/ 5278628 w 10425175"/>
                  <a:gd name="connsiteY40" fmla="*/ 3602420 h 5759124"/>
                  <a:gd name="connsiteX41" fmla="*/ 5410581 w 10425175"/>
                  <a:gd name="connsiteY41" fmla="*/ 3690897 h 5759124"/>
                  <a:gd name="connsiteX42" fmla="*/ 5542535 w 10425175"/>
                  <a:gd name="connsiteY42" fmla="*/ 3648753 h 5759124"/>
                  <a:gd name="connsiteX43" fmla="*/ 5674487 w 10425175"/>
                  <a:gd name="connsiteY43" fmla="*/ 3610925 h 5759124"/>
                  <a:gd name="connsiteX44" fmla="*/ 5806440 w 10425175"/>
                  <a:gd name="connsiteY44" fmla="*/ 3553421 h 5759124"/>
                  <a:gd name="connsiteX45" fmla="*/ 5938393 w 10425175"/>
                  <a:gd name="connsiteY45" fmla="*/ 3416580 h 5759124"/>
                  <a:gd name="connsiteX46" fmla="*/ 6070347 w 10425175"/>
                  <a:gd name="connsiteY46" fmla="*/ 3208400 h 5759124"/>
                  <a:gd name="connsiteX47" fmla="*/ 6202299 w 10425175"/>
                  <a:gd name="connsiteY47" fmla="*/ 2942461 h 5759124"/>
                  <a:gd name="connsiteX48" fmla="*/ 6334252 w 10425175"/>
                  <a:gd name="connsiteY48" fmla="*/ 2527495 h 5759124"/>
                  <a:gd name="connsiteX49" fmla="*/ 6466205 w 10425175"/>
                  <a:gd name="connsiteY49" fmla="*/ 2029257 h 5759124"/>
                  <a:gd name="connsiteX50" fmla="*/ 6598159 w 10425175"/>
                  <a:gd name="connsiteY50" fmla="*/ 1580779 h 5759124"/>
                  <a:gd name="connsiteX51" fmla="*/ 6730111 w 10425175"/>
                  <a:gd name="connsiteY51" fmla="*/ 1297069 h 5759124"/>
                  <a:gd name="connsiteX52" fmla="*/ 6862191 w 10425175"/>
                  <a:gd name="connsiteY52" fmla="*/ 937830 h 5759124"/>
                  <a:gd name="connsiteX53" fmla="*/ 6994144 w 10425175"/>
                  <a:gd name="connsiteY53" fmla="*/ 618831 h 5759124"/>
                  <a:gd name="connsiteX54" fmla="*/ 7126097 w 10425175"/>
                  <a:gd name="connsiteY54" fmla="*/ 451651 h 5759124"/>
                  <a:gd name="connsiteX55" fmla="*/ 7258050 w 10425175"/>
                  <a:gd name="connsiteY55" fmla="*/ 265050 h 5759124"/>
                  <a:gd name="connsiteX56" fmla="*/ 7390003 w 10425175"/>
                  <a:gd name="connsiteY56" fmla="*/ 88096 h 5759124"/>
                  <a:gd name="connsiteX57" fmla="*/ 7521956 w 10425175"/>
                  <a:gd name="connsiteY57" fmla="*/ 0 h 5759124"/>
                  <a:gd name="connsiteX58" fmla="*/ 7653910 w 10425175"/>
                  <a:gd name="connsiteY58" fmla="*/ 35924 h 5759124"/>
                  <a:gd name="connsiteX59" fmla="*/ 7785862 w 10425175"/>
                  <a:gd name="connsiteY59" fmla="*/ 118054 h 5759124"/>
                  <a:gd name="connsiteX60" fmla="*/ 7917815 w 10425175"/>
                  <a:gd name="connsiteY60" fmla="*/ 206785 h 5759124"/>
                  <a:gd name="connsiteX61" fmla="*/ 8049768 w 10425175"/>
                  <a:gd name="connsiteY61" fmla="*/ 298816 h 5759124"/>
                  <a:gd name="connsiteX62" fmla="*/ 8181722 w 10425175"/>
                  <a:gd name="connsiteY62" fmla="*/ 418266 h 5759124"/>
                  <a:gd name="connsiteX63" fmla="*/ 8313674 w 10425175"/>
                  <a:gd name="connsiteY63" fmla="*/ 570213 h 5759124"/>
                  <a:gd name="connsiteX64" fmla="*/ 8445627 w 10425175"/>
                  <a:gd name="connsiteY64" fmla="*/ 747801 h 5759124"/>
                  <a:gd name="connsiteX65" fmla="*/ 8577707 w 10425175"/>
                  <a:gd name="connsiteY65" fmla="*/ 944685 h 5759124"/>
                  <a:gd name="connsiteX66" fmla="*/ 8709660 w 10425175"/>
                  <a:gd name="connsiteY66" fmla="*/ 1153754 h 5759124"/>
                  <a:gd name="connsiteX67" fmla="*/ 8841613 w 10425175"/>
                  <a:gd name="connsiteY67" fmla="*/ 1366886 h 5759124"/>
                  <a:gd name="connsiteX68" fmla="*/ 8973566 w 10425175"/>
                  <a:gd name="connsiteY68" fmla="*/ 1577860 h 5759124"/>
                  <a:gd name="connsiteX69" fmla="*/ 9105519 w 10425175"/>
                  <a:gd name="connsiteY69" fmla="*/ 1781979 h 5759124"/>
                  <a:gd name="connsiteX70" fmla="*/ 9237472 w 10425175"/>
                  <a:gd name="connsiteY70" fmla="*/ 1973277 h 5759124"/>
                  <a:gd name="connsiteX71" fmla="*/ 9369425 w 10425175"/>
                  <a:gd name="connsiteY71" fmla="*/ 2147311 h 5759124"/>
                  <a:gd name="connsiteX72" fmla="*/ 9501378 w 10425175"/>
                  <a:gd name="connsiteY72" fmla="*/ 2301543 h 5759124"/>
                  <a:gd name="connsiteX73" fmla="*/ 9633331 w 10425175"/>
                  <a:gd name="connsiteY73" fmla="*/ 2434956 h 5759124"/>
                  <a:gd name="connsiteX74" fmla="*/ 9765284 w 10425175"/>
                  <a:gd name="connsiteY74" fmla="*/ 2547806 h 5759124"/>
                  <a:gd name="connsiteX75" fmla="*/ 9897237 w 10425175"/>
                  <a:gd name="connsiteY75" fmla="*/ 2641360 h 5759124"/>
                  <a:gd name="connsiteX76" fmla="*/ 10029190 w 10425175"/>
                  <a:gd name="connsiteY76" fmla="*/ 2717016 h 5759124"/>
                  <a:gd name="connsiteX77" fmla="*/ 10161270 w 10425175"/>
                  <a:gd name="connsiteY77" fmla="*/ 2776424 h 5759124"/>
                  <a:gd name="connsiteX78" fmla="*/ 10293223 w 10425175"/>
                  <a:gd name="connsiteY78" fmla="*/ 2820853 h 5759124"/>
                  <a:gd name="connsiteX79" fmla="*/ 10425176 w 10425175"/>
                  <a:gd name="connsiteY79" fmla="*/ 2851953 h 5759124"/>
                  <a:gd name="connsiteX80" fmla="*/ 10425176 w 10425175"/>
                  <a:gd name="connsiteY80" fmla="*/ 5759125 h 5759124"/>
                  <a:gd name="connsiteX81" fmla="*/ 10293223 w 10425175"/>
                  <a:gd name="connsiteY81" fmla="*/ 5759125 h 5759124"/>
                  <a:gd name="connsiteX82" fmla="*/ 10161270 w 10425175"/>
                  <a:gd name="connsiteY82" fmla="*/ 5759125 h 5759124"/>
                  <a:gd name="connsiteX83" fmla="*/ 10029190 w 10425175"/>
                  <a:gd name="connsiteY83" fmla="*/ 5759125 h 5759124"/>
                  <a:gd name="connsiteX84" fmla="*/ 9897237 w 10425175"/>
                  <a:gd name="connsiteY84" fmla="*/ 5759125 h 5759124"/>
                  <a:gd name="connsiteX85" fmla="*/ 9765284 w 10425175"/>
                  <a:gd name="connsiteY85" fmla="*/ 5759125 h 5759124"/>
                  <a:gd name="connsiteX86" fmla="*/ 9633331 w 10425175"/>
                  <a:gd name="connsiteY86" fmla="*/ 5759125 h 5759124"/>
                  <a:gd name="connsiteX87" fmla="*/ 9501378 w 10425175"/>
                  <a:gd name="connsiteY87" fmla="*/ 5759125 h 5759124"/>
                  <a:gd name="connsiteX88" fmla="*/ 9369425 w 10425175"/>
                  <a:gd name="connsiteY88" fmla="*/ 5759125 h 5759124"/>
                  <a:gd name="connsiteX89" fmla="*/ 9237472 w 10425175"/>
                  <a:gd name="connsiteY89" fmla="*/ 5562622 h 5759124"/>
                  <a:gd name="connsiteX90" fmla="*/ 9105519 w 10425175"/>
                  <a:gd name="connsiteY90" fmla="*/ 5143595 h 5759124"/>
                  <a:gd name="connsiteX91" fmla="*/ 8973566 w 10425175"/>
                  <a:gd name="connsiteY91" fmla="*/ 4775089 h 5759124"/>
                  <a:gd name="connsiteX92" fmla="*/ 8841613 w 10425175"/>
                  <a:gd name="connsiteY92" fmla="*/ 4450885 h 5759124"/>
                  <a:gd name="connsiteX93" fmla="*/ 8709660 w 10425175"/>
                  <a:gd name="connsiteY93" fmla="*/ 4158416 h 5759124"/>
                  <a:gd name="connsiteX94" fmla="*/ 8577707 w 10425175"/>
                  <a:gd name="connsiteY94" fmla="*/ 3888796 h 5759124"/>
                  <a:gd name="connsiteX95" fmla="*/ 8445627 w 10425175"/>
                  <a:gd name="connsiteY95" fmla="*/ 3644310 h 5759124"/>
                  <a:gd name="connsiteX96" fmla="*/ 8313674 w 10425175"/>
                  <a:gd name="connsiteY96" fmla="*/ 3429147 h 5759124"/>
                  <a:gd name="connsiteX97" fmla="*/ 8181722 w 10425175"/>
                  <a:gd name="connsiteY97" fmla="*/ 3247116 h 5759124"/>
                  <a:gd name="connsiteX98" fmla="*/ 8049768 w 10425175"/>
                  <a:gd name="connsiteY98" fmla="*/ 3102532 h 5759124"/>
                  <a:gd name="connsiteX99" fmla="*/ 7917815 w 10425175"/>
                  <a:gd name="connsiteY99" fmla="*/ 2969753 h 5759124"/>
                  <a:gd name="connsiteX100" fmla="*/ 7785862 w 10425175"/>
                  <a:gd name="connsiteY100" fmla="*/ 2836593 h 5759124"/>
                  <a:gd name="connsiteX101" fmla="*/ 7653910 w 10425175"/>
                  <a:gd name="connsiteY101" fmla="*/ 2753194 h 5759124"/>
                  <a:gd name="connsiteX102" fmla="*/ 7521956 w 10425175"/>
                  <a:gd name="connsiteY102" fmla="*/ 2734788 h 5759124"/>
                  <a:gd name="connsiteX103" fmla="*/ 7390003 w 10425175"/>
                  <a:gd name="connsiteY103" fmla="*/ 2794195 h 5759124"/>
                  <a:gd name="connsiteX104" fmla="*/ 7258050 w 10425175"/>
                  <a:gd name="connsiteY104" fmla="*/ 2941953 h 5759124"/>
                  <a:gd name="connsiteX105" fmla="*/ 7126097 w 10425175"/>
                  <a:gd name="connsiteY105" fmla="*/ 3145564 h 5759124"/>
                  <a:gd name="connsiteX106" fmla="*/ 6994144 w 10425175"/>
                  <a:gd name="connsiteY106" fmla="*/ 3335212 h 5759124"/>
                  <a:gd name="connsiteX107" fmla="*/ 6862191 w 10425175"/>
                  <a:gd name="connsiteY107" fmla="*/ 3652688 h 5759124"/>
                  <a:gd name="connsiteX108" fmla="*/ 6730111 w 10425175"/>
                  <a:gd name="connsiteY108" fmla="*/ 4056483 h 5759124"/>
                  <a:gd name="connsiteX109" fmla="*/ 6598159 w 10425175"/>
                  <a:gd name="connsiteY109" fmla="*/ 4356823 h 5759124"/>
                  <a:gd name="connsiteX110" fmla="*/ 6466205 w 10425175"/>
                  <a:gd name="connsiteY110" fmla="*/ 4793368 h 5759124"/>
                  <a:gd name="connsiteX111" fmla="*/ 6334252 w 10425175"/>
                  <a:gd name="connsiteY111" fmla="*/ 5339589 h 5759124"/>
                  <a:gd name="connsiteX112" fmla="*/ 6202299 w 10425175"/>
                  <a:gd name="connsiteY112" fmla="*/ 5759125 h 5759124"/>
                  <a:gd name="connsiteX113" fmla="*/ 6070347 w 10425175"/>
                  <a:gd name="connsiteY113" fmla="*/ 5759125 h 5759124"/>
                  <a:gd name="connsiteX114" fmla="*/ 5938393 w 10425175"/>
                  <a:gd name="connsiteY114" fmla="*/ 5759125 h 5759124"/>
                  <a:gd name="connsiteX115" fmla="*/ 5806440 w 10425175"/>
                  <a:gd name="connsiteY115" fmla="*/ 5759125 h 5759124"/>
                  <a:gd name="connsiteX116" fmla="*/ 5674487 w 10425175"/>
                  <a:gd name="connsiteY116" fmla="*/ 5759125 h 5759124"/>
                  <a:gd name="connsiteX117" fmla="*/ 5542535 w 10425175"/>
                  <a:gd name="connsiteY117" fmla="*/ 5759125 h 5759124"/>
                  <a:gd name="connsiteX118" fmla="*/ 5410581 w 10425175"/>
                  <a:gd name="connsiteY118" fmla="*/ 5759125 h 5759124"/>
                  <a:gd name="connsiteX119" fmla="*/ 5278628 w 10425175"/>
                  <a:gd name="connsiteY119" fmla="*/ 5759125 h 5759124"/>
                  <a:gd name="connsiteX120" fmla="*/ 5146548 w 10425175"/>
                  <a:gd name="connsiteY120" fmla="*/ 5759125 h 5759124"/>
                  <a:gd name="connsiteX121" fmla="*/ 5014595 w 10425175"/>
                  <a:gd name="connsiteY121" fmla="*/ 5759125 h 5759124"/>
                  <a:gd name="connsiteX122" fmla="*/ 4882642 w 10425175"/>
                  <a:gd name="connsiteY122" fmla="*/ 5759125 h 5759124"/>
                  <a:gd name="connsiteX123" fmla="*/ 4750689 w 10425175"/>
                  <a:gd name="connsiteY123" fmla="*/ 5759125 h 5759124"/>
                  <a:gd name="connsiteX124" fmla="*/ 4618736 w 10425175"/>
                  <a:gd name="connsiteY124" fmla="*/ 5759125 h 5759124"/>
                  <a:gd name="connsiteX125" fmla="*/ 4486783 w 10425175"/>
                  <a:gd name="connsiteY125" fmla="*/ 5759125 h 5759124"/>
                  <a:gd name="connsiteX126" fmla="*/ 4354830 w 10425175"/>
                  <a:gd name="connsiteY126" fmla="*/ 5759125 h 5759124"/>
                  <a:gd name="connsiteX127" fmla="*/ 4222877 w 10425175"/>
                  <a:gd name="connsiteY127" fmla="*/ 5759125 h 5759124"/>
                  <a:gd name="connsiteX128" fmla="*/ 4090924 w 10425175"/>
                  <a:gd name="connsiteY128" fmla="*/ 5759125 h 5759124"/>
                  <a:gd name="connsiteX129" fmla="*/ 3958971 w 10425175"/>
                  <a:gd name="connsiteY129" fmla="*/ 5759125 h 5759124"/>
                  <a:gd name="connsiteX130" fmla="*/ 3827018 w 10425175"/>
                  <a:gd name="connsiteY130" fmla="*/ 5759125 h 5759124"/>
                  <a:gd name="connsiteX131" fmla="*/ 3695065 w 10425175"/>
                  <a:gd name="connsiteY131" fmla="*/ 5759125 h 5759124"/>
                  <a:gd name="connsiteX132" fmla="*/ 3562985 w 10425175"/>
                  <a:gd name="connsiteY132" fmla="*/ 5759125 h 5759124"/>
                  <a:gd name="connsiteX133" fmla="*/ 3431032 w 10425175"/>
                  <a:gd name="connsiteY133" fmla="*/ 5759125 h 5759124"/>
                  <a:gd name="connsiteX134" fmla="*/ 3299079 w 10425175"/>
                  <a:gd name="connsiteY134" fmla="*/ 5759125 h 5759124"/>
                  <a:gd name="connsiteX135" fmla="*/ 3167126 w 10425175"/>
                  <a:gd name="connsiteY135" fmla="*/ 5759125 h 5759124"/>
                  <a:gd name="connsiteX136" fmla="*/ 3035173 w 10425175"/>
                  <a:gd name="connsiteY136" fmla="*/ 5759125 h 5759124"/>
                  <a:gd name="connsiteX137" fmla="*/ 2903220 w 10425175"/>
                  <a:gd name="connsiteY137" fmla="*/ 5759125 h 5759124"/>
                  <a:gd name="connsiteX138" fmla="*/ 2771267 w 10425175"/>
                  <a:gd name="connsiteY138" fmla="*/ 5759125 h 5759124"/>
                  <a:gd name="connsiteX139" fmla="*/ 2639314 w 10425175"/>
                  <a:gd name="connsiteY139" fmla="*/ 5759125 h 5759124"/>
                  <a:gd name="connsiteX140" fmla="*/ 2507361 w 10425175"/>
                  <a:gd name="connsiteY140" fmla="*/ 5759125 h 5759124"/>
                  <a:gd name="connsiteX141" fmla="*/ 2375408 w 10425175"/>
                  <a:gd name="connsiteY141" fmla="*/ 5759125 h 5759124"/>
                  <a:gd name="connsiteX142" fmla="*/ 2243455 w 10425175"/>
                  <a:gd name="connsiteY142" fmla="*/ 5759125 h 5759124"/>
                  <a:gd name="connsiteX143" fmla="*/ 2111502 w 10425175"/>
                  <a:gd name="connsiteY143" fmla="*/ 5759125 h 5759124"/>
                  <a:gd name="connsiteX144" fmla="*/ 1979549 w 10425175"/>
                  <a:gd name="connsiteY144" fmla="*/ 5759125 h 5759124"/>
                  <a:gd name="connsiteX145" fmla="*/ 1847469 w 10425175"/>
                  <a:gd name="connsiteY145" fmla="*/ 5759125 h 5759124"/>
                  <a:gd name="connsiteX146" fmla="*/ 1715516 w 10425175"/>
                  <a:gd name="connsiteY146" fmla="*/ 5759125 h 5759124"/>
                  <a:gd name="connsiteX147" fmla="*/ 1583563 w 10425175"/>
                  <a:gd name="connsiteY147" fmla="*/ 5759125 h 5759124"/>
                  <a:gd name="connsiteX148" fmla="*/ 1451610 w 10425175"/>
                  <a:gd name="connsiteY148" fmla="*/ 5759125 h 5759124"/>
                  <a:gd name="connsiteX149" fmla="*/ 1319657 w 10425175"/>
                  <a:gd name="connsiteY149" fmla="*/ 5759125 h 5759124"/>
                  <a:gd name="connsiteX150" fmla="*/ 1187704 w 10425175"/>
                  <a:gd name="connsiteY150" fmla="*/ 5759125 h 5759124"/>
                  <a:gd name="connsiteX151" fmla="*/ 1055751 w 10425175"/>
                  <a:gd name="connsiteY151" fmla="*/ 5759125 h 5759124"/>
                  <a:gd name="connsiteX152" fmla="*/ 923798 w 10425175"/>
                  <a:gd name="connsiteY152" fmla="*/ 5759125 h 5759124"/>
                  <a:gd name="connsiteX153" fmla="*/ 791845 w 10425175"/>
                  <a:gd name="connsiteY153" fmla="*/ 5759125 h 5759124"/>
                  <a:gd name="connsiteX154" fmla="*/ 659892 w 10425175"/>
                  <a:gd name="connsiteY154" fmla="*/ 5759125 h 5759124"/>
                  <a:gd name="connsiteX155" fmla="*/ 527939 w 10425175"/>
                  <a:gd name="connsiteY155" fmla="*/ 5759125 h 5759124"/>
                  <a:gd name="connsiteX156" fmla="*/ 395986 w 10425175"/>
                  <a:gd name="connsiteY156" fmla="*/ 5759125 h 5759124"/>
                  <a:gd name="connsiteX157" fmla="*/ 263906 w 10425175"/>
                  <a:gd name="connsiteY157" fmla="*/ 5759125 h 5759124"/>
                  <a:gd name="connsiteX158" fmla="*/ 131953 w 10425175"/>
                  <a:gd name="connsiteY158" fmla="*/ 5759125 h 5759124"/>
                  <a:gd name="connsiteX159" fmla="*/ 0 w 10425175"/>
                  <a:gd name="connsiteY159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10425175" h="5759124">
                    <a:moveTo>
                      <a:pt x="0" y="2362601"/>
                    </a:moveTo>
                    <a:lnTo>
                      <a:pt x="131953" y="2753067"/>
                    </a:lnTo>
                    <a:lnTo>
                      <a:pt x="263906" y="3094788"/>
                    </a:lnTo>
                    <a:lnTo>
                      <a:pt x="395986" y="3381672"/>
                    </a:lnTo>
                    <a:lnTo>
                      <a:pt x="527939" y="3609783"/>
                    </a:lnTo>
                    <a:lnTo>
                      <a:pt x="659892" y="3778105"/>
                    </a:lnTo>
                    <a:lnTo>
                      <a:pt x="791845" y="3890954"/>
                    </a:lnTo>
                    <a:lnTo>
                      <a:pt x="923798" y="3955566"/>
                    </a:lnTo>
                    <a:lnTo>
                      <a:pt x="1055751" y="3982478"/>
                    </a:lnTo>
                    <a:lnTo>
                      <a:pt x="1187704" y="3982478"/>
                    </a:lnTo>
                    <a:lnTo>
                      <a:pt x="1319657" y="3966229"/>
                    </a:lnTo>
                    <a:lnTo>
                      <a:pt x="1451610" y="3942365"/>
                    </a:lnTo>
                    <a:lnTo>
                      <a:pt x="1583563" y="3917738"/>
                    </a:lnTo>
                    <a:lnTo>
                      <a:pt x="1715516" y="3897301"/>
                    </a:lnTo>
                    <a:lnTo>
                      <a:pt x="1847469" y="3891335"/>
                    </a:lnTo>
                    <a:lnTo>
                      <a:pt x="1979549" y="3909360"/>
                    </a:lnTo>
                    <a:lnTo>
                      <a:pt x="2111502" y="3941095"/>
                    </a:lnTo>
                    <a:lnTo>
                      <a:pt x="2243455" y="3977019"/>
                    </a:lnTo>
                    <a:lnTo>
                      <a:pt x="2375408" y="4013070"/>
                    </a:lnTo>
                    <a:lnTo>
                      <a:pt x="2507361" y="4051152"/>
                    </a:lnTo>
                    <a:lnTo>
                      <a:pt x="2639314" y="4110686"/>
                    </a:lnTo>
                    <a:lnTo>
                      <a:pt x="2771267" y="4193832"/>
                    </a:lnTo>
                    <a:lnTo>
                      <a:pt x="2903220" y="4228994"/>
                    </a:lnTo>
                    <a:lnTo>
                      <a:pt x="3035173" y="4268219"/>
                    </a:lnTo>
                    <a:lnTo>
                      <a:pt x="3167126" y="4301731"/>
                    </a:lnTo>
                    <a:lnTo>
                      <a:pt x="3299079" y="4292083"/>
                    </a:lnTo>
                    <a:lnTo>
                      <a:pt x="3431032" y="4270758"/>
                    </a:lnTo>
                    <a:lnTo>
                      <a:pt x="3562985" y="4210715"/>
                    </a:lnTo>
                    <a:lnTo>
                      <a:pt x="3695065" y="4157654"/>
                    </a:lnTo>
                    <a:lnTo>
                      <a:pt x="3827018" y="4072985"/>
                    </a:lnTo>
                    <a:lnTo>
                      <a:pt x="3958971" y="3954678"/>
                    </a:lnTo>
                    <a:lnTo>
                      <a:pt x="4090924" y="3878895"/>
                    </a:lnTo>
                    <a:lnTo>
                      <a:pt x="4222877" y="3853634"/>
                    </a:lnTo>
                    <a:lnTo>
                      <a:pt x="4354830" y="3833324"/>
                    </a:lnTo>
                    <a:lnTo>
                      <a:pt x="4486783" y="3778993"/>
                    </a:lnTo>
                    <a:lnTo>
                      <a:pt x="4618736" y="3673125"/>
                    </a:lnTo>
                    <a:lnTo>
                      <a:pt x="4750689" y="3533238"/>
                    </a:lnTo>
                    <a:lnTo>
                      <a:pt x="4882642" y="3404014"/>
                    </a:lnTo>
                    <a:lnTo>
                      <a:pt x="5014595" y="3339021"/>
                    </a:lnTo>
                    <a:lnTo>
                      <a:pt x="5146548" y="3431305"/>
                    </a:lnTo>
                    <a:lnTo>
                      <a:pt x="5278628" y="3602420"/>
                    </a:lnTo>
                    <a:lnTo>
                      <a:pt x="5410581" y="3690897"/>
                    </a:lnTo>
                    <a:lnTo>
                      <a:pt x="5542535" y="3648753"/>
                    </a:lnTo>
                    <a:lnTo>
                      <a:pt x="5674487" y="3610925"/>
                    </a:lnTo>
                    <a:lnTo>
                      <a:pt x="5806440" y="3553421"/>
                    </a:lnTo>
                    <a:lnTo>
                      <a:pt x="5938393" y="3416580"/>
                    </a:lnTo>
                    <a:lnTo>
                      <a:pt x="6070347" y="3208400"/>
                    </a:lnTo>
                    <a:lnTo>
                      <a:pt x="6202299" y="2942461"/>
                    </a:lnTo>
                    <a:lnTo>
                      <a:pt x="6334252" y="2527495"/>
                    </a:lnTo>
                    <a:lnTo>
                      <a:pt x="6466205" y="2029257"/>
                    </a:lnTo>
                    <a:lnTo>
                      <a:pt x="6598159" y="1580779"/>
                    </a:lnTo>
                    <a:lnTo>
                      <a:pt x="6730111" y="1297069"/>
                    </a:lnTo>
                    <a:lnTo>
                      <a:pt x="6862191" y="937830"/>
                    </a:lnTo>
                    <a:lnTo>
                      <a:pt x="6994144" y="618831"/>
                    </a:lnTo>
                    <a:lnTo>
                      <a:pt x="7126097" y="451651"/>
                    </a:lnTo>
                    <a:lnTo>
                      <a:pt x="7258050" y="265050"/>
                    </a:lnTo>
                    <a:lnTo>
                      <a:pt x="7390003" y="88096"/>
                    </a:lnTo>
                    <a:lnTo>
                      <a:pt x="7521956" y="0"/>
                    </a:lnTo>
                    <a:lnTo>
                      <a:pt x="7653910" y="35924"/>
                    </a:lnTo>
                    <a:lnTo>
                      <a:pt x="7785862" y="118054"/>
                    </a:lnTo>
                    <a:lnTo>
                      <a:pt x="7917815" y="206785"/>
                    </a:lnTo>
                    <a:lnTo>
                      <a:pt x="8049768" y="298816"/>
                    </a:lnTo>
                    <a:lnTo>
                      <a:pt x="8181722" y="418266"/>
                    </a:lnTo>
                    <a:lnTo>
                      <a:pt x="8313674" y="570213"/>
                    </a:lnTo>
                    <a:lnTo>
                      <a:pt x="8445627" y="747801"/>
                    </a:lnTo>
                    <a:lnTo>
                      <a:pt x="8577707" y="944685"/>
                    </a:lnTo>
                    <a:lnTo>
                      <a:pt x="8709660" y="1153754"/>
                    </a:lnTo>
                    <a:lnTo>
                      <a:pt x="8841613" y="1366886"/>
                    </a:lnTo>
                    <a:lnTo>
                      <a:pt x="8973566" y="1577860"/>
                    </a:lnTo>
                    <a:lnTo>
                      <a:pt x="9105519" y="1781979"/>
                    </a:lnTo>
                    <a:lnTo>
                      <a:pt x="9237472" y="1973277"/>
                    </a:lnTo>
                    <a:lnTo>
                      <a:pt x="9369425" y="2147311"/>
                    </a:lnTo>
                    <a:lnTo>
                      <a:pt x="9501378" y="2301543"/>
                    </a:lnTo>
                    <a:lnTo>
                      <a:pt x="9633331" y="2434956"/>
                    </a:lnTo>
                    <a:lnTo>
                      <a:pt x="9765284" y="2547806"/>
                    </a:lnTo>
                    <a:lnTo>
                      <a:pt x="9897237" y="2641360"/>
                    </a:lnTo>
                    <a:lnTo>
                      <a:pt x="10029190" y="2717016"/>
                    </a:lnTo>
                    <a:lnTo>
                      <a:pt x="10161270" y="2776424"/>
                    </a:lnTo>
                    <a:lnTo>
                      <a:pt x="10293223" y="2820853"/>
                    </a:lnTo>
                    <a:lnTo>
                      <a:pt x="10425176" y="2851953"/>
                    </a:lnTo>
                    <a:lnTo>
                      <a:pt x="10425176" y="5759125"/>
                    </a:lnTo>
                    <a:lnTo>
                      <a:pt x="10293223" y="5759125"/>
                    </a:lnTo>
                    <a:lnTo>
                      <a:pt x="10161270" y="5759125"/>
                    </a:lnTo>
                    <a:lnTo>
                      <a:pt x="10029190" y="5759125"/>
                    </a:lnTo>
                    <a:lnTo>
                      <a:pt x="9897237" y="5759125"/>
                    </a:lnTo>
                    <a:lnTo>
                      <a:pt x="9765284" y="5759125"/>
                    </a:lnTo>
                    <a:lnTo>
                      <a:pt x="9633331" y="5759125"/>
                    </a:lnTo>
                    <a:lnTo>
                      <a:pt x="9501378" y="5759125"/>
                    </a:lnTo>
                    <a:lnTo>
                      <a:pt x="9369425" y="5759125"/>
                    </a:lnTo>
                    <a:lnTo>
                      <a:pt x="9237472" y="5562622"/>
                    </a:lnTo>
                    <a:lnTo>
                      <a:pt x="9105519" y="5143595"/>
                    </a:lnTo>
                    <a:lnTo>
                      <a:pt x="8973566" y="4775089"/>
                    </a:lnTo>
                    <a:lnTo>
                      <a:pt x="8841613" y="4450885"/>
                    </a:lnTo>
                    <a:lnTo>
                      <a:pt x="8709660" y="4158416"/>
                    </a:lnTo>
                    <a:lnTo>
                      <a:pt x="8577707" y="3888796"/>
                    </a:lnTo>
                    <a:lnTo>
                      <a:pt x="8445627" y="3644310"/>
                    </a:lnTo>
                    <a:lnTo>
                      <a:pt x="8313674" y="3429147"/>
                    </a:lnTo>
                    <a:lnTo>
                      <a:pt x="8181722" y="3247116"/>
                    </a:lnTo>
                    <a:lnTo>
                      <a:pt x="8049768" y="3102532"/>
                    </a:lnTo>
                    <a:lnTo>
                      <a:pt x="7917815" y="2969753"/>
                    </a:lnTo>
                    <a:lnTo>
                      <a:pt x="7785862" y="2836593"/>
                    </a:lnTo>
                    <a:lnTo>
                      <a:pt x="7653910" y="2753194"/>
                    </a:lnTo>
                    <a:lnTo>
                      <a:pt x="7521956" y="2734788"/>
                    </a:lnTo>
                    <a:lnTo>
                      <a:pt x="7390003" y="2794195"/>
                    </a:lnTo>
                    <a:lnTo>
                      <a:pt x="7258050" y="2941953"/>
                    </a:lnTo>
                    <a:lnTo>
                      <a:pt x="7126097" y="3145564"/>
                    </a:lnTo>
                    <a:lnTo>
                      <a:pt x="6994144" y="3335212"/>
                    </a:lnTo>
                    <a:lnTo>
                      <a:pt x="6862191" y="3652688"/>
                    </a:lnTo>
                    <a:lnTo>
                      <a:pt x="6730111" y="4056483"/>
                    </a:lnTo>
                    <a:lnTo>
                      <a:pt x="6598159" y="4356823"/>
                    </a:lnTo>
                    <a:lnTo>
                      <a:pt x="6466205" y="4793368"/>
                    </a:lnTo>
                    <a:lnTo>
                      <a:pt x="6334252" y="5339589"/>
                    </a:lnTo>
                    <a:lnTo>
                      <a:pt x="6202299" y="5759125"/>
                    </a:lnTo>
                    <a:lnTo>
                      <a:pt x="6070347" y="5759125"/>
                    </a:lnTo>
                    <a:lnTo>
                      <a:pt x="5938393" y="5759125"/>
                    </a:lnTo>
                    <a:lnTo>
                      <a:pt x="5806440" y="5759125"/>
                    </a:lnTo>
                    <a:lnTo>
                      <a:pt x="5674487" y="5759125"/>
                    </a:lnTo>
                    <a:lnTo>
                      <a:pt x="5542535" y="5759125"/>
                    </a:lnTo>
                    <a:lnTo>
                      <a:pt x="5410581" y="5759125"/>
                    </a:lnTo>
                    <a:lnTo>
                      <a:pt x="5278628" y="5759125"/>
                    </a:lnTo>
                    <a:lnTo>
                      <a:pt x="5146548" y="5759125"/>
                    </a:lnTo>
                    <a:lnTo>
                      <a:pt x="5014595" y="5759125"/>
                    </a:lnTo>
                    <a:lnTo>
                      <a:pt x="4882642" y="5759125"/>
                    </a:lnTo>
                    <a:lnTo>
                      <a:pt x="4750689" y="5759125"/>
                    </a:lnTo>
                    <a:lnTo>
                      <a:pt x="4618736" y="5759125"/>
                    </a:lnTo>
                    <a:lnTo>
                      <a:pt x="4486783" y="5759125"/>
                    </a:lnTo>
                    <a:lnTo>
                      <a:pt x="4354830" y="5759125"/>
                    </a:lnTo>
                    <a:lnTo>
                      <a:pt x="4222877" y="5759125"/>
                    </a:lnTo>
                    <a:lnTo>
                      <a:pt x="4090924" y="5759125"/>
                    </a:lnTo>
                    <a:lnTo>
                      <a:pt x="3958971" y="5759125"/>
                    </a:lnTo>
                    <a:lnTo>
                      <a:pt x="3827018" y="5759125"/>
                    </a:lnTo>
                    <a:lnTo>
                      <a:pt x="3695065" y="5759125"/>
                    </a:lnTo>
                    <a:lnTo>
                      <a:pt x="3562985" y="5759125"/>
                    </a:lnTo>
                    <a:lnTo>
                      <a:pt x="3431032" y="5759125"/>
                    </a:lnTo>
                    <a:lnTo>
                      <a:pt x="3299079" y="5759125"/>
                    </a:lnTo>
                    <a:lnTo>
                      <a:pt x="3167126" y="5759125"/>
                    </a:lnTo>
                    <a:lnTo>
                      <a:pt x="3035173" y="5759125"/>
                    </a:lnTo>
                    <a:lnTo>
                      <a:pt x="2903220" y="5759125"/>
                    </a:lnTo>
                    <a:lnTo>
                      <a:pt x="2771267" y="5759125"/>
                    </a:lnTo>
                    <a:lnTo>
                      <a:pt x="2639314" y="5759125"/>
                    </a:lnTo>
                    <a:lnTo>
                      <a:pt x="2507361" y="5759125"/>
                    </a:lnTo>
                    <a:lnTo>
                      <a:pt x="2375408" y="5759125"/>
                    </a:lnTo>
                    <a:lnTo>
                      <a:pt x="2243455" y="5759125"/>
                    </a:lnTo>
                    <a:lnTo>
                      <a:pt x="2111502" y="5759125"/>
                    </a:lnTo>
                    <a:lnTo>
                      <a:pt x="1979549" y="5759125"/>
                    </a:lnTo>
                    <a:lnTo>
                      <a:pt x="1847469" y="5759125"/>
                    </a:lnTo>
                    <a:lnTo>
                      <a:pt x="1715516" y="5759125"/>
                    </a:lnTo>
                    <a:lnTo>
                      <a:pt x="1583563" y="5759125"/>
                    </a:lnTo>
                    <a:lnTo>
                      <a:pt x="1451610" y="5759125"/>
                    </a:lnTo>
                    <a:lnTo>
                      <a:pt x="1319657" y="5759125"/>
                    </a:lnTo>
                    <a:lnTo>
                      <a:pt x="1187704" y="5759125"/>
                    </a:lnTo>
                    <a:lnTo>
                      <a:pt x="1055751" y="5759125"/>
                    </a:lnTo>
                    <a:lnTo>
                      <a:pt x="923798" y="5759125"/>
                    </a:lnTo>
                    <a:lnTo>
                      <a:pt x="791845" y="5759125"/>
                    </a:lnTo>
                    <a:lnTo>
                      <a:pt x="659892" y="5759125"/>
                    </a:lnTo>
                    <a:lnTo>
                      <a:pt x="527939" y="5759125"/>
                    </a:lnTo>
                    <a:lnTo>
                      <a:pt x="395986" y="5759125"/>
                    </a:lnTo>
                    <a:lnTo>
                      <a:pt x="263906" y="5759125"/>
                    </a:lnTo>
                    <a:lnTo>
                      <a:pt x="131953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458ABEB-CF7D-673F-4ED3-02D8C02D1C4A}"/>
                  </a:ext>
                </a:extLst>
              </p:cNvPr>
              <p:cNvSpPr/>
              <p:nvPr/>
            </p:nvSpPr>
            <p:spPr>
              <a:xfrm>
                <a:off x="1172972" y="483619"/>
                <a:ext cx="10425175" cy="4301730"/>
              </a:xfrm>
              <a:custGeom>
                <a:avLst/>
                <a:gdLst>
                  <a:gd name="connsiteX0" fmla="*/ 0 w 10425175"/>
                  <a:gd name="connsiteY0" fmla="*/ 2362601 h 4301730"/>
                  <a:gd name="connsiteX1" fmla="*/ 131953 w 10425175"/>
                  <a:gd name="connsiteY1" fmla="*/ 2753067 h 4301730"/>
                  <a:gd name="connsiteX2" fmla="*/ 263906 w 10425175"/>
                  <a:gd name="connsiteY2" fmla="*/ 3094788 h 4301730"/>
                  <a:gd name="connsiteX3" fmla="*/ 395986 w 10425175"/>
                  <a:gd name="connsiteY3" fmla="*/ 3381672 h 4301730"/>
                  <a:gd name="connsiteX4" fmla="*/ 527939 w 10425175"/>
                  <a:gd name="connsiteY4" fmla="*/ 3609783 h 4301730"/>
                  <a:gd name="connsiteX5" fmla="*/ 659892 w 10425175"/>
                  <a:gd name="connsiteY5" fmla="*/ 3778105 h 4301730"/>
                  <a:gd name="connsiteX6" fmla="*/ 791845 w 10425175"/>
                  <a:gd name="connsiteY6" fmla="*/ 3890954 h 4301730"/>
                  <a:gd name="connsiteX7" fmla="*/ 923798 w 10425175"/>
                  <a:gd name="connsiteY7" fmla="*/ 3955566 h 4301730"/>
                  <a:gd name="connsiteX8" fmla="*/ 1055751 w 10425175"/>
                  <a:gd name="connsiteY8" fmla="*/ 3982478 h 4301730"/>
                  <a:gd name="connsiteX9" fmla="*/ 1187704 w 10425175"/>
                  <a:gd name="connsiteY9" fmla="*/ 3982478 h 4301730"/>
                  <a:gd name="connsiteX10" fmla="*/ 1319657 w 10425175"/>
                  <a:gd name="connsiteY10" fmla="*/ 3966229 h 4301730"/>
                  <a:gd name="connsiteX11" fmla="*/ 1451610 w 10425175"/>
                  <a:gd name="connsiteY11" fmla="*/ 3942365 h 4301730"/>
                  <a:gd name="connsiteX12" fmla="*/ 1583563 w 10425175"/>
                  <a:gd name="connsiteY12" fmla="*/ 3917738 h 4301730"/>
                  <a:gd name="connsiteX13" fmla="*/ 1715516 w 10425175"/>
                  <a:gd name="connsiteY13" fmla="*/ 3897301 h 4301730"/>
                  <a:gd name="connsiteX14" fmla="*/ 1847469 w 10425175"/>
                  <a:gd name="connsiteY14" fmla="*/ 3891335 h 4301730"/>
                  <a:gd name="connsiteX15" fmla="*/ 1979549 w 10425175"/>
                  <a:gd name="connsiteY15" fmla="*/ 3909360 h 4301730"/>
                  <a:gd name="connsiteX16" fmla="*/ 2111502 w 10425175"/>
                  <a:gd name="connsiteY16" fmla="*/ 3941095 h 4301730"/>
                  <a:gd name="connsiteX17" fmla="*/ 2243455 w 10425175"/>
                  <a:gd name="connsiteY17" fmla="*/ 3977019 h 4301730"/>
                  <a:gd name="connsiteX18" fmla="*/ 2375408 w 10425175"/>
                  <a:gd name="connsiteY18" fmla="*/ 4013070 h 4301730"/>
                  <a:gd name="connsiteX19" fmla="*/ 2507361 w 10425175"/>
                  <a:gd name="connsiteY19" fmla="*/ 4051152 h 4301730"/>
                  <a:gd name="connsiteX20" fmla="*/ 2639314 w 10425175"/>
                  <a:gd name="connsiteY20" fmla="*/ 4110686 h 4301730"/>
                  <a:gd name="connsiteX21" fmla="*/ 2771267 w 10425175"/>
                  <a:gd name="connsiteY21" fmla="*/ 4193832 h 4301730"/>
                  <a:gd name="connsiteX22" fmla="*/ 2903220 w 10425175"/>
                  <a:gd name="connsiteY22" fmla="*/ 4228994 h 4301730"/>
                  <a:gd name="connsiteX23" fmla="*/ 3035173 w 10425175"/>
                  <a:gd name="connsiteY23" fmla="*/ 4268219 h 4301730"/>
                  <a:gd name="connsiteX24" fmla="*/ 3167126 w 10425175"/>
                  <a:gd name="connsiteY24" fmla="*/ 4301731 h 4301730"/>
                  <a:gd name="connsiteX25" fmla="*/ 3299079 w 10425175"/>
                  <a:gd name="connsiteY25" fmla="*/ 4292083 h 4301730"/>
                  <a:gd name="connsiteX26" fmla="*/ 3431032 w 10425175"/>
                  <a:gd name="connsiteY26" fmla="*/ 4270758 h 4301730"/>
                  <a:gd name="connsiteX27" fmla="*/ 3562985 w 10425175"/>
                  <a:gd name="connsiteY27" fmla="*/ 4210715 h 4301730"/>
                  <a:gd name="connsiteX28" fmla="*/ 3695065 w 10425175"/>
                  <a:gd name="connsiteY28" fmla="*/ 4157654 h 4301730"/>
                  <a:gd name="connsiteX29" fmla="*/ 3827018 w 10425175"/>
                  <a:gd name="connsiteY29" fmla="*/ 4072985 h 4301730"/>
                  <a:gd name="connsiteX30" fmla="*/ 3958971 w 10425175"/>
                  <a:gd name="connsiteY30" fmla="*/ 3954678 h 4301730"/>
                  <a:gd name="connsiteX31" fmla="*/ 4090924 w 10425175"/>
                  <a:gd name="connsiteY31" fmla="*/ 3878895 h 4301730"/>
                  <a:gd name="connsiteX32" fmla="*/ 4222877 w 10425175"/>
                  <a:gd name="connsiteY32" fmla="*/ 3853634 h 4301730"/>
                  <a:gd name="connsiteX33" fmla="*/ 4354830 w 10425175"/>
                  <a:gd name="connsiteY33" fmla="*/ 3833324 h 4301730"/>
                  <a:gd name="connsiteX34" fmla="*/ 4486783 w 10425175"/>
                  <a:gd name="connsiteY34" fmla="*/ 3778993 h 4301730"/>
                  <a:gd name="connsiteX35" fmla="*/ 4618736 w 10425175"/>
                  <a:gd name="connsiteY35" fmla="*/ 3673125 h 4301730"/>
                  <a:gd name="connsiteX36" fmla="*/ 4750689 w 10425175"/>
                  <a:gd name="connsiteY36" fmla="*/ 3533238 h 4301730"/>
                  <a:gd name="connsiteX37" fmla="*/ 4882642 w 10425175"/>
                  <a:gd name="connsiteY37" fmla="*/ 3404014 h 4301730"/>
                  <a:gd name="connsiteX38" fmla="*/ 5014595 w 10425175"/>
                  <a:gd name="connsiteY38" fmla="*/ 3339021 h 4301730"/>
                  <a:gd name="connsiteX39" fmla="*/ 5146548 w 10425175"/>
                  <a:gd name="connsiteY39" fmla="*/ 3431305 h 4301730"/>
                  <a:gd name="connsiteX40" fmla="*/ 5278628 w 10425175"/>
                  <a:gd name="connsiteY40" fmla="*/ 3602420 h 4301730"/>
                  <a:gd name="connsiteX41" fmla="*/ 5410581 w 10425175"/>
                  <a:gd name="connsiteY41" fmla="*/ 3690897 h 4301730"/>
                  <a:gd name="connsiteX42" fmla="*/ 5542535 w 10425175"/>
                  <a:gd name="connsiteY42" fmla="*/ 3648753 h 4301730"/>
                  <a:gd name="connsiteX43" fmla="*/ 5674487 w 10425175"/>
                  <a:gd name="connsiteY43" fmla="*/ 3610925 h 4301730"/>
                  <a:gd name="connsiteX44" fmla="*/ 5806440 w 10425175"/>
                  <a:gd name="connsiteY44" fmla="*/ 3553421 h 4301730"/>
                  <a:gd name="connsiteX45" fmla="*/ 5938393 w 10425175"/>
                  <a:gd name="connsiteY45" fmla="*/ 3416580 h 4301730"/>
                  <a:gd name="connsiteX46" fmla="*/ 6070347 w 10425175"/>
                  <a:gd name="connsiteY46" fmla="*/ 3208400 h 4301730"/>
                  <a:gd name="connsiteX47" fmla="*/ 6202299 w 10425175"/>
                  <a:gd name="connsiteY47" fmla="*/ 2942461 h 4301730"/>
                  <a:gd name="connsiteX48" fmla="*/ 6334252 w 10425175"/>
                  <a:gd name="connsiteY48" fmla="*/ 2527495 h 4301730"/>
                  <a:gd name="connsiteX49" fmla="*/ 6466205 w 10425175"/>
                  <a:gd name="connsiteY49" fmla="*/ 2029257 h 4301730"/>
                  <a:gd name="connsiteX50" fmla="*/ 6598159 w 10425175"/>
                  <a:gd name="connsiteY50" fmla="*/ 1580779 h 4301730"/>
                  <a:gd name="connsiteX51" fmla="*/ 6730111 w 10425175"/>
                  <a:gd name="connsiteY51" fmla="*/ 1297069 h 4301730"/>
                  <a:gd name="connsiteX52" fmla="*/ 6862191 w 10425175"/>
                  <a:gd name="connsiteY52" fmla="*/ 937830 h 4301730"/>
                  <a:gd name="connsiteX53" fmla="*/ 6994144 w 10425175"/>
                  <a:gd name="connsiteY53" fmla="*/ 618831 h 4301730"/>
                  <a:gd name="connsiteX54" fmla="*/ 7126097 w 10425175"/>
                  <a:gd name="connsiteY54" fmla="*/ 451651 h 4301730"/>
                  <a:gd name="connsiteX55" fmla="*/ 7258050 w 10425175"/>
                  <a:gd name="connsiteY55" fmla="*/ 265050 h 4301730"/>
                  <a:gd name="connsiteX56" fmla="*/ 7390003 w 10425175"/>
                  <a:gd name="connsiteY56" fmla="*/ 88096 h 4301730"/>
                  <a:gd name="connsiteX57" fmla="*/ 7521956 w 10425175"/>
                  <a:gd name="connsiteY57" fmla="*/ 0 h 4301730"/>
                  <a:gd name="connsiteX58" fmla="*/ 7653910 w 10425175"/>
                  <a:gd name="connsiteY58" fmla="*/ 35924 h 4301730"/>
                  <a:gd name="connsiteX59" fmla="*/ 7785862 w 10425175"/>
                  <a:gd name="connsiteY59" fmla="*/ 118054 h 4301730"/>
                  <a:gd name="connsiteX60" fmla="*/ 7917815 w 10425175"/>
                  <a:gd name="connsiteY60" fmla="*/ 206785 h 4301730"/>
                  <a:gd name="connsiteX61" fmla="*/ 8049768 w 10425175"/>
                  <a:gd name="connsiteY61" fmla="*/ 298816 h 4301730"/>
                  <a:gd name="connsiteX62" fmla="*/ 8181722 w 10425175"/>
                  <a:gd name="connsiteY62" fmla="*/ 418266 h 4301730"/>
                  <a:gd name="connsiteX63" fmla="*/ 8313674 w 10425175"/>
                  <a:gd name="connsiteY63" fmla="*/ 570213 h 4301730"/>
                  <a:gd name="connsiteX64" fmla="*/ 8445627 w 10425175"/>
                  <a:gd name="connsiteY64" fmla="*/ 747801 h 4301730"/>
                  <a:gd name="connsiteX65" fmla="*/ 8577707 w 10425175"/>
                  <a:gd name="connsiteY65" fmla="*/ 944685 h 4301730"/>
                  <a:gd name="connsiteX66" fmla="*/ 8709660 w 10425175"/>
                  <a:gd name="connsiteY66" fmla="*/ 1153754 h 4301730"/>
                  <a:gd name="connsiteX67" fmla="*/ 8841613 w 10425175"/>
                  <a:gd name="connsiteY67" fmla="*/ 1366886 h 4301730"/>
                  <a:gd name="connsiteX68" fmla="*/ 8973566 w 10425175"/>
                  <a:gd name="connsiteY68" fmla="*/ 1577860 h 4301730"/>
                  <a:gd name="connsiteX69" fmla="*/ 9105519 w 10425175"/>
                  <a:gd name="connsiteY69" fmla="*/ 1781979 h 4301730"/>
                  <a:gd name="connsiteX70" fmla="*/ 9237472 w 10425175"/>
                  <a:gd name="connsiteY70" fmla="*/ 1973277 h 4301730"/>
                  <a:gd name="connsiteX71" fmla="*/ 9369425 w 10425175"/>
                  <a:gd name="connsiteY71" fmla="*/ 2147311 h 4301730"/>
                  <a:gd name="connsiteX72" fmla="*/ 9501378 w 10425175"/>
                  <a:gd name="connsiteY72" fmla="*/ 2301543 h 4301730"/>
                  <a:gd name="connsiteX73" fmla="*/ 9633331 w 10425175"/>
                  <a:gd name="connsiteY73" fmla="*/ 2434956 h 4301730"/>
                  <a:gd name="connsiteX74" fmla="*/ 9765284 w 10425175"/>
                  <a:gd name="connsiteY74" fmla="*/ 2547806 h 4301730"/>
                  <a:gd name="connsiteX75" fmla="*/ 9897237 w 10425175"/>
                  <a:gd name="connsiteY75" fmla="*/ 2641360 h 4301730"/>
                  <a:gd name="connsiteX76" fmla="*/ 10029190 w 10425175"/>
                  <a:gd name="connsiteY76" fmla="*/ 2717016 h 4301730"/>
                  <a:gd name="connsiteX77" fmla="*/ 10161270 w 10425175"/>
                  <a:gd name="connsiteY77" fmla="*/ 2776424 h 4301730"/>
                  <a:gd name="connsiteX78" fmla="*/ 10293223 w 10425175"/>
                  <a:gd name="connsiteY78" fmla="*/ 2820853 h 4301730"/>
                  <a:gd name="connsiteX79" fmla="*/ 10425176 w 10425175"/>
                  <a:gd name="connsiteY79" fmla="*/ 2851953 h 430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4301730">
                    <a:moveTo>
                      <a:pt x="0" y="2362601"/>
                    </a:moveTo>
                    <a:lnTo>
                      <a:pt x="131953" y="2753067"/>
                    </a:lnTo>
                    <a:lnTo>
                      <a:pt x="263906" y="3094788"/>
                    </a:lnTo>
                    <a:lnTo>
                      <a:pt x="395986" y="3381672"/>
                    </a:lnTo>
                    <a:lnTo>
                      <a:pt x="527939" y="3609783"/>
                    </a:lnTo>
                    <a:lnTo>
                      <a:pt x="659892" y="3778105"/>
                    </a:lnTo>
                    <a:lnTo>
                      <a:pt x="791845" y="3890954"/>
                    </a:lnTo>
                    <a:lnTo>
                      <a:pt x="923798" y="3955566"/>
                    </a:lnTo>
                    <a:lnTo>
                      <a:pt x="1055751" y="3982478"/>
                    </a:lnTo>
                    <a:lnTo>
                      <a:pt x="1187704" y="3982478"/>
                    </a:lnTo>
                    <a:lnTo>
                      <a:pt x="1319657" y="3966229"/>
                    </a:lnTo>
                    <a:lnTo>
                      <a:pt x="1451610" y="3942365"/>
                    </a:lnTo>
                    <a:lnTo>
                      <a:pt x="1583563" y="3917738"/>
                    </a:lnTo>
                    <a:lnTo>
                      <a:pt x="1715516" y="3897301"/>
                    </a:lnTo>
                    <a:lnTo>
                      <a:pt x="1847469" y="3891335"/>
                    </a:lnTo>
                    <a:lnTo>
                      <a:pt x="1979549" y="3909360"/>
                    </a:lnTo>
                    <a:lnTo>
                      <a:pt x="2111502" y="3941095"/>
                    </a:lnTo>
                    <a:lnTo>
                      <a:pt x="2243455" y="3977019"/>
                    </a:lnTo>
                    <a:lnTo>
                      <a:pt x="2375408" y="4013070"/>
                    </a:lnTo>
                    <a:lnTo>
                      <a:pt x="2507361" y="4051152"/>
                    </a:lnTo>
                    <a:lnTo>
                      <a:pt x="2639314" y="4110686"/>
                    </a:lnTo>
                    <a:lnTo>
                      <a:pt x="2771267" y="4193832"/>
                    </a:lnTo>
                    <a:lnTo>
                      <a:pt x="2903220" y="4228994"/>
                    </a:lnTo>
                    <a:lnTo>
                      <a:pt x="3035173" y="4268219"/>
                    </a:lnTo>
                    <a:lnTo>
                      <a:pt x="3167126" y="4301731"/>
                    </a:lnTo>
                    <a:lnTo>
                      <a:pt x="3299079" y="4292083"/>
                    </a:lnTo>
                    <a:lnTo>
                      <a:pt x="3431032" y="4270758"/>
                    </a:lnTo>
                    <a:lnTo>
                      <a:pt x="3562985" y="4210715"/>
                    </a:lnTo>
                    <a:lnTo>
                      <a:pt x="3695065" y="4157654"/>
                    </a:lnTo>
                    <a:lnTo>
                      <a:pt x="3827018" y="4072985"/>
                    </a:lnTo>
                    <a:lnTo>
                      <a:pt x="3958971" y="3954678"/>
                    </a:lnTo>
                    <a:lnTo>
                      <a:pt x="4090924" y="3878895"/>
                    </a:lnTo>
                    <a:lnTo>
                      <a:pt x="4222877" y="3853634"/>
                    </a:lnTo>
                    <a:lnTo>
                      <a:pt x="4354830" y="3833324"/>
                    </a:lnTo>
                    <a:lnTo>
                      <a:pt x="4486783" y="3778993"/>
                    </a:lnTo>
                    <a:lnTo>
                      <a:pt x="4618736" y="3673125"/>
                    </a:lnTo>
                    <a:lnTo>
                      <a:pt x="4750689" y="3533238"/>
                    </a:lnTo>
                    <a:lnTo>
                      <a:pt x="4882642" y="3404014"/>
                    </a:lnTo>
                    <a:lnTo>
                      <a:pt x="5014595" y="3339021"/>
                    </a:lnTo>
                    <a:lnTo>
                      <a:pt x="5146548" y="3431305"/>
                    </a:lnTo>
                    <a:lnTo>
                      <a:pt x="5278628" y="3602420"/>
                    </a:lnTo>
                    <a:lnTo>
                      <a:pt x="5410581" y="3690897"/>
                    </a:lnTo>
                    <a:lnTo>
                      <a:pt x="5542535" y="3648753"/>
                    </a:lnTo>
                    <a:lnTo>
                      <a:pt x="5674487" y="3610925"/>
                    </a:lnTo>
                    <a:lnTo>
                      <a:pt x="5806440" y="3553421"/>
                    </a:lnTo>
                    <a:lnTo>
                      <a:pt x="5938393" y="3416580"/>
                    </a:lnTo>
                    <a:lnTo>
                      <a:pt x="6070347" y="3208400"/>
                    </a:lnTo>
                    <a:lnTo>
                      <a:pt x="6202299" y="2942461"/>
                    </a:lnTo>
                    <a:lnTo>
                      <a:pt x="6334252" y="2527495"/>
                    </a:lnTo>
                    <a:lnTo>
                      <a:pt x="6466205" y="2029257"/>
                    </a:lnTo>
                    <a:lnTo>
                      <a:pt x="6598159" y="1580779"/>
                    </a:lnTo>
                    <a:lnTo>
                      <a:pt x="6730111" y="1297069"/>
                    </a:lnTo>
                    <a:lnTo>
                      <a:pt x="6862191" y="937830"/>
                    </a:lnTo>
                    <a:lnTo>
                      <a:pt x="6994144" y="618831"/>
                    </a:lnTo>
                    <a:lnTo>
                      <a:pt x="7126097" y="451651"/>
                    </a:lnTo>
                    <a:lnTo>
                      <a:pt x="7258050" y="265050"/>
                    </a:lnTo>
                    <a:lnTo>
                      <a:pt x="7390003" y="88096"/>
                    </a:lnTo>
                    <a:lnTo>
                      <a:pt x="7521956" y="0"/>
                    </a:lnTo>
                    <a:lnTo>
                      <a:pt x="7653910" y="35924"/>
                    </a:lnTo>
                    <a:lnTo>
                      <a:pt x="7785862" y="118054"/>
                    </a:lnTo>
                    <a:lnTo>
                      <a:pt x="7917815" y="206785"/>
                    </a:lnTo>
                    <a:lnTo>
                      <a:pt x="8049768" y="298816"/>
                    </a:lnTo>
                    <a:lnTo>
                      <a:pt x="8181722" y="418266"/>
                    </a:lnTo>
                    <a:lnTo>
                      <a:pt x="8313674" y="570213"/>
                    </a:lnTo>
                    <a:lnTo>
                      <a:pt x="8445627" y="747801"/>
                    </a:lnTo>
                    <a:lnTo>
                      <a:pt x="8577707" y="944685"/>
                    </a:lnTo>
                    <a:lnTo>
                      <a:pt x="8709660" y="1153754"/>
                    </a:lnTo>
                    <a:lnTo>
                      <a:pt x="8841613" y="1366886"/>
                    </a:lnTo>
                    <a:lnTo>
                      <a:pt x="8973566" y="1577860"/>
                    </a:lnTo>
                    <a:lnTo>
                      <a:pt x="9105519" y="1781979"/>
                    </a:lnTo>
                    <a:lnTo>
                      <a:pt x="9237472" y="1973277"/>
                    </a:lnTo>
                    <a:lnTo>
                      <a:pt x="9369425" y="2147311"/>
                    </a:lnTo>
                    <a:lnTo>
                      <a:pt x="9501378" y="2301543"/>
                    </a:lnTo>
                    <a:lnTo>
                      <a:pt x="9633331" y="2434956"/>
                    </a:lnTo>
                    <a:lnTo>
                      <a:pt x="9765284" y="2547806"/>
                    </a:lnTo>
                    <a:lnTo>
                      <a:pt x="9897237" y="2641360"/>
                    </a:lnTo>
                    <a:lnTo>
                      <a:pt x="10029190" y="2717016"/>
                    </a:lnTo>
                    <a:lnTo>
                      <a:pt x="10161270" y="2776424"/>
                    </a:lnTo>
                    <a:lnTo>
                      <a:pt x="10293223" y="2820853"/>
                    </a:lnTo>
                    <a:lnTo>
                      <a:pt x="10425176" y="2851953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3B6F6F8-2E5C-9672-CED3-FE73F599AFEB}"/>
                  </a:ext>
                </a:extLst>
              </p:cNvPr>
              <p:cNvSpPr/>
              <p:nvPr/>
            </p:nvSpPr>
            <p:spPr>
              <a:xfrm>
                <a:off x="1172972" y="3218406"/>
                <a:ext cx="10425175" cy="3024336"/>
              </a:xfrm>
              <a:custGeom>
                <a:avLst/>
                <a:gdLst>
                  <a:gd name="connsiteX0" fmla="*/ 10425176 w 10425175"/>
                  <a:gd name="connsiteY0" fmla="*/ 3024337 h 3024336"/>
                  <a:gd name="connsiteX1" fmla="*/ 10293223 w 10425175"/>
                  <a:gd name="connsiteY1" fmla="*/ 3024337 h 3024336"/>
                  <a:gd name="connsiteX2" fmla="*/ 10161270 w 10425175"/>
                  <a:gd name="connsiteY2" fmla="*/ 3024337 h 3024336"/>
                  <a:gd name="connsiteX3" fmla="*/ 10029190 w 10425175"/>
                  <a:gd name="connsiteY3" fmla="*/ 3024337 h 3024336"/>
                  <a:gd name="connsiteX4" fmla="*/ 9897237 w 10425175"/>
                  <a:gd name="connsiteY4" fmla="*/ 3024337 h 3024336"/>
                  <a:gd name="connsiteX5" fmla="*/ 9765284 w 10425175"/>
                  <a:gd name="connsiteY5" fmla="*/ 3024337 h 3024336"/>
                  <a:gd name="connsiteX6" fmla="*/ 9633331 w 10425175"/>
                  <a:gd name="connsiteY6" fmla="*/ 3024337 h 3024336"/>
                  <a:gd name="connsiteX7" fmla="*/ 9501378 w 10425175"/>
                  <a:gd name="connsiteY7" fmla="*/ 3024337 h 3024336"/>
                  <a:gd name="connsiteX8" fmla="*/ 9369425 w 10425175"/>
                  <a:gd name="connsiteY8" fmla="*/ 3024337 h 3024336"/>
                  <a:gd name="connsiteX9" fmla="*/ 9237472 w 10425175"/>
                  <a:gd name="connsiteY9" fmla="*/ 2827834 h 3024336"/>
                  <a:gd name="connsiteX10" fmla="*/ 9105519 w 10425175"/>
                  <a:gd name="connsiteY10" fmla="*/ 2408807 h 3024336"/>
                  <a:gd name="connsiteX11" fmla="*/ 8973566 w 10425175"/>
                  <a:gd name="connsiteY11" fmla="*/ 2040301 h 3024336"/>
                  <a:gd name="connsiteX12" fmla="*/ 8841613 w 10425175"/>
                  <a:gd name="connsiteY12" fmla="*/ 1716097 h 3024336"/>
                  <a:gd name="connsiteX13" fmla="*/ 8709660 w 10425175"/>
                  <a:gd name="connsiteY13" fmla="*/ 1423628 h 3024336"/>
                  <a:gd name="connsiteX14" fmla="*/ 8577707 w 10425175"/>
                  <a:gd name="connsiteY14" fmla="*/ 1154008 h 3024336"/>
                  <a:gd name="connsiteX15" fmla="*/ 8445627 w 10425175"/>
                  <a:gd name="connsiteY15" fmla="*/ 909522 h 3024336"/>
                  <a:gd name="connsiteX16" fmla="*/ 8313674 w 10425175"/>
                  <a:gd name="connsiteY16" fmla="*/ 694360 h 3024336"/>
                  <a:gd name="connsiteX17" fmla="*/ 8181722 w 10425175"/>
                  <a:gd name="connsiteY17" fmla="*/ 512328 h 3024336"/>
                  <a:gd name="connsiteX18" fmla="*/ 8049768 w 10425175"/>
                  <a:gd name="connsiteY18" fmla="*/ 367744 h 3024336"/>
                  <a:gd name="connsiteX19" fmla="*/ 7917815 w 10425175"/>
                  <a:gd name="connsiteY19" fmla="*/ 234965 h 3024336"/>
                  <a:gd name="connsiteX20" fmla="*/ 7785862 w 10425175"/>
                  <a:gd name="connsiteY20" fmla="*/ 101805 h 3024336"/>
                  <a:gd name="connsiteX21" fmla="*/ 7653910 w 10425175"/>
                  <a:gd name="connsiteY21" fmla="*/ 18406 h 3024336"/>
                  <a:gd name="connsiteX22" fmla="*/ 7521956 w 10425175"/>
                  <a:gd name="connsiteY22" fmla="*/ 0 h 3024336"/>
                  <a:gd name="connsiteX23" fmla="*/ 7390003 w 10425175"/>
                  <a:gd name="connsiteY23" fmla="*/ 59408 h 3024336"/>
                  <a:gd name="connsiteX24" fmla="*/ 7258050 w 10425175"/>
                  <a:gd name="connsiteY24" fmla="*/ 207166 h 3024336"/>
                  <a:gd name="connsiteX25" fmla="*/ 7126097 w 10425175"/>
                  <a:gd name="connsiteY25" fmla="*/ 410777 h 3024336"/>
                  <a:gd name="connsiteX26" fmla="*/ 6994144 w 10425175"/>
                  <a:gd name="connsiteY26" fmla="*/ 600424 h 3024336"/>
                  <a:gd name="connsiteX27" fmla="*/ 6862191 w 10425175"/>
                  <a:gd name="connsiteY27" fmla="*/ 917901 h 3024336"/>
                  <a:gd name="connsiteX28" fmla="*/ 6730111 w 10425175"/>
                  <a:gd name="connsiteY28" fmla="*/ 1321696 h 3024336"/>
                  <a:gd name="connsiteX29" fmla="*/ 6598159 w 10425175"/>
                  <a:gd name="connsiteY29" fmla="*/ 1622035 h 3024336"/>
                  <a:gd name="connsiteX30" fmla="*/ 6466205 w 10425175"/>
                  <a:gd name="connsiteY30" fmla="*/ 2058580 h 3024336"/>
                  <a:gd name="connsiteX31" fmla="*/ 6334252 w 10425175"/>
                  <a:gd name="connsiteY31" fmla="*/ 2604801 h 3024336"/>
                  <a:gd name="connsiteX32" fmla="*/ 6202299 w 10425175"/>
                  <a:gd name="connsiteY32" fmla="*/ 3024337 h 3024336"/>
                  <a:gd name="connsiteX33" fmla="*/ 6070347 w 10425175"/>
                  <a:gd name="connsiteY33" fmla="*/ 3024337 h 3024336"/>
                  <a:gd name="connsiteX34" fmla="*/ 5938393 w 10425175"/>
                  <a:gd name="connsiteY34" fmla="*/ 3024337 h 3024336"/>
                  <a:gd name="connsiteX35" fmla="*/ 5806440 w 10425175"/>
                  <a:gd name="connsiteY35" fmla="*/ 3024337 h 3024336"/>
                  <a:gd name="connsiteX36" fmla="*/ 5674487 w 10425175"/>
                  <a:gd name="connsiteY36" fmla="*/ 3024337 h 3024336"/>
                  <a:gd name="connsiteX37" fmla="*/ 5542535 w 10425175"/>
                  <a:gd name="connsiteY37" fmla="*/ 3024337 h 3024336"/>
                  <a:gd name="connsiteX38" fmla="*/ 5410581 w 10425175"/>
                  <a:gd name="connsiteY38" fmla="*/ 3024337 h 3024336"/>
                  <a:gd name="connsiteX39" fmla="*/ 5278628 w 10425175"/>
                  <a:gd name="connsiteY39" fmla="*/ 3024337 h 3024336"/>
                  <a:gd name="connsiteX40" fmla="*/ 5146548 w 10425175"/>
                  <a:gd name="connsiteY40" fmla="*/ 3024337 h 3024336"/>
                  <a:gd name="connsiteX41" fmla="*/ 5014595 w 10425175"/>
                  <a:gd name="connsiteY41" fmla="*/ 3024337 h 3024336"/>
                  <a:gd name="connsiteX42" fmla="*/ 4882642 w 10425175"/>
                  <a:gd name="connsiteY42" fmla="*/ 3024337 h 3024336"/>
                  <a:gd name="connsiteX43" fmla="*/ 4750689 w 10425175"/>
                  <a:gd name="connsiteY43" fmla="*/ 3024337 h 3024336"/>
                  <a:gd name="connsiteX44" fmla="*/ 4618736 w 10425175"/>
                  <a:gd name="connsiteY44" fmla="*/ 3024337 h 3024336"/>
                  <a:gd name="connsiteX45" fmla="*/ 4486783 w 10425175"/>
                  <a:gd name="connsiteY45" fmla="*/ 3024337 h 3024336"/>
                  <a:gd name="connsiteX46" fmla="*/ 4354830 w 10425175"/>
                  <a:gd name="connsiteY46" fmla="*/ 3024337 h 3024336"/>
                  <a:gd name="connsiteX47" fmla="*/ 4222877 w 10425175"/>
                  <a:gd name="connsiteY47" fmla="*/ 3024337 h 3024336"/>
                  <a:gd name="connsiteX48" fmla="*/ 4090924 w 10425175"/>
                  <a:gd name="connsiteY48" fmla="*/ 3024337 h 3024336"/>
                  <a:gd name="connsiteX49" fmla="*/ 3958971 w 10425175"/>
                  <a:gd name="connsiteY49" fmla="*/ 3024337 h 3024336"/>
                  <a:gd name="connsiteX50" fmla="*/ 3827018 w 10425175"/>
                  <a:gd name="connsiteY50" fmla="*/ 3024337 h 3024336"/>
                  <a:gd name="connsiteX51" fmla="*/ 3695065 w 10425175"/>
                  <a:gd name="connsiteY51" fmla="*/ 3024337 h 3024336"/>
                  <a:gd name="connsiteX52" fmla="*/ 3562985 w 10425175"/>
                  <a:gd name="connsiteY52" fmla="*/ 3024337 h 3024336"/>
                  <a:gd name="connsiteX53" fmla="*/ 3431032 w 10425175"/>
                  <a:gd name="connsiteY53" fmla="*/ 3024337 h 3024336"/>
                  <a:gd name="connsiteX54" fmla="*/ 3299079 w 10425175"/>
                  <a:gd name="connsiteY54" fmla="*/ 3024337 h 3024336"/>
                  <a:gd name="connsiteX55" fmla="*/ 3167126 w 10425175"/>
                  <a:gd name="connsiteY55" fmla="*/ 3024337 h 3024336"/>
                  <a:gd name="connsiteX56" fmla="*/ 3035173 w 10425175"/>
                  <a:gd name="connsiteY56" fmla="*/ 3024337 h 3024336"/>
                  <a:gd name="connsiteX57" fmla="*/ 2903220 w 10425175"/>
                  <a:gd name="connsiteY57" fmla="*/ 3024337 h 3024336"/>
                  <a:gd name="connsiteX58" fmla="*/ 2771267 w 10425175"/>
                  <a:gd name="connsiteY58" fmla="*/ 3024337 h 3024336"/>
                  <a:gd name="connsiteX59" fmla="*/ 2639314 w 10425175"/>
                  <a:gd name="connsiteY59" fmla="*/ 3024337 h 3024336"/>
                  <a:gd name="connsiteX60" fmla="*/ 2507361 w 10425175"/>
                  <a:gd name="connsiteY60" fmla="*/ 3024337 h 3024336"/>
                  <a:gd name="connsiteX61" fmla="*/ 2375408 w 10425175"/>
                  <a:gd name="connsiteY61" fmla="*/ 3024337 h 3024336"/>
                  <a:gd name="connsiteX62" fmla="*/ 2243455 w 10425175"/>
                  <a:gd name="connsiteY62" fmla="*/ 3024337 h 3024336"/>
                  <a:gd name="connsiteX63" fmla="*/ 2111502 w 10425175"/>
                  <a:gd name="connsiteY63" fmla="*/ 3024337 h 3024336"/>
                  <a:gd name="connsiteX64" fmla="*/ 1979549 w 10425175"/>
                  <a:gd name="connsiteY64" fmla="*/ 3024337 h 3024336"/>
                  <a:gd name="connsiteX65" fmla="*/ 1847469 w 10425175"/>
                  <a:gd name="connsiteY65" fmla="*/ 3024337 h 3024336"/>
                  <a:gd name="connsiteX66" fmla="*/ 1715516 w 10425175"/>
                  <a:gd name="connsiteY66" fmla="*/ 3024337 h 3024336"/>
                  <a:gd name="connsiteX67" fmla="*/ 1583563 w 10425175"/>
                  <a:gd name="connsiteY67" fmla="*/ 3024337 h 3024336"/>
                  <a:gd name="connsiteX68" fmla="*/ 1451610 w 10425175"/>
                  <a:gd name="connsiteY68" fmla="*/ 3024337 h 3024336"/>
                  <a:gd name="connsiteX69" fmla="*/ 1319657 w 10425175"/>
                  <a:gd name="connsiteY69" fmla="*/ 3024337 h 3024336"/>
                  <a:gd name="connsiteX70" fmla="*/ 1187704 w 10425175"/>
                  <a:gd name="connsiteY70" fmla="*/ 3024337 h 3024336"/>
                  <a:gd name="connsiteX71" fmla="*/ 1055751 w 10425175"/>
                  <a:gd name="connsiteY71" fmla="*/ 3024337 h 3024336"/>
                  <a:gd name="connsiteX72" fmla="*/ 923798 w 10425175"/>
                  <a:gd name="connsiteY72" fmla="*/ 3024337 h 3024336"/>
                  <a:gd name="connsiteX73" fmla="*/ 791845 w 10425175"/>
                  <a:gd name="connsiteY73" fmla="*/ 3024337 h 3024336"/>
                  <a:gd name="connsiteX74" fmla="*/ 659892 w 10425175"/>
                  <a:gd name="connsiteY74" fmla="*/ 3024337 h 3024336"/>
                  <a:gd name="connsiteX75" fmla="*/ 527939 w 10425175"/>
                  <a:gd name="connsiteY75" fmla="*/ 3024337 h 3024336"/>
                  <a:gd name="connsiteX76" fmla="*/ 395986 w 10425175"/>
                  <a:gd name="connsiteY76" fmla="*/ 3024337 h 3024336"/>
                  <a:gd name="connsiteX77" fmla="*/ 263906 w 10425175"/>
                  <a:gd name="connsiteY77" fmla="*/ 3024337 h 3024336"/>
                  <a:gd name="connsiteX78" fmla="*/ 131953 w 10425175"/>
                  <a:gd name="connsiteY78" fmla="*/ 3024337 h 3024336"/>
                  <a:gd name="connsiteX79" fmla="*/ 0 w 10425175"/>
                  <a:gd name="connsiteY79" fmla="*/ 3024337 h 30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3024336">
                    <a:moveTo>
                      <a:pt x="10425176" y="3024337"/>
                    </a:moveTo>
                    <a:lnTo>
                      <a:pt x="10293223" y="3024337"/>
                    </a:lnTo>
                    <a:lnTo>
                      <a:pt x="10161270" y="3024337"/>
                    </a:lnTo>
                    <a:lnTo>
                      <a:pt x="10029190" y="3024337"/>
                    </a:lnTo>
                    <a:lnTo>
                      <a:pt x="9897237" y="3024337"/>
                    </a:lnTo>
                    <a:lnTo>
                      <a:pt x="9765284" y="3024337"/>
                    </a:lnTo>
                    <a:lnTo>
                      <a:pt x="9633331" y="3024337"/>
                    </a:lnTo>
                    <a:lnTo>
                      <a:pt x="9501378" y="3024337"/>
                    </a:lnTo>
                    <a:lnTo>
                      <a:pt x="9369425" y="3024337"/>
                    </a:lnTo>
                    <a:lnTo>
                      <a:pt x="9237472" y="2827834"/>
                    </a:lnTo>
                    <a:lnTo>
                      <a:pt x="9105519" y="2408807"/>
                    </a:lnTo>
                    <a:lnTo>
                      <a:pt x="8973566" y="2040301"/>
                    </a:lnTo>
                    <a:lnTo>
                      <a:pt x="8841613" y="1716097"/>
                    </a:lnTo>
                    <a:lnTo>
                      <a:pt x="8709660" y="1423628"/>
                    </a:lnTo>
                    <a:lnTo>
                      <a:pt x="8577707" y="1154008"/>
                    </a:lnTo>
                    <a:lnTo>
                      <a:pt x="8445627" y="909522"/>
                    </a:lnTo>
                    <a:lnTo>
                      <a:pt x="8313674" y="694360"/>
                    </a:lnTo>
                    <a:lnTo>
                      <a:pt x="8181722" y="512328"/>
                    </a:lnTo>
                    <a:lnTo>
                      <a:pt x="8049768" y="367744"/>
                    </a:lnTo>
                    <a:lnTo>
                      <a:pt x="7917815" y="234965"/>
                    </a:lnTo>
                    <a:lnTo>
                      <a:pt x="7785862" y="101805"/>
                    </a:lnTo>
                    <a:lnTo>
                      <a:pt x="7653910" y="18406"/>
                    </a:lnTo>
                    <a:lnTo>
                      <a:pt x="7521956" y="0"/>
                    </a:lnTo>
                    <a:lnTo>
                      <a:pt x="7390003" y="59408"/>
                    </a:lnTo>
                    <a:lnTo>
                      <a:pt x="7258050" y="207166"/>
                    </a:lnTo>
                    <a:lnTo>
                      <a:pt x="7126097" y="410777"/>
                    </a:lnTo>
                    <a:lnTo>
                      <a:pt x="6994144" y="600424"/>
                    </a:lnTo>
                    <a:lnTo>
                      <a:pt x="6862191" y="917901"/>
                    </a:lnTo>
                    <a:lnTo>
                      <a:pt x="6730111" y="1321696"/>
                    </a:lnTo>
                    <a:lnTo>
                      <a:pt x="6598159" y="1622035"/>
                    </a:lnTo>
                    <a:lnTo>
                      <a:pt x="6466205" y="2058580"/>
                    </a:lnTo>
                    <a:lnTo>
                      <a:pt x="6334252" y="2604801"/>
                    </a:lnTo>
                    <a:lnTo>
                      <a:pt x="6202299" y="3024337"/>
                    </a:lnTo>
                    <a:lnTo>
                      <a:pt x="6070347" y="3024337"/>
                    </a:lnTo>
                    <a:lnTo>
                      <a:pt x="5938393" y="3024337"/>
                    </a:lnTo>
                    <a:lnTo>
                      <a:pt x="5806440" y="3024337"/>
                    </a:lnTo>
                    <a:lnTo>
                      <a:pt x="5674487" y="3024337"/>
                    </a:lnTo>
                    <a:lnTo>
                      <a:pt x="5542535" y="3024337"/>
                    </a:lnTo>
                    <a:lnTo>
                      <a:pt x="5410581" y="3024337"/>
                    </a:lnTo>
                    <a:lnTo>
                      <a:pt x="5278628" y="3024337"/>
                    </a:lnTo>
                    <a:lnTo>
                      <a:pt x="5146548" y="3024337"/>
                    </a:lnTo>
                    <a:lnTo>
                      <a:pt x="5014595" y="3024337"/>
                    </a:lnTo>
                    <a:lnTo>
                      <a:pt x="4882642" y="3024337"/>
                    </a:lnTo>
                    <a:lnTo>
                      <a:pt x="4750689" y="3024337"/>
                    </a:lnTo>
                    <a:lnTo>
                      <a:pt x="4618736" y="3024337"/>
                    </a:lnTo>
                    <a:lnTo>
                      <a:pt x="4486783" y="3024337"/>
                    </a:lnTo>
                    <a:lnTo>
                      <a:pt x="4354830" y="3024337"/>
                    </a:lnTo>
                    <a:lnTo>
                      <a:pt x="4222877" y="3024337"/>
                    </a:lnTo>
                    <a:lnTo>
                      <a:pt x="4090924" y="3024337"/>
                    </a:lnTo>
                    <a:lnTo>
                      <a:pt x="3958971" y="3024337"/>
                    </a:lnTo>
                    <a:lnTo>
                      <a:pt x="3827018" y="3024337"/>
                    </a:lnTo>
                    <a:lnTo>
                      <a:pt x="3695065" y="3024337"/>
                    </a:lnTo>
                    <a:lnTo>
                      <a:pt x="3562985" y="3024337"/>
                    </a:lnTo>
                    <a:lnTo>
                      <a:pt x="3431032" y="3024337"/>
                    </a:lnTo>
                    <a:lnTo>
                      <a:pt x="3299079" y="3024337"/>
                    </a:lnTo>
                    <a:lnTo>
                      <a:pt x="3167126" y="3024337"/>
                    </a:lnTo>
                    <a:lnTo>
                      <a:pt x="3035173" y="3024337"/>
                    </a:lnTo>
                    <a:lnTo>
                      <a:pt x="2903220" y="3024337"/>
                    </a:lnTo>
                    <a:lnTo>
                      <a:pt x="2771267" y="3024337"/>
                    </a:lnTo>
                    <a:lnTo>
                      <a:pt x="2639314" y="3024337"/>
                    </a:lnTo>
                    <a:lnTo>
                      <a:pt x="2507361" y="3024337"/>
                    </a:lnTo>
                    <a:lnTo>
                      <a:pt x="2375408" y="3024337"/>
                    </a:lnTo>
                    <a:lnTo>
                      <a:pt x="2243455" y="3024337"/>
                    </a:lnTo>
                    <a:lnTo>
                      <a:pt x="2111502" y="3024337"/>
                    </a:lnTo>
                    <a:lnTo>
                      <a:pt x="1979549" y="3024337"/>
                    </a:lnTo>
                    <a:lnTo>
                      <a:pt x="1847469" y="3024337"/>
                    </a:lnTo>
                    <a:lnTo>
                      <a:pt x="1715516" y="3024337"/>
                    </a:lnTo>
                    <a:lnTo>
                      <a:pt x="1583563" y="3024337"/>
                    </a:lnTo>
                    <a:lnTo>
                      <a:pt x="1451610" y="3024337"/>
                    </a:lnTo>
                    <a:lnTo>
                      <a:pt x="1319657" y="3024337"/>
                    </a:lnTo>
                    <a:lnTo>
                      <a:pt x="1187704" y="3024337"/>
                    </a:lnTo>
                    <a:lnTo>
                      <a:pt x="1055751" y="3024337"/>
                    </a:lnTo>
                    <a:lnTo>
                      <a:pt x="923798" y="3024337"/>
                    </a:lnTo>
                    <a:lnTo>
                      <a:pt x="791845" y="3024337"/>
                    </a:lnTo>
                    <a:lnTo>
                      <a:pt x="659892" y="3024337"/>
                    </a:lnTo>
                    <a:lnTo>
                      <a:pt x="527939" y="3024337"/>
                    </a:lnTo>
                    <a:lnTo>
                      <a:pt x="395986" y="3024337"/>
                    </a:lnTo>
                    <a:lnTo>
                      <a:pt x="263906" y="3024337"/>
                    </a:lnTo>
                    <a:lnTo>
                      <a:pt x="131953" y="3024337"/>
                    </a:lnTo>
                    <a:lnTo>
                      <a:pt x="0" y="3024337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0D0DF2D-BB1A-F04C-EB7D-65C1C813DC29}"/>
                  </a:ext>
                </a:extLst>
              </p:cNvPr>
              <p:cNvSpPr/>
              <p:nvPr/>
            </p:nvSpPr>
            <p:spPr>
              <a:xfrm>
                <a:off x="1172972" y="1851012"/>
                <a:ext cx="10425175" cy="4391730"/>
              </a:xfrm>
              <a:custGeom>
                <a:avLst/>
                <a:gdLst>
                  <a:gd name="connsiteX0" fmla="*/ 0 w 10425175"/>
                  <a:gd name="connsiteY0" fmla="*/ 4147245 h 4391730"/>
                  <a:gd name="connsiteX1" fmla="*/ 131953 w 10425175"/>
                  <a:gd name="connsiteY1" fmla="*/ 4140644 h 4391730"/>
                  <a:gd name="connsiteX2" fmla="*/ 263906 w 10425175"/>
                  <a:gd name="connsiteY2" fmla="*/ 4134551 h 4391730"/>
                  <a:gd name="connsiteX3" fmla="*/ 395986 w 10425175"/>
                  <a:gd name="connsiteY3" fmla="*/ 4129093 h 4391730"/>
                  <a:gd name="connsiteX4" fmla="*/ 527939 w 10425175"/>
                  <a:gd name="connsiteY4" fmla="*/ 4124015 h 4391730"/>
                  <a:gd name="connsiteX5" fmla="*/ 659892 w 10425175"/>
                  <a:gd name="connsiteY5" fmla="*/ 4119699 h 4391730"/>
                  <a:gd name="connsiteX6" fmla="*/ 791845 w 10425175"/>
                  <a:gd name="connsiteY6" fmla="*/ 4116018 h 4391730"/>
                  <a:gd name="connsiteX7" fmla="*/ 923798 w 10425175"/>
                  <a:gd name="connsiteY7" fmla="*/ 4112971 h 4391730"/>
                  <a:gd name="connsiteX8" fmla="*/ 1055751 w 10425175"/>
                  <a:gd name="connsiteY8" fmla="*/ 4110686 h 4391730"/>
                  <a:gd name="connsiteX9" fmla="*/ 1187704 w 10425175"/>
                  <a:gd name="connsiteY9" fmla="*/ 4109036 h 4391730"/>
                  <a:gd name="connsiteX10" fmla="*/ 1319657 w 10425175"/>
                  <a:gd name="connsiteY10" fmla="*/ 4107894 h 4391730"/>
                  <a:gd name="connsiteX11" fmla="*/ 1451610 w 10425175"/>
                  <a:gd name="connsiteY11" fmla="*/ 4107259 h 4391730"/>
                  <a:gd name="connsiteX12" fmla="*/ 1583563 w 10425175"/>
                  <a:gd name="connsiteY12" fmla="*/ 4107132 h 4391730"/>
                  <a:gd name="connsiteX13" fmla="*/ 1715516 w 10425175"/>
                  <a:gd name="connsiteY13" fmla="*/ 4107386 h 4391730"/>
                  <a:gd name="connsiteX14" fmla="*/ 1847469 w 10425175"/>
                  <a:gd name="connsiteY14" fmla="*/ 4108274 h 4391730"/>
                  <a:gd name="connsiteX15" fmla="*/ 1979549 w 10425175"/>
                  <a:gd name="connsiteY15" fmla="*/ 4110179 h 4391730"/>
                  <a:gd name="connsiteX16" fmla="*/ 2111502 w 10425175"/>
                  <a:gd name="connsiteY16" fmla="*/ 4113098 h 4391730"/>
                  <a:gd name="connsiteX17" fmla="*/ 2243455 w 10425175"/>
                  <a:gd name="connsiteY17" fmla="*/ 4116399 h 4391730"/>
                  <a:gd name="connsiteX18" fmla="*/ 2375408 w 10425175"/>
                  <a:gd name="connsiteY18" fmla="*/ 4120207 h 4391730"/>
                  <a:gd name="connsiteX19" fmla="*/ 2507361 w 10425175"/>
                  <a:gd name="connsiteY19" fmla="*/ 4123888 h 4391730"/>
                  <a:gd name="connsiteX20" fmla="*/ 2639314 w 10425175"/>
                  <a:gd name="connsiteY20" fmla="*/ 4129727 h 4391730"/>
                  <a:gd name="connsiteX21" fmla="*/ 2771267 w 10425175"/>
                  <a:gd name="connsiteY21" fmla="*/ 4143945 h 4391730"/>
                  <a:gd name="connsiteX22" fmla="*/ 2903220 w 10425175"/>
                  <a:gd name="connsiteY22" fmla="*/ 4154988 h 4391730"/>
                  <a:gd name="connsiteX23" fmla="*/ 3035173 w 10425175"/>
                  <a:gd name="connsiteY23" fmla="*/ 4164509 h 4391730"/>
                  <a:gd name="connsiteX24" fmla="*/ 3167126 w 10425175"/>
                  <a:gd name="connsiteY24" fmla="*/ 4179488 h 4391730"/>
                  <a:gd name="connsiteX25" fmla="*/ 3299079 w 10425175"/>
                  <a:gd name="connsiteY25" fmla="*/ 4183042 h 4391730"/>
                  <a:gd name="connsiteX26" fmla="*/ 3431032 w 10425175"/>
                  <a:gd name="connsiteY26" fmla="*/ 4190785 h 4391730"/>
                  <a:gd name="connsiteX27" fmla="*/ 3562985 w 10425175"/>
                  <a:gd name="connsiteY27" fmla="*/ 4195102 h 4391730"/>
                  <a:gd name="connsiteX28" fmla="*/ 3695065 w 10425175"/>
                  <a:gd name="connsiteY28" fmla="*/ 4180249 h 4391730"/>
                  <a:gd name="connsiteX29" fmla="*/ 3827018 w 10425175"/>
                  <a:gd name="connsiteY29" fmla="*/ 4159558 h 4391730"/>
                  <a:gd name="connsiteX30" fmla="*/ 3958971 w 10425175"/>
                  <a:gd name="connsiteY30" fmla="*/ 4132012 h 4391730"/>
                  <a:gd name="connsiteX31" fmla="*/ 4090924 w 10425175"/>
                  <a:gd name="connsiteY31" fmla="*/ 4095200 h 4391730"/>
                  <a:gd name="connsiteX32" fmla="*/ 4222877 w 10425175"/>
                  <a:gd name="connsiteY32" fmla="*/ 4041504 h 4391730"/>
                  <a:gd name="connsiteX33" fmla="*/ 4354830 w 10425175"/>
                  <a:gd name="connsiteY33" fmla="*/ 3974226 h 4391730"/>
                  <a:gd name="connsiteX34" fmla="*/ 4486783 w 10425175"/>
                  <a:gd name="connsiteY34" fmla="*/ 3899713 h 4391730"/>
                  <a:gd name="connsiteX35" fmla="*/ 4618736 w 10425175"/>
                  <a:gd name="connsiteY35" fmla="*/ 3824184 h 4391730"/>
                  <a:gd name="connsiteX36" fmla="*/ 4750689 w 10425175"/>
                  <a:gd name="connsiteY36" fmla="*/ 3753859 h 4391730"/>
                  <a:gd name="connsiteX37" fmla="*/ 4882642 w 10425175"/>
                  <a:gd name="connsiteY37" fmla="*/ 3694959 h 4391730"/>
                  <a:gd name="connsiteX38" fmla="*/ 5014595 w 10425175"/>
                  <a:gd name="connsiteY38" fmla="*/ 3653831 h 4391730"/>
                  <a:gd name="connsiteX39" fmla="*/ 5146548 w 10425175"/>
                  <a:gd name="connsiteY39" fmla="*/ 3693944 h 4391730"/>
                  <a:gd name="connsiteX40" fmla="*/ 5278628 w 10425175"/>
                  <a:gd name="connsiteY40" fmla="*/ 3807428 h 4391730"/>
                  <a:gd name="connsiteX41" fmla="*/ 5410581 w 10425175"/>
                  <a:gd name="connsiteY41" fmla="*/ 3888796 h 4391730"/>
                  <a:gd name="connsiteX42" fmla="*/ 5542535 w 10425175"/>
                  <a:gd name="connsiteY42" fmla="*/ 3842209 h 4391730"/>
                  <a:gd name="connsiteX43" fmla="*/ 5674487 w 10425175"/>
                  <a:gd name="connsiteY43" fmla="*/ 3744212 h 4391730"/>
                  <a:gd name="connsiteX44" fmla="*/ 5806440 w 10425175"/>
                  <a:gd name="connsiteY44" fmla="*/ 3629204 h 4391730"/>
                  <a:gd name="connsiteX45" fmla="*/ 5938393 w 10425175"/>
                  <a:gd name="connsiteY45" fmla="*/ 3485509 h 4391730"/>
                  <a:gd name="connsiteX46" fmla="*/ 6070347 w 10425175"/>
                  <a:gd name="connsiteY46" fmla="*/ 3301573 h 4391730"/>
                  <a:gd name="connsiteX47" fmla="*/ 6202299 w 10425175"/>
                  <a:gd name="connsiteY47" fmla="*/ 3026495 h 4391730"/>
                  <a:gd name="connsiteX48" fmla="*/ 6334252 w 10425175"/>
                  <a:gd name="connsiteY48" fmla="*/ 2566085 h 4391730"/>
                  <a:gd name="connsiteX49" fmla="*/ 6466205 w 10425175"/>
                  <a:gd name="connsiteY49" fmla="*/ 2043855 h 4391730"/>
                  <a:gd name="connsiteX50" fmla="*/ 6598159 w 10425175"/>
                  <a:gd name="connsiteY50" fmla="*/ 1601471 h 4391730"/>
                  <a:gd name="connsiteX51" fmla="*/ 6730111 w 10425175"/>
                  <a:gd name="connsiteY51" fmla="*/ 1309382 h 4391730"/>
                  <a:gd name="connsiteX52" fmla="*/ 6862191 w 10425175"/>
                  <a:gd name="connsiteY52" fmla="*/ 927802 h 4391730"/>
                  <a:gd name="connsiteX53" fmla="*/ 6994144 w 10425175"/>
                  <a:gd name="connsiteY53" fmla="*/ 609564 h 4391730"/>
                  <a:gd name="connsiteX54" fmla="*/ 7126097 w 10425175"/>
                  <a:gd name="connsiteY54" fmla="*/ 431214 h 4391730"/>
                  <a:gd name="connsiteX55" fmla="*/ 7258050 w 10425175"/>
                  <a:gd name="connsiteY55" fmla="*/ 236108 h 4391730"/>
                  <a:gd name="connsiteX56" fmla="*/ 7390003 w 10425175"/>
                  <a:gd name="connsiteY56" fmla="*/ 73752 h 4391730"/>
                  <a:gd name="connsiteX57" fmla="*/ 7521956 w 10425175"/>
                  <a:gd name="connsiteY57" fmla="*/ 0 h 4391730"/>
                  <a:gd name="connsiteX58" fmla="*/ 7653910 w 10425175"/>
                  <a:gd name="connsiteY58" fmla="*/ 27165 h 4391730"/>
                  <a:gd name="connsiteX59" fmla="*/ 7785862 w 10425175"/>
                  <a:gd name="connsiteY59" fmla="*/ 109930 h 4391730"/>
                  <a:gd name="connsiteX60" fmla="*/ 7917815 w 10425175"/>
                  <a:gd name="connsiteY60" fmla="*/ 220875 h 4391730"/>
                  <a:gd name="connsiteX61" fmla="*/ 8049768 w 10425175"/>
                  <a:gd name="connsiteY61" fmla="*/ 333217 h 4391730"/>
                  <a:gd name="connsiteX62" fmla="*/ 8181722 w 10425175"/>
                  <a:gd name="connsiteY62" fmla="*/ 465361 h 4391730"/>
                  <a:gd name="connsiteX63" fmla="*/ 8313674 w 10425175"/>
                  <a:gd name="connsiteY63" fmla="*/ 632286 h 4391730"/>
                  <a:gd name="connsiteX64" fmla="*/ 8445627 w 10425175"/>
                  <a:gd name="connsiteY64" fmla="*/ 828662 h 4391730"/>
                  <a:gd name="connsiteX65" fmla="*/ 8577707 w 10425175"/>
                  <a:gd name="connsiteY65" fmla="*/ 1049283 h 4391730"/>
                  <a:gd name="connsiteX66" fmla="*/ 8709660 w 10425175"/>
                  <a:gd name="connsiteY66" fmla="*/ 1288691 h 4391730"/>
                  <a:gd name="connsiteX67" fmla="*/ 8841613 w 10425175"/>
                  <a:gd name="connsiteY67" fmla="*/ 1541428 h 4391730"/>
                  <a:gd name="connsiteX68" fmla="*/ 8973566 w 10425175"/>
                  <a:gd name="connsiteY68" fmla="*/ 1809017 h 4391730"/>
                  <a:gd name="connsiteX69" fmla="*/ 9105519 w 10425175"/>
                  <a:gd name="connsiteY69" fmla="*/ 2095393 h 4391730"/>
                  <a:gd name="connsiteX70" fmla="*/ 9237472 w 10425175"/>
                  <a:gd name="connsiteY70" fmla="*/ 2400555 h 4391730"/>
                  <a:gd name="connsiteX71" fmla="*/ 9369425 w 10425175"/>
                  <a:gd name="connsiteY71" fmla="*/ 2724886 h 4391730"/>
                  <a:gd name="connsiteX72" fmla="*/ 9501378 w 10425175"/>
                  <a:gd name="connsiteY72" fmla="*/ 3068385 h 4391730"/>
                  <a:gd name="connsiteX73" fmla="*/ 9633331 w 10425175"/>
                  <a:gd name="connsiteY73" fmla="*/ 3431433 h 4391730"/>
                  <a:gd name="connsiteX74" fmla="*/ 9765284 w 10425175"/>
                  <a:gd name="connsiteY74" fmla="*/ 3814028 h 4391730"/>
                  <a:gd name="connsiteX75" fmla="*/ 9897237 w 10425175"/>
                  <a:gd name="connsiteY75" fmla="*/ 4216554 h 4391730"/>
                  <a:gd name="connsiteX76" fmla="*/ 10029190 w 10425175"/>
                  <a:gd name="connsiteY76" fmla="*/ 4391731 h 4391730"/>
                  <a:gd name="connsiteX77" fmla="*/ 10161270 w 10425175"/>
                  <a:gd name="connsiteY77" fmla="*/ 4391731 h 4391730"/>
                  <a:gd name="connsiteX78" fmla="*/ 10293223 w 10425175"/>
                  <a:gd name="connsiteY78" fmla="*/ 4391731 h 4391730"/>
                  <a:gd name="connsiteX79" fmla="*/ 10425176 w 10425175"/>
                  <a:gd name="connsiteY79" fmla="*/ 4391731 h 439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4391730">
                    <a:moveTo>
                      <a:pt x="0" y="4147245"/>
                    </a:moveTo>
                    <a:lnTo>
                      <a:pt x="131953" y="4140644"/>
                    </a:lnTo>
                    <a:lnTo>
                      <a:pt x="263906" y="4134551"/>
                    </a:lnTo>
                    <a:lnTo>
                      <a:pt x="395986" y="4129093"/>
                    </a:lnTo>
                    <a:lnTo>
                      <a:pt x="527939" y="4124015"/>
                    </a:lnTo>
                    <a:lnTo>
                      <a:pt x="659892" y="4119699"/>
                    </a:lnTo>
                    <a:lnTo>
                      <a:pt x="791845" y="4116018"/>
                    </a:lnTo>
                    <a:lnTo>
                      <a:pt x="923798" y="4112971"/>
                    </a:lnTo>
                    <a:lnTo>
                      <a:pt x="1055751" y="4110686"/>
                    </a:lnTo>
                    <a:lnTo>
                      <a:pt x="1187704" y="4109036"/>
                    </a:lnTo>
                    <a:lnTo>
                      <a:pt x="1319657" y="4107894"/>
                    </a:lnTo>
                    <a:lnTo>
                      <a:pt x="1451610" y="4107259"/>
                    </a:lnTo>
                    <a:lnTo>
                      <a:pt x="1583563" y="4107132"/>
                    </a:lnTo>
                    <a:lnTo>
                      <a:pt x="1715516" y="4107386"/>
                    </a:lnTo>
                    <a:lnTo>
                      <a:pt x="1847469" y="4108274"/>
                    </a:lnTo>
                    <a:lnTo>
                      <a:pt x="1979549" y="4110179"/>
                    </a:lnTo>
                    <a:lnTo>
                      <a:pt x="2111502" y="4113098"/>
                    </a:lnTo>
                    <a:lnTo>
                      <a:pt x="2243455" y="4116399"/>
                    </a:lnTo>
                    <a:lnTo>
                      <a:pt x="2375408" y="4120207"/>
                    </a:lnTo>
                    <a:lnTo>
                      <a:pt x="2507361" y="4123888"/>
                    </a:lnTo>
                    <a:lnTo>
                      <a:pt x="2639314" y="4129727"/>
                    </a:lnTo>
                    <a:lnTo>
                      <a:pt x="2771267" y="4143945"/>
                    </a:lnTo>
                    <a:lnTo>
                      <a:pt x="2903220" y="4154988"/>
                    </a:lnTo>
                    <a:lnTo>
                      <a:pt x="3035173" y="4164509"/>
                    </a:lnTo>
                    <a:lnTo>
                      <a:pt x="3167126" y="4179488"/>
                    </a:lnTo>
                    <a:lnTo>
                      <a:pt x="3299079" y="4183042"/>
                    </a:lnTo>
                    <a:lnTo>
                      <a:pt x="3431032" y="4190785"/>
                    </a:lnTo>
                    <a:lnTo>
                      <a:pt x="3562985" y="4195102"/>
                    </a:lnTo>
                    <a:lnTo>
                      <a:pt x="3695065" y="4180249"/>
                    </a:lnTo>
                    <a:lnTo>
                      <a:pt x="3827018" y="4159558"/>
                    </a:lnTo>
                    <a:lnTo>
                      <a:pt x="3958971" y="4132012"/>
                    </a:lnTo>
                    <a:lnTo>
                      <a:pt x="4090924" y="4095200"/>
                    </a:lnTo>
                    <a:lnTo>
                      <a:pt x="4222877" y="4041504"/>
                    </a:lnTo>
                    <a:lnTo>
                      <a:pt x="4354830" y="3974226"/>
                    </a:lnTo>
                    <a:lnTo>
                      <a:pt x="4486783" y="3899713"/>
                    </a:lnTo>
                    <a:lnTo>
                      <a:pt x="4618736" y="3824184"/>
                    </a:lnTo>
                    <a:lnTo>
                      <a:pt x="4750689" y="3753859"/>
                    </a:lnTo>
                    <a:lnTo>
                      <a:pt x="4882642" y="3694959"/>
                    </a:lnTo>
                    <a:lnTo>
                      <a:pt x="5014595" y="3653831"/>
                    </a:lnTo>
                    <a:lnTo>
                      <a:pt x="5146548" y="3693944"/>
                    </a:lnTo>
                    <a:lnTo>
                      <a:pt x="5278628" y="3807428"/>
                    </a:lnTo>
                    <a:lnTo>
                      <a:pt x="5410581" y="3888796"/>
                    </a:lnTo>
                    <a:lnTo>
                      <a:pt x="5542535" y="3842209"/>
                    </a:lnTo>
                    <a:lnTo>
                      <a:pt x="5674487" y="3744212"/>
                    </a:lnTo>
                    <a:lnTo>
                      <a:pt x="5806440" y="3629204"/>
                    </a:lnTo>
                    <a:lnTo>
                      <a:pt x="5938393" y="3485509"/>
                    </a:lnTo>
                    <a:lnTo>
                      <a:pt x="6070347" y="3301573"/>
                    </a:lnTo>
                    <a:lnTo>
                      <a:pt x="6202299" y="3026495"/>
                    </a:lnTo>
                    <a:lnTo>
                      <a:pt x="6334252" y="2566085"/>
                    </a:lnTo>
                    <a:lnTo>
                      <a:pt x="6466205" y="2043855"/>
                    </a:lnTo>
                    <a:lnTo>
                      <a:pt x="6598159" y="1601471"/>
                    </a:lnTo>
                    <a:lnTo>
                      <a:pt x="6730111" y="1309382"/>
                    </a:lnTo>
                    <a:lnTo>
                      <a:pt x="6862191" y="927802"/>
                    </a:lnTo>
                    <a:lnTo>
                      <a:pt x="6994144" y="609564"/>
                    </a:lnTo>
                    <a:lnTo>
                      <a:pt x="7126097" y="431214"/>
                    </a:lnTo>
                    <a:lnTo>
                      <a:pt x="7258050" y="236108"/>
                    </a:lnTo>
                    <a:lnTo>
                      <a:pt x="7390003" y="73752"/>
                    </a:lnTo>
                    <a:lnTo>
                      <a:pt x="7521956" y="0"/>
                    </a:lnTo>
                    <a:lnTo>
                      <a:pt x="7653910" y="27165"/>
                    </a:lnTo>
                    <a:lnTo>
                      <a:pt x="7785862" y="109930"/>
                    </a:lnTo>
                    <a:lnTo>
                      <a:pt x="7917815" y="220875"/>
                    </a:lnTo>
                    <a:lnTo>
                      <a:pt x="8049768" y="333217"/>
                    </a:lnTo>
                    <a:lnTo>
                      <a:pt x="8181722" y="465361"/>
                    </a:lnTo>
                    <a:lnTo>
                      <a:pt x="8313674" y="632286"/>
                    </a:lnTo>
                    <a:lnTo>
                      <a:pt x="8445627" y="828662"/>
                    </a:lnTo>
                    <a:lnTo>
                      <a:pt x="8577707" y="1049283"/>
                    </a:lnTo>
                    <a:lnTo>
                      <a:pt x="8709660" y="1288691"/>
                    </a:lnTo>
                    <a:lnTo>
                      <a:pt x="8841613" y="1541428"/>
                    </a:lnTo>
                    <a:lnTo>
                      <a:pt x="8973566" y="1809017"/>
                    </a:lnTo>
                    <a:lnTo>
                      <a:pt x="9105519" y="2095393"/>
                    </a:lnTo>
                    <a:lnTo>
                      <a:pt x="9237472" y="2400555"/>
                    </a:lnTo>
                    <a:lnTo>
                      <a:pt x="9369425" y="2724886"/>
                    </a:lnTo>
                    <a:lnTo>
                      <a:pt x="9501378" y="3068385"/>
                    </a:lnTo>
                    <a:lnTo>
                      <a:pt x="9633331" y="3431433"/>
                    </a:lnTo>
                    <a:lnTo>
                      <a:pt x="9765284" y="3814028"/>
                    </a:lnTo>
                    <a:lnTo>
                      <a:pt x="9897237" y="4216554"/>
                    </a:lnTo>
                    <a:lnTo>
                      <a:pt x="10029190" y="4391731"/>
                    </a:lnTo>
                    <a:lnTo>
                      <a:pt x="10161270" y="4391731"/>
                    </a:lnTo>
                    <a:lnTo>
                      <a:pt x="10293223" y="4391731"/>
                    </a:lnTo>
                    <a:lnTo>
                      <a:pt x="10425176" y="4391731"/>
                    </a:lnTo>
                  </a:path>
                </a:pathLst>
              </a:custGeom>
              <a:noFill/>
              <a:ln w="27051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9D198B-13A4-DB41-6482-B15D73A4F308}"/>
                  </a:ext>
                </a:extLst>
              </p:cNvPr>
              <p:cNvSpPr txBox="1"/>
              <p:nvPr/>
            </p:nvSpPr>
            <p:spPr>
              <a:xfrm>
                <a:off x="1716405" y="5853867"/>
                <a:ext cx="1134930" cy="333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8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67" name="Graphic 4">
              <a:extLst>
                <a:ext uri="{FF2B5EF4-FFF2-40B4-BE49-F238E27FC236}">
                  <a16:creationId xmlns:a16="http://schemas.microsoft.com/office/drawing/2014/main" id="{F66A7A41-54A0-51AB-294D-C3F340E48B7A}"/>
                </a:ext>
              </a:extLst>
            </p:cNvPr>
            <p:cNvGrpSpPr/>
            <p:nvPr/>
          </p:nvGrpSpPr>
          <p:grpSpPr>
            <a:xfrm>
              <a:off x="31059" y="108082"/>
              <a:ext cx="12088296" cy="6362096"/>
              <a:chOff x="31059" y="108082"/>
              <a:chExt cx="12088296" cy="6362096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7BB7E21-D51E-A2C5-E1DB-60245FEF725F}"/>
                  </a:ext>
                </a:extLst>
              </p:cNvPr>
              <p:cNvSpPr/>
              <p:nvPr/>
            </p:nvSpPr>
            <p:spPr>
              <a:xfrm>
                <a:off x="651763" y="483619"/>
                <a:ext cx="12700" cy="5759124"/>
              </a:xfrm>
              <a:custGeom>
                <a:avLst/>
                <a:gdLst>
                  <a:gd name="connsiteX0" fmla="*/ 0 w 12700"/>
                  <a:gd name="connsiteY0" fmla="*/ 5759125 h 5759124"/>
                  <a:gd name="connsiteX1" fmla="*/ 0 w 12700"/>
                  <a:gd name="connsiteY1" fmla="*/ 0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5759124">
                    <a:moveTo>
                      <a:pt x="0" y="5759125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17F51DE-1209-49BC-11B9-305238EC9807}"/>
                  </a:ext>
                </a:extLst>
              </p:cNvPr>
              <p:cNvSpPr txBox="1"/>
              <p:nvPr/>
            </p:nvSpPr>
            <p:spPr>
              <a:xfrm>
                <a:off x="398829" y="6099739"/>
                <a:ext cx="28176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43AD11F-59EF-31DC-4DD4-23F8D4B9422B}"/>
                  </a:ext>
                </a:extLst>
              </p:cNvPr>
              <p:cNvSpPr txBox="1"/>
              <p:nvPr/>
            </p:nvSpPr>
            <p:spPr>
              <a:xfrm>
                <a:off x="201061" y="4602739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F317209-FE21-DE2E-9A70-DE6FAF5675A9}"/>
                  </a:ext>
                </a:extLst>
              </p:cNvPr>
              <p:cNvSpPr txBox="1"/>
              <p:nvPr/>
            </p:nvSpPr>
            <p:spPr>
              <a:xfrm>
                <a:off x="201061" y="3105740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D7DEC29-3969-E1BB-E98C-8C0FB70C1BCD}"/>
                  </a:ext>
                </a:extLst>
              </p:cNvPr>
              <p:cNvSpPr txBox="1"/>
              <p:nvPr/>
            </p:nvSpPr>
            <p:spPr>
              <a:xfrm>
                <a:off x="201061" y="1608741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600</a:t>
                </a: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D9E54B3-B045-D564-DB68-ACF4B87D67AD}"/>
                  </a:ext>
                </a:extLst>
              </p:cNvPr>
              <p:cNvSpPr/>
              <p:nvPr/>
            </p:nvSpPr>
            <p:spPr>
              <a:xfrm>
                <a:off x="616966" y="6242743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33C58D3-E137-DD4A-439D-327D57028746}"/>
                  </a:ext>
                </a:extLst>
              </p:cNvPr>
              <p:cNvSpPr/>
              <p:nvPr/>
            </p:nvSpPr>
            <p:spPr>
              <a:xfrm>
                <a:off x="616966" y="4745744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B6AC8AC-AB36-8A2B-7FDE-5F64AA60978D}"/>
                  </a:ext>
                </a:extLst>
              </p:cNvPr>
              <p:cNvSpPr/>
              <p:nvPr/>
            </p:nvSpPr>
            <p:spPr>
              <a:xfrm>
                <a:off x="616966" y="3248745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CA3FD1B-A882-E899-76CF-707AC24B754A}"/>
                  </a:ext>
                </a:extLst>
              </p:cNvPr>
              <p:cNvSpPr/>
              <p:nvPr/>
            </p:nvSpPr>
            <p:spPr>
              <a:xfrm>
                <a:off x="616966" y="1751745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CDD91C7-7506-0206-F92A-38538CFC0D5D}"/>
                  </a:ext>
                </a:extLst>
              </p:cNvPr>
              <p:cNvSpPr/>
              <p:nvPr/>
            </p:nvSpPr>
            <p:spPr>
              <a:xfrm>
                <a:off x="651763" y="6242743"/>
                <a:ext cx="11467592" cy="12693"/>
              </a:xfrm>
              <a:custGeom>
                <a:avLst/>
                <a:gdLst>
                  <a:gd name="connsiteX0" fmla="*/ 0 w 11467592"/>
                  <a:gd name="connsiteY0" fmla="*/ 0 h 12693"/>
                  <a:gd name="connsiteX1" fmla="*/ 11467592 w 11467592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67592" h="12693">
                    <a:moveTo>
                      <a:pt x="0" y="0"/>
                    </a:moveTo>
                    <a:lnTo>
                      <a:pt x="11467592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F6697C9-5367-5676-FB66-B649D3DB89D0}"/>
                  </a:ext>
                </a:extLst>
              </p:cNvPr>
              <p:cNvSpPr/>
              <p:nvPr/>
            </p:nvSpPr>
            <p:spPr>
              <a:xfrm>
                <a:off x="190296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0D343AB-A9C5-CA88-465F-90BDC148B30C}"/>
                  </a:ext>
                </a:extLst>
              </p:cNvPr>
              <p:cNvSpPr/>
              <p:nvPr/>
            </p:nvSpPr>
            <p:spPr>
              <a:xfrm>
                <a:off x="3624834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4D62D98-1E76-C26A-2FAC-573177FDC37B}"/>
                  </a:ext>
                </a:extLst>
              </p:cNvPr>
              <p:cNvSpPr/>
              <p:nvPr/>
            </p:nvSpPr>
            <p:spPr>
              <a:xfrm>
                <a:off x="5328030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44C6191-7D91-60F6-3F0B-3F6B6DCDB660}"/>
                  </a:ext>
                </a:extLst>
              </p:cNvPr>
              <p:cNvSpPr/>
              <p:nvPr/>
            </p:nvSpPr>
            <p:spPr>
              <a:xfrm>
                <a:off x="7012558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E60EC09-CCC1-98EB-B4CF-6590DBDE3A67}"/>
                  </a:ext>
                </a:extLst>
              </p:cNvPr>
              <p:cNvSpPr/>
              <p:nvPr/>
            </p:nvSpPr>
            <p:spPr>
              <a:xfrm>
                <a:off x="8734425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84E0867-886B-7CCC-4A34-24F3FDF70DBF}"/>
                  </a:ext>
                </a:extLst>
              </p:cNvPr>
              <p:cNvSpPr/>
              <p:nvPr/>
            </p:nvSpPr>
            <p:spPr>
              <a:xfrm>
                <a:off x="10456418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FBDA3E7-BC02-0B1B-324F-9C02C291FE31}"/>
                  </a:ext>
                </a:extLst>
              </p:cNvPr>
              <p:cNvSpPr txBox="1"/>
              <p:nvPr/>
            </p:nvSpPr>
            <p:spPr>
              <a:xfrm>
                <a:off x="1445727" y="6225916"/>
                <a:ext cx="91448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2024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A265ECE-961C-6954-2E8F-48CDA95D437B}"/>
                  </a:ext>
                </a:extLst>
              </p:cNvPr>
              <p:cNvSpPr txBox="1"/>
              <p:nvPr/>
            </p:nvSpPr>
            <p:spPr>
              <a:xfrm>
                <a:off x="3152747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764AA0C-29AA-146B-729B-9D2713A18511}"/>
                  </a:ext>
                </a:extLst>
              </p:cNvPr>
              <p:cNvSpPr txBox="1"/>
              <p:nvPr/>
            </p:nvSpPr>
            <p:spPr>
              <a:xfrm>
                <a:off x="4856031" y="6225916"/>
                <a:ext cx="943999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E208C62-796D-BEEF-0F3D-B7DFF4917E38}"/>
                  </a:ext>
                </a:extLst>
              </p:cNvPr>
              <p:cNvSpPr txBox="1"/>
              <p:nvPr/>
            </p:nvSpPr>
            <p:spPr>
              <a:xfrm>
                <a:off x="6545551" y="6225916"/>
                <a:ext cx="934015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C97B0AD-236B-FAA0-AF35-430FD6DD3F7C}"/>
                  </a:ext>
                </a:extLst>
              </p:cNvPr>
              <p:cNvSpPr txBox="1"/>
              <p:nvPr/>
            </p:nvSpPr>
            <p:spPr>
              <a:xfrm>
                <a:off x="8277184" y="6225916"/>
                <a:ext cx="91448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2025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99F54DC-9C89-EB74-D64E-14A84D806A35}"/>
                  </a:ext>
                </a:extLst>
              </p:cNvPr>
              <p:cNvSpPr txBox="1"/>
              <p:nvPr/>
            </p:nvSpPr>
            <p:spPr>
              <a:xfrm>
                <a:off x="9984331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B5BCB48-95E2-1C1C-C9F4-28070490B9A5}"/>
                  </a:ext>
                </a:extLst>
              </p:cNvPr>
              <p:cNvSpPr txBox="1"/>
              <p:nvPr/>
            </p:nvSpPr>
            <p:spPr>
              <a:xfrm rot="-5400000">
                <a:off x="-814195" y="3203945"/>
                <a:ext cx="1917521" cy="318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F53DD0C-FFAE-0CD7-A6DA-7F042AE01AB0}"/>
                  </a:ext>
                </a:extLst>
              </p:cNvPr>
              <p:cNvSpPr txBox="1"/>
              <p:nvPr/>
            </p:nvSpPr>
            <p:spPr>
              <a:xfrm>
                <a:off x="560323" y="62362"/>
                <a:ext cx="5983515" cy="397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2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Bolaang Mongondow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832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39C814B8-6944-BC57-DE4A-36F866166B41}"/>
              </a:ext>
            </a:extLst>
          </p:cNvPr>
          <p:cNvGrpSpPr/>
          <p:nvPr/>
        </p:nvGrpSpPr>
        <p:grpSpPr>
          <a:xfrm>
            <a:off x="0" y="90487"/>
            <a:ext cx="12192000" cy="6677025"/>
            <a:chOff x="0" y="90487"/>
            <a:chExt cx="12192000" cy="667702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C002232-B6E2-2D69-4CA6-F2FBEC867783}"/>
                </a:ext>
              </a:extLst>
            </p:cNvPr>
            <p:cNvSpPr/>
            <p:nvPr/>
          </p:nvSpPr>
          <p:spPr>
            <a:xfrm>
              <a:off x="0" y="90487"/>
              <a:ext cx="12192000" cy="6677025"/>
            </a:xfrm>
            <a:custGeom>
              <a:avLst/>
              <a:gdLst>
                <a:gd name="connsiteX0" fmla="*/ 0 w 12192000"/>
                <a:gd name="connsiteY0" fmla="*/ 0 h 6677025"/>
                <a:gd name="connsiteX1" fmla="*/ 12192000 w 12192000"/>
                <a:gd name="connsiteY1" fmla="*/ 0 h 6677025"/>
                <a:gd name="connsiteX2" fmla="*/ 12192000 w 12192000"/>
                <a:gd name="connsiteY2" fmla="*/ 6677025 h 6677025"/>
                <a:gd name="connsiteX3" fmla="*/ 0 w 12192000"/>
                <a:gd name="connsiteY3" fmla="*/ 6677025 h 667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677025">
                  <a:moveTo>
                    <a:pt x="0" y="0"/>
                  </a:moveTo>
                  <a:lnTo>
                    <a:pt x="12192000" y="0"/>
                  </a:lnTo>
                  <a:lnTo>
                    <a:pt x="12192000" y="6677025"/>
                  </a:lnTo>
                  <a:lnTo>
                    <a:pt x="0" y="6677025"/>
                  </a:lnTo>
                  <a:close/>
                </a:path>
              </a:pathLst>
            </a:custGeom>
            <a:noFill/>
            <a:ln w="1270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A476578-B758-0C2B-B41D-DCCCDD7D7717}"/>
                </a:ext>
              </a:extLst>
            </p:cNvPr>
            <p:cNvSpPr/>
            <p:nvPr/>
          </p:nvSpPr>
          <p:spPr>
            <a:xfrm>
              <a:off x="0" y="90487"/>
              <a:ext cx="12188952" cy="6671947"/>
            </a:xfrm>
            <a:custGeom>
              <a:avLst/>
              <a:gdLst>
                <a:gd name="connsiteX0" fmla="*/ 0 w 12188952"/>
                <a:gd name="connsiteY0" fmla="*/ 0 h 6671947"/>
                <a:gd name="connsiteX1" fmla="*/ 12188952 w 12188952"/>
                <a:gd name="connsiteY1" fmla="*/ 0 h 6671947"/>
                <a:gd name="connsiteX2" fmla="*/ 12188952 w 12188952"/>
                <a:gd name="connsiteY2" fmla="*/ 6671947 h 6671947"/>
                <a:gd name="connsiteX3" fmla="*/ 0 w 12188952"/>
                <a:gd name="connsiteY3" fmla="*/ 6671947 h 667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8952" h="6671947">
                  <a:moveTo>
                    <a:pt x="0" y="0"/>
                  </a:moveTo>
                  <a:lnTo>
                    <a:pt x="12188952" y="0"/>
                  </a:lnTo>
                  <a:lnTo>
                    <a:pt x="12188952" y="6671947"/>
                  </a:lnTo>
                  <a:lnTo>
                    <a:pt x="0" y="6671947"/>
                  </a:lnTo>
                  <a:close/>
                </a:path>
              </a:pathLst>
            </a:custGeom>
            <a:noFill/>
            <a:ln w="13589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AD507E81-F8C3-A4A0-CBC7-A5DD0C3076F6}"/>
                </a:ext>
              </a:extLst>
            </p:cNvPr>
            <p:cNvGrpSpPr/>
            <p:nvPr/>
          </p:nvGrpSpPr>
          <p:grpSpPr>
            <a:xfrm>
              <a:off x="651764" y="483619"/>
              <a:ext cx="11467592" cy="5759124"/>
              <a:chOff x="651764" y="483619"/>
              <a:chExt cx="11467592" cy="575912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F4F2DC5-362A-425B-E87F-40B83E233A51}"/>
                  </a:ext>
                </a:extLst>
              </p:cNvPr>
              <p:cNvSpPr/>
              <p:nvPr/>
            </p:nvSpPr>
            <p:spPr>
              <a:xfrm>
                <a:off x="651763" y="483619"/>
                <a:ext cx="11467592" cy="5759124"/>
              </a:xfrm>
              <a:custGeom>
                <a:avLst/>
                <a:gdLst>
                  <a:gd name="connsiteX0" fmla="*/ 0 w 11467592"/>
                  <a:gd name="connsiteY0" fmla="*/ 0 h 5759124"/>
                  <a:gd name="connsiteX1" fmla="*/ 11467592 w 11467592"/>
                  <a:gd name="connsiteY1" fmla="*/ 0 h 5759124"/>
                  <a:gd name="connsiteX2" fmla="*/ 11467592 w 11467592"/>
                  <a:gd name="connsiteY2" fmla="*/ 5759125 h 5759124"/>
                  <a:gd name="connsiteX3" fmla="*/ 0 w 11467592"/>
                  <a:gd name="connsiteY3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7592" h="5759124">
                    <a:moveTo>
                      <a:pt x="0" y="0"/>
                    </a:moveTo>
                    <a:lnTo>
                      <a:pt x="11467592" y="0"/>
                    </a:lnTo>
                    <a:lnTo>
                      <a:pt x="11467592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noFill/>
              <a:ln w="13589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01E08A8-4D4A-0292-8A74-EA6491A1857D}"/>
                  </a:ext>
                </a:extLst>
              </p:cNvPr>
              <p:cNvSpPr/>
              <p:nvPr/>
            </p:nvSpPr>
            <p:spPr>
              <a:xfrm>
                <a:off x="1172972" y="483619"/>
                <a:ext cx="10425175" cy="5759124"/>
              </a:xfrm>
              <a:custGeom>
                <a:avLst/>
                <a:gdLst>
                  <a:gd name="connsiteX0" fmla="*/ 0 w 10425175"/>
                  <a:gd name="connsiteY0" fmla="*/ 3555833 h 5759124"/>
                  <a:gd name="connsiteX1" fmla="*/ 131953 w 10425175"/>
                  <a:gd name="connsiteY1" fmla="*/ 3764649 h 5759124"/>
                  <a:gd name="connsiteX2" fmla="*/ 263906 w 10425175"/>
                  <a:gd name="connsiteY2" fmla="*/ 3951250 h 5759124"/>
                  <a:gd name="connsiteX3" fmla="*/ 395986 w 10425175"/>
                  <a:gd name="connsiteY3" fmla="*/ 4113733 h 5759124"/>
                  <a:gd name="connsiteX4" fmla="*/ 527939 w 10425175"/>
                  <a:gd name="connsiteY4" fmla="*/ 4250828 h 5759124"/>
                  <a:gd name="connsiteX5" fmla="*/ 659892 w 10425175"/>
                  <a:gd name="connsiteY5" fmla="*/ 4362154 h 5759124"/>
                  <a:gd name="connsiteX6" fmla="*/ 791845 w 10425175"/>
                  <a:gd name="connsiteY6" fmla="*/ 4448473 h 5759124"/>
                  <a:gd name="connsiteX7" fmla="*/ 923798 w 10425175"/>
                  <a:gd name="connsiteY7" fmla="*/ 4512197 h 5759124"/>
                  <a:gd name="connsiteX8" fmla="*/ 1055751 w 10425175"/>
                  <a:gd name="connsiteY8" fmla="*/ 4557133 h 5759124"/>
                  <a:gd name="connsiteX9" fmla="*/ 1187704 w 10425175"/>
                  <a:gd name="connsiteY9" fmla="*/ 4586964 h 5759124"/>
                  <a:gd name="connsiteX10" fmla="*/ 1319657 w 10425175"/>
                  <a:gd name="connsiteY10" fmla="*/ 4605878 h 5759124"/>
                  <a:gd name="connsiteX11" fmla="*/ 1451610 w 10425175"/>
                  <a:gd name="connsiteY11" fmla="*/ 4617430 h 5759124"/>
                  <a:gd name="connsiteX12" fmla="*/ 1583563 w 10425175"/>
                  <a:gd name="connsiteY12" fmla="*/ 4624919 h 5759124"/>
                  <a:gd name="connsiteX13" fmla="*/ 1715516 w 10425175"/>
                  <a:gd name="connsiteY13" fmla="*/ 4630631 h 5759124"/>
                  <a:gd name="connsiteX14" fmla="*/ 1847469 w 10425175"/>
                  <a:gd name="connsiteY14" fmla="*/ 4636344 h 5759124"/>
                  <a:gd name="connsiteX15" fmla="*/ 1979549 w 10425175"/>
                  <a:gd name="connsiteY15" fmla="*/ 4643579 h 5759124"/>
                  <a:gd name="connsiteX16" fmla="*/ 2111502 w 10425175"/>
                  <a:gd name="connsiteY16" fmla="*/ 4659193 h 5759124"/>
                  <a:gd name="connsiteX17" fmla="*/ 2243455 w 10425175"/>
                  <a:gd name="connsiteY17" fmla="*/ 4684962 h 5759124"/>
                  <a:gd name="connsiteX18" fmla="*/ 2375408 w 10425175"/>
                  <a:gd name="connsiteY18" fmla="*/ 4711746 h 5759124"/>
                  <a:gd name="connsiteX19" fmla="*/ 2507361 w 10425175"/>
                  <a:gd name="connsiteY19" fmla="*/ 4733579 h 5759124"/>
                  <a:gd name="connsiteX20" fmla="*/ 2639314 w 10425175"/>
                  <a:gd name="connsiteY20" fmla="*/ 4749193 h 5759124"/>
                  <a:gd name="connsiteX21" fmla="*/ 2771267 w 10425175"/>
                  <a:gd name="connsiteY21" fmla="*/ 4770519 h 5759124"/>
                  <a:gd name="connsiteX22" fmla="*/ 2903220 w 10425175"/>
                  <a:gd name="connsiteY22" fmla="*/ 4787021 h 5759124"/>
                  <a:gd name="connsiteX23" fmla="*/ 3035173 w 10425175"/>
                  <a:gd name="connsiteY23" fmla="*/ 4781309 h 5759124"/>
                  <a:gd name="connsiteX24" fmla="*/ 3167126 w 10425175"/>
                  <a:gd name="connsiteY24" fmla="*/ 4783340 h 5759124"/>
                  <a:gd name="connsiteX25" fmla="*/ 3299079 w 10425175"/>
                  <a:gd name="connsiteY25" fmla="*/ 4774454 h 5759124"/>
                  <a:gd name="connsiteX26" fmla="*/ 3431032 w 10425175"/>
                  <a:gd name="connsiteY26" fmla="*/ 4753255 h 5759124"/>
                  <a:gd name="connsiteX27" fmla="*/ 3562985 w 10425175"/>
                  <a:gd name="connsiteY27" fmla="*/ 4733452 h 5759124"/>
                  <a:gd name="connsiteX28" fmla="*/ 3695065 w 10425175"/>
                  <a:gd name="connsiteY28" fmla="*/ 4688135 h 5759124"/>
                  <a:gd name="connsiteX29" fmla="*/ 3827018 w 10425175"/>
                  <a:gd name="connsiteY29" fmla="*/ 4632408 h 5759124"/>
                  <a:gd name="connsiteX30" fmla="*/ 3958971 w 10425175"/>
                  <a:gd name="connsiteY30" fmla="*/ 4593184 h 5759124"/>
                  <a:gd name="connsiteX31" fmla="*/ 4090924 w 10425175"/>
                  <a:gd name="connsiteY31" fmla="*/ 4549263 h 5759124"/>
                  <a:gd name="connsiteX32" fmla="*/ 4222877 w 10425175"/>
                  <a:gd name="connsiteY32" fmla="*/ 4482874 h 5759124"/>
                  <a:gd name="connsiteX33" fmla="*/ 4354830 w 10425175"/>
                  <a:gd name="connsiteY33" fmla="*/ 4384368 h 5759124"/>
                  <a:gd name="connsiteX34" fmla="*/ 4486783 w 10425175"/>
                  <a:gd name="connsiteY34" fmla="*/ 4263268 h 5759124"/>
                  <a:gd name="connsiteX35" fmla="*/ 4618736 w 10425175"/>
                  <a:gd name="connsiteY35" fmla="*/ 4148514 h 5759124"/>
                  <a:gd name="connsiteX36" fmla="*/ 4750689 w 10425175"/>
                  <a:gd name="connsiteY36" fmla="*/ 4077302 h 5759124"/>
                  <a:gd name="connsiteX37" fmla="*/ 4882642 w 10425175"/>
                  <a:gd name="connsiteY37" fmla="*/ 4079713 h 5759124"/>
                  <a:gd name="connsiteX38" fmla="*/ 5014595 w 10425175"/>
                  <a:gd name="connsiteY38" fmla="*/ 4106625 h 5759124"/>
                  <a:gd name="connsiteX39" fmla="*/ 5146548 w 10425175"/>
                  <a:gd name="connsiteY39" fmla="*/ 4102309 h 5759124"/>
                  <a:gd name="connsiteX40" fmla="*/ 5278628 w 10425175"/>
                  <a:gd name="connsiteY40" fmla="*/ 4140136 h 5759124"/>
                  <a:gd name="connsiteX41" fmla="*/ 5410581 w 10425175"/>
                  <a:gd name="connsiteY41" fmla="*/ 4325468 h 5759124"/>
                  <a:gd name="connsiteX42" fmla="*/ 5542535 w 10425175"/>
                  <a:gd name="connsiteY42" fmla="*/ 4528953 h 5759124"/>
                  <a:gd name="connsiteX43" fmla="*/ 5674487 w 10425175"/>
                  <a:gd name="connsiteY43" fmla="*/ 4642056 h 5759124"/>
                  <a:gd name="connsiteX44" fmla="*/ 5806440 w 10425175"/>
                  <a:gd name="connsiteY44" fmla="*/ 4598389 h 5759124"/>
                  <a:gd name="connsiteX45" fmla="*/ 5938393 w 10425175"/>
                  <a:gd name="connsiteY45" fmla="*/ 4468656 h 5759124"/>
                  <a:gd name="connsiteX46" fmla="*/ 6070347 w 10425175"/>
                  <a:gd name="connsiteY46" fmla="*/ 4304396 h 5759124"/>
                  <a:gd name="connsiteX47" fmla="*/ 6202299 w 10425175"/>
                  <a:gd name="connsiteY47" fmla="*/ 4068416 h 5759124"/>
                  <a:gd name="connsiteX48" fmla="*/ 6334252 w 10425175"/>
                  <a:gd name="connsiteY48" fmla="*/ 3767696 h 5759124"/>
                  <a:gd name="connsiteX49" fmla="*/ 6466205 w 10425175"/>
                  <a:gd name="connsiteY49" fmla="*/ 3263110 h 5759124"/>
                  <a:gd name="connsiteX50" fmla="*/ 6598159 w 10425175"/>
                  <a:gd name="connsiteY50" fmla="*/ 2647072 h 5759124"/>
                  <a:gd name="connsiteX51" fmla="*/ 6730111 w 10425175"/>
                  <a:gd name="connsiteY51" fmla="*/ 2183362 h 5759124"/>
                  <a:gd name="connsiteX52" fmla="*/ 6862191 w 10425175"/>
                  <a:gd name="connsiteY52" fmla="*/ 1523657 h 5759124"/>
                  <a:gd name="connsiteX53" fmla="*/ 6994144 w 10425175"/>
                  <a:gd name="connsiteY53" fmla="*/ 932626 h 5759124"/>
                  <a:gd name="connsiteX54" fmla="*/ 7126097 w 10425175"/>
                  <a:gd name="connsiteY54" fmla="*/ 625178 h 5759124"/>
                  <a:gd name="connsiteX55" fmla="*/ 7258050 w 10425175"/>
                  <a:gd name="connsiteY55" fmla="*/ 350861 h 5759124"/>
                  <a:gd name="connsiteX56" fmla="*/ 7390003 w 10425175"/>
                  <a:gd name="connsiteY56" fmla="*/ 135698 h 5759124"/>
                  <a:gd name="connsiteX57" fmla="*/ 7521956 w 10425175"/>
                  <a:gd name="connsiteY57" fmla="*/ 34401 h 5759124"/>
                  <a:gd name="connsiteX58" fmla="*/ 7653910 w 10425175"/>
                  <a:gd name="connsiteY58" fmla="*/ 0 h 5759124"/>
                  <a:gd name="connsiteX59" fmla="*/ 7785862 w 10425175"/>
                  <a:gd name="connsiteY59" fmla="*/ 2539 h 5759124"/>
                  <a:gd name="connsiteX60" fmla="*/ 7917815 w 10425175"/>
                  <a:gd name="connsiteY60" fmla="*/ 38717 h 5759124"/>
                  <a:gd name="connsiteX61" fmla="*/ 8049768 w 10425175"/>
                  <a:gd name="connsiteY61" fmla="*/ 121989 h 5759124"/>
                  <a:gd name="connsiteX62" fmla="*/ 8181722 w 10425175"/>
                  <a:gd name="connsiteY62" fmla="*/ 253118 h 5759124"/>
                  <a:gd name="connsiteX63" fmla="*/ 8313674 w 10425175"/>
                  <a:gd name="connsiteY63" fmla="*/ 422963 h 5759124"/>
                  <a:gd name="connsiteX64" fmla="*/ 8445627 w 10425175"/>
                  <a:gd name="connsiteY64" fmla="*/ 623020 h 5759124"/>
                  <a:gd name="connsiteX65" fmla="*/ 8577707 w 10425175"/>
                  <a:gd name="connsiteY65" fmla="*/ 845545 h 5759124"/>
                  <a:gd name="connsiteX66" fmla="*/ 8709660 w 10425175"/>
                  <a:gd name="connsiteY66" fmla="*/ 1082287 h 5759124"/>
                  <a:gd name="connsiteX67" fmla="*/ 8841613 w 10425175"/>
                  <a:gd name="connsiteY67" fmla="*/ 1329947 h 5759124"/>
                  <a:gd name="connsiteX68" fmla="*/ 8973566 w 10425175"/>
                  <a:gd name="connsiteY68" fmla="*/ 1594616 h 5759124"/>
                  <a:gd name="connsiteX69" fmla="*/ 9105519 w 10425175"/>
                  <a:gd name="connsiteY69" fmla="*/ 1872994 h 5759124"/>
                  <a:gd name="connsiteX70" fmla="*/ 9237472 w 10425175"/>
                  <a:gd name="connsiteY70" fmla="*/ 2161401 h 5759124"/>
                  <a:gd name="connsiteX71" fmla="*/ 9369425 w 10425175"/>
                  <a:gd name="connsiteY71" fmla="*/ 2456790 h 5759124"/>
                  <a:gd name="connsiteX72" fmla="*/ 9501378 w 10425175"/>
                  <a:gd name="connsiteY72" fmla="*/ 2757256 h 5759124"/>
                  <a:gd name="connsiteX73" fmla="*/ 9633331 w 10425175"/>
                  <a:gd name="connsiteY73" fmla="*/ 3061784 h 5759124"/>
                  <a:gd name="connsiteX74" fmla="*/ 9765284 w 10425175"/>
                  <a:gd name="connsiteY74" fmla="*/ 3369994 h 5759124"/>
                  <a:gd name="connsiteX75" fmla="*/ 9897237 w 10425175"/>
                  <a:gd name="connsiteY75" fmla="*/ 3682519 h 5759124"/>
                  <a:gd name="connsiteX76" fmla="*/ 10029190 w 10425175"/>
                  <a:gd name="connsiteY76" fmla="*/ 3999614 h 5759124"/>
                  <a:gd name="connsiteX77" fmla="*/ 10161270 w 10425175"/>
                  <a:gd name="connsiteY77" fmla="*/ 4322041 h 5759124"/>
                  <a:gd name="connsiteX78" fmla="*/ 10293223 w 10425175"/>
                  <a:gd name="connsiteY78" fmla="*/ 4650434 h 5759124"/>
                  <a:gd name="connsiteX79" fmla="*/ 10425176 w 10425175"/>
                  <a:gd name="connsiteY79" fmla="*/ 4985301 h 5759124"/>
                  <a:gd name="connsiteX80" fmla="*/ 10425176 w 10425175"/>
                  <a:gd name="connsiteY80" fmla="*/ 5759125 h 5759124"/>
                  <a:gd name="connsiteX81" fmla="*/ 10293223 w 10425175"/>
                  <a:gd name="connsiteY81" fmla="*/ 5759125 h 5759124"/>
                  <a:gd name="connsiteX82" fmla="*/ 10161270 w 10425175"/>
                  <a:gd name="connsiteY82" fmla="*/ 5759125 h 5759124"/>
                  <a:gd name="connsiteX83" fmla="*/ 10029190 w 10425175"/>
                  <a:gd name="connsiteY83" fmla="*/ 5759125 h 5759124"/>
                  <a:gd name="connsiteX84" fmla="*/ 9897237 w 10425175"/>
                  <a:gd name="connsiteY84" fmla="*/ 5759125 h 5759124"/>
                  <a:gd name="connsiteX85" fmla="*/ 9765284 w 10425175"/>
                  <a:gd name="connsiteY85" fmla="*/ 5759125 h 5759124"/>
                  <a:gd name="connsiteX86" fmla="*/ 9633331 w 10425175"/>
                  <a:gd name="connsiteY86" fmla="*/ 5578617 h 5759124"/>
                  <a:gd name="connsiteX87" fmla="*/ 9501378 w 10425175"/>
                  <a:gd name="connsiteY87" fmla="*/ 5034807 h 5759124"/>
                  <a:gd name="connsiteX88" fmla="*/ 9369425 w 10425175"/>
                  <a:gd name="connsiteY88" fmla="*/ 4539743 h 5759124"/>
                  <a:gd name="connsiteX89" fmla="*/ 9237472 w 10425175"/>
                  <a:gd name="connsiteY89" fmla="*/ 4092153 h 5759124"/>
                  <a:gd name="connsiteX90" fmla="*/ 9105519 w 10425175"/>
                  <a:gd name="connsiteY90" fmla="*/ 3690262 h 5759124"/>
                  <a:gd name="connsiteX91" fmla="*/ 8973566 w 10425175"/>
                  <a:gd name="connsiteY91" fmla="*/ 3331277 h 5759124"/>
                  <a:gd name="connsiteX92" fmla="*/ 8841613 w 10425175"/>
                  <a:gd name="connsiteY92" fmla="*/ 3011516 h 5759124"/>
                  <a:gd name="connsiteX93" fmla="*/ 8709660 w 10425175"/>
                  <a:gd name="connsiteY93" fmla="*/ 2726410 h 5759124"/>
                  <a:gd name="connsiteX94" fmla="*/ 8577707 w 10425175"/>
                  <a:gd name="connsiteY94" fmla="*/ 2457932 h 5759124"/>
                  <a:gd name="connsiteX95" fmla="*/ 8445627 w 10425175"/>
                  <a:gd name="connsiteY95" fmla="*/ 2205196 h 5759124"/>
                  <a:gd name="connsiteX96" fmla="*/ 8313674 w 10425175"/>
                  <a:gd name="connsiteY96" fmla="*/ 1976958 h 5759124"/>
                  <a:gd name="connsiteX97" fmla="*/ 8181722 w 10425175"/>
                  <a:gd name="connsiteY97" fmla="*/ 1781979 h 5759124"/>
                  <a:gd name="connsiteX98" fmla="*/ 8049768 w 10425175"/>
                  <a:gd name="connsiteY98" fmla="*/ 1628636 h 5759124"/>
                  <a:gd name="connsiteX99" fmla="*/ 7917815 w 10425175"/>
                  <a:gd name="connsiteY99" fmla="*/ 1524545 h 5759124"/>
                  <a:gd name="connsiteX100" fmla="*/ 7785862 w 10425175"/>
                  <a:gd name="connsiteY100" fmla="*/ 1453586 h 5759124"/>
                  <a:gd name="connsiteX101" fmla="*/ 7653910 w 10425175"/>
                  <a:gd name="connsiteY101" fmla="*/ 1419058 h 5759124"/>
                  <a:gd name="connsiteX102" fmla="*/ 7521956 w 10425175"/>
                  <a:gd name="connsiteY102" fmla="*/ 1446350 h 5759124"/>
                  <a:gd name="connsiteX103" fmla="*/ 7390003 w 10425175"/>
                  <a:gd name="connsiteY103" fmla="*/ 1540159 h 5759124"/>
                  <a:gd name="connsiteX104" fmla="*/ 7258050 w 10425175"/>
                  <a:gd name="connsiteY104" fmla="*/ 1733488 h 5759124"/>
                  <a:gd name="connsiteX105" fmla="*/ 7126097 w 10425175"/>
                  <a:gd name="connsiteY105" fmla="*/ 2020244 h 5759124"/>
                  <a:gd name="connsiteX106" fmla="*/ 6994144 w 10425175"/>
                  <a:gd name="connsiteY106" fmla="*/ 2344575 h 5759124"/>
                  <a:gd name="connsiteX107" fmla="*/ 6862191 w 10425175"/>
                  <a:gd name="connsiteY107" fmla="*/ 2915042 h 5759124"/>
                  <a:gd name="connsiteX108" fmla="*/ 6730111 w 10425175"/>
                  <a:gd name="connsiteY108" fmla="*/ 3588965 h 5759124"/>
                  <a:gd name="connsiteX109" fmla="*/ 6598159 w 10425175"/>
                  <a:gd name="connsiteY109" fmla="*/ 4069558 h 5759124"/>
                  <a:gd name="connsiteX110" fmla="*/ 6466205 w 10425175"/>
                  <a:gd name="connsiteY110" fmla="*/ 4717458 h 5759124"/>
                  <a:gd name="connsiteX111" fmla="*/ 6334252 w 10425175"/>
                  <a:gd name="connsiteY111" fmla="*/ 5284497 h 5759124"/>
                  <a:gd name="connsiteX112" fmla="*/ 6202299 w 10425175"/>
                  <a:gd name="connsiteY112" fmla="*/ 5584329 h 5759124"/>
                  <a:gd name="connsiteX113" fmla="*/ 6070347 w 10425175"/>
                  <a:gd name="connsiteY113" fmla="*/ 5759125 h 5759124"/>
                  <a:gd name="connsiteX114" fmla="*/ 5938393 w 10425175"/>
                  <a:gd name="connsiteY114" fmla="*/ 5759125 h 5759124"/>
                  <a:gd name="connsiteX115" fmla="*/ 5806440 w 10425175"/>
                  <a:gd name="connsiteY115" fmla="*/ 5759125 h 5759124"/>
                  <a:gd name="connsiteX116" fmla="*/ 5674487 w 10425175"/>
                  <a:gd name="connsiteY116" fmla="*/ 5759125 h 5759124"/>
                  <a:gd name="connsiteX117" fmla="*/ 5542535 w 10425175"/>
                  <a:gd name="connsiteY117" fmla="*/ 5759125 h 5759124"/>
                  <a:gd name="connsiteX118" fmla="*/ 5410581 w 10425175"/>
                  <a:gd name="connsiteY118" fmla="*/ 5759125 h 5759124"/>
                  <a:gd name="connsiteX119" fmla="*/ 5278628 w 10425175"/>
                  <a:gd name="connsiteY119" fmla="*/ 5759125 h 5759124"/>
                  <a:gd name="connsiteX120" fmla="*/ 5146548 w 10425175"/>
                  <a:gd name="connsiteY120" fmla="*/ 5757221 h 5759124"/>
                  <a:gd name="connsiteX121" fmla="*/ 5014595 w 10425175"/>
                  <a:gd name="connsiteY121" fmla="*/ 5759125 h 5759124"/>
                  <a:gd name="connsiteX122" fmla="*/ 4882642 w 10425175"/>
                  <a:gd name="connsiteY122" fmla="*/ 5759125 h 5759124"/>
                  <a:gd name="connsiteX123" fmla="*/ 4750689 w 10425175"/>
                  <a:gd name="connsiteY123" fmla="*/ 5759125 h 5759124"/>
                  <a:gd name="connsiteX124" fmla="*/ 4618736 w 10425175"/>
                  <a:gd name="connsiteY124" fmla="*/ 5759125 h 5759124"/>
                  <a:gd name="connsiteX125" fmla="*/ 4486783 w 10425175"/>
                  <a:gd name="connsiteY125" fmla="*/ 5759125 h 5759124"/>
                  <a:gd name="connsiteX126" fmla="*/ 4354830 w 10425175"/>
                  <a:gd name="connsiteY126" fmla="*/ 5759125 h 5759124"/>
                  <a:gd name="connsiteX127" fmla="*/ 4222877 w 10425175"/>
                  <a:gd name="connsiteY127" fmla="*/ 5759125 h 5759124"/>
                  <a:gd name="connsiteX128" fmla="*/ 4090924 w 10425175"/>
                  <a:gd name="connsiteY128" fmla="*/ 5759125 h 5759124"/>
                  <a:gd name="connsiteX129" fmla="*/ 3958971 w 10425175"/>
                  <a:gd name="connsiteY129" fmla="*/ 5759125 h 5759124"/>
                  <a:gd name="connsiteX130" fmla="*/ 3827018 w 10425175"/>
                  <a:gd name="connsiteY130" fmla="*/ 5759125 h 5759124"/>
                  <a:gd name="connsiteX131" fmla="*/ 3695065 w 10425175"/>
                  <a:gd name="connsiteY131" fmla="*/ 5759125 h 5759124"/>
                  <a:gd name="connsiteX132" fmla="*/ 3562985 w 10425175"/>
                  <a:gd name="connsiteY132" fmla="*/ 5759125 h 5759124"/>
                  <a:gd name="connsiteX133" fmla="*/ 3431032 w 10425175"/>
                  <a:gd name="connsiteY133" fmla="*/ 5759125 h 5759124"/>
                  <a:gd name="connsiteX134" fmla="*/ 3299079 w 10425175"/>
                  <a:gd name="connsiteY134" fmla="*/ 5759125 h 5759124"/>
                  <a:gd name="connsiteX135" fmla="*/ 3167126 w 10425175"/>
                  <a:gd name="connsiteY135" fmla="*/ 5759125 h 5759124"/>
                  <a:gd name="connsiteX136" fmla="*/ 3035173 w 10425175"/>
                  <a:gd name="connsiteY136" fmla="*/ 5759125 h 5759124"/>
                  <a:gd name="connsiteX137" fmla="*/ 2903220 w 10425175"/>
                  <a:gd name="connsiteY137" fmla="*/ 5759125 h 5759124"/>
                  <a:gd name="connsiteX138" fmla="*/ 2771267 w 10425175"/>
                  <a:gd name="connsiteY138" fmla="*/ 5759125 h 5759124"/>
                  <a:gd name="connsiteX139" fmla="*/ 2639314 w 10425175"/>
                  <a:gd name="connsiteY139" fmla="*/ 5759125 h 5759124"/>
                  <a:gd name="connsiteX140" fmla="*/ 2507361 w 10425175"/>
                  <a:gd name="connsiteY140" fmla="*/ 5759125 h 5759124"/>
                  <a:gd name="connsiteX141" fmla="*/ 2375408 w 10425175"/>
                  <a:gd name="connsiteY141" fmla="*/ 5759125 h 5759124"/>
                  <a:gd name="connsiteX142" fmla="*/ 2243455 w 10425175"/>
                  <a:gd name="connsiteY142" fmla="*/ 5759125 h 5759124"/>
                  <a:gd name="connsiteX143" fmla="*/ 2111502 w 10425175"/>
                  <a:gd name="connsiteY143" fmla="*/ 5759125 h 5759124"/>
                  <a:gd name="connsiteX144" fmla="*/ 1979549 w 10425175"/>
                  <a:gd name="connsiteY144" fmla="*/ 5759125 h 5759124"/>
                  <a:gd name="connsiteX145" fmla="*/ 1847469 w 10425175"/>
                  <a:gd name="connsiteY145" fmla="*/ 5759125 h 5759124"/>
                  <a:gd name="connsiteX146" fmla="*/ 1715516 w 10425175"/>
                  <a:gd name="connsiteY146" fmla="*/ 5759125 h 5759124"/>
                  <a:gd name="connsiteX147" fmla="*/ 1583563 w 10425175"/>
                  <a:gd name="connsiteY147" fmla="*/ 5759125 h 5759124"/>
                  <a:gd name="connsiteX148" fmla="*/ 1451610 w 10425175"/>
                  <a:gd name="connsiteY148" fmla="*/ 5759125 h 5759124"/>
                  <a:gd name="connsiteX149" fmla="*/ 1319657 w 10425175"/>
                  <a:gd name="connsiteY149" fmla="*/ 5759125 h 5759124"/>
                  <a:gd name="connsiteX150" fmla="*/ 1187704 w 10425175"/>
                  <a:gd name="connsiteY150" fmla="*/ 5759125 h 5759124"/>
                  <a:gd name="connsiteX151" fmla="*/ 1055751 w 10425175"/>
                  <a:gd name="connsiteY151" fmla="*/ 5759125 h 5759124"/>
                  <a:gd name="connsiteX152" fmla="*/ 923798 w 10425175"/>
                  <a:gd name="connsiteY152" fmla="*/ 5759125 h 5759124"/>
                  <a:gd name="connsiteX153" fmla="*/ 791845 w 10425175"/>
                  <a:gd name="connsiteY153" fmla="*/ 5759125 h 5759124"/>
                  <a:gd name="connsiteX154" fmla="*/ 659892 w 10425175"/>
                  <a:gd name="connsiteY154" fmla="*/ 5759125 h 5759124"/>
                  <a:gd name="connsiteX155" fmla="*/ 527939 w 10425175"/>
                  <a:gd name="connsiteY155" fmla="*/ 5759125 h 5759124"/>
                  <a:gd name="connsiteX156" fmla="*/ 395986 w 10425175"/>
                  <a:gd name="connsiteY156" fmla="*/ 5759125 h 5759124"/>
                  <a:gd name="connsiteX157" fmla="*/ 263906 w 10425175"/>
                  <a:gd name="connsiteY157" fmla="*/ 5759125 h 5759124"/>
                  <a:gd name="connsiteX158" fmla="*/ 131953 w 10425175"/>
                  <a:gd name="connsiteY158" fmla="*/ 5759125 h 5759124"/>
                  <a:gd name="connsiteX159" fmla="*/ 0 w 10425175"/>
                  <a:gd name="connsiteY159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10425175" h="5759124">
                    <a:moveTo>
                      <a:pt x="0" y="3555833"/>
                    </a:moveTo>
                    <a:lnTo>
                      <a:pt x="131953" y="3764649"/>
                    </a:lnTo>
                    <a:lnTo>
                      <a:pt x="263906" y="3951250"/>
                    </a:lnTo>
                    <a:lnTo>
                      <a:pt x="395986" y="4113733"/>
                    </a:lnTo>
                    <a:lnTo>
                      <a:pt x="527939" y="4250828"/>
                    </a:lnTo>
                    <a:lnTo>
                      <a:pt x="659892" y="4362154"/>
                    </a:lnTo>
                    <a:lnTo>
                      <a:pt x="791845" y="4448473"/>
                    </a:lnTo>
                    <a:lnTo>
                      <a:pt x="923798" y="4512197"/>
                    </a:lnTo>
                    <a:lnTo>
                      <a:pt x="1055751" y="4557133"/>
                    </a:lnTo>
                    <a:lnTo>
                      <a:pt x="1187704" y="4586964"/>
                    </a:lnTo>
                    <a:lnTo>
                      <a:pt x="1319657" y="4605878"/>
                    </a:lnTo>
                    <a:lnTo>
                      <a:pt x="1451610" y="4617430"/>
                    </a:lnTo>
                    <a:lnTo>
                      <a:pt x="1583563" y="4624919"/>
                    </a:lnTo>
                    <a:lnTo>
                      <a:pt x="1715516" y="4630631"/>
                    </a:lnTo>
                    <a:lnTo>
                      <a:pt x="1847469" y="4636344"/>
                    </a:lnTo>
                    <a:lnTo>
                      <a:pt x="1979549" y="4643579"/>
                    </a:lnTo>
                    <a:lnTo>
                      <a:pt x="2111502" y="4659193"/>
                    </a:lnTo>
                    <a:lnTo>
                      <a:pt x="2243455" y="4684962"/>
                    </a:lnTo>
                    <a:lnTo>
                      <a:pt x="2375408" y="4711746"/>
                    </a:lnTo>
                    <a:lnTo>
                      <a:pt x="2507361" y="4733579"/>
                    </a:lnTo>
                    <a:lnTo>
                      <a:pt x="2639314" y="4749193"/>
                    </a:lnTo>
                    <a:lnTo>
                      <a:pt x="2771267" y="4770519"/>
                    </a:lnTo>
                    <a:lnTo>
                      <a:pt x="2903220" y="4787021"/>
                    </a:lnTo>
                    <a:lnTo>
                      <a:pt x="3035173" y="4781309"/>
                    </a:lnTo>
                    <a:lnTo>
                      <a:pt x="3167126" y="4783340"/>
                    </a:lnTo>
                    <a:lnTo>
                      <a:pt x="3299079" y="4774454"/>
                    </a:lnTo>
                    <a:lnTo>
                      <a:pt x="3431032" y="4753255"/>
                    </a:lnTo>
                    <a:lnTo>
                      <a:pt x="3562985" y="4733452"/>
                    </a:lnTo>
                    <a:lnTo>
                      <a:pt x="3695065" y="4688135"/>
                    </a:lnTo>
                    <a:lnTo>
                      <a:pt x="3827018" y="4632408"/>
                    </a:lnTo>
                    <a:lnTo>
                      <a:pt x="3958971" y="4593184"/>
                    </a:lnTo>
                    <a:lnTo>
                      <a:pt x="4090924" y="4549263"/>
                    </a:lnTo>
                    <a:lnTo>
                      <a:pt x="4222877" y="4482874"/>
                    </a:lnTo>
                    <a:lnTo>
                      <a:pt x="4354830" y="4384368"/>
                    </a:lnTo>
                    <a:lnTo>
                      <a:pt x="4486783" y="4263268"/>
                    </a:lnTo>
                    <a:lnTo>
                      <a:pt x="4618736" y="4148514"/>
                    </a:lnTo>
                    <a:lnTo>
                      <a:pt x="4750689" y="4077302"/>
                    </a:lnTo>
                    <a:lnTo>
                      <a:pt x="4882642" y="4079713"/>
                    </a:lnTo>
                    <a:lnTo>
                      <a:pt x="5014595" y="4106625"/>
                    </a:lnTo>
                    <a:lnTo>
                      <a:pt x="5146548" y="4102309"/>
                    </a:lnTo>
                    <a:lnTo>
                      <a:pt x="5278628" y="4140136"/>
                    </a:lnTo>
                    <a:lnTo>
                      <a:pt x="5410581" y="4325468"/>
                    </a:lnTo>
                    <a:lnTo>
                      <a:pt x="5542535" y="4528953"/>
                    </a:lnTo>
                    <a:lnTo>
                      <a:pt x="5674487" y="4642056"/>
                    </a:lnTo>
                    <a:lnTo>
                      <a:pt x="5806440" y="4598389"/>
                    </a:lnTo>
                    <a:lnTo>
                      <a:pt x="5938393" y="4468656"/>
                    </a:lnTo>
                    <a:lnTo>
                      <a:pt x="6070347" y="4304396"/>
                    </a:lnTo>
                    <a:lnTo>
                      <a:pt x="6202299" y="4068416"/>
                    </a:lnTo>
                    <a:lnTo>
                      <a:pt x="6334252" y="3767696"/>
                    </a:lnTo>
                    <a:lnTo>
                      <a:pt x="6466205" y="3263110"/>
                    </a:lnTo>
                    <a:lnTo>
                      <a:pt x="6598159" y="2647072"/>
                    </a:lnTo>
                    <a:lnTo>
                      <a:pt x="6730111" y="2183362"/>
                    </a:lnTo>
                    <a:lnTo>
                      <a:pt x="6862191" y="1523657"/>
                    </a:lnTo>
                    <a:lnTo>
                      <a:pt x="6994144" y="932626"/>
                    </a:lnTo>
                    <a:lnTo>
                      <a:pt x="7126097" y="625178"/>
                    </a:lnTo>
                    <a:lnTo>
                      <a:pt x="7258050" y="350861"/>
                    </a:lnTo>
                    <a:lnTo>
                      <a:pt x="7390003" y="135698"/>
                    </a:lnTo>
                    <a:lnTo>
                      <a:pt x="7521956" y="34401"/>
                    </a:lnTo>
                    <a:lnTo>
                      <a:pt x="7653910" y="0"/>
                    </a:lnTo>
                    <a:lnTo>
                      <a:pt x="7785862" y="2539"/>
                    </a:lnTo>
                    <a:lnTo>
                      <a:pt x="7917815" y="38717"/>
                    </a:lnTo>
                    <a:lnTo>
                      <a:pt x="8049768" y="121989"/>
                    </a:lnTo>
                    <a:lnTo>
                      <a:pt x="8181722" y="253118"/>
                    </a:lnTo>
                    <a:lnTo>
                      <a:pt x="8313674" y="422963"/>
                    </a:lnTo>
                    <a:lnTo>
                      <a:pt x="8445627" y="623020"/>
                    </a:lnTo>
                    <a:lnTo>
                      <a:pt x="8577707" y="845545"/>
                    </a:lnTo>
                    <a:lnTo>
                      <a:pt x="8709660" y="1082287"/>
                    </a:lnTo>
                    <a:lnTo>
                      <a:pt x="8841613" y="1329947"/>
                    </a:lnTo>
                    <a:lnTo>
                      <a:pt x="8973566" y="1594616"/>
                    </a:lnTo>
                    <a:lnTo>
                      <a:pt x="9105519" y="1872994"/>
                    </a:lnTo>
                    <a:lnTo>
                      <a:pt x="9237472" y="2161401"/>
                    </a:lnTo>
                    <a:lnTo>
                      <a:pt x="9369425" y="2456790"/>
                    </a:lnTo>
                    <a:lnTo>
                      <a:pt x="9501378" y="2757256"/>
                    </a:lnTo>
                    <a:lnTo>
                      <a:pt x="9633331" y="3061784"/>
                    </a:lnTo>
                    <a:lnTo>
                      <a:pt x="9765284" y="3369994"/>
                    </a:lnTo>
                    <a:lnTo>
                      <a:pt x="9897237" y="3682519"/>
                    </a:lnTo>
                    <a:lnTo>
                      <a:pt x="10029190" y="3999614"/>
                    </a:lnTo>
                    <a:lnTo>
                      <a:pt x="10161270" y="4322041"/>
                    </a:lnTo>
                    <a:lnTo>
                      <a:pt x="10293223" y="4650434"/>
                    </a:lnTo>
                    <a:lnTo>
                      <a:pt x="10425176" y="4985301"/>
                    </a:lnTo>
                    <a:lnTo>
                      <a:pt x="10425176" y="5759125"/>
                    </a:lnTo>
                    <a:lnTo>
                      <a:pt x="10293223" y="5759125"/>
                    </a:lnTo>
                    <a:lnTo>
                      <a:pt x="10161270" y="5759125"/>
                    </a:lnTo>
                    <a:lnTo>
                      <a:pt x="10029190" y="5759125"/>
                    </a:lnTo>
                    <a:lnTo>
                      <a:pt x="9897237" y="5759125"/>
                    </a:lnTo>
                    <a:lnTo>
                      <a:pt x="9765284" y="5759125"/>
                    </a:lnTo>
                    <a:lnTo>
                      <a:pt x="9633331" y="5578617"/>
                    </a:lnTo>
                    <a:lnTo>
                      <a:pt x="9501378" y="5034807"/>
                    </a:lnTo>
                    <a:lnTo>
                      <a:pt x="9369425" y="4539743"/>
                    </a:lnTo>
                    <a:lnTo>
                      <a:pt x="9237472" y="4092153"/>
                    </a:lnTo>
                    <a:lnTo>
                      <a:pt x="9105519" y="3690262"/>
                    </a:lnTo>
                    <a:lnTo>
                      <a:pt x="8973566" y="3331277"/>
                    </a:lnTo>
                    <a:lnTo>
                      <a:pt x="8841613" y="3011516"/>
                    </a:lnTo>
                    <a:lnTo>
                      <a:pt x="8709660" y="2726410"/>
                    </a:lnTo>
                    <a:lnTo>
                      <a:pt x="8577707" y="2457932"/>
                    </a:lnTo>
                    <a:lnTo>
                      <a:pt x="8445627" y="2205196"/>
                    </a:lnTo>
                    <a:lnTo>
                      <a:pt x="8313674" y="1976958"/>
                    </a:lnTo>
                    <a:lnTo>
                      <a:pt x="8181722" y="1781979"/>
                    </a:lnTo>
                    <a:lnTo>
                      <a:pt x="8049768" y="1628636"/>
                    </a:lnTo>
                    <a:lnTo>
                      <a:pt x="7917815" y="1524545"/>
                    </a:lnTo>
                    <a:lnTo>
                      <a:pt x="7785862" y="1453586"/>
                    </a:lnTo>
                    <a:lnTo>
                      <a:pt x="7653910" y="1419058"/>
                    </a:lnTo>
                    <a:lnTo>
                      <a:pt x="7521956" y="1446350"/>
                    </a:lnTo>
                    <a:lnTo>
                      <a:pt x="7390003" y="1540159"/>
                    </a:lnTo>
                    <a:lnTo>
                      <a:pt x="7258050" y="1733488"/>
                    </a:lnTo>
                    <a:lnTo>
                      <a:pt x="7126097" y="2020244"/>
                    </a:lnTo>
                    <a:lnTo>
                      <a:pt x="6994144" y="2344575"/>
                    </a:lnTo>
                    <a:lnTo>
                      <a:pt x="6862191" y="2915042"/>
                    </a:lnTo>
                    <a:lnTo>
                      <a:pt x="6730111" y="3588965"/>
                    </a:lnTo>
                    <a:lnTo>
                      <a:pt x="6598159" y="4069558"/>
                    </a:lnTo>
                    <a:lnTo>
                      <a:pt x="6466205" y="4717458"/>
                    </a:lnTo>
                    <a:lnTo>
                      <a:pt x="6334252" y="5284497"/>
                    </a:lnTo>
                    <a:lnTo>
                      <a:pt x="6202299" y="5584329"/>
                    </a:lnTo>
                    <a:lnTo>
                      <a:pt x="6070347" y="5759125"/>
                    </a:lnTo>
                    <a:lnTo>
                      <a:pt x="5938393" y="5759125"/>
                    </a:lnTo>
                    <a:lnTo>
                      <a:pt x="5806440" y="5759125"/>
                    </a:lnTo>
                    <a:lnTo>
                      <a:pt x="5674487" y="5759125"/>
                    </a:lnTo>
                    <a:lnTo>
                      <a:pt x="5542535" y="5759125"/>
                    </a:lnTo>
                    <a:lnTo>
                      <a:pt x="5410581" y="5759125"/>
                    </a:lnTo>
                    <a:lnTo>
                      <a:pt x="5278628" y="5759125"/>
                    </a:lnTo>
                    <a:lnTo>
                      <a:pt x="5146548" y="5757221"/>
                    </a:lnTo>
                    <a:lnTo>
                      <a:pt x="5014595" y="5759125"/>
                    </a:lnTo>
                    <a:lnTo>
                      <a:pt x="4882642" y="5759125"/>
                    </a:lnTo>
                    <a:lnTo>
                      <a:pt x="4750689" y="5759125"/>
                    </a:lnTo>
                    <a:lnTo>
                      <a:pt x="4618736" y="5759125"/>
                    </a:lnTo>
                    <a:lnTo>
                      <a:pt x="4486783" y="5759125"/>
                    </a:lnTo>
                    <a:lnTo>
                      <a:pt x="4354830" y="5759125"/>
                    </a:lnTo>
                    <a:lnTo>
                      <a:pt x="4222877" y="5759125"/>
                    </a:lnTo>
                    <a:lnTo>
                      <a:pt x="4090924" y="5759125"/>
                    </a:lnTo>
                    <a:lnTo>
                      <a:pt x="3958971" y="5759125"/>
                    </a:lnTo>
                    <a:lnTo>
                      <a:pt x="3827018" y="5759125"/>
                    </a:lnTo>
                    <a:lnTo>
                      <a:pt x="3695065" y="5759125"/>
                    </a:lnTo>
                    <a:lnTo>
                      <a:pt x="3562985" y="5759125"/>
                    </a:lnTo>
                    <a:lnTo>
                      <a:pt x="3431032" y="5759125"/>
                    </a:lnTo>
                    <a:lnTo>
                      <a:pt x="3299079" y="5759125"/>
                    </a:lnTo>
                    <a:lnTo>
                      <a:pt x="3167126" y="5759125"/>
                    </a:lnTo>
                    <a:lnTo>
                      <a:pt x="3035173" y="5759125"/>
                    </a:lnTo>
                    <a:lnTo>
                      <a:pt x="2903220" y="5759125"/>
                    </a:lnTo>
                    <a:lnTo>
                      <a:pt x="2771267" y="5759125"/>
                    </a:lnTo>
                    <a:lnTo>
                      <a:pt x="2639314" y="5759125"/>
                    </a:lnTo>
                    <a:lnTo>
                      <a:pt x="2507361" y="5759125"/>
                    </a:lnTo>
                    <a:lnTo>
                      <a:pt x="2375408" y="5759125"/>
                    </a:lnTo>
                    <a:lnTo>
                      <a:pt x="2243455" y="5759125"/>
                    </a:lnTo>
                    <a:lnTo>
                      <a:pt x="2111502" y="5759125"/>
                    </a:lnTo>
                    <a:lnTo>
                      <a:pt x="1979549" y="5759125"/>
                    </a:lnTo>
                    <a:lnTo>
                      <a:pt x="1847469" y="5759125"/>
                    </a:lnTo>
                    <a:lnTo>
                      <a:pt x="1715516" y="5759125"/>
                    </a:lnTo>
                    <a:lnTo>
                      <a:pt x="1583563" y="5759125"/>
                    </a:lnTo>
                    <a:lnTo>
                      <a:pt x="1451610" y="5759125"/>
                    </a:lnTo>
                    <a:lnTo>
                      <a:pt x="1319657" y="5759125"/>
                    </a:lnTo>
                    <a:lnTo>
                      <a:pt x="1187704" y="5759125"/>
                    </a:lnTo>
                    <a:lnTo>
                      <a:pt x="1055751" y="5759125"/>
                    </a:lnTo>
                    <a:lnTo>
                      <a:pt x="923798" y="5759125"/>
                    </a:lnTo>
                    <a:lnTo>
                      <a:pt x="791845" y="5759125"/>
                    </a:lnTo>
                    <a:lnTo>
                      <a:pt x="659892" y="5759125"/>
                    </a:lnTo>
                    <a:lnTo>
                      <a:pt x="527939" y="5759125"/>
                    </a:lnTo>
                    <a:lnTo>
                      <a:pt x="395986" y="5759125"/>
                    </a:lnTo>
                    <a:lnTo>
                      <a:pt x="263906" y="5759125"/>
                    </a:lnTo>
                    <a:lnTo>
                      <a:pt x="131953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7B0A8ED-5468-9B33-5773-62F7644E3D73}"/>
                  </a:ext>
                </a:extLst>
              </p:cNvPr>
              <p:cNvSpPr/>
              <p:nvPr/>
            </p:nvSpPr>
            <p:spPr>
              <a:xfrm>
                <a:off x="1172972" y="483619"/>
                <a:ext cx="10425175" cy="4985300"/>
              </a:xfrm>
              <a:custGeom>
                <a:avLst/>
                <a:gdLst>
                  <a:gd name="connsiteX0" fmla="*/ 0 w 10425175"/>
                  <a:gd name="connsiteY0" fmla="*/ 3555833 h 4985300"/>
                  <a:gd name="connsiteX1" fmla="*/ 131953 w 10425175"/>
                  <a:gd name="connsiteY1" fmla="*/ 3764649 h 4985300"/>
                  <a:gd name="connsiteX2" fmla="*/ 263906 w 10425175"/>
                  <a:gd name="connsiteY2" fmla="*/ 3951250 h 4985300"/>
                  <a:gd name="connsiteX3" fmla="*/ 395986 w 10425175"/>
                  <a:gd name="connsiteY3" fmla="*/ 4113733 h 4985300"/>
                  <a:gd name="connsiteX4" fmla="*/ 527939 w 10425175"/>
                  <a:gd name="connsiteY4" fmla="*/ 4250828 h 4985300"/>
                  <a:gd name="connsiteX5" fmla="*/ 659892 w 10425175"/>
                  <a:gd name="connsiteY5" fmla="*/ 4362154 h 4985300"/>
                  <a:gd name="connsiteX6" fmla="*/ 791845 w 10425175"/>
                  <a:gd name="connsiteY6" fmla="*/ 4448473 h 4985300"/>
                  <a:gd name="connsiteX7" fmla="*/ 923798 w 10425175"/>
                  <a:gd name="connsiteY7" fmla="*/ 4512197 h 4985300"/>
                  <a:gd name="connsiteX8" fmla="*/ 1055751 w 10425175"/>
                  <a:gd name="connsiteY8" fmla="*/ 4557133 h 4985300"/>
                  <a:gd name="connsiteX9" fmla="*/ 1187704 w 10425175"/>
                  <a:gd name="connsiteY9" fmla="*/ 4586964 h 4985300"/>
                  <a:gd name="connsiteX10" fmla="*/ 1319657 w 10425175"/>
                  <a:gd name="connsiteY10" fmla="*/ 4605878 h 4985300"/>
                  <a:gd name="connsiteX11" fmla="*/ 1451610 w 10425175"/>
                  <a:gd name="connsiteY11" fmla="*/ 4617430 h 4985300"/>
                  <a:gd name="connsiteX12" fmla="*/ 1583563 w 10425175"/>
                  <a:gd name="connsiteY12" fmla="*/ 4624919 h 4985300"/>
                  <a:gd name="connsiteX13" fmla="*/ 1715516 w 10425175"/>
                  <a:gd name="connsiteY13" fmla="*/ 4630631 h 4985300"/>
                  <a:gd name="connsiteX14" fmla="*/ 1847469 w 10425175"/>
                  <a:gd name="connsiteY14" fmla="*/ 4636344 h 4985300"/>
                  <a:gd name="connsiteX15" fmla="*/ 1979549 w 10425175"/>
                  <a:gd name="connsiteY15" fmla="*/ 4643579 h 4985300"/>
                  <a:gd name="connsiteX16" fmla="*/ 2111502 w 10425175"/>
                  <a:gd name="connsiteY16" fmla="*/ 4659193 h 4985300"/>
                  <a:gd name="connsiteX17" fmla="*/ 2243455 w 10425175"/>
                  <a:gd name="connsiteY17" fmla="*/ 4684962 h 4985300"/>
                  <a:gd name="connsiteX18" fmla="*/ 2375408 w 10425175"/>
                  <a:gd name="connsiteY18" fmla="*/ 4711746 h 4985300"/>
                  <a:gd name="connsiteX19" fmla="*/ 2507361 w 10425175"/>
                  <a:gd name="connsiteY19" fmla="*/ 4733579 h 4985300"/>
                  <a:gd name="connsiteX20" fmla="*/ 2639314 w 10425175"/>
                  <a:gd name="connsiteY20" fmla="*/ 4749193 h 4985300"/>
                  <a:gd name="connsiteX21" fmla="*/ 2771267 w 10425175"/>
                  <a:gd name="connsiteY21" fmla="*/ 4770519 h 4985300"/>
                  <a:gd name="connsiteX22" fmla="*/ 2903220 w 10425175"/>
                  <a:gd name="connsiteY22" fmla="*/ 4787021 h 4985300"/>
                  <a:gd name="connsiteX23" fmla="*/ 3035173 w 10425175"/>
                  <a:gd name="connsiteY23" fmla="*/ 4781309 h 4985300"/>
                  <a:gd name="connsiteX24" fmla="*/ 3167126 w 10425175"/>
                  <a:gd name="connsiteY24" fmla="*/ 4783340 h 4985300"/>
                  <a:gd name="connsiteX25" fmla="*/ 3299079 w 10425175"/>
                  <a:gd name="connsiteY25" fmla="*/ 4774454 h 4985300"/>
                  <a:gd name="connsiteX26" fmla="*/ 3431032 w 10425175"/>
                  <a:gd name="connsiteY26" fmla="*/ 4753255 h 4985300"/>
                  <a:gd name="connsiteX27" fmla="*/ 3562985 w 10425175"/>
                  <a:gd name="connsiteY27" fmla="*/ 4733452 h 4985300"/>
                  <a:gd name="connsiteX28" fmla="*/ 3695065 w 10425175"/>
                  <a:gd name="connsiteY28" fmla="*/ 4688135 h 4985300"/>
                  <a:gd name="connsiteX29" fmla="*/ 3827018 w 10425175"/>
                  <a:gd name="connsiteY29" fmla="*/ 4632408 h 4985300"/>
                  <a:gd name="connsiteX30" fmla="*/ 3958971 w 10425175"/>
                  <a:gd name="connsiteY30" fmla="*/ 4593184 h 4985300"/>
                  <a:gd name="connsiteX31" fmla="*/ 4090924 w 10425175"/>
                  <a:gd name="connsiteY31" fmla="*/ 4549263 h 4985300"/>
                  <a:gd name="connsiteX32" fmla="*/ 4222877 w 10425175"/>
                  <a:gd name="connsiteY32" fmla="*/ 4482874 h 4985300"/>
                  <a:gd name="connsiteX33" fmla="*/ 4354830 w 10425175"/>
                  <a:gd name="connsiteY33" fmla="*/ 4384368 h 4985300"/>
                  <a:gd name="connsiteX34" fmla="*/ 4486783 w 10425175"/>
                  <a:gd name="connsiteY34" fmla="*/ 4263268 h 4985300"/>
                  <a:gd name="connsiteX35" fmla="*/ 4618736 w 10425175"/>
                  <a:gd name="connsiteY35" fmla="*/ 4148514 h 4985300"/>
                  <a:gd name="connsiteX36" fmla="*/ 4750689 w 10425175"/>
                  <a:gd name="connsiteY36" fmla="*/ 4077302 h 4985300"/>
                  <a:gd name="connsiteX37" fmla="*/ 4882642 w 10425175"/>
                  <a:gd name="connsiteY37" fmla="*/ 4079713 h 4985300"/>
                  <a:gd name="connsiteX38" fmla="*/ 5014595 w 10425175"/>
                  <a:gd name="connsiteY38" fmla="*/ 4106625 h 4985300"/>
                  <a:gd name="connsiteX39" fmla="*/ 5146548 w 10425175"/>
                  <a:gd name="connsiteY39" fmla="*/ 4102309 h 4985300"/>
                  <a:gd name="connsiteX40" fmla="*/ 5278628 w 10425175"/>
                  <a:gd name="connsiteY40" fmla="*/ 4140136 h 4985300"/>
                  <a:gd name="connsiteX41" fmla="*/ 5410581 w 10425175"/>
                  <a:gd name="connsiteY41" fmla="*/ 4325468 h 4985300"/>
                  <a:gd name="connsiteX42" fmla="*/ 5542535 w 10425175"/>
                  <a:gd name="connsiteY42" fmla="*/ 4528953 h 4985300"/>
                  <a:gd name="connsiteX43" fmla="*/ 5674487 w 10425175"/>
                  <a:gd name="connsiteY43" fmla="*/ 4642056 h 4985300"/>
                  <a:gd name="connsiteX44" fmla="*/ 5806440 w 10425175"/>
                  <a:gd name="connsiteY44" fmla="*/ 4598389 h 4985300"/>
                  <a:gd name="connsiteX45" fmla="*/ 5938393 w 10425175"/>
                  <a:gd name="connsiteY45" fmla="*/ 4468656 h 4985300"/>
                  <a:gd name="connsiteX46" fmla="*/ 6070347 w 10425175"/>
                  <a:gd name="connsiteY46" fmla="*/ 4304396 h 4985300"/>
                  <a:gd name="connsiteX47" fmla="*/ 6202299 w 10425175"/>
                  <a:gd name="connsiteY47" fmla="*/ 4068416 h 4985300"/>
                  <a:gd name="connsiteX48" fmla="*/ 6334252 w 10425175"/>
                  <a:gd name="connsiteY48" fmla="*/ 3767696 h 4985300"/>
                  <a:gd name="connsiteX49" fmla="*/ 6466205 w 10425175"/>
                  <a:gd name="connsiteY49" fmla="*/ 3263110 h 4985300"/>
                  <a:gd name="connsiteX50" fmla="*/ 6598159 w 10425175"/>
                  <a:gd name="connsiteY50" fmla="*/ 2647072 h 4985300"/>
                  <a:gd name="connsiteX51" fmla="*/ 6730111 w 10425175"/>
                  <a:gd name="connsiteY51" fmla="*/ 2183362 h 4985300"/>
                  <a:gd name="connsiteX52" fmla="*/ 6862191 w 10425175"/>
                  <a:gd name="connsiteY52" fmla="*/ 1523657 h 4985300"/>
                  <a:gd name="connsiteX53" fmla="*/ 6994144 w 10425175"/>
                  <a:gd name="connsiteY53" fmla="*/ 932626 h 4985300"/>
                  <a:gd name="connsiteX54" fmla="*/ 7126097 w 10425175"/>
                  <a:gd name="connsiteY54" fmla="*/ 625178 h 4985300"/>
                  <a:gd name="connsiteX55" fmla="*/ 7258050 w 10425175"/>
                  <a:gd name="connsiteY55" fmla="*/ 350861 h 4985300"/>
                  <a:gd name="connsiteX56" fmla="*/ 7390003 w 10425175"/>
                  <a:gd name="connsiteY56" fmla="*/ 135698 h 4985300"/>
                  <a:gd name="connsiteX57" fmla="*/ 7521956 w 10425175"/>
                  <a:gd name="connsiteY57" fmla="*/ 34401 h 4985300"/>
                  <a:gd name="connsiteX58" fmla="*/ 7653910 w 10425175"/>
                  <a:gd name="connsiteY58" fmla="*/ 0 h 4985300"/>
                  <a:gd name="connsiteX59" fmla="*/ 7785862 w 10425175"/>
                  <a:gd name="connsiteY59" fmla="*/ 2539 h 4985300"/>
                  <a:gd name="connsiteX60" fmla="*/ 7917815 w 10425175"/>
                  <a:gd name="connsiteY60" fmla="*/ 38717 h 4985300"/>
                  <a:gd name="connsiteX61" fmla="*/ 8049768 w 10425175"/>
                  <a:gd name="connsiteY61" fmla="*/ 121989 h 4985300"/>
                  <a:gd name="connsiteX62" fmla="*/ 8181722 w 10425175"/>
                  <a:gd name="connsiteY62" fmla="*/ 253118 h 4985300"/>
                  <a:gd name="connsiteX63" fmla="*/ 8313674 w 10425175"/>
                  <a:gd name="connsiteY63" fmla="*/ 422963 h 4985300"/>
                  <a:gd name="connsiteX64" fmla="*/ 8445627 w 10425175"/>
                  <a:gd name="connsiteY64" fmla="*/ 623020 h 4985300"/>
                  <a:gd name="connsiteX65" fmla="*/ 8577707 w 10425175"/>
                  <a:gd name="connsiteY65" fmla="*/ 845545 h 4985300"/>
                  <a:gd name="connsiteX66" fmla="*/ 8709660 w 10425175"/>
                  <a:gd name="connsiteY66" fmla="*/ 1082287 h 4985300"/>
                  <a:gd name="connsiteX67" fmla="*/ 8841613 w 10425175"/>
                  <a:gd name="connsiteY67" fmla="*/ 1329947 h 4985300"/>
                  <a:gd name="connsiteX68" fmla="*/ 8973566 w 10425175"/>
                  <a:gd name="connsiteY68" fmla="*/ 1594616 h 4985300"/>
                  <a:gd name="connsiteX69" fmla="*/ 9105519 w 10425175"/>
                  <a:gd name="connsiteY69" fmla="*/ 1872994 h 4985300"/>
                  <a:gd name="connsiteX70" fmla="*/ 9237472 w 10425175"/>
                  <a:gd name="connsiteY70" fmla="*/ 2161401 h 4985300"/>
                  <a:gd name="connsiteX71" fmla="*/ 9369425 w 10425175"/>
                  <a:gd name="connsiteY71" fmla="*/ 2456790 h 4985300"/>
                  <a:gd name="connsiteX72" fmla="*/ 9501378 w 10425175"/>
                  <a:gd name="connsiteY72" fmla="*/ 2757256 h 4985300"/>
                  <a:gd name="connsiteX73" fmla="*/ 9633331 w 10425175"/>
                  <a:gd name="connsiteY73" fmla="*/ 3061784 h 4985300"/>
                  <a:gd name="connsiteX74" fmla="*/ 9765284 w 10425175"/>
                  <a:gd name="connsiteY74" fmla="*/ 3369994 h 4985300"/>
                  <a:gd name="connsiteX75" fmla="*/ 9897237 w 10425175"/>
                  <a:gd name="connsiteY75" fmla="*/ 3682519 h 4985300"/>
                  <a:gd name="connsiteX76" fmla="*/ 10029190 w 10425175"/>
                  <a:gd name="connsiteY76" fmla="*/ 3999614 h 4985300"/>
                  <a:gd name="connsiteX77" fmla="*/ 10161270 w 10425175"/>
                  <a:gd name="connsiteY77" fmla="*/ 4322041 h 4985300"/>
                  <a:gd name="connsiteX78" fmla="*/ 10293223 w 10425175"/>
                  <a:gd name="connsiteY78" fmla="*/ 4650434 h 4985300"/>
                  <a:gd name="connsiteX79" fmla="*/ 10425176 w 10425175"/>
                  <a:gd name="connsiteY79" fmla="*/ 4985301 h 498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4985300">
                    <a:moveTo>
                      <a:pt x="0" y="3555833"/>
                    </a:moveTo>
                    <a:lnTo>
                      <a:pt x="131953" y="3764649"/>
                    </a:lnTo>
                    <a:lnTo>
                      <a:pt x="263906" y="3951250"/>
                    </a:lnTo>
                    <a:lnTo>
                      <a:pt x="395986" y="4113733"/>
                    </a:lnTo>
                    <a:lnTo>
                      <a:pt x="527939" y="4250828"/>
                    </a:lnTo>
                    <a:lnTo>
                      <a:pt x="659892" y="4362154"/>
                    </a:lnTo>
                    <a:lnTo>
                      <a:pt x="791845" y="4448473"/>
                    </a:lnTo>
                    <a:lnTo>
                      <a:pt x="923798" y="4512197"/>
                    </a:lnTo>
                    <a:lnTo>
                      <a:pt x="1055751" y="4557133"/>
                    </a:lnTo>
                    <a:lnTo>
                      <a:pt x="1187704" y="4586964"/>
                    </a:lnTo>
                    <a:lnTo>
                      <a:pt x="1319657" y="4605878"/>
                    </a:lnTo>
                    <a:lnTo>
                      <a:pt x="1451610" y="4617430"/>
                    </a:lnTo>
                    <a:lnTo>
                      <a:pt x="1583563" y="4624919"/>
                    </a:lnTo>
                    <a:lnTo>
                      <a:pt x="1715516" y="4630631"/>
                    </a:lnTo>
                    <a:lnTo>
                      <a:pt x="1847469" y="4636344"/>
                    </a:lnTo>
                    <a:lnTo>
                      <a:pt x="1979549" y="4643579"/>
                    </a:lnTo>
                    <a:lnTo>
                      <a:pt x="2111502" y="4659193"/>
                    </a:lnTo>
                    <a:lnTo>
                      <a:pt x="2243455" y="4684962"/>
                    </a:lnTo>
                    <a:lnTo>
                      <a:pt x="2375408" y="4711746"/>
                    </a:lnTo>
                    <a:lnTo>
                      <a:pt x="2507361" y="4733579"/>
                    </a:lnTo>
                    <a:lnTo>
                      <a:pt x="2639314" y="4749193"/>
                    </a:lnTo>
                    <a:lnTo>
                      <a:pt x="2771267" y="4770519"/>
                    </a:lnTo>
                    <a:lnTo>
                      <a:pt x="2903220" y="4787021"/>
                    </a:lnTo>
                    <a:lnTo>
                      <a:pt x="3035173" y="4781309"/>
                    </a:lnTo>
                    <a:lnTo>
                      <a:pt x="3167126" y="4783340"/>
                    </a:lnTo>
                    <a:lnTo>
                      <a:pt x="3299079" y="4774454"/>
                    </a:lnTo>
                    <a:lnTo>
                      <a:pt x="3431032" y="4753255"/>
                    </a:lnTo>
                    <a:lnTo>
                      <a:pt x="3562985" y="4733452"/>
                    </a:lnTo>
                    <a:lnTo>
                      <a:pt x="3695065" y="4688135"/>
                    </a:lnTo>
                    <a:lnTo>
                      <a:pt x="3827018" y="4632408"/>
                    </a:lnTo>
                    <a:lnTo>
                      <a:pt x="3958971" y="4593184"/>
                    </a:lnTo>
                    <a:lnTo>
                      <a:pt x="4090924" y="4549263"/>
                    </a:lnTo>
                    <a:lnTo>
                      <a:pt x="4222877" y="4482874"/>
                    </a:lnTo>
                    <a:lnTo>
                      <a:pt x="4354830" y="4384368"/>
                    </a:lnTo>
                    <a:lnTo>
                      <a:pt x="4486783" y="4263268"/>
                    </a:lnTo>
                    <a:lnTo>
                      <a:pt x="4618736" y="4148514"/>
                    </a:lnTo>
                    <a:lnTo>
                      <a:pt x="4750689" y="4077302"/>
                    </a:lnTo>
                    <a:lnTo>
                      <a:pt x="4882642" y="4079713"/>
                    </a:lnTo>
                    <a:lnTo>
                      <a:pt x="5014595" y="4106625"/>
                    </a:lnTo>
                    <a:lnTo>
                      <a:pt x="5146548" y="4102309"/>
                    </a:lnTo>
                    <a:lnTo>
                      <a:pt x="5278628" y="4140136"/>
                    </a:lnTo>
                    <a:lnTo>
                      <a:pt x="5410581" y="4325468"/>
                    </a:lnTo>
                    <a:lnTo>
                      <a:pt x="5542535" y="4528953"/>
                    </a:lnTo>
                    <a:lnTo>
                      <a:pt x="5674487" y="4642056"/>
                    </a:lnTo>
                    <a:lnTo>
                      <a:pt x="5806440" y="4598389"/>
                    </a:lnTo>
                    <a:lnTo>
                      <a:pt x="5938393" y="4468656"/>
                    </a:lnTo>
                    <a:lnTo>
                      <a:pt x="6070347" y="4304396"/>
                    </a:lnTo>
                    <a:lnTo>
                      <a:pt x="6202299" y="4068416"/>
                    </a:lnTo>
                    <a:lnTo>
                      <a:pt x="6334252" y="3767696"/>
                    </a:lnTo>
                    <a:lnTo>
                      <a:pt x="6466205" y="3263110"/>
                    </a:lnTo>
                    <a:lnTo>
                      <a:pt x="6598159" y="2647072"/>
                    </a:lnTo>
                    <a:lnTo>
                      <a:pt x="6730111" y="2183362"/>
                    </a:lnTo>
                    <a:lnTo>
                      <a:pt x="6862191" y="1523657"/>
                    </a:lnTo>
                    <a:lnTo>
                      <a:pt x="6994144" y="932626"/>
                    </a:lnTo>
                    <a:lnTo>
                      <a:pt x="7126097" y="625178"/>
                    </a:lnTo>
                    <a:lnTo>
                      <a:pt x="7258050" y="350861"/>
                    </a:lnTo>
                    <a:lnTo>
                      <a:pt x="7390003" y="135698"/>
                    </a:lnTo>
                    <a:lnTo>
                      <a:pt x="7521956" y="34401"/>
                    </a:lnTo>
                    <a:lnTo>
                      <a:pt x="7653910" y="0"/>
                    </a:lnTo>
                    <a:lnTo>
                      <a:pt x="7785862" y="2539"/>
                    </a:lnTo>
                    <a:lnTo>
                      <a:pt x="7917815" y="38717"/>
                    </a:lnTo>
                    <a:lnTo>
                      <a:pt x="8049768" y="121989"/>
                    </a:lnTo>
                    <a:lnTo>
                      <a:pt x="8181722" y="253118"/>
                    </a:lnTo>
                    <a:lnTo>
                      <a:pt x="8313674" y="422963"/>
                    </a:lnTo>
                    <a:lnTo>
                      <a:pt x="8445627" y="623020"/>
                    </a:lnTo>
                    <a:lnTo>
                      <a:pt x="8577707" y="845545"/>
                    </a:lnTo>
                    <a:lnTo>
                      <a:pt x="8709660" y="1082287"/>
                    </a:lnTo>
                    <a:lnTo>
                      <a:pt x="8841613" y="1329947"/>
                    </a:lnTo>
                    <a:lnTo>
                      <a:pt x="8973566" y="1594616"/>
                    </a:lnTo>
                    <a:lnTo>
                      <a:pt x="9105519" y="1872994"/>
                    </a:lnTo>
                    <a:lnTo>
                      <a:pt x="9237472" y="2161401"/>
                    </a:lnTo>
                    <a:lnTo>
                      <a:pt x="9369425" y="2456790"/>
                    </a:lnTo>
                    <a:lnTo>
                      <a:pt x="9501378" y="2757256"/>
                    </a:lnTo>
                    <a:lnTo>
                      <a:pt x="9633331" y="3061784"/>
                    </a:lnTo>
                    <a:lnTo>
                      <a:pt x="9765284" y="3369994"/>
                    </a:lnTo>
                    <a:lnTo>
                      <a:pt x="9897237" y="3682519"/>
                    </a:lnTo>
                    <a:lnTo>
                      <a:pt x="10029190" y="3999614"/>
                    </a:lnTo>
                    <a:lnTo>
                      <a:pt x="10161270" y="4322041"/>
                    </a:lnTo>
                    <a:lnTo>
                      <a:pt x="10293223" y="4650434"/>
                    </a:lnTo>
                    <a:lnTo>
                      <a:pt x="10425176" y="4985301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16F9FF8-A82C-E532-EB43-4F345599983E}"/>
                  </a:ext>
                </a:extLst>
              </p:cNvPr>
              <p:cNvSpPr/>
              <p:nvPr/>
            </p:nvSpPr>
            <p:spPr>
              <a:xfrm>
                <a:off x="1172972" y="1902677"/>
                <a:ext cx="10425175" cy="4340066"/>
              </a:xfrm>
              <a:custGeom>
                <a:avLst/>
                <a:gdLst>
                  <a:gd name="connsiteX0" fmla="*/ 10425176 w 10425175"/>
                  <a:gd name="connsiteY0" fmla="*/ 4340067 h 4340066"/>
                  <a:gd name="connsiteX1" fmla="*/ 10293223 w 10425175"/>
                  <a:gd name="connsiteY1" fmla="*/ 4340067 h 4340066"/>
                  <a:gd name="connsiteX2" fmla="*/ 10161270 w 10425175"/>
                  <a:gd name="connsiteY2" fmla="*/ 4340067 h 4340066"/>
                  <a:gd name="connsiteX3" fmla="*/ 10029190 w 10425175"/>
                  <a:gd name="connsiteY3" fmla="*/ 4340067 h 4340066"/>
                  <a:gd name="connsiteX4" fmla="*/ 9897237 w 10425175"/>
                  <a:gd name="connsiteY4" fmla="*/ 4340067 h 4340066"/>
                  <a:gd name="connsiteX5" fmla="*/ 9765284 w 10425175"/>
                  <a:gd name="connsiteY5" fmla="*/ 4340067 h 4340066"/>
                  <a:gd name="connsiteX6" fmla="*/ 9633331 w 10425175"/>
                  <a:gd name="connsiteY6" fmla="*/ 4159558 h 4340066"/>
                  <a:gd name="connsiteX7" fmla="*/ 9501378 w 10425175"/>
                  <a:gd name="connsiteY7" fmla="*/ 3615749 h 4340066"/>
                  <a:gd name="connsiteX8" fmla="*/ 9369425 w 10425175"/>
                  <a:gd name="connsiteY8" fmla="*/ 3120684 h 4340066"/>
                  <a:gd name="connsiteX9" fmla="*/ 9237472 w 10425175"/>
                  <a:gd name="connsiteY9" fmla="*/ 2673095 h 4340066"/>
                  <a:gd name="connsiteX10" fmla="*/ 9105519 w 10425175"/>
                  <a:gd name="connsiteY10" fmla="*/ 2271204 h 4340066"/>
                  <a:gd name="connsiteX11" fmla="*/ 8973566 w 10425175"/>
                  <a:gd name="connsiteY11" fmla="*/ 1912219 h 4340066"/>
                  <a:gd name="connsiteX12" fmla="*/ 8841613 w 10425175"/>
                  <a:gd name="connsiteY12" fmla="*/ 1592458 h 4340066"/>
                  <a:gd name="connsiteX13" fmla="*/ 8709660 w 10425175"/>
                  <a:gd name="connsiteY13" fmla="*/ 1307351 h 4340066"/>
                  <a:gd name="connsiteX14" fmla="*/ 8577707 w 10425175"/>
                  <a:gd name="connsiteY14" fmla="*/ 1038874 h 4340066"/>
                  <a:gd name="connsiteX15" fmla="*/ 8445627 w 10425175"/>
                  <a:gd name="connsiteY15" fmla="*/ 786137 h 4340066"/>
                  <a:gd name="connsiteX16" fmla="*/ 8313674 w 10425175"/>
                  <a:gd name="connsiteY16" fmla="*/ 557900 h 4340066"/>
                  <a:gd name="connsiteX17" fmla="*/ 8181722 w 10425175"/>
                  <a:gd name="connsiteY17" fmla="*/ 362921 h 4340066"/>
                  <a:gd name="connsiteX18" fmla="*/ 8049768 w 10425175"/>
                  <a:gd name="connsiteY18" fmla="*/ 209577 h 4340066"/>
                  <a:gd name="connsiteX19" fmla="*/ 7917815 w 10425175"/>
                  <a:gd name="connsiteY19" fmla="*/ 105487 h 4340066"/>
                  <a:gd name="connsiteX20" fmla="*/ 7785862 w 10425175"/>
                  <a:gd name="connsiteY20" fmla="*/ 34528 h 4340066"/>
                  <a:gd name="connsiteX21" fmla="*/ 7653910 w 10425175"/>
                  <a:gd name="connsiteY21" fmla="*/ 0 h 4340066"/>
                  <a:gd name="connsiteX22" fmla="*/ 7521956 w 10425175"/>
                  <a:gd name="connsiteY22" fmla="*/ 27292 h 4340066"/>
                  <a:gd name="connsiteX23" fmla="*/ 7390003 w 10425175"/>
                  <a:gd name="connsiteY23" fmla="*/ 121101 h 4340066"/>
                  <a:gd name="connsiteX24" fmla="*/ 7258050 w 10425175"/>
                  <a:gd name="connsiteY24" fmla="*/ 314430 h 4340066"/>
                  <a:gd name="connsiteX25" fmla="*/ 7126097 w 10425175"/>
                  <a:gd name="connsiteY25" fmla="*/ 601186 h 4340066"/>
                  <a:gd name="connsiteX26" fmla="*/ 6994144 w 10425175"/>
                  <a:gd name="connsiteY26" fmla="*/ 925517 h 4340066"/>
                  <a:gd name="connsiteX27" fmla="*/ 6862191 w 10425175"/>
                  <a:gd name="connsiteY27" fmla="*/ 1495984 h 4340066"/>
                  <a:gd name="connsiteX28" fmla="*/ 6730111 w 10425175"/>
                  <a:gd name="connsiteY28" fmla="*/ 2169907 h 4340066"/>
                  <a:gd name="connsiteX29" fmla="*/ 6598159 w 10425175"/>
                  <a:gd name="connsiteY29" fmla="*/ 2650500 h 4340066"/>
                  <a:gd name="connsiteX30" fmla="*/ 6466205 w 10425175"/>
                  <a:gd name="connsiteY30" fmla="*/ 3298400 h 4340066"/>
                  <a:gd name="connsiteX31" fmla="*/ 6334252 w 10425175"/>
                  <a:gd name="connsiteY31" fmla="*/ 3865439 h 4340066"/>
                  <a:gd name="connsiteX32" fmla="*/ 6202299 w 10425175"/>
                  <a:gd name="connsiteY32" fmla="*/ 4165271 h 4340066"/>
                  <a:gd name="connsiteX33" fmla="*/ 6070347 w 10425175"/>
                  <a:gd name="connsiteY33" fmla="*/ 4340067 h 4340066"/>
                  <a:gd name="connsiteX34" fmla="*/ 5938393 w 10425175"/>
                  <a:gd name="connsiteY34" fmla="*/ 4340067 h 4340066"/>
                  <a:gd name="connsiteX35" fmla="*/ 5806440 w 10425175"/>
                  <a:gd name="connsiteY35" fmla="*/ 4340067 h 4340066"/>
                  <a:gd name="connsiteX36" fmla="*/ 5674487 w 10425175"/>
                  <a:gd name="connsiteY36" fmla="*/ 4340067 h 4340066"/>
                  <a:gd name="connsiteX37" fmla="*/ 5542535 w 10425175"/>
                  <a:gd name="connsiteY37" fmla="*/ 4340067 h 4340066"/>
                  <a:gd name="connsiteX38" fmla="*/ 5410581 w 10425175"/>
                  <a:gd name="connsiteY38" fmla="*/ 4340067 h 4340066"/>
                  <a:gd name="connsiteX39" fmla="*/ 5278628 w 10425175"/>
                  <a:gd name="connsiteY39" fmla="*/ 4340067 h 4340066"/>
                  <a:gd name="connsiteX40" fmla="*/ 5146548 w 10425175"/>
                  <a:gd name="connsiteY40" fmla="*/ 4338163 h 4340066"/>
                  <a:gd name="connsiteX41" fmla="*/ 5014595 w 10425175"/>
                  <a:gd name="connsiteY41" fmla="*/ 4340067 h 4340066"/>
                  <a:gd name="connsiteX42" fmla="*/ 4882642 w 10425175"/>
                  <a:gd name="connsiteY42" fmla="*/ 4340067 h 4340066"/>
                  <a:gd name="connsiteX43" fmla="*/ 4750689 w 10425175"/>
                  <a:gd name="connsiteY43" fmla="*/ 4340067 h 4340066"/>
                  <a:gd name="connsiteX44" fmla="*/ 4618736 w 10425175"/>
                  <a:gd name="connsiteY44" fmla="*/ 4340067 h 4340066"/>
                  <a:gd name="connsiteX45" fmla="*/ 4486783 w 10425175"/>
                  <a:gd name="connsiteY45" fmla="*/ 4340067 h 4340066"/>
                  <a:gd name="connsiteX46" fmla="*/ 4354830 w 10425175"/>
                  <a:gd name="connsiteY46" fmla="*/ 4340067 h 4340066"/>
                  <a:gd name="connsiteX47" fmla="*/ 4222877 w 10425175"/>
                  <a:gd name="connsiteY47" fmla="*/ 4340067 h 4340066"/>
                  <a:gd name="connsiteX48" fmla="*/ 4090924 w 10425175"/>
                  <a:gd name="connsiteY48" fmla="*/ 4340067 h 4340066"/>
                  <a:gd name="connsiteX49" fmla="*/ 3958971 w 10425175"/>
                  <a:gd name="connsiteY49" fmla="*/ 4340067 h 4340066"/>
                  <a:gd name="connsiteX50" fmla="*/ 3827018 w 10425175"/>
                  <a:gd name="connsiteY50" fmla="*/ 4340067 h 4340066"/>
                  <a:gd name="connsiteX51" fmla="*/ 3695065 w 10425175"/>
                  <a:gd name="connsiteY51" fmla="*/ 4340067 h 4340066"/>
                  <a:gd name="connsiteX52" fmla="*/ 3562985 w 10425175"/>
                  <a:gd name="connsiteY52" fmla="*/ 4340067 h 4340066"/>
                  <a:gd name="connsiteX53" fmla="*/ 3431032 w 10425175"/>
                  <a:gd name="connsiteY53" fmla="*/ 4340067 h 4340066"/>
                  <a:gd name="connsiteX54" fmla="*/ 3299079 w 10425175"/>
                  <a:gd name="connsiteY54" fmla="*/ 4340067 h 4340066"/>
                  <a:gd name="connsiteX55" fmla="*/ 3167126 w 10425175"/>
                  <a:gd name="connsiteY55" fmla="*/ 4340067 h 4340066"/>
                  <a:gd name="connsiteX56" fmla="*/ 3035173 w 10425175"/>
                  <a:gd name="connsiteY56" fmla="*/ 4340067 h 4340066"/>
                  <a:gd name="connsiteX57" fmla="*/ 2903220 w 10425175"/>
                  <a:gd name="connsiteY57" fmla="*/ 4340067 h 4340066"/>
                  <a:gd name="connsiteX58" fmla="*/ 2771267 w 10425175"/>
                  <a:gd name="connsiteY58" fmla="*/ 4340067 h 4340066"/>
                  <a:gd name="connsiteX59" fmla="*/ 2639314 w 10425175"/>
                  <a:gd name="connsiteY59" fmla="*/ 4340067 h 4340066"/>
                  <a:gd name="connsiteX60" fmla="*/ 2507361 w 10425175"/>
                  <a:gd name="connsiteY60" fmla="*/ 4340067 h 4340066"/>
                  <a:gd name="connsiteX61" fmla="*/ 2375408 w 10425175"/>
                  <a:gd name="connsiteY61" fmla="*/ 4340067 h 4340066"/>
                  <a:gd name="connsiteX62" fmla="*/ 2243455 w 10425175"/>
                  <a:gd name="connsiteY62" fmla="*/ 4340067 h 4340066"/>
                  <a:gd name="connsiteX63" fmla="*/ 2111502 w 10425175"/>
                  <a:gd name="connsiteY63" fmla="*/ 4340067 h 4340066"/>
                  <a:gd name="connsiteX64" fmla="*/ 1979549 w 10425175"/>
                  <a:gd name="connsiteY64" fmla="*/ 4340067 h 4340066"/>
                  <a:gd name="connsiteX65" fmla="*/ 1847469 w 10425175"/>
                  <a:gd name="connsiteY65" fmla="*/ 4340067 h 4340066"/>
                  <a:gd name="connsiteX66" fmla="*/ 1715516 w 10425175"/>
                  <a:gd name="connsiteY66" fmla="*/ 4340067 h 4340066"/>
                  <a:gd name="connsiteX67" fmla="*/ 1583563 w 10425175"/>
                  <a:gd name="connsiteY67" fmla="*/ 4340067 h 4340066"/>
                  <a:gd name="connsiteX68" fmla="*/ 1451610 w 10425175"/>
                  <a:gd name="connsiteY68" fmla="*/ 4340067 h 4340066"/>
                  <a:gd name="connsiteX69" fmla="*/ 1319657 w 10425175"/>
                  <a:gd name="connsiteY69" fmla="*/ 4340067 h 4340066"/>
                  <a:gd name="connsiteX70" fmla="*/ 1187704 w 10425175"/>
                  <a:gd name="connsiteY70" fmla="*/ 4340067 h 4340066"/>
                  <a:gd name="connsiteX71" fmla="*/ 1055751 w 10425175"/>
                  <a:gd name="connsiteY71" fmla="*/ 4340067 h 4340066"/>
                  <a:gd name="connsiteX72" fmla="*/ 923798 w 10425175"/>
                  <a:gd name="connsiteY72" fmla="*/ 4340067 h 4340066"/>
                  <a:gd name="connsiteX73" fmla="*/ 791845 w 10425175"/>
                  <a:gd name="connsiteY73" fmla="*/ 4340067 h 4340066"/>
                  <a:gd name="connsiteX74" fmla="*/ 659892 w 10425175"/>
                  <a:gd name="connsiteY74" fmla="*/ 4340067 h 4340066"/>
                  <a:gd name="connsiteX75" fmla="*/ 527939 w 10425175"/>
                  <a:gd name="connsiteY75" fmla="*/ 4340067 h 4340066"/>
                  <a:gd name="connsiteX76" fmla="*/ 395986 w 10425175"/>
                  <a:gd name="connsiteY76" fmla="*/ 4340067 h 4340066"/>
                  <a:gd name="connsiteX77" fmla="*/ 263906 w 10425175"/>
                  <a:gd name="connsiteY77" fmla="*/ 4340067 h 4340066"/>
                  <a:gd name="connsiteX78" fmla="*/ 131953 w 10425175"/>
                  <a:gd name="connsiteY78" fmla="*/ 4340067 h 4340066"/>
                  <a:gd name="connsiteX79" fmla="*/ 0 w 10425175"/>
                  <a:gd name="connsiteY79" fmla="*/ 4340067 h 4340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4340066">
                    <a:moveTo>
                      <a:pt x="10425176" y="4340067"/>
                    </a:moveTo>
                    <a:lnTo>
                      <a:pt x="10293223" y="4340067"/>
                    </a:lnTo>
                    <a:lnTo>
                      <a:pt x="10161270" y="4340067"/>
                    </a:lnTo>
                    <a:lnTo>
                      <a:pt x="10029190" y="4340067"/>
                    </a:lnTo>
                    <a:lnTo>
                      <a:pt x="9897237" y="4340067"/>
                    </a:lnTo>
                    <a:lnTo>
                      <a:pt x="9765284" y="4340067"/>
                    </a:lnTo>
                    <a:lnTo>
                      <a:pt x="9633331" y="4159558"/>
                    </a:lnTo>
                    <a:lnTo>
                      <a:pt x="9501378" y="3615749"/>
                    </a:lnTo>
                    <a:lnTo>
                      <a:pt x="9369425" y="3120684"/>
                    </a:lnTo>
                    <a:lnTo>
                      <a:pt x="9237472" y="2673095"/>
                    </a:lnTo>
                    <a:lnTo>
                      <a:pt x="9105519" y="2271204"/>
                    </a:lnTo>
                    <a:lnTo>
                      <a:pt x="8973566" y="1912219"/>
                    </a:lnTo>
                    <a:lnTo>
                      <a:pt x="8841613" y="1592458"/>
                    </a:lnTo>
                    <a:lnTo>
                      <a:pt x="8709660" y="1307351"/>
                    </a:lnTo>
                    <a:lnTo>
                      <a:pt x="8577707" y="1038874"/>
                    </a:lnTo>
                    <a:lnTo>
                      <a:pt x="8445627" y="786137"/>
                    </a:lnTo>
                    <a:lnTo>
                      <a:pt x="8313674" y="557900"/>
                    </a:lnTo>
                    <a:lnTo>
                      <a:pt x="8181722" y="362921"/>
                    </a:lnTo>
                    <a:lnTo>
                      <a:pt x="8049768" y="209577"/>
                    </a:lnTo>
                    <a:lnTo>
                      <a:pt x="7917815" y="105487"/>
                    </a:lnTo>
                    <a:lnTo>
                      <a:pt x="7785862" y="34528"/>
                    </a:lnTo>
                    <a:lnTo>
                      <a:pt x="7653910" y="0"/>
                    </a:lnTo>
                    <a:lnTo>
                      <a:pt x="7521956" y="27292"/>
                    </a:lnTo>
                    <a:lnTo>
                      <a:pt x="7390003" y="121101"/>
                    </a:lnTo>
                    <a:lnTo>
                      <a:pt x="7258050" y="314430"/>
                    </a:lnTo>
                    <a:lnTo>
                      <a:pt x="7126097" y="601186"/>
                    </a:lnTo>
                    <a:lnTo>
                      <a:pt x="6994144" y="925517"/>
                    </a:lnTo>
                    <a:lnTo>
                      <a:pt x="6862191" y="1495984"/>
                    </a:lnTo>
                    <a:lnTo>
                      <a:pt x="6730111" y="2169907"/>
                    </a:lnTo>
                    <a:lnTo>
                      <a:pt x="6598159" y="2650500"/>
                    </a:lnTo>
                    <a:lnTo>
                      <a:pt x="6466205" y="3298400"/>
                    </a:lnTo>
                    <a:lnTo>
                      <a:pt x="6334252" y="3865439"/>
                    </a:lnTo>
                    <a:lnTo>
                      <a:pt x="6202299" y="4165271"/>
                    </a:lnTo>
                    <a:lnTo>
                      <a:pt x="6070347" y="4340067"/>
                    </a:lnTo>
                    <a:lnTo>
                      <a:pt x="5938393" y="4340067"/>
                    </a:lnTo>
                    <a:lnTo>
                      <a:pt x="5806440" y="4340067"/>
                    </a:lnTo>
                    <a:lnTo>
                      <a:pt x="5674487" y="4340067"/>
                    </a:lnTo>
                    <a:lnTo>
                      <a:pt x="5542535" y="4340067"/>
                    </a:lnTo>
                    <a:lnTo>
                      <a:pt x="5410581" y="4340067"/>
                    </a:lnTo>
                    <a:lnTo>
                      <a:pt x="5278628" y="4340067"/>
                    </a:lnTo>
                    <a:lnTo>
                      <a:pt x="5146548" y="4338163"/>
                    </a:lnTo>
                    <a:lnTo>
                      <a:pt x="5014595" y="4340067"/>
                    </a:lnTo>
                    <a:lnTo>
                      <a:pt x="4882642" y="4340067"/>
                    </a:lnTo>
                    <a:lnTo>
                      <a:pt x="4750689" y="4340067"/>
                    </a:lnTo>
                    <a:lnTo>
                      <a:pt x="4618736" y="4340067"/>
                    </a:lnTo>
                    <a:lnTo>
                      <a:pt x="4486783" y="4340067"/>
                    </a:lnTo>
                    <a:lnTo>
                      <a:pt x="4354830" y="4340067"/>
                    </a:lnTo>
                    <a:lnTo>
                      <a:pt x="4222877" y="4340067"/>
                    </a:lnTo>
                    <a:lnTo>
                      <a:pt x="4090924" y="4340067"/>
                    </a:lnTo>
                    <a:lnTo>
                      <a:pt x="3958971" y="4340067"/>
                    </a:lnTo>
                    <a:lnTo>
                      <a:pt x="3827018" y="4340067"/>
                    </a:lnTo>
                    <a:lnTo>
                      <a:pt x="3695065" y="4340067"/>
                    </a:lnTo>
                    <a:lnTo>
                      <a:pt x="3562985" y="4340067"/>
                    </a:lnTo>
                    <a:lnTo>
                      <a:pt x="3431032" y="4340067"/>
                    </a:lnTo>
                    <a:lnTo>
                      <a:pt x="3299079" y="4340067"/>
                    </a:lnTo>
                    <a:lnTo>
                      <a:pt x="3167126" y="4340067"/>
                    </a:lnTo>
                    <a:lnTo>
                      <a:pt x="3035173" y="4340067"/>
                    </a:lnTo>
                    <a:lnTo>
                      <a:pt x="2903220" y="4340067"/>
                    </a:lnTo>
                    <a:lnTo>
                      <a:pt x="2771267" y="4340067"/>
                    </a:lnTo>
                    <a:lnTo>
                      <a:pt x="2639314" y="4340067"/>
                    </a:lnTo>
                    <a:lnTo>
                      <a:pt x="2507361" y="4340067"/>
                    </a:lnTo>
                    <a:lnTo>
                      <a:pt x="2375408" y="4340067"/>
                    </a:lnTo>
                    <a:lnTo>
                      <a:pt x="2243455" y="4340067"/>
                    </a:lnTo>
                    <a:lnTo>
                      <a:pt x="2111502" y="4340067"/>
                    </a:lnTo>
                    <a:lnTo>
                      <a:pt x="1979549" y="4340067"/>
                    </a:lnTo>
                    <a:lnTo>
                      <a:pt x="1847469" y="4340067"/>
                    </a:lnTo>
                    <a:lnTo>
                      <a:pt x="1715516" y="4340067"/>
                    </a:lnTo>
                    <a:lnTo>
                      <a:pt x="1583563" y="4340067"/>
                    </a:lnTo>
                    <a:lnTo>
                      <a:pt x="1451610" y="4340067"/>
                    </a:lnTo>
                    <a:lnTo>
                      <a:pt x="1319657" y="4340067"/>
                    </a:lnTo>
                    <a:lnTo>
                      <a:pt x="1187704" y="4340067"/>
                    </a:lnTo>
                    <a:lnTo>
                      <a:pt x="1055751" y="4340067"/>
                    </a:lnTo>
                    <a:lnTo>
                      <a:pt x="923798" y="4340067"/>
                    </a:lnTo>
                    <a:lnTo>
                      <a:pt x="791845" y="4340067"/>
                    </a:lnTo>
                    <a:lnTo>
                      <a:pt x="659892" y="4340067"/>
                    </a:lnTo>
                    <a:lnTo>
                      <a:pt x="527939" y="4340067"/>
                    </a:lnTo>
                    <a:lnTo>
                      <a:pt x="395986" y="4340067"/>
                    </a:lnTo>
                    <a:lnTo>
                      <a:pt x="263906" y="4340067"/>
                    </a:lnTo>
                    <a:lnTo>
                      <a:pt x="131953" y="4340067"/>
                    </a:lnTo>
                    <a:lnTo>
                      <a:pt x="0" y="4340067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9B4FC02-7AC3-5F77-38A3-2F8EE43A3639}"/>
                  </a:ext>
                </a:extLst>
              </p:cNvPr>
              <p:cNvSpPr/>
              <p:nvPr/>
            </p:nvSpPr>
            <p:spPr>
              <a:xfrm>
                <a:off x="1172972" y="1193084"/>
                <a:ext cx="10425175" cy="5049658"/>
              </a:xfrm>
              <a:custGeom>
                <a:avLst/>
                <a:gdLst>
                  <a:gd name="connsiteX0" fmla="*/ 0 w 10425175"/>
                  <a:gd name="connsiteY0" fmla="*/ 4604482 h 5049658"/>
                  <a:gd name="connsiteX1" fmla="*/ 131953 w 10425175"/>
                  <a:gd name="connsiteY1" fmla="*/ 4614256 h 5049658"/>
                  <a:gd name="connsiteX2" fmla="*/ 263906 w 10425175"/>
                  <a:gd name="connsiteY2" fmla="*/ 4623523 h 5049658"/>
                  <a:gd name="connsiteX3" fmla="*/ 395986 w 10425175"/>
                  <a:gd name="connsiteY3" fmla="*/ 4632409 h 5049658"/>
                  <a:gd name="connsiteX4" fmla="*/ 527939 w 10425175"/>
                  <a:gd name="connsiteY4" fmla="*/ 4641040 h 5049658"/>
                  <a:gd name="connsiteX5" fmla="*/ 659892 w 10425175"/>
                  <a:gd name="connsiteY5" fmla="*/ 4649418 h 5049658"/>
                  <a:gd name="connsiteX6" fmla="*/ 791845 w 10425175"/>
                  <a:gd name="connsiteY6" fmla="*/ 4657669 h 5049658"/>
                  <a:gd name="connsiteX7" fmla="*/ 923798 w 10425175"/>
                  <a:gd name="connsiteY7" fmla="*/ 4665794 h 5049658"/>
                  <a:gd name="connsiteX8" fmla="*/ 1055751 w 10425175"/>
                  <a:gd name="connsiteY8" fmla="*/ 4673791 h 5049658"/>
                  <a:gd name="connsiteX9" fmla="*/ 1187704 w 10425175"/>
                  <a:gd name="connsiteY9" fmla="*/ 4681534 h 5049658"/>
                  <a:gd name="connsiteX10" fmla="*/ 1319657 w 10425175"/>
                  <a:gd name="connsiteY10" fmla="*/ 4689024 h 5049658"/>
                  <a:gd name="connsiteX11" fmla="*/ 1451610 w 10425175"/>
                  <a:gd name="connsiteY11" fmla="*/ 4696005 h 5049658"/>
                  <a:gd name="connsiteX12" fmla="*/ 1583563 w 10425175"/>
                  <a:gd name="connsiteY12" fmla="*/ 4702606 h 5049658"/>
                  <a:gd name="connsiteX13" fmla="*/ 1715516 w 10425175"/>
                  <a:gd name="connsiteY13" fmla="*/ 4708445 h 5049658"/>
                  <a:gd name="connsiteX14" fmla="*/ 1847469 w 10425175"/>
                  <a:gd name="connsiteY14" fmla="*/ 4713650 h 5049658"/>
                  <a:gd name="connsiteX15" fmla="*/ 1979549 w 10425175"/>
                  <a:gd name="connsiteY15" fmla="*/ 4718093 h 5049658"/>
                  <a:gd name="connsiteX16" fmla="*/ 2111502 w 10425175"/>
                  <a:gd name="connsiteY16" fmla="*/ 4722662 h 5049658"/>
                  <a:gd name="connsiteX17" fmla="*/ 2243455 w 10425175"/>
                  <a:gd name="connsiteY17" fmla="*/ 4727994 h 5049658"/>
                  <a:gd name="connsiteX18" fmla="*/ 2375408 w 10425175"/>
                  <a:gd name="connsiteY18" fmla="*/ 4733325 h 5049658"/>
                  <a:gd name="connsiteX19" fmla="*/ 2507361 w 10425175"/>
                  <a:gd name="connsiteY19" fmla="*/ 4737641 h 5049658"/>
                  <a:gd name="connsiteX20" fmla="*/ 2639314 w 10425175"/>
                  <a:gd name="connsiteY20" fmla="*/ 4740434 h 5049658"/>
                  <a:gd name="connsiteX21" fmla="*/ 2771267 w 10425175"/>
                  <a:gd name="connsiteY21" fmla="*/ 4742338 h 5049658"/>
                  <a:gd name="connsiteX22" fmla="*/ 2903220 w 10425175"/>
                  <a:gd name="connsiteY22" fmla="*/ 4745258 h 5049658"/>
                  <a:gd name="connsiteX23" fmla="*/ 3035173 w 10425175"/>
                  <a:gd name="connsiteY23" fmla="*/ 4745258 h 5049658"/>
                  <a:gd name="connsiteX24" fmla="*/ 3167126 w 10425175"/>
                  <a:gd name="connsiteY24" fmla="*/ 4751859 h 5049658"/>
                  <a:gd name="connsiteX25" fmla="*/ 3299079 w 10425175"/>
                  <a:gd name="connsiteY25" fmla="*/ 4757952 h 5049658"/>
                  <a:gd name="connsiteX26" fmla="*/ 3431032 w 10425175"/>
                  <a:gd name="connsiteY26" fmla="*/ 4752113 h 5049658"/>
                  <a:gd name="connsiteX27" fmla="*/ 3562985 w 10425175"/>
                  <a:gd name="connsiteY27" fmla="*/ 4752620 h 5049658"/>
                  <a:gd name="connsiteX28" fmla="*/ 3695065 w 10425175"/>
                  <a:gd name="connsiteY28" fmla="*/ 4754397 h 5049658"/>
                  <a:gd name="connsiteX29" fmla="*/ 3827018 w 10425175"/>
                  <a:gd name="connsiteY29" fmla="*/ 4742084 h 5049658"/>
                  <a:gd name="connsiteX30" fmla="*/ 3958971 w 10425175"/>
                  <a:gd name="connsiteY30" fmla="*/ 4701971 h 5049658"/>
                  <a:gd name="connsiteX31" fmla="*/ 4090924 w 10425175"/>
                  <a:gd name="connsiteY31" fmla="*/ 4636597 h 5049658"/>
                  <a:gd name="connsiteX32" fmla="*/ 4222877 w 10425175"/>
                  <a:gd name="connsiteY32" fmla="*/ 4554975 h 5049658"/>
                  <a:gd name="connsiteX33" fmla="*/ 4354830 w 10425175"/>
                  <a:gd name="connsiteY33" fmla="*/ 4467006 h 5049658"/>
                  <a:gd name="connsiteX34" fmla="*/ 4486783 w 10425175"/>
                  <a:gd name="connsiteY34" fmla="*/ 4381703 h 5049658"/>
                  <a:gd name="connsiteX35" fmla="*/ 4618736 w 10425175"/>
                  <a:gd name="connsiteY35" fmla="*/ 4308713 h 5049658"/>
                  <a:gd name="connsiteX36" fmla="*/ 4750689 w 10425175"/>
                  <a:gd name="connsiteY36" fmla="*/ 4257556 h 5049658"/>
                  <a:gd name="connsiteX37" fmla="*/ 4882642 w 10425175"/>
                  <a:gd name="connsiteY37" fmla="*/ 4235087 h 5049658"/>
                  <a:gd name="connsiteX38" fmla="*/ 5014595 w 10425175"/>
                  <a:gd name="connsiteY38" fmla="*/ 4229629 h 5049658"/>
                  <a:gd name="connsiteX39" fmla="*/ 5146548 w 10425175"/>
                  <a:gd name="connsiteY39" fmla="*/ 4220236 h 5049658"/>
                  <a:gd name="connsiteX40" fmla="*/ 5278628 w 10425175"/>
                  <a:gd name="connsiteY40" fmla="*/ 4241815 h 5049658"/>
                  <a:gd name="connsiteX41" fmla="*/ 5410581 w 10425175"/>
                  <a:gd name="connsiteY41" fmla="*/ 4390969 h 5049658"/>
                  <a:gd name="connsiteX42" fmla="*/ 5542535 w 10425175"/>
                  <a:gd name="connsiteY42" fmla="*/ 4579982 h 5049658"/>
                  <a:gd name="connsiteX43" fmla="*/ 5674487 w 10425175"/>
                  <a:gd name="connsiteY43" fmla="*/ 4710857 h 5049658"/>
                  <a:gd name="connsiteX44" fmla="*/ 5806440 w 10425175"/>
                  <a:gd name="connsiteY44" fmla="*/ 4685850 h 5049658"/>
                  <a:gd name="connsiteX45" fmla="*/ 5938393 w 10425175"/>
                  <a:gd name="connsiteY45" fmla="*/ 4540504 h 5049658"/>
                  <a:gd name="connsiteX46" fmla="*/ 6070347 w 10425175"/>
                  <a:gd name="connsiteY46" fmla="*/ 4354411 h 5049658"/>
                  <a:gd name="connsiteX47" fmla="*/ 6202299 w 10425175"/>
                  <a:gd name="connsiteY47" fmla="*/ 4116906 h 5049658"/>
                  <a:gd name="connsiteX48" fmla="*/ 6334252 w 10425175"/>
                  <a:gd name="connsiteY48" fmla="*/ 3816567 h 5049658"/>
                  <a:gd name="connsiteX49" fmla="*/ 6466205 w 10425175"/>
                  <a:gd name="connsiteY49" fmla="*/ 3280882 h 5049658"/>
                  <a:gd name="connsiteX50" fmla="*/ 6598159 w 10425175"/>
                  <a:gd name="connsiteY50" fmla="*/ 2648850 h 5049658"/>
                  <a:gd name="connsiteX51" fmla="*/ 6730111 w 10425175"/>
                  <a:gd name="connsiteY51" fmla="*/ 2176634 h 5049658"/>
                  <a:gd name="connsiteX52" fmla="*/ 6862191 w 10425175"/>
                  <a:gd name="connsiteY52" fmla="*/ 1509947 h 5049658"/>
                  <a:gd name="connsiteX53" fmla="*/ 6994144 w 10425175"/>
                  <a:gd name="connsiteY53" fmla="*/ 929198 h 5049658"/>
                  <a:gd name="connsiteX54" fmla="*/ 7126097 w 10425175"/>
                  <a:gd name="connsiteY54" fmla="*/ 613245 h 5049658"/>
                  <a:gd name="connsiteX55" fmla="*/ 7258050 w 10425175"/>
                  <a:gd name="connsiteY55" fmla="*/ 332709 h 5049658"/>
                  <a:gd name="connsiteX56" fmla="*/ 7390003 w 10425175"/>
                  <a:gd name="connsiteY56" fmla="*/ 128463 h 5049658"/>
                  <a:gd name="connsiteX57" fmla="*/ 7521956 w 10425175"/>
                  <a:gd name="connsiteY57" fmla="*/ 30973 h 5049658"/>
                  <a:gd name="connsiteX58" fmla="*/ 7653910 w 10425175"/>
                  <a:gd name="connsiteY58" fmla="*/ 0 h 5049658"/>
                  <a:gd name="connsiteX59" fmla="*/ 7785862 w 10425175"/>
                  <a:gd name="connsiteY59" fmla="*/ 18533 h 5049658"/>
                  <a:gd name="connsiteX60" fmla="*/ 7917815 w 10425175"/>
                  <a:gd name="connsiteY60" fmla="*/ 72229 h 5049658"/>
                  <a:gd name="connsiteX61" fmla="*/ 8049768 w 10425175"/>
                  <a:gd name="connsiteY61" fmla="*/ 165910 h 5049658"/>
                  <a:gd name="connsiteX62" fmla="*/ 8181722 w 10425175"/>
                  <a:gd name="connsiteY62" fmla="*/ 308082 h 5049658"/>
                  <a:gd name="connsiteX63" fmla="*/ 8313674 w 10425175"/>
                  <a:gd name="connsiteY63" fmla="*/ 490495 h 5049658"/>
                  <a:gd name="connsiteX64" fmla="*/ 8445627 w 10425175"/>
                  <a:gd name="connsiteY64" fmla="*/ 704642 h 5049658"/>
                  <a:gd name="connsiteX65" fmla="*/ 8577707 w 10425175"/>
                  <a:gd name="connsiteY65" fmla="*/ 942273 h 5049658"/>
                  <a:gd name="connsiteX66" fmla="*/ 8709660 w 10425175"/>
                  <a:gd name="connsiteY66" fmla="*/ 1194883 h 5049658"/>
                  <a:gd name="connsiteX67" fmla="*/ 8841613 w 10425175"/>
                  <a:gd name="connsiteY67" fmla="*/ 1461202 h 5049658"/>
                  <a:gd name="connsiteX68" fmla="*/ 8973566 w 10425175"/>
                  <a:gd name="connsiteY68" fmla="*/ 1753544 h 5049658"/>
                  <a:gd name="connsiteX69" fmla="*/ 9105519 w 10425175"/>
                  <a:gd name="connsiteY69" fmla="*/ 2072163 h 5049658"/>
                  <a:gd name="connsiteX70" fmla="*/ 9237472 w 10425175"/>
                  <a:gd name="connsiteY70" fmla="*/ 2417312 h 5049658"/>
                  <a:gd name="connsiteX71" fmla="*/ 9369425 w 10425175"/>
                  <a:gd name="connsiteY71" fmla="*/ 2788737 h 5049658"/>
                  <a:gd name="connsiteX72" fmla="*/ 9501378 w 10425175"/>
                  <a:gd name="connsiteY72" fmla="*/ 3186566 h 5049658"/>
                  <a:gd name="connsiteX73" fmla="*/ 9633331 w 10425175"/>
                  <a:gd name="connsiteY73" fmla="*/ 3610671 h 5049658"/>
                  <a:gd name="connsiteX74" fmla="*/ 9765284 w 10425175"/>
                  <a:gd name="connsiteY74" fmla="*/ 4061053 h 5049658"/>
                  <a:gd name="connsiteX75" fmla="*/ 9897237 w 10425175"/>
                  <a:gd name="connsiteY75" fmla="*/ 4537585 h 5049658"/>
                  <a:gd name="connsiteX76" fmla="*/ 10029190 w 10425175"/>
                  <a:gd name="connsiteY76" fmla="*/ 5040392 h 5049658"/>
                  <a:gd name="connsiteX77" fmla="*/ 10161270 w 10425175"/>
                  <a:gd name="connsiteY77" fmla="*/ 5049659 h 5049658"/>
                  <a:gd name="connsiteX78" fmla="*/ 10293223 w 10425175"/>
                  <a:gd name="connsiteY78" fmla="*/ 5049659 h 5049658"/>
                  <a:gd name="connsiteX79" fmla="*/ 10425176 w 10425175"/>
                  <a:gd name="connsiteY79" fmla="*/ 5049659 h 504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425175" h="5049658">
                    <a:moveTo>
                      <a:pt x="0" y="4604482"/>
                    </a:moveTo>
                    <a:lnTo>
                      <a:pt x="131953" y="4614256"/>
                    </a:lnTo>
                    <a:lnTo>
                      <a:pt x="263906" y="4623523"/>
                    </a:lnTo>
                    <a:lnTo>
                      <a:pt x="395986" y="4632409"/>
                    </a:lnTo>
                    <a:lnTo>
                      <a:pt x="527939" y="4641040"/>
                    </a:lnTo>
                    <a:lnTo>
                      <a:pt x="659892" y="4649418"/>
                    </a:lnTo>
                    <a:lnTo>
                      <a:pt x="791845" y="4657669"/>
                    </a:lnTo>
                    <a:lnTo>
                      <a:pt x="923798" y="4665794"/>
                    </a:lnTo>
                    <a:lnTo>
                      <a:pt x="1055751" y="4673791"/>
                    </a:lnTo>
                    <a:lnTo>
                      <a:pt x="1187704" y="4681534"/>
                    </a:lnTo>
                    <a:lnTo>
                      <a:pt x="1319657" y="4689024"/>
                    </a:lnTo>
                    <a:lnTo>
                      <a:pt x="1451610" y="4696005"/>
                    </a:lnTo>
                    <a:lnTo>
                      <a:pt x="1583563" y="4702606"/>
                    </a:lnTo>
                    <a:lnTo>
                      <a:pt x="1715516" y="4708445"/>
                    </a:lnTo>
                    <a:lnTo>
                      <a:pt x="1847469" y="4713650"/>
                    </a:lnTo>
                    <a:lnTo>
                      <a:pt x="1979549" y="4718093"/>
                    </a:lnTo>
                    <a:lnTo>
                      <a:pt x="2111502" y="4722662"/>
                    </a:lnTo>
                    <a:lnTo>
                      <a:pt x="2243455" y="4727994"/>
                    </a:lnTo>
                    <a:lnTo>
                      <a:pt x="2375408" y="4733325"/>
                    </a:lnTo>
                    <a:lnTo>
                      <a:pt x="2507361" y="4737641"/>
                    </a:lnTo>
                    <a:lnTo>
                      <a:pt x="2639314" y="4740434"/>
                    </a:lnTo>
                    <a:lnTo>
                      <a:pt x="2771267" y="4742338"/>
                    </a:lnTo>
                    <a:lnTo>
                      <a:pt x="2903220" y="4745258"/>
                    </a:lnTo>
                    <a:lnTo>
                      <a:pt x="3035173" y="4745258"/>
                    </a:lnTo>
                    <a:lnTo>
                      <a:pt x="3167126" y="4751859"/>
                    </a:lnTo>
                    <a:lnTo>
                      <a:pt x="3299079" y="4757952"/>
                    </a:lnTo>
                    <a:lnTo>
                      <a:pt x="3431032" y="4752113"/>
                    </a:lnTo>
                    <a:lnTo>
                      <a:pt x="3562985" y="4752620"/>
                    </a:lnTo>
                    <a:lnTo>
                      <a:pt x="3695065" y="4754397"/>
                    </a:lnTo>
                    <a:lnTo>
                      <a:pt x="3827018" y="4742084"/>
                    </a:lnTo>
                    <a:lnTo>
                      <a:pt x="3958971" y="4701971"/>
                    </a:lnTo>
                    <a:lnTo>
                      <a:pt x="4090924" y="4636597"/>
                    </a:lnTo>
                    <a:lnTo>
                      <a:pt x="4222877" y="4554975"/>
                    </a:lnTo>
                    <a:lnTo>
                      <a:pt x="4354830" y="4467006"/>
                    </a:lnTo>
                    <a:lnTo>
                      <a:pt x="4486783" y="4381703"/>
                    </a:lnTo>
                    <a:lnTo>
                      <a:pt x="4618736" y="4308713"/>
                    </a:lnTo>
                    <a:lnTo>
                      <a:pt x="4750689" y="4257556"/>
                    </a:lnTo>
                    <a:lnTo>
                      <a:pt x="4882642" y="4235087"/>
                    </a:lnTo>
                    <a:lnTo>
                      <a:pt x="5014595" y="4229629"/>
                    </a:lnTo>
                    <a:lnTo>
                      <a:pt x="5146548" y="4220236"/>
                    </a:lnTo>
                    <a:lnTo>
                      <a:pt x="5278628" y="4241815"/>
                    </a:lnTo>
                    <a:lnTo>
                      <a:pt x="5410581" y="4390969"/>
                    </a:lnTo>
                    <a:lnTo>
                      <a:pt x="5542535" y="4579982"/>
                    </a:lnTo>
                    <a:lnTo>
                      <a:pt x="5674487" y="4710857"/>
                    </a:lnTo>
                    <a:lnTo>
                      <a:pt x="5806440" y="4685850"/>
                    </a:lnTo>
                    <a:lnTo>
                      <a:pt x="5938393" y="4540504"/>
                    </a:lnTo>
                    <a:lnTo>
                      <a:pt x="6070347" y="4354411"/>
                    </a:lnTo>
                    <a:lnTo>
                      <a:pt x="6202299" y="4116906"/>
                    </a:lnTo>
                    <a:lnTo>
                      <a:pt x="6334252" y="3816567"/>
                    </a:lnTo>
                    <a:lnTo>
                      <a:pt x="6466205" y="3280882"/>
                    </a:lnTo>
                    <a:lnTo>
                      <a:pt x="6598159" y="2648850"/>
                    </a:lnTo>
                    <a:lnTo>
                      <a:pt x="6730111" y="2176634"/>
                    </a:lnTo>
                    <a:lnTo>
                      <a:pt x="6862191" y="1509947"/>
                    </a:lnTo>
                    <a:lnTo>
                      <a:pt x="6994144" y="929198"/>
                    </a:lnTo>
                    <a:lnTo>
                      <a:pt x="7126097" y="613245"/>
                    </a:lnTo>
                    <a:lnTo>
                      <a:pt x="7258050" y="332709"/>
                    </a:lnTo>
                    <a:lnTo>
                      <a:pt x="7390003" y="128463"/>
                    </a:lnTo>
                    <a:lnTo>
                      <a:pt x="7521956" y="30973"/>
                    </a:lnTo>
                    <a:lnTo>
                      <a:pt x="7653910" y="0"/>
                    </a:lnTo>
                    <a:lnTo>
                      <a:pt x="7785862" y="18533"/>
                    </a:lnTo>
                    <a:lnTo>
                      <a:pt x="7917815" y="72229"/>
                    </a:lnTo>
                    <a:lnTo>
                      <a:pt x="8049768" y="165910"/>
                    </a:lnTo>
                    <a:lnTo>
                      <a:pt x="8181722" y="308082"/>
                    </a:lnTo>
                    <a:lnTo>
                      <a:pt x="8313674" y="490495"/>
                    </a:lnTo>
                    <a:lnTo>
                      <a:pt x="8445627" y="704642"/>
                    </a:lnTo>
                    <a:lnTo>
                      <a:pt x="8577707" y="942273"/>
                    </a:lnTo>
                    <a:lnTo>
                      <a:pt x="8709660" y="1194883"/>
                    </a:lnTo>
                    <a:lnTo>
                      <a:pt x="8841613" y="1461202"/>
                    </a:lnTo>
                    <a:lnTo>
                      <a:pt x="8973566" y="1753544"/>
                    </a:lnTo>
                    <a:lnTo>
                      <a:pt x="9105519" y="2072163"/>
                    </a:lnTo>
                    <a:lnTo>
                      <a:pt x="9237472" y="2417312"/>
                    </a:lnTo>
                    <a:lnTo>
                      <a:pt x="9369425" y="2788737"/>
                    </a:lnTo>
                    <a:lnTo>
                      <a:pt x="9501378" y="3186566"/>
                    </a:lnTo>
                    <a:lnTo>
                      <a:pt x="9633331" y="3610671"/>
                    </a:lnTo>
                    <a:lnTo>
                      <a:pt x="9765284" y="4061053"/>
                    </a:lnTo>
                    <a:lnTo>
                      <a:pt x="9897237" y="4537585"/>
                    </a:lnTo>
                    <a:lnTo>
                      <a:pt x="10029190" y="5040392"/>
                    </a:lnTo>
                    <a:lnTo>
                      <a:pt x="10161270" y="5049659"/>
                    </a:lnTo>
                    <a:lnTo>
                      <a:pt x="10293223" y="5049659"/>
                    </a:lnTo>
                    <a:lnTo>
                      <a:pt x="10425176" y="5049659"/>
                    </a:lnTo>
                  </a:path>
                </a:pathLst>
              </a:custGeom>
              <a:noFill/>
              <a:ln w="27051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B9A2D-F035-ADA8-FD00-225A3A3349D5}"/>
                  </a:ext>
                </a:extLst>
              </p:cNvPr>
              <p:cNvSpPr txBox="1"/>
              <p:nvPr/>
            </p:nvSpPr>
            <p:spPr>
              <a:xfrm>
                <a:off x="1716405" y="5599607"/>
                <a:ext cx="1134930" cy="33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8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4F10145E-9C16-2E5C-482D-D294EBBB03FB}"/>
                </a:ext>
              </a:extLst>
            </p:cNvPr>
            <p:cNvGrpSpPr/>
            <p:nvPr/>
          </p:nvGrpSpPr>
          <p:grpSpPr>
            <a:xfrm>
              <a:off x="31059" y="108082"/>
              <a:ext cx="12088296" cy="6362096"/>
              <a:chOff x="31059" y="108082"/>
              <a:chExt cx="12088296" cy="6362096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E73063F-2773-A815-B375-F5BF28D5EC6D}"/>
                  </a:ext>
                </a:extLst>
              </p:cNvPr>
              <p:cNvSpPr/>
              <p:nvPr/>
            </p:nvSpPr>
            <p:spPr>
              <a:xfrm>
                <a:off x="651763" y="483619"/>
                <a:ext cx="12700" cy="5759124"/>
              </a:xfrm>
              <a:custGeom>
                <a:avLst/>
                <a:gdLst>
                  <a:gd name="connsiteX0" fmla="*/ 0 w 12700"/>
                  <a:gd name="connsiteY0" fmla="*/ 5759125 h 5759124"/>
                  <a:gd name="connsiteX1" fmla="*/ 0 w 12700"/>
                  <a:gd name="connsiteY1" fmla="*/ 0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5759124">
                    <a:moveTo>
                      <a:pt x="0" y="5759125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80DEC61-7B73-DC87-EEEA-AC03B99C844D}"/>
                  </a:ext>
                </a:extLst>
              </p:cNvPr>
              <p:cNvSpPr txBox="1"/>
              <p:nvPr/>
            </p:nvSpPr>
            <p:spPr>
              <a:xfrm>
                <a:off x="398829" y="6099739"/>
                <a:ext cx="28176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D8D5CDC-71F6-B07F-D669-C3C93BBAD00A}"/>
                  </a:ext>
                </a:extLst>
              </p:cNvPr>
              <p:cNvSpPr txBox="1"/>
              <p:nvPr/>
            </p:nvSpPr>
            <p:spPr>
              <a:xfrm>
                <a:off x="299945" y="4902698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4149FD-6BD7-2F11-B3BD-CEDED90AF8C1}"/>
                  </a:ext>
                </a:extLst>
              </p:cNvPr>
              <p:cNvSpPr txBox="1"/>
              <p:nvPr/>
            </p:nvSpPr>
            <p:spPr>
              <a:xfrm>
                <a:off x="201061" y="3705784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6F34CAC-4791-BABF-DF45-85B86DC378B1}"/>
                  </a:ext>
                </a:extLst>
              </p:cNvPr>
              <p:cNvSpPr txBox="1"/>
              <p:nvPr/>
            </p:nvSpPr>
            <p:spPr>
              <a:xfrm>
                <a:off x="201061" y="2508743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150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F087804-EDA2-63AD-91C7-B4A1068A0753}"/>
                  </a:ext>
                </a:extLst>
              </p:cNvPr>
              <p:cNvSpPr txBox="1"/>
              <p:nvPr/>
            </p:nvSpPr>
            <p:spPr>
              <a:xfrm>
                <a:off x="201061" y="1311829"/>
                <a:ext cx="47953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47F6D16-E4C1-7AE7-8B55-7F30C1D3BDAC}"/>
                  </a:ext>
                </a:extLst>
              </p:cNvPr>
              <p:cNvSpPr/>
              <p:nvPr/>
            </p:nvSpPr>
            <p:spPr>
              <a:xfrm>
                <a:off x="616966" y="6242743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2506089-44C5-000E-BDB5-7D186196C7C8}"/>
                  </a:ext>
                </a:extLst>
              </p:cNvPr>
              <p:cNvSpPr/>
              <p:nvPr/>
            </p:nvSpPr>
            <p:spPr>
              <a:xfrm>
                <a:off x="616966" y="5045702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83694C5-E260-A116-1808-2AFC0EA6E338}"/>
                  </a:ext>
                </a:extLst>
              </p:cNvPr>
              <p:cNvSpPr/>
              <p:nvPr/>
            </p:nvSpPr>
            <p:spPr>
              <a:xfrm>
                <a:off x="616966" y="3848788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CBD41AD-7124-701F-13F4-23669404050F}"/>
                  </a:ext>
                </a:extLst>
              </p:cNvPr>
              <p:cNvSpPr/>
              <p:nvPr/>
            </p:nvSpPr>
            <p:spPr>
              <a:xfrm>
                <a:off x="616966" y="2651748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41D080C-EAE5-F83A-9832-10F86C2C0A08}"/>
                  </a:ext>
                </a:extLst>
              </p:cNvPr>
              <p:cNvSpPr/>
              <p:nvPr/>
            </p:nvSpPr>
            <p:spPr>
              <a:xfrm>
                <a:off x="616966" y="1454834"/>
                <a:ext cx="34797" cy="12693"/>
              </a:xfrm>
              <a:custGeom>
                <a:avLst/>
                <a:gdLst>
                  <a:gd name="connsiteX0" fmla="*/ 0 w 34797"/>
                  <a:gd name="connsiteY0" fmla="*/ 0 h 12693"/>
                  <a:gd name="connsiteX1" fmla="*/ 34798 w 34797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7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FAB69BA-F040-C7EF-1BBB-ED575CBB387D}"/>
                  </a:ext>
                </a:extLst>
              </p:cNvPr>
              <p:cNvSpPr/>
              <p:nvPr/>
            </p:nvSpPr>
            <p:spPr>
              <a:xfrm>
                <a:off x="651763" y="6242743"/>
                <a:ext cx="11467592" cy="12693"/>
              </a:xfrm>
              <a:custGeom>
                <a:avLst/>
                <a:gdLst>
                  <a:gd name="connsiteX0" fmla="*/ 0 w 11467592"/>
                  <a:gd name="connsiteY0" fmla="*/ 0 h 12693"/>
                  <a:gd name="connsiteX1" fmla="*/ 11467592 w 11467592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67592" h="12693">
                    <a:moveTo>
                      <a:pt x="0" y="0"/>
                    </a:moveTo>
                    <a:lnTo>
                      <a:pt x="11467592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37A7E04-ED50-134E-784F-F1C15DB06C26}"/>
                  </a:ext>
                </a:extLst>
              </p:cNvPr>
              <p:cNvSpPr/>
              <p:nvPr/>
            </p:nvSpPr>
            <p:spPr>
              <a:xfrm>
                <a:off x="190296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9FF8B6A-1C81-364A-7790-570E6E9CEC41}"/>
                  </a:ext>
                </a:extLst>
              </p:cNvPr>
              <p:cNvSpPr/>
              <p:nvPr/>
            </p:nvSpPr>
            <p:spPr>
              <a:xfrm>
                <a:off x="3624834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3ECD9BF-5E96-E194-F1BF-ADE5A50D9178}"/>
                  </a:ext>
                </a:extLst>
              </p:cNvPr>
              <p:cNvSpPr/>
              <p:nvPr/>
            </p:nvSpPr>
            <p:spPr>
              <a:xfrm>
                <a:off x="5328030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D0742ABE-3691-18C9-FE2D-59E63DAC0020}"/>
                  </a:ext>
                </a:extLst>
              </p:cNvPr>
              <p:cNvSpPr/>
              <p:nvPr/>
            </p:nvSpPr>
            <p:spPr>
              <a:xfrm>
                <a:off x="7012558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B1133F8-E236-0B3C-3C89-27EB5D26D1FA}"/>
                  </a:ext>
                </a:extLst>
              </p:cNvPr>
              <p:cNvSpPr/>
              <p:nvPr/>
            </p:nvSpPr>
            <p:spPr>
              <a:xfrm>
                <a:off x="8734425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0DB2676-28E8-2624-E3C5-F9D750DAF636}"/>
                  </a:ext>
                </a:extLst>
              </p:cNvPr>
              <p:cNvSpPr/>
              <p:nvPr/>
            </p:nvSpPr>
            <p:spPr>
              <a:xfrm>
                <a:off x="10456418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30DF2CF-F8CC-32C8-6C8B-E947B5593927}"/>
                  </a:ext>
                </a:extLst>
              </p:cNvPr>
              <p:cNvSpPr txBox="1"/>
              <p:nvPr/>
            </p:nvSpPr>
            <p:spPr>
              <a:xfrm>
                <a:off x="1445727" y="6225916"/>
                <a:ext cx="91448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2024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C64E8D-F3BC-C7A8-AE68-255DE41FCAB8}"/>
                  </a:ext>
                </a:extLst>
              </p:cNvPr>
              <p:cNvSpPr txBox="1"/>
              <p:nvPr/>
            </p:nvSpPr>
            <p:spPr>
              <a:xfrm>
                <a:off x="3152747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09AEDC1-FD11-CD66-020D-893BDDFEB18D}"/>
                  </a:ext>
                </a:extLst>
              </p:cNvPr>
              <p:cNvSpPr txBox="1"/>
              <p:nvPr/>
            </p:nvSpPr>
            <p:spPr>
              <a:xfrm>
                <a:off x="4856031" y="6225916"/>
                <a:ext cx="943999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Dec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C8FB1C8-4E71-A9EC-BA1A-59A6B558295B}"/>
                  </a:ext>
                </a:extLst>
              </p:cNvPr>
              <p:cNvSpPr txBox="1"/>
              <p:nvPr/>
            </p:nvSpPr>
            <p:spPr>
              <a:xfrm>
                <a:off x="6545551" y="6225916"/>
                <a:ext cx="934015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74A0317-694A-D8CD-2A92-714820783A3A}"/>
                  </a:ext>
                </a:extLst>
              </p:cNvPr>
              <p:cNvSpPr txBox="1"/>
              <p:nvPr/>
            </p:nvSpPr>
            <p:spPr>
              <a:xfrm>
                <a:off x="8277184" y="6225916"/>
                <a:ext cx="914481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Jun 2025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DEB52AF-8D2B-F5D6-C207-B6950E2FF74C}"/>
                  </a:ext>
                </a:extLst>
              </p:cNvPr>
              <p:cNvSpPr txBox="1"/>
              <p:nvPr/>
            </p:nvSpPr>
            <p:spPr>
              <a:xfrm>
                <a:off x="9984331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1999344-2F7E-BAC2-D964-9889E7BEE948}"/>
                  </a:ext>
                </a:extLst>
              </p:cNvPr>
              <p:cNvSpPr txBox="1"/>
              <p:nvPr/>
            </p:nvSpPr>
            <p:spPr>
              <a:xfrm rot="-5400000">
                <a:off x="-940401" y="3203945"/>
                <a:ext cx="2169933" cy="318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69F0AE8-754B-583E-E946-6069436FB407}"/>
                  </a:ext>
                </a:extLst>
              </p:cNvPr>
              <p:cNvSpPr txBox="1"/>
              <p:nvPr/>
            </p:nvSpPr>
            <p:spPr>
              <a:xfrm>
                <a:off x="560323" y="62362"/>
                <a:ext cx="6750888" cy="397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2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Bolaang Mongondow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Kakap</a:t>
            </a:r>
            <a:r>
              <a:rPr lang="en-US" dirty="0"/>
              <a:t> Merah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Lutjanus malabaricus</a:t>
            </a:r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EDC599B6-78D2-4B50-B45F-F4499DDA977F}"/>
              </a:ext>
            </a:extLst>
          </p:cNvPr>
          <p:cNvGrpSpPr/>
          <p:nvPr/>
        </p:nvGrpSpPr>
        <p:grpSpPr>
          <a:xfrm>
            <a:off x="-14606" y="62362"/>
            <a:ext cx="12206606" cy="6705150"/>
            <a:chOff x="-14606" y="62362"/>
            <a:chExt cx="12206606" cy="670515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59C656E-845B-E37F-59C8-F8AEC390AB02}"/>
                </a:ext>
              </a:extLst>
            </p:cNvPr>
            <p:cNvSpPr/>
            <p:nvPr/>
          </p:nvSpPr>
          <p:spPr>
            <a:xfrm>
              <a:off x="0" y="90487"/>
              <a:ext cx="12192000" cy="6677025"/>
            </a:xfrm>
            <a:custGeom>
              <a:avLst/>
              <a:gdLst>
                <a:gd name="connsiteX0" fmla="*/ 0 w 12192000"/>
                <a:gd name="connsiteY0" fmla="*/ 0 h 6677025"/>
                <a:gd name="connsiteX1" fmla="*/ 12192000 w 12192000"/>
                <a:gd name="connsiteY1" fmla="*/ 0 h 6677025"/>
                <a:gd name="connsiteX2" fmla="*/ 12192000 w 12192000"/>
                <a:gd name="connsiteY2" fmla="*/ 6677025 h 6677025"/>
                <a:gd name="connsiteX3" fmla="*/ 0 w 12192000"/>
                <a:gd name="connsiteY3" fmla="*/ 6677025 h 667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677025">
                  <a:moveTo>
                    <a:pt x="0" y="0"/>
                  </a:moveTo>
                  <a:lnTo>
                    <a:pt x="12192000" y="0"/>
                  </a:lnTo>
                  <a:lnTo>
                    <a:pt x="12192000" y="6677025"/>
                  </a:lnTo>
                  <a:lnTo>
                    <a:pt x="0" y="6677025"/>
                  </a:lnTo>
                  <a:close/>
                </a:path>
              </a:pathLst>
            </a:custGeom>
            <a:noFill/>
            <a:ln w="1270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BB94BB3-B065-614B-4D14-58B9AF408F7C}"/>
                </a:ext>
              </a:extLst>
            </p:cNvPr>
            <p:cNvSpPr/>
            <p:nvPr/>
          </p:nvSpPr>
          <p:spPr>
            <a:xfrm>
              <a:off x="0" y="90487"/>
              <a:ext cx="12188952" cy="6671947"/>
            </a:xfrm>
            <a:custGeom>
              <a:avLst/>
              <a:gdLst>
                <a:gd name="connsiteX0" fmla="*/ 0 w 12188952"/>
                <a:gd name="connsiteY0" fmla="*/ 0 h 6671947"/>
                <a:gd name="connsiteX1" fmla="*/ 12188952 w 12188952"/>
                <a:gd name="connsiteY1" fmla="*/ 0 h 6671947"/>
                <a:gd name="connsiteX2" fmla="*/ 12188952 w 12188952"/>
                <a:gd name="connsiteY2" fmla="*/ 6671947 h 6671947"/>
                <a:gd name="connsiteX3" fmla="*/ 0 w 12188952"/>
                <a:gd name="connsiteY3" fmla="*/ 6671947 h 667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8952" h="6671947">
                  <a:moveTo>
                    <a:pt x="0" y="0"/>
                  </a:moveTo>
                  <a:lnTo>
                    <a:pt x="12188952" y="0"/>
                  </a:lnTo>
                  <a:lnTo>
                    <a:pt x="12188952" y="6671947"/>
                  </a:lnTo>
                  <a:lnTo>
                    <a:pt x="0" y="6671947"/>
                  </a:lnTo>
                  <a:close/>
                </a:path>
              </a:pathLst>
            </a:custGeom>
            <a:noFill/>
            <a:ln w="13589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E8FF981F-4D88-027D-1035-6B9F8F50E4E1}"/>
                </a:ext>
              </a:extLst>
            </p:cNvPr>
            <p:cNvGrpSpPr/>
            <p:nvPr/>
          </p:nvGrpSpPr>
          <p:grpSpPr>
            <a:xfrm>
              <a:off x="552958" y="483619"/>
              <a:ext cx="11566398" cy="5759124"/>
              <a:chOff x="552958" y="483619"/>
              <a:chExt cx="11566398" cy="575912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3BB882E-A2B5-D323-2CCE-121CB6099D4B}"/>
                  </a:ext>
                </a:extLst>
              </p:cNvPr>
              <p:cNvSpPr/>
              <p:nvPr/>
            </p:nvSpPr>
            <p:spPr>
              <a:xfrm>
                <a:off x="552958" y="483619"/>
                <a:ext cx="11566398" cy="5759124"/>
              </a:xfrm>
              <a:custGeom>
                <a:avLst/>
                <a:gdLst>
                  <a:gd name="connsiteX0" fmla="*/ 0 w 11566398"/>
                  <a:gd name="connsiteY0" fmla="*/ 0 h 5759124"/>
                  <a:gd name="connsiteX1" fmla="*/ 11566398 w 11566398"/>
                  <a:gd name="connsiteY1" fmla="*/ 0 h 5759124"/>
                  <a:gd name="connsiteX2" fmla="*/ 11566398 w 11566398"/>
                  <a:gd name="connsiteY2" fmla="*/ 5759125 h 5759124"/>
                  <a:gd name="connsiteX3" fmla="*/ 0 w 11566398"/>
                  <a:gd name="connsiteY3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66398" h="5759124">
                    <a:moveTo>
                      <a:pt x="0" y="0"/>
                    </a:moveTo>
                    <a:lnTo>
                      <a:pt x="11566398" y="0"/>
                    </a:lnTo>
                    <a:lnTo>
                      <a:pt x="11566398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noFill/>
              <a:ln w="13589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9D6E614C-816B-2C37-27C5-33787A525C82}"/>
                  </a:ext>
                </a:extLst>
              </p:cNvPr>
              <p:cNvSpPr/>
              <p:nvPr/>
            </p:nvSpPr>
            <p:spPr>
              <a:xfrm>
                <a:off x="1078738" y="483619"/>
                <a:ext cx="10514838" cy="5759124"/>
              </a:xfrm>
              <a:custGeom>
                <a:avLst/>
                <a:gdLst>
                  <a:gd name="connsiteX0" fmla="*/ 0 w 10514838"/>
                  <a:gd name="connsiteY0" fmla="*/ 1726252 h 5759124"/>
                  <a:gd name="connsiteX1" fmla="*/ 133096 w 10514838"/>
                  <a:gd name="connsiteY1" fmla="*/ 1990414 h 5759124"/>
                  <a:gd name="connsiteX2" fmla="*/ 266192 w 10514838"/>
                  <a:gd name="connsiteY2" fmla="*/ 2207607 h 5759124"/>
                  <a:gd name="connsiteX3" fmla="*/ 399288 w 10514838"/>
                  <a:gd name="connsiteY3" fmla="*/ 2367424 h 5759124"/>
                  <a:gd name="connsiteX4" fmla="*/ 532384 w 10514838"/>
                  <a:gd name="connsiteY4" fmla="*/ 2462883 h 5759124"/>
                  <a:gd name="connsiteX5" fmla="*/ 665480 w 10514838"/>
                  <a:gd name="connsiteY5" fmla="*/ 2497538 h 5759124"/>
                  <a:gd name="connsiteX6" fmla="*/ 798576 w 10514838"/>
                  <a:gd name="connsiteY6" fmla="*/ 2479512 h 5759124"/>
                  <a:gd name="connsiteX7" fmla="*/ 931672 w 10514838"/>
                  <a:gd name="connsiteY7" fmla="*/ 2427213 h 5759124"/>
                  <a:gd name="connsiteX8" fmla="*/ 1064768 w 10514838"/>
                  <a:gd name="connsiteY8" fmla="*/ 2394589 h 5759124"/>
                  <a:gd name="connsiteX9" fmla="*/ 1197864 w 10514838"/>
                  <a:gd name="connsiteY9" fmla="*/ 2394716 h 5759124"/>
                  <a:gd name="connsiteX10" fmla="*/ 1330960 w 10514838"/>
                  <a:gd name="connsiteY10" fmla="*/ 2423278 h 5759124"/>
                  <a:gd name="connsiteX11" fmla="*/ 1464056 w 10514838"/>
                  <a:gd name="connsiteY11" fmla="*/ 2472784 h 5759124"/>
                  <a:gd name="connsiteX12" fmla="*/ 1597152 w 10514838"/>
                  <a:gd name="connsiteY12" fmla="*/ 2537016 h 5759124"/>
                  <a:gd name="connsiteX13" fmla="*/ 1730248 w 10514838"/>
                  <a:gd name="connsiteY13" fmla="*/ 2612926 h 5759124"/>
                  <a:gd name="connsiteX14" fmla="*/ 1863344 w 10514838"/>
                  <a:gd name="connsiteY14" fmla="*/ 2700895 h 5759124"/>
                  <a:gd name="connsiteX15" fmla="*/ 1996440 w 10514838"/>
                  <a:gd name="connsiteY15" fmla="*/ 2803081 h 5759124"/>
                  <a:gd name="connsiteX16" fmla="*/ 2129536 w 10514838"/>
                  <a:gd name="connsiteY16" fmla="*/ 2981178 h 5759124"/>
                  <a:gd name="connsiteX17" fmla="*/ 2262632 w 10514838"/>
                  <a:gd name="connsiteY17" fmla="*/ 3238357 h 5759124"/>
                  <a:gd name="connsiteX18" fmla="*/ 2395728 w 10514838"/>
                  <a:gd name="connsiteY18" fmla="*/ 3474973 h 5759124"/>
                  <a:gd name="connsiteX19" fmla="*/ 2528824 w 10514838"/>
                  <a:gd name="connsiteY19" fmla="*/ 3622477 h 5759124"/>
                  <a:gd name="connsiteX20" fmla="*/ 2661920 w 10514838"/>
                  <a:gd name="connsiteY20" fmla="*/ 3666398 h 5759124"/>
                  <a:gd name="connsiteX21" fmla="*/ 2795016 w 10514838"/>
                  <a:gd name="connsiteY21" fmla="*/ 3662462 h 5759124"/>
                  <a:gd name="connsiteX22" fmla="*/ 2928112 w 10514838"/>
                  <a:gd name="connsiteY22" fmla="*/ 3614987 h 5759124"/>
                  <a:gd name="connsiteX23" fmla="*/ 3061208 w 10514838"/>
                  <a:gd name="connsiteY23" fmla="*/ 3515720 h 5759124"/>
                  <a:gd name="connsiteX24" fmla="*/ 3194304 w 10514838"/>
                  <a:gd name="connsiteY24" fmla="*/ 3364535 h 5759124"/>
                  <a:gd name="connsiteX25" fmla="*/ 3327400 w 10514838"/>
                  <a:gd name="connsiteY25" fmla="*/ 3140487 h 5759124"/>
                  <a:gd name="connsiteX26" fmla="*/ 3460496 w 10514838"/>
                  <a:gd name="connsiteY26" fmla="*/ 2844590 h 5759124"/>
                  <a:gd name="connsiteX27" fmla="*/ 3593592 w 10514838"/>
                  <a:gd name="connsiteY27" fmla="*/ 2502488 h 5759124"/>
                  <a:gd name="connsiteX28" fmla="*/ 3726815 w 10514838"/>
                  <a:gd name="connsiteY28" fmla="*/ 2131571 h 5759124"/>
                  <a:gd name="connsiteX29" fmla="*/ 3859911 w 10514838"/>
                  <a:gd name="connsiteY29" fmla="*/ 1778805 h 5759124"/>
                  <a:gd name="connsiteX30" fmla="*/ 3993007 w 10514838"/>
                  <a:gd name="connsiteY30" fmla="*/ 1282090 h 5759124"/>
                  <a:gd name="connsiteX31" fmla="*/ 4126103 w 10514838"/>
                  <a:gd name="connsiteY31" fmla="*/ 965884 h 5759124"/>
                  <a:gd name="connsiteX32" fmla="*/ 4259199 w 10514838"/>
                  <a:gd name="connsiteY32" fmla="*/ 904445 h 5759124"/>
                  <a:gd name="connsiteX33" fmla="*/ 4392295 w 10514838"/>
                  <a:gd name="connsiteY33" fmla="*/ 937703 h 5759124"/>
                  <a:gd name="connsiteX34" fmla="*/ 4525391 w 10514838"/>
                  <a:gd name="connsiteY34" fmla="*/ 984163 h 5759124"/>
                  <a:gd name="connsiteX35" fmla="*/ 4658487 w 10514838"/>
                  <a:gd name="connsiteY35" fmla="*/ 1009170 h 5759124"/>
                  <a:gd name="connsiteX36" fmla="*/ 4791583 w 10514838"/>
                  <a:gd name="connsiteY36" fmla="*/ 1028973 h 5759124"/>
                  <a:gd name="connsiteX37" fmla="*/ 4924679 w 10514838"/>
                  <a:gd name="connsiteY37" fmla="*/ 1083557 h 5759124"/>
                  <a:gd name="connsiteX38" fmla="*/ 5057775 w 10514838"/>
                  <a:gd name="connsiteY38" fmla="*/ 1241724 h 5759124"/>
                  <a:gd name="connsiteX39" fmla="*/ 5190871 w 10514838"/>
                  <a:gd name="connsiteY39" fmla="*/ 1439496 h 5759124"/>
                  <a:gd name="connsiteX40" fmla="*/ 5323967 w 10514838"/>
                  <a:gd name="connsiteY40" fmla="*/ 1610229 h 5759124"/>
                  <a:gd name="connsiteX41" fmla="*/ 5457063 w 10514838"/>
                  <a:gd name="connsiteY41" fmla="*/ 1727522 h 5759124"/>
                  <a:gd name="connsiteX42" fmla="*/ 5590159 w 10514838"/>
                  <a:gd name="connsiteY42" fmla="*/ 1833389 h 5759124"/>
                  <a:gd name="connsiteX43" fmla="*/ 5723256 w 10514838"/>
                  <a:gd name="connsiteY43" fmla="*/ 1925801 h 5759124"/>
                  <a:gd name="connsiteX44" fmla="*/ 5856351 w 10514838"/>
                  <a:gd name="connsiteY44" fmla="*/ 1983432 h 5759124"/>
                  <a:gd name="connsiteX45" fmla="*/ 5989447 w 10514838"/>
                  <a:gd name="connsiteY45" fmla="*/ 2024179 h 5759124"/>
                  <a:gd name="connsiteX46" fmla="*/ 6122544 w 10514838"/>
                  <a:gd name="connsiteY46" fmla="*/ 2043855 h 5759124"/>
                  <a:gd name="connsiteX47" fmla="*/ 6255639 w 10514838"/>
                  <a:gd name="connsiteY47" fmla="*/ 2070513 h 5759124"/>
                  <a:gd name="connsiteX48" fmla="*/ 6388735 w 10514838"/>
                  <a:gd name="connsiteY48" fmla="*/ 2118623 h 5759124"/>
                  <a:gd name="connsiteX49" fmla="*/ 6521831 w 10514838"/>
                  <a:gd name="connsiteY49" fmla="*/ 2174476 h 5759124"/>
                  <a:gd name="connsiteX50" fmla="*/ 6654927 w 10514838"/>
                  <a:gd name="connsiteY50" fmla="*/ 2230964 h 5759124"/>
                  <a:gd name="connsiteX51" fmla="*/ 6788023 w 10514838"/>
                  <a:gd name="connsiteY51" fmla="*/ 2281994 h 5759124"/>
                  <a:gd name="connsiteX52" fmla="*/ 6921119 w 10514838"/>
                  <a:gd name="connsiteY52" fmla="*/ 2323757 h 5759124"/>
                  <a:gd name="connsiteX53" fmla="*/ 7054215 w 10514838"/>
                  <a:gd name="connsiteY53" fmla="*/ 2354350 h 5759124"/>
                  <a:gd name="connsiteX54" fmla="*/ 7187311 w 10514838"/>
                  <a:gd name="connsiteY54" fmla="*/ 2374660 h 5759124"/>
                  <a:gd name="connsiteX55" fmla="*/ 7320407 w 10514838"/>
                  <a:gd name="connsiteY55" fmla="*/ 2387354 h 5759124"/>
                  <a:gd name="connsiteX56" fmla="*/ 7453631 w 10514838"/>
                  <a:gd name="connsiteY56" fmla="*/ 2395605 h 5759124"/>
                  <a:gd name="connsiteX57" fmla="*/ 7586726 w 10514838"/>
                  <a:gd name="connsiteY57" fmla="*/ 2401952 h 5759124"/>
                  <a:gd name="connsiteX58" fmla="*/ 7719822 w 10514838"/>
                  <a:gd name="connsiteY58" fmla="*/ 2403729 h 5759124"/>
                  <a:gd name="connsiteX59" fmla="*/ 7852919 w 10514838"/>
                  <a:gd name="connsiteY59" fmla="*/ 2400175 h 5759124"/>
                  <a:gd name="connsiteX60" fmla="*/ 7986014 w 10514838"/>
                  <a:gd name="connsiteY60" fmla="*/ 2391035 h 5759124"/>
                  <a:gd name="connsiteX61" fmla="*/ 8119110 w 10514838"/>
                  <a:gd name="connsiteY61" fmla="*/ 2376056 h 5759124"/>
                  <a:gd name="connsiteX62" fmla="*/ 8252206 w 10514838"/>
                  <a:gd name="connsiteY62" fmla="*/ 2355619 h 5759124"/>
                  <a:gd name="connsiteX63" fmla="*/ 8385302 w 10514838"/>
                  <a:gd name="connsiteY63" fmla="*/ 2329850 h 5759124"/>
                  <a:gd name="connsiteX64" fmla="*/ 8518398 w 10514838"/>
                  <a:gd name="connsiteY64" fmla="*/ 2299004 h 5759124"/>
                  <a:gd name="connsiteX65" fmla="*/ 8651494 w 10514838"/>
                  <a:gd name="connsiteY65" fmla="*/ 2263080 h 5759124"/>
                  <a:gd name="connsiteX66" fmla="*/ 8784590 w 10514838"/>
                  <a:gd name="connsiteY66" fmla="*/ 2221317 h 5759124"/>
                  <a:gd name="connsiteX67" fmla="*/ 8917686 w 10514838"/>
                  <a:gd name="connsiteY67" fmla="*/ 2170414 h 5759124"/>
                  <a:gd name="connsiteX68" fmla="*/ 9050782 w 10514838"/>
                  <a:gd name="connsiteY68" fmla="*/ 2103771 h 5759124"/>
                  <a:gd name="connsiteX69" fmla="*/ 9183878 w 10514838"/>
                  <a:gd name="connsiteY69" fmla="*/ 2018594 h 5759124"/>
                  <a:gd name="connsiteX70" fmla="*/ 9316974 w 10514838"/>
                  <a:gd name="connsiteY70" fmla="*/ 1912726 h 5759124"/>
                  <a:gd name="connsiteX71" fmla="*/ 9450070 w 10514838"/>
                  <a:gd name="connsiteY71" fmla="*/ 1785152 h 5759124"/>
                  <a:gd name="connsiteX72" fmla="*/ 9583166 w 10514838"/>
                  <a:gd name="connsiteY72" fmla="*/ 1635110 h 5759124"/>
                  <a:gd name="connsiteX73" fmla="*/ 9716262 w 10514838"/>
                  <a:gd name="connsiteY73" fmla="*/ 1462979 h 5759124"/>
                  <a:gd name="connsiteX74" fmla="*/ 9849358 w 10514838"/>
                  <a:gd name="connsiteY74" fmla="*/ 1269270 h 5759124"/>
                  <a:gd name="connsiteX75" fmla="*/ 9982454 w 10514838"/>
                  <a:gd name="connsiteY75" fmla="*/ 1054488 h 5759124"/>
                  <a:gd name="connsiteX76" fmla="*/ 10115550 w 10514838"/>
                  <a:gd name="connsiteY76" fmla="*/ 819522 h 5759124"/>
                  <a:gd name="connsiteX77" fmla="*/ 10248646 w 10514838"/>
                  <a:gd name="connsiteY77" fmla="*/ 565008 h 5759124"/>
                  <a:gd name="connsiteX78" fmla="*/ 10381742 w 10514838"/>
                  <a:gd name="connsiteY78" fmla="*/ 291707 h 5759124"/>
                  <a:gd name="connsiteX79" fmla="*/ 10514838 w 10514838"/>
                  <a:gd name="connsiteY79" fmla="*/ 0 h 5759124"/>
                  <a:gd name="connsiteX80" fmla="*/ 10514838 w 10514838"/>
                  <a:gd name="connsiteY80" fmla="*/ 5186754 h 5759124"/>
                  <a:gd name="connsiteX81" fmla="*/ 10381742 w 10514838"/>
                  <a:gd name="connsiteY81" fmla="*/ 5029349 h 5759124"/>
                  <a:gd name="connsiteX82" fmla="*/ 10248646 w 10514838"/>
                  <a:gd name="connsiteY82" fmla="*/ 4882480 h 5759124"/>
                  <a:gd name="connsiteX83" fmla="*/ 10115550 w 10514838"/>
                  <a:gd name="connsiteY83" fmla="*/ 4746908 h 5759124"/>
                  <a:gd name="connsiteX84" fmla="*/ 9982454 w 10514838"/>
                  <a:gd name="connsiteY84" fmla="*/ 4623523 h 5759124"/>
                  <a:gd name="connsiteX85" fmla="*/ 9849358 w 10514838"/>
                  <a:gd name="connsiteY85" fmla="*/ 4513339 h 5759124"/>
                  <a:gd name="connsiteX86" fmla="*/ 9716262 w 10514838"/>
                  <a:gd name="connsiteY86" fmla="*/ 4417373 h 5759124"/>
                  <a:gd name="connsiteX87" fmla="*/ 9583166 w 10514838"/>
                  <a:gd name="connsiteY87" fmla="*/ 4336639 h 5759124"/>
                  <a:gd name="connsiteX88" fmla="*/ 9450070 w 10514838"/>
                  <a:gd name="connsiteY88" fmla="*/ 4271773 h 5759124"/>
                  <a:gd name="connsiteX89" fmla="*/ 9316974 w 10514838"/>
                  <a:gd name="connsiteY89" fmla="*/ 4223409 h 5759124"/>
                  <a:gd name="connsiteX90" fmla="*/ 9183878 w 10514838"/>
                  <a:gd name="connsiteY90" fmla="*/ 4191039 h 5759124"/>
                  <a:gd name="connsiteX91" fmla="*/ 9050782 w 10514838"/>
                  <a:gd name="connsiteY91" fmla="*/ 4173902 h 5759124"/>
                  <a:gd name="connsiteX92" fmla="*/ 8917686 w 10514838"/>
                  <a:gd name="connsiteY92" fmla="*/ 4170221 h 5759124"/>
                  <a:gd name="connsiteX93" fmla="*/ 8784590 w 10514838"/>
                  <a:gd name="connsiteY93" fmla="*/ 4177710 h 5759124"/>
                  <a:gd name="connsiteX94" fmla="*/ 8651494 w 10514838"/>
                  <a:gd name="connsiteY94" fmla="*/ 4194213 h 5759124"/>
                  <a:gd name="connsiteX95" fmla="*/ 8518398 w 10514838"/>
                  <a:gd name="connsiteY95" fmla="*/ 4217062 h 5759124"/>
                  <a:gd name="connsiteX96" fmla="*/ 8385302 w 10514838"/>
                  <a:gd name="connsiteY96" fmla="*/ 4243466 h 5759124"/>
                  <a:gd name="connsiteX97" fmla="*/ 8252206 w 10514838"/>
                  <a:gd name="connsiteY97" fmla="*/ 4271392 h 5759124"/>
                  <a:gd name="connsiteX98" fmla="*/ 8119110 w 10514838"/>
                  <a:gd name="connsiteY98" fmla="*/ 4299065 h 5759124"/>
                  <a:gd name="connsiteX99" fmla="*/ 7986014 w 10514838"/>
                  <a:gd name="connsiteY99" fmla="*/ 4324580 h 5759124"/>
                  <a:gd name="connsiteX100" fmla="*/ 7852919 w 10514838"/>
                  <a:gd name="connsiteY100" fmla="*/ 4346286 h 5759124"/>
                  <a:gd name="connsiteX101" fmla="*/ 7719822 w 10514838"/>
                  <a:gd name="connsiteY101" fmla="*/ 4362154 h 5759124"/>
                  <a:gd name="connsiteX102" fmla="*/ 7586726 w 10514838"/>
                  <a:gd name="connsiteY102" fmla="*/ 4369770 h 5759124"/>
                  <a:gd name="connsiteX103" fmla="*/ 7453631 w 10514838"/>
                  <a:gd name="connsiteY103" fmla="*/ 4364693 h 5759124"/>
                  <a:gd name="connsiteX104" fmla="*/ 7320407 w 10514838"/>
                  <a:gd name="connsiteY104" fmla="*/ 4338416 h 5759124"/>
                  <a:gd name="connsiteX105" fmla="*/ 7187311 w 10514838"/>
                  <a:gd name="connsiteY105" fmla="*/ 4295892 h 5759124"/>
                  <a:gd name="connsiteX106" fmla="*/ 7054215 w 10514838"/>
                  <a:gd name="connsiteY106" fmla="*/ 4243846 h 5759124"/>
                  <a:gd name="connsiteX107" fmla="*/ 6921119 w 10514838"/>
                  <a:gd name="connsiteY107" fmla="*/ 4188120 h 5759124"/>
                  <a:gd name="connsiteX108" fmla="*/ 6788023 w 10514838"/>
                  <a:gd name="connsiteY108" fmla="*/ 4133155 h 5759124"/>
                  <a:gd name="connsiteX109" fmla="*/ 6654927 w 10514838"/>
                  <a:gd name="connsiteY109" fmla="*/ 4080602 h 5759124"/>
                  <a:gd name="connsiteX110" fmla="*/ 6521831 w 10514838"/>
                  <a:gd name="connsiteY110" fmla="*/ 4029826 h 5759124"/>
                  <a:gd name="connsiteX111" fmla="*/ 6388735 w 10514838"/>
                  <a:gd name="connsiteY111" fmla="*/ 3978035 h 5759124"/>
                  <a:gd name="connsiteX112" fmla="*/ 6255639 w 10514838"/>
                  <a:gd name="connsiteY112" fmla="*/ 3921927 h 5759124"/>
                  <a:gd name="connsiteX113" fmla="*/ 6122544 w 10514838"/>
                  <a:gd name="connsiteY113" fmla="*/ 3849698 h 5759124"/>
                  <a:gd name="connsiteX114" fmla="*/ 5989447 w 10514838"/>
                  <a:gd name="connsiteY114" fmla="*/ 3772011 h 5759124"/>
                  <a:gd name="connsiteX115" fmla="*/ 5856351 w 10514838"/>
                  <a:gd name="connsiteY115" fmla="*/ 3710954 h 5759124"/>
                  <a:gd name="connsiteX116" fmla="*/ 5723256 w 10514838"/>
                  <a:gd name="connsiteY116" fmla="*/ 3626539 h 5759124"/>
                  <a:gd name="connsiteX117" fmla="*/ 5590159 w 10514838"/>
                  <a:gd name="connsiteY117" fmla="*/ 3545170 h 5759124"/>
                  <a:gd name="connsiteX118" fmla="*/ 5457063 w 10514838"/>
                  <a:gd name="connsiteY118" fmla="*/ 3486651 h 5759124"/>
                  <a:gd name="connsiteX119" fmla="*/ 5323967 w 10514838"/>
                  <a:gd name="connsiteY119" fmla="*/ 3395635 h 5759124"/>
                  <a:gd name="connsiteX120" fmla="*/ 5190871 w 10514838"/>
                  <a:gd name="connsiteY120" fmla="*/ 3280755 h 5759124"/>
                  <a:gd name="connsiteX121" fmla="*/ 5057775 w 10514838"/>
                  <a:gd name="connsiteY121" fmla="*/ 3192659 h 5759124"/>
                  <a:gd name="connsiteX122" fmla="*/ 4924679 w 10514838"/>
                  <a:gd name="connsiteY122" fmla="*/ 3141375 h 5759124"/>
                  <a:gd name="connsiteX123" fmla="*/ 4791583 w 10514838"/>
                  <a:gd name="connsiteY123" fmla="*/ 3089965 h 5759124"/>
                  <a:gd name="connsiteX124" fmla="*/ 4658487 w 10514838"/>
                  <a:gd name="connsiteY124" fmla="*/ 2962771 h 5759124"/>
                  <a:gd name="connsiteX125" fmla="*/ 4525391 w 10514838"/>
                  <a:gd name="connsiteY125" fmla="*/ 2833801 h 5759124"/>
                  <a:gd name="connsiteX126" fmla="*/ 4392295 w 10514838"/>
                  <a:gd name="connsiteY126" fmla="*/ 2776424 h 5759124"/>
                  <a:gd name="connsiteX127" fmla="*/ 4259199 w 10514838"/>
                  <a:gd name="connsiteY127" fmla="*/ 2813109 h 5759124"/>
                  <a:gd name="connsiteX128" fmla="*/ 4126103 w 10514838"/>
                  <a:gd name="connsiteY128" fmla="*/ 2919739 h 5759124"/>
                  <a:gd name="connsiteX129" fmla="*/ 3993007 w 10514838"/>
                  <a:gd name="connsiteY129" fmla="*/ 3116876 h 5759124"/>
                  <a:gd name="connsiteX130" fmla="*/ 3859911 w 10514838"/>
                  <a:gd name="connsiteY130" fmla="*/ 3456059 h 5759124"/>
                  <a:gd name="connsiteX131" fmla="*/ 3726815 w 10514838"/>
                  <a:gd name="connsiteY131" fmla="*/ 3745862 h 5759124"/>
                  <a:gd name="connsiteX132" fmla="*/ 3593592 w 10514838"/>
                  <a:gd name="connsiteY132" fmla="*/ 4056356 h 5759124"/>
                  <a:gd name="connsiteX133" fmla="*/ 3460496 w 10514838"/>
                  <a:gd name="connsiteY133" fmla="*/ 4342478 h 5759124"/>
                  <a:gd name="connsiteX134" fmla="*/ 3327400 w 10514838"/>
                  <a:gd name="connsiteY134" fmla="*/ 4620095 h 5759124"/>
                  <a:gd name="connsiteX135" fmla="*/ 3194304 w 10514838"/>
                  <a:gd name="connsiteY135" fmla="*/ 4839320 h 5759124"/>
                  <a:gd name="connsiteX136" fmla="*/ 3061208 w 10514838"/>
                  <a:gd name="connsiteY136" fmla="*/ 5080125 h 5759124"/>
                  <a:gd name="connsiteX137" fmla="*/ 2928112 w 10514838"/>
                  <a:gd name="connsiteY137" fmla="*/ 5242988 h 5759124"/>
                  <a:gd name="connsiteX138" fmla="*/ 2795016 w 10514838"/>
                  <a:gd name="connsiteY138" fmla="*/ 5362185 h 5759124"/>
                  <a:gd name="connsiteX139" fmla="*/ 2661920 w 10514838"/>
                  <a:gd name="connsiteY139" fmla="*/ 5444822 h 5759124"/>
                  <a:gd name="connsiteX140" fmla="*/ 2528824 w 10514838"/>
                  <a:gd name="connsiteY140" fmla="*/ 5428701 h 5759124"/>
                  <a:gd name="connsiteX141" fmla="*/ 2395728 w 10514838"/>
                  <a:gd name="connsiteY141" fmla="*/ 5351268 h 5759124"/>
                  <a:gd name="connsiteX142" fmla="*/ 2262632 w 10514838"/>
                  <a:gd name="connsiteY142" fmla="*/ 5278404 h 5759124"/>
                  <a:gd name="connsiteX143" fmla="*/ 2129536 w 10514838"/>
                  <a:gd name="connsiteY143" fmla="*/ 5221662 h 5759124"/>
                  <a:gd name="connsiteX144" fmla="*/ 1996440 w 10514838"/>
                  <a:gd name="connsiteY144" fmla="*/ 5161874 h 5759124"/>
                  <a:gd name="connsiteX145" fmla="*/ 1863344 w 10514838"/>
                  <a:gd name="connsiteY145" fmla="*/ 5075682 h 5759124"/>
                  <a:gd name="connsiteX146" fmla="*/ 1730248 w 10514838"/>
                  <a:gd name="connsiteY146" fmla="*/ 4964229 h 5759124"/>
                  <a:gd name="connsiteX147" fmla="*/ 1597152 w 10514838"/>
                  <a:gd name="connsiteY147" fmla="*/ 4840716 h 5759124"/>
                  <a:gd name="connsiteX148" fmla="*/ 1464056 w 10514838"/>
                  <a:gd name="connsiteY148" fmla="*/ 4716062 h 5759124"/>
                  <a:gd name="connsiteX149" fmla="*/ 1330960 w 10514838"/>
                  <a:gd name="connsiteY149" fmla="*/ 4598135 h 5759124"/>
                  <a:gd name="connsiteX150" fmla="*/ 1197864 w 10514838"/>
                  <a:gd name="connsiteY150" fmla="*/ 4491632 h 5759124"/>
                  <a:gd name="connsiteX151" fmla="*/ 1064768 w 10514838"/>
                  <a:gd name="connsiteY151" fmla="*/ 4399728 h 5759124"/>
                  <a:gd name="connsiteX152" fmla="*/ 931672 w 10514838"/>
                  <a:gd name="connsiteY152" fmla="*/ 4328896 h 5759124"/>
                  <a:gd name="connsiteX153" fmla="*/ 798576 w 10514838"/>
                  <a:gd name="connsiteY153" fmla="*/ 4294368 h 5759124"/>
                  <a:gd name="connsiteX154" fmla="*/ 665480 w 10514838"/>
                  <a:gd name="connsiteY154" fmla="*/ 4315440 h 5759124"/>
                  <a:gd name="connsiteX155" fmla="*/ 532384 w 10514838"/>
                  <a:gd name="connsiteY155" fmla="*/ 4421689 h 5759124"/>
                  <a:gd name="connsiteX156" fmla="*/ 399288 w 10514838"/>
                  <a:gd name="connsiteY156" fmla="*/ 4634947 h 5759124"/>
                  <a:gd name="connsiteX157" fmla="*/ 266192 w 10514838"/>
                  <a:gd name="connsiteY157" fmla="*/ 4954454 h 5759124"/>
                  <a:gd name="connsiteX158" fmla="*/ 133096 w 10514838"/>
                  <a:gd name="connsiteY158" fmla="*/ 5365231 h 5759124"/>
                  <a:gd name="connsiteX159" fmla="*/ 0 w 10514838"/>
                  <a:gd name="connsiteY159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10514838" h="5759124">
                    <a:moveTo>
                      <a:pt x="0" y="1726252"/>
                    </a:moveTo>
                    <a:lnTo>
                      <a:pt x="133096" y="1990414"/>
                    </a:lnTo>
                    <a:lnTo>
                      <a:pt x="266192" y="2207607"/>
                    </a:lnTo>
                    <a:lnTo>
                      <a:pt x="399288" y="2367424"/>
                    </a:lnTo>
                    <a:lnTo>
                      <a:pt x="532384" y="2462883"/>
                    </a:lnTo>
                    <a:lnTo>
                      <a:pt x="665480" y="2497538"/>
                    </a:lnTo>
                    <a:lnTo>
                      <a:pt x="798576" y="2479512"/>
                    </a:lnTo>
                    <a:lnTo>
                      <a:pt x="931672" y="2427213"/>
                    </a:lnTo>
                    <a:lnTo>
                      <a:pt x="1064768" y="2394589"/>
                    </a:lnTo>
                    <a:lnTo>
                      <a:pt x="1197864" y="2394716"/>
                    </a:lnTo>
                    <a:lnTo>
                      <a:pt x="1330960" y="2423278"/>
                    </a:lnTo>
                    <a:lnTo>
                      <a:pt x="1464056" y="2472784"/>
                    </a:lnTo>
                    <a:lnTo>
                      <a:pt x="1597152" y="2537016"/>
                    </a:lnTo>
                    <a:lnTo>
                      <a:pt x="1730248" y="2612926"/>
                    </a:lnTo>
                    <a:lnTo>
                      <a:pt x="1863344" y="2700895"/>
                    </a:lnTo>
                    <a:lnTo>
                      <a:pt x="1996440" y="2803081"/>
                    </a:lnTo>
                    <a:lnTo>
                      <a:pt x="2129536" y="2981178"/>
                    </a:lnTo>
                    <a:lnTo>
                      <a:pt x="2262632" y="3238357"/>
                    </a:lnTo>
                    <a:lnTo>
                      <a:pt x="2395728" y="3474973"/>
                    </a:lnTo>
                    <a:lnTo>
                      <a:pt x="2528824" y="3622477"/>
                    </a:lnTo>
                    <a:lnTo>
                      <a:pt x="2661920" y="3666398"/>
                    </a:lnTo>
                    <a:lnTo>
                      <a:pt x="2795016" y="3662462"/>
                    </a:lnTo>
                    <a:lnTo>
                      <a:pt x="2928112" y="3614987"/>
                    </a:lnTo>
                    <a:lnTo>
                      <a:pt x="3061208" y="3515720"/>
                    </a:lnTo>
                    <a:lnTo>
                      <a:pt x="3194304" y="3364535"/>
                    </a:lnTo>
                    <a:lnTo>
                      <a:pt x="3327400" y="3140487"/>
                    </a:lnTo>
                    <a:lnTo>
                      <a:pt x="3460496" y="2844590"/>
                    </a:lnTo>
                    <a:lnTo>
                      <a:pt x="3593592" y="2502488"/>
                    </a:lnTo>
                    <a:lnTo>
                      <a:pt x="3726815" y="2131571"/>
                    </a:lnTo>
                    <a:lnTo>
                      <a:pt x="3859911" y="1778805"/>
                    </a:lnTo>
                    <a:lnTo>
                      <a:pt x="3993007" y="1282090"/>
                    </a:lnTo>
                    <a:lnTo>
                      <a:pt x="4126103" y="965884"/>
                    </a:lnTo>
                    <a:lnTo>
                      <a:pt x="4259199" y="904445"/>
                    </a:lnTo>
                    <a:lnTo>
                      <a:pt x="4392295" y="937703"/>
                    </a:lnTo>
                    <a:lnTo>
                      <a:pt x="4525391" y="984163"/>
                    </a:lnTo>
                    <a:lnTo>
                      <a:pt x="4658487" y="1009170"/>
                    </a:lnTo>
                    <a:lnTo>
                      <a:pt x="4791583" y="1028973"/>
                    </a:lnTo>
                    <a:lnTo>
                      <a:pt x="4924679" y="1083557"/>
                    </a:lnTo>
                    <a:lnTo>
                      <a:pt x="5057775" y="1241724"/>
                    </a:lnTo>
                    <a:lnTo>
                      <a:pt x="5190871" y="1439496"/>
                    </a:lnTo>
                    <a:lnTo>
                      <a:pt x="5323967" y="1610229"/>
                    </a:lnTo>
                    <a:lnTo>
                      <a:pt x="5457063" y="1727522"/>
                    </a:lnTo>
                    <a:lnTo>
                      <a:pt x="5590159" y="1833389"/>
                    </a:lnTo>
                    <a:lnTo>
                      <a:pt x="5723256" y="1925801"/>
                    </a:lnTo>
                    <a:lnTo>
                      <a:pt x="5856351" y="1983432"/>
                    </a:lnTo>
                    <a:lnTo>
                      <a:pt x="5989447" y="2024179"/>
                    </a:lnTo>
                    <a:lnTo>
                      <a:pt x="6122544" y="2043855"/>
                    </a:lnTo>
                    <a:lnTo>
                      <a:pt x="6255639" y="2070513"/>
                    </a:lnTo>
                    <a:lnTo>
                      <a:pt x="6388735" y="2118623"/>
                    </a:lnTo>
                    <a:lnTo>
                      <a:pt x="6521831" y="2174476"/>
                    </a:lnTo>
                    <a:lnTo>
                      <a:pt x="6654927" y="2230964"/>
                    </a:lnTo>
                    <a:lnTo>
                      <a:pt x="6788023" y="2281994"/>
                    </a:lnTo>
                    <a:lnTo>
                      <a:pt x="6921119" y="2323757"/>
                    </a:lnTo>
                    <a:lnTo>
                      <a:pt x="7054215" y="2354350"/>
                    </a:lnTo>
                    <a:lnTo>
                      <a:pt x="7187311" y="2374660"/>
                    </a:lnTo>
                    <a:lnTo>
                      <a:pt x="7320407" y="2387354"/>
                    </a:lnTo>
                    <a:lnTo>
                      <a:pt x="7453631" y="2395605"/>
                    </a:lnTo>
                    <a:lnTo>
                      <a:pt x="7586726" y="2401952"/>
                    </a:lnTo>
                    <a:lnTo>
                      <a:pt x="7719822" y="2403729"/>
                    </a:lnTo>
                    <a:lnTo>
                      <a:pt x="7852919" y="2400175"/>
                    </a:lnTo>
                    <a:lnTo>
                      <a:pt x="7986014" y="2391035"/>
                    </a:lnTo>
                    <a:lnTo>
                      <a:pt x="8119110" y="2376056"/>
                    </a:lnTo>
                    <a:lnTo>
                      <a:pt x="8252206" y="2355619"/>
                    </a:lnTo>
                    <a:lnTo>
                      <a:pt x="8385302" y="2329850"/>
                    </a:lnTo>
                    <a:lnTo>
                      <a:pt x="8518398" y="2299004"/>
                    </a:lnTo>
                    <a:lnTo>
                      <a:pt x="8651494" y="2263080"/>
                    </a:lnTo>
                    <a:lnTo>
                      <a:pt x="8784590" y="2221317"/>
                    </a:lnTo>
                    <a:lnTo>
                      <a:pt x="8917686" y="2170414"/>
                    </a:lnTo>
                    <a:lnTo>
                      <a:pt x="9050782" y="2103771"/>
                    </a:lnTo>
                    <a:lnTo>
                      <a:pt x="9183878" y="2018594"/>
                    </a:lnTo>
                    <a:lnTo>
                      <a:pt x="9316974" y="1912726"/>
                    </a:lnTo>
                    <a:lnTo>
                      <a:pt x="9450070" y="1785152"/>
                    </a:lnTo>
                    <a:lnTo>
                      <a:pt x="9583166" y="1635110"/>
                    </a:lnTo>
                    <a:lnTo>
                      <a:pt x="9716262" y="1462979"/>
                    </a:lnTo>
                    <a:lnTo>
                      <a:pt x="9849358" y="1269270"/>
                    </a:lnTo>
                    <a:lnTo>
                      <a:pt x="9982454" y="1054488"/>
                    </a:lnTo>
                    <a:lnTo>
                      <a:pt x="10115550" y="819522"/>
                    </a:lnTo>
                    <a:lnTo>
                      <a:pt x="10248646" y="565008"/>
                    </a:lnTo>
                    <a:lnTo>
                      <a:pt x="10381742" y="291707"/>
                    </a:lnTo>
                    <a:lnTo>
                      <a:pt x="10514838" y="0"/>
                    </a:lnTo>
                    <a:lnTo>
                      <a:pt x="10514838" y="5186754"/>
                    </a:lnTo>
                    <a:lnTo>
                      <a:pt x="10381742" y="5029349"/>
                    </a:lnTo>
                    <a:lnTo>
                      <a:pt x="10248646" y="4882480"/>
                    </a:lnTo>
                    <a:lnTo>
                      <a:pt x="10115550" y="4746908"/>
                    </a:lnTo>
                    <a:lnTo>
                      <a:pt x="9982454" y="4623523"/>
                    </a:lnTo>
                    <a:lnTo>
                      <a:pt x="9849358" y="4513339"/>
                    </a:lnTo>
                    <a:lnTo>
                      <a:pt x="9716262" y="4417373"/>
                    </a:lnTo>
                    <a:lnTo>
                      <a:pt x="9583166" y="4336639"/>
                    </a:lnTo>
                    <a:lnTo>
                      <a:pt x="9450070" y="4271773"/>
                    </a:lnTo>
                    <a:lnTo>
                      <a:pt x="9316974" y="4223409"/>
                    </a:lnTo>
                    <a:lnTo>
                      <a:pt x="9183878" y="4191039"/>
                    </a:lnTo>
                    <a:lnTo>
                      <a:pt x="9050782" y="4173902"/>
                    </a:lnTo>
                    <a:lnTo>
                      <a:pt x="8917686" y="4170221"/>
                    </a:lnTo>
                    <a:lnTo>
                      <a:pt x="8784590" y="4177710"/>
                    </a:lnTo>
                    <a:lnTo>
                      <a:pt x="8651494" y="4194213"/>
                    </a:lnTo>
                    <a:lnTo>
                      <a:pt x="8518398" y="4217062"/>
                    </a:lnTo>
                    <a:lnTo>
                      <a:pt x="8385302" y="4243466"/>
                    </a:lnTo>
                    <a:lnTo>
                      <a:pt x="8252206" y="4271392"/>
                    </a:lnTo>
                    <a:lnTo>
                      <a:pt x="8119110" y="4299065"/>
                    </a:lnTo>
                    <a:lnTo>
                      <a:pt x="7986014" y="4324580"/>
                    </a:lnTo>
                    <a:lnTo>
                      <a:pt x="7852919" y="4346286"/>
                    </a:lnTo>
                    <a:lnTo>
                      <a:pt x="7719822" y="4362154"/>
                    </a:lnTo>
                    <a:lnTo>
                      <a:pt x="7586726" y="4369770"/>
                    </a:lnTo>
                    <a:lnTo>
                      <a:pt x="7453631" y="4364693"/>
                    </a:lnTo>
                    <a:lnTo>
                      <a:pt x="7320407" y="4338416"/>
                    </a:lnTo>
                    <a:lnTo>
                      <a:pt x="7187311" y="4295892"/>
                    </a:lnTo>
                    <a:lnTo>
                      <a:pt x="7054215" y="4243846"/>
                    </a:lnTo>
                    <a:lnTo>
                      <a:pt x="6921119" y="4188120"/>
                    </a:lnTo>
                    <a:lnTo>
                      <a:pt x="6788023" y="4133155"/>
                    </a:lnTo>
                    <a:lnTo>
                      <a:pt x="6654927" y="4080602"/>
                    </a:lnTo>
                    <a:lnTo>
                      <a:pt x="6521831" y="4029826"/>
                    </a:lnTo>
                    <a:lnTo>
                      <a:pt x="6388735" y="3978035"/>
                    </a:lnTo>
                    <a:lnTo>
                      <a:pt x="6255639" y="3921927"/>
                    </a:lnTo>
                    <a:lnTo>
                      <a:pt x="6122544" y="3849698"/>
                    </a:lnTo>
                    <a:lnTo>
                      <a:pt x="5989447" y="3772011"/>
                    </a:lnTo>
                    <a:lnTo>
                      <a:pt x="5856351" y="3710954"/>
                    </a:lnTo>
                    <a:lnTo>
                      <a:pt x="5723256" y="3626539"/>
                    </a:lnTo>
                    <a:lnTo>
                      <a:pt x="5590159" y="3545170"/>
                    </a:lnTo>
                    <a:lnTo>
                      <a:pt x="5457063" y="3486651"/>
                    </a:lnTo>
                    <a:lnTo>
                      <a:pt x="5323967" y="3395635"/>
                    </a:lnTo>
                    <a:lnTo>
                      <a:pt x="5190871" y="3280755"/>
                    </a:lnTo>
                    <a:lnTo>
                      <a:pt x="5057775" y="3192659"/>
                    </a:lnTo>
                    <a:lnTo>
                      <a:pt x="4924679" y="3141375"/>
                    </a:lnTo>
                    <a:lnTo>
                      <a:pt x="4791583" y="3089965"/>
                    </a:lnTo>
                    <a:lnTo>
                      <a:pt x="4658487" y="2962771"/>
                    </a:lnTo>
                    <a:lnTo>
                      <a:pt x="4525391" y="2833801"/>
                    </a:lnTo>
                    <a:lnTo>
                      <a:pt x="4392295" y="2776424"/>
                    </a:lnTo>
                    <a:lnTo>
                      <a:pt x="4259199" y="2813109"/>
                    </a:lnTo>
                    <a:lnTo>
                      <a:pt x="4126103" y="2919739"/>
                    </a:lnTo>
                    <a:lnTo>
                      <a:pt x="3993007" y="3116876"/>
                    </a:lnTo>
                    <a:lnTo>
                      <a:pt x="3859911" y="3456059"/>
                    </a:lnTo>
                    <a:lnTo>
                      <a:pt x="3726815" y="3745862"/>
                    </a:lnTo>
                    <a:lnTo>
                      <a:pt x="3593592" y="4056356"/>
                    </a:lnTo>
                    <a:lnTo>
                      <a:pt x="3460496" y="4342478"/>
                    </a:lnTo>
                    <a:lnTo>
                      <a:pt x="3327400" y="4620095"/>
                    </a:lnTo>
                    <a:lnTo>
                      <a:pt x="3194304" y="4839320"/>
                    </a:lnTo>
                    <a:lnTo>
                      <a:pt x="3061208" y="5080125"/>
                    </a:lnTo>
                    <a:lnTo>
                      <a:pt x="2928112" y="5242988"/>
                    </a:lnTo>
                    <a:lnTo>
                      <a:pt x="2795016" y="5362185"/>
                    </a:lnTo>
                    <a:lnTo>
                      <a:pt x="2661920" y="5444822"/>
                    </a:lnTo>
                    <a:lnTo>
                      <a:pt x="2528824" y="5428701"/>
                    </a:lnTo>
                    <a:lnTo>
                      <a:pt x="2395728" y="5351268"/>
                    </a:lnTo>
                    <a:lnTo>
                      <a:pt x="2262632" y="5278404"/>
                    </a:lnTo>
                    <a:lnTo>
                      <a:pt x="2129536" y="5221662"/>
                    </a:lnTo>
                    <a:lnTo>
                      <a:pt x="1996440" y="5161874"/>
                    </a:lnTo>
                    <a:lnTo>
                      <a:pt x="1863344" y="5075682"/>
                    </a:lnTo>
                    <a:lnTo>
                      <a:pt x="1730248" y="4964229"/>
                    </a:lnTo>
                    <a:lnTo>
                      <a:pt x="1597152" y="4840716"/>
                    </a:lnTo>
                    <a:lnTo>
                      <a:pt x="1464056" y="4716062"/>
                    </a:lnTo>
                    <a:lnTo>
                      <a:pt x="1330960" y="4598135"/>
                    </a:lnTo>
                    <a:lnTo>
                      <a:pt x="1197864" y="4491632"/>
                    </a:lnTo>
                    <a:lnTo>
                      <a:pt x="1064768" y="4399728"/>
                    </a:lnTo>
                    <a:lnTo>
                      <a:pt x="931672" y="4328896"/>
                    </a:lnTo>
                    <a:lnTo>
                      <a:pt x="798576" y="4294368"/>
                    </a:lnTo>
                    <a:lnTo>
                      <a:pt x="665480" y="4315440"/>
                    </a:lnTo>
                    <a:lnTo>
                      <a:pt x="532384" y="4421689"/>
                    </a:lnTo>
                    <a:lnTo>
                      <a:pt x="399288" y="4634947"/>
                    </a:lnTo>
                    <a:lnTo>
                      <a:pt x="266192" y="4954454"/>
                    </a:lnTo>
                    <a:lnTo>
                      <a:pt x="133096" y="5365231"/>
                    </a:lnTo>
                    <a:lnTo>
                      <a:pt x="0" y="5759125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20406DF-0913-60A8-823E-07564649BFD0}"/>
                  </a:ext>
                </a:extLst>
              </p:cNvPr>
              <p:cNvSpPr/>
              <p:nvPr/>
            </p:nvSpPr>
            <p:spPr>
              <a:xfrm>
                <a:off x="1078738" y="483619"/>
                <a:ext cx="10514838" cy="3666397"/>
              </a:xfrm>
              <a:custGeom>
                <a:avLst/>
                <a:gdLst>
                  <a:gd name="connsiteX0" fmla="*/ 0 w 10514838"/>
                  <a:gd name="connsiteY0" fmla="*/ 1726252 h 3666397"/>
                  <a:gd name="connsiteX1" fmla="*/ 133096 w 10514838"/>
                  <a:gd name="connsiteY1" fmla="*/ 1990414 h 3666397"/>
                  <a:gd name="connsiteX2" fmla="*/ 266192 w 10514838"/>
                  <a:gd name="connsiteY2" fmla="*/ 2207607 h 3666397"/>
                  <a:gd name="connsiteX3" fmla="*/ 399288 w 10514838"/>
                  <a:gd name="connsiteY3" fmla="*/ 2367424 h 3666397"/>
                  <a:gd name="connsiteX4" fmla="*/ 532384 w 10514838"/>
                  <a:gd name="connsiteY4" fmla="*/ 2462883 h 3666397"/>
                  <a:gd name="connsiteX5" fmla="*/ 665480 w 10514838"/>
                  <a:gd name="connsiteY5" fmla="*/ 2497538 h 3666397"/>
                  <a:gd name="connsiteX6" fmla="*/ 798576 w 10514838"/>
                  <a:gd name="connsiteY6" fmla="*/ 2479512 h 3666397"/>
                  <a:gd name="connsiteX7" fmla="*/ 931672 w 10514838"/>
                  <a:gd name="connsiteY7" fmla="*/ 2427213 h 3666397"/>
                  <a:gd name="connsiteX8" fmla="*/ 1064768 w 10514838"/>
                  <a:gd name="connsiteY8" fmla="*/ 2394589 h 3666397"/>
                  <a:gd name="connsiteX9" fmla="*/ 1197864 w 10514838"/>
                  <a:gd name="connsiteY9" fmla="*/ 2394716 h 3666397"/>
                  <a:gd name="connsiteX10" fmla="*/ 1330960 w 10514838"/>
                  <a:gd name="connsiteY10" fmla="*/ 2423278 h 3666397"/>
                  <a:gd name="connsiteX11" fmla="*/ 1464056 w 10514838"/>
                  <a:gd name="connsiteY11" fmla="*/ 2472784 h 3666397"/>
                  <a:gd name="connsiteX12" fmla="*/ 1597152 w 10514838"/>
                  <a:gd name="connsiteY12" fmla="*/ 2537016 h 3666397"/>
                  <a:gd name="connsiteX13" fmla="*/ 1730248 w 10514838"/>
                  <a:gd name="connsiteY13" fmla="*/ 2612926 h 3666397"/>
                  <a:gd name="connsiteX14" fmla="*/ 1863344 w 10514838"/>
                  <a:gd name="connsiteY14" fmla="*/ 2700895 h 3666397"/>
                  <a:gd name="connsiteX15" fmla="*/ 1996440 w 10514838"/>
                  <a:gd name="connsiteY15" fmla="*/ 2803081 h 3666397"/>
                  <a:gd name="connsiteX16" fmla="*/ 2129536 w 10514838"/>
                  <a:gd name="connsiteY16" fmla="*/ 2981178 h 3666397"/>
                  <a:gd name="connsiteX17" fmla="*/ 2262632 w 10514838"/>
                  <a:gd name="connsiteY17" fmla="*/ 3238357 h 3666397"/>
                  <a:gd name="connsiteX18" fmla="*/ 2395728 w 10514838"/>
                  <a:gd name="connsiteY18" fmla="*/ 3474973 h 3666397"/>
                  <a:gd name="connsiteX19" fmla="*/ 2528824 w 10514838"/>
                  <a:gd name="connsiteY19" fmla="*/ 3622477 h 3666397"/>
                  <a:gd name="connsiteX20" fmla="*/ 2661920 w 10514838"/>
                  <a:gd name="connsiteY20" fmla="*/ 3666398 h 3666397"/>
                  <a:gd name="connsiteX21" fmla="*/ 2795016 w 10514838"/>
                  <a:gd name="connsiteY21" fmla="*/ 3662462 h 3666397"/>
                  <a:gd name="connsiteX22" fmla="*/ 2928112 w 10514838"/>
                  <a:gd name="connsiteY22" fmla="*/ 3614987 h 3666397"/>
                  <a:gd name="connsiteX23" fmla="*/ 3061208 w 10514838"/>
                  <a:gd name="connsiteY23" fmla="*/ 3515720 h 3666397"/>
                  <a:gd name="connsiteX24" fmla="*/ 3194304 w 10514838"/>
                  <a:gd name="connsiteY24" fmla="*/ 3364535 h 3666397"/>
                  <a:gd name="connsiteX25" fmla="*/ 3327400 w 10514838"/>
                  <a:gd name="connsiteY25" fmla="*/ 3140487 h 3666397"/>
                  <a:gd name="connsiteX26" fmla="*/ 3460496 w 10514838"/>
                  <a:gd name="connsiteY26" fmla="*/ 2844590 h 3666397"/>
                  <a:gd name="connsiteX27" fmla="*/ 3593592 w 10514838"/>
                  <a:gd name="connsiteY27" fmla="*/ 2502488 h 3666397"/>
                  <a:gd name="connsiteX28" fmla="*/ 3726815 w 10514838"/>
                  <a:gd name="connsiteY28" fmla="*/ 2131571 h 3666397"/>
                  <a:gd name="connsiteX29" fmla="*/ 3859911 w 10514838"/>
                  <a:gd name="connsiteY29" fmla="*/ 1778805 h 3666397"/>
                  <a:gd name="connsiteX30" fmla="*/ 3993007 w 10514838"/>
                  <a:gd name="connsiteY30" fmla="*/ 1282090 h 3666397"/>
                  <a:gd name="connsiteX31" fmla="*/ 4126103 w 10514838"/>
                  <a:gd name="connsiteY31" fmla="*/ 965884 h 3666397"/>
                  <a:gd name="connsiteX32" fmla="*/ 4259199 w 10514838"/>
                  <a:gd name="connsiteY32" fmla="*/ 904445 h 3666397"/>
                  <a:gd name="connsiteX33" fmla="*/ 4392295 w 10514838"/>
                  <a:gd name="connsiteY33" fmla="*/ 937703 h 3666397"/>
                  <a:gd name="connsiteX34" fmla="*/ 4525391 w 10514838"/>
                  <a:gd name="connsiteY34" fmla="*/ 984163 h 3666397"/>
                  <a:gd name="connsiteX35" fmla="*/ 4658487 w 10514838"/>
                  <a:gd name="connsiteY35" fmla="*/ 1009170 h 3666397"/>
                  <a:gd name="connsiteX36" fmla="*/ 4791583 w 10514838"/>
                  <a:gd name="connsiteY36" fmla="*/ 1028973 h 3666397"/>
                  <a:gd name="connsiteX37" fmla="*/ 4924679 w 10514838"/>
                  <a:gd name="connsiteY37" fmla="*/ 1083557 h 3666397"/>
                  <a:gd name="connsiteX38" fmla="*/ 5057775 w 10514838"/>
                  <a:gd name="connsiteY38" fmla="*/ 1241724 h 3666397"/>
                  <a:gd name="connsiteX39" fmla="*/ 5190871 w 10514838"/>
                  <a:gd name="connsiteY39" fmla="*/ 1439496 h 3666397"/>
                  <a:gd name="connsiteX40" fmla="*/ 5323967 w 10514838"/>
                  <a:gd name="connsiteY40" fmla="*/ 1610229 h 3666397"/>
                  <a:gd name="connsiteX41" fmla="*/ 5457063 w 10514838"/>
                  <a:gd name="connsiteY41" fmla="*/ 1727522 h 3666397"/>
                  <a:gd name="connsiteX42" fmla="*/ 5590159 w 10514838"/>
                  <a:gd name="connsiteY42" fmla="*/ 1833389 h 3666397"/>
                  <a:gd name="connsiteX43" fmla="*/ 5723256 w 10514838"/>
                  <a:gd name="connsiteY43" fmla="*/ 1925801 h 3666397"/>
                  <a:gd name="connsiteX44" fmla="*/ 5856351 w 10514838"/>
                  <a:gd name="connsiteY44" fmla="*/ 1983432 h 3666397"/>
                  <a:gd name="connsiteX45" fmla="*/ 5989447 w 10514838"/>
                  <a:gd name="connsiteY45" fmla="*/ 2024179 h 3666397"/>
                  <a:gd name="connsiteX46" fmla="*/ 6122544 w 10514838"/>
                  <a:gd name="connsiteY46" fmla="*/ 2043855 h 3666397"/>
                  <a:gd name="connsiteX47" fmla="*/ 6255639 w 10514838"/>
                  <a:gd name="connsiteY47" fmla="*/ 2070513 h 3666397"/>
                  <a:gd name="connsiteX48" fmla="*/ 6388735 w 10514838"/>
                  <a:gd name="connsiteY48" fmla="*/ 2118623 h 3666397"/>
                  <a:gd name="connsiteX49" fmla="*/ 6521831 w 10514838"/>
                  <a:gd name="connsiteY49" fmla="*/ 2174476 h 3666397"/>
                  <a:gd name="connsiteX50" fmla="*/ 6654927 w 10514838"/>
                  <a:gd name="connsiteY50" fmla="*/ 2230964 h 3666397"/>
                  <a:gd name="connsiteX51" fmla="*/ 6788023 w 10514838"/>
                  <a:gd name="connsiteY51" fmla="*/ 2281994 h 3666397"/>
                  <a:gd name="connsiteX52" fmla="*/ 6921119 w 10514838"/>
                  <a:gd name="connsiteY52" fmla="*/ 2323757 h 3666397"/>
                  <a:gd name="connsiteX53" fmla="*/ 7054215 w 10514838"/>
                  <a:gd name="connsiteY53" fmla="*/ 2354350 h 3666397"/>
                  <a:gd name="connsiteX54" fmla="*/ 7187311 w 10514838"/>
                  <a:gd name="connsiteY54" fmla="*/ 2374660 h 3666397"/>
                  <a:gd name="connsiteX55" fmla="*/ 7320407 w 10514838"/>
                  <a:gd name="connsiteY55" fmla="*/ 2387354 h 3666397"/>
                  <a:gd name="connsiteX56" fmla="*/ 7453631 w 10514838"/>
                  <a:gd name="connsiteY56" fmla="*/ 2395605 h 3666397"/>
                  <a:gd name="connsiteX57" fmla="*/ 7586726 w 10514838"/>
                  <a:gd name="connsiteY57" fmla="*/ 2401952 h 3666397"/>
                  <a:gd name="connsiteX58" fmla="*/ 7719822 w 10514838"/>
                  <a:gd name="connsiteY58" fmla="*/ 2403729 h 3666397"/>
                  <a:gd name="connsiteX59" fmla="*/ 7852919 w 10514838"/>
                  <a:gd name="connsiteY59" fmla="*/ 2400175 h 3666397"/>
                  <a:gd name="connsiteX60" fmla="*/ 7986014 w 10514838"/>
                  <a:gd name="connsiteY60" fmla="*/ 2391035 h 3666397"/>
                  <a:gd name="connsiteX61" fmla="*/ 8119110 w 10514838"/>
                  <a:gd name="connsiteY61" fmla="*/ 2376056 h 3666397"/>
                  <a:gd name="connsiteX62" fmla="*/ 8252206 w 10514838"/>
                  <a:gd name="connsiteY62" fmla="*/ 2355619 h 3666397"/>
                  <a:gd name="connsiteX63" fmla="*/ 8385302 w 10514838"/>
                  <a:gd name="connsiteY63" fmla="*/ 2329850 h 3666397"/>
                  <a:gd name="connsiteX64" fmla="*/ 8518398 w 10514838"/>
                  <a:gd name="connsiteY64" fmla="*/ 2299004 h 3666397"/>
                  <a:gd name="connsiteX65" fmla="*/ 8651494 w 10514838"/>
                  <a:gd name="connsiteY65" fmla="*/ 2263080 h 3666397"/>
                  <a:gd name="connsiteX66" fmla="*/ 8784590 w 10514838"/>
                  <a:gd name="connsiteY66" fmla="*/ 2221317 h 3666397"/>
                  <a:gd name="connsiteX67" fmla="*/ 8917686 w 10514838"/>
                  <a:gd name="connsiteY67" fmla="*/ 2170414 h 3666397"/>
                  <a:gd name="connsiteX68" fmla="*/ 9050782 w 10514838"/>
                  <a:gd name="connsiteY68" fmla="*/ 2103771 h 3666397"/>
                  <a:gd name="connsiteX69" fmla="*/ 9183878 w 10514838"/>
                  <a:gd name="connsiteY69" fmla="*/ 2018594 h 3666397"/>
                  <a:gd name="connsiteX70" fmla="*/ 9316974 w 10514838"/>
                  <a:gd name="connsiteY70" fmla="*/ 1912726 h 3666397"/>
                  <a:gd name="connsiteX71" fmla="*/ 9450070 w 10514838"/>
                  <a:gd name="connsiteY71" fmla="*/ 1785152 h 3666397"/>
                  <a:gd name="connsiteX72" fmla="*/ 9583166 w 10514838"/>
                  <a:gd name="connsiteY72" fmla="*/ 1635110 h 3666397"/>
                  <a:gd name="connsiteX73" fmla="*/ 9716262 w 10514838"/>
                  <a:gd name="connsiteY73" fmla="*/ 1462979 h 3666397"/>
                  <a:gd name="connsiteX74" fmla="*/ 9849358 w 10514838"/>
                  <a:gd name="connsiteY74" fmla="*/ 1269270 h 3666397"/>
                  <a:gd name="connsiteX75" fmla="*/ 9982454 w 10514838"/>
                  <a:gd name="connsiteY75" fmla="*/ 1054488 h 3666397"/>
                  <a:gd name="connsiteX76" fmla="*/ 10115550 w 10514838"/>
                  <a:gd name="connsiteY76" fmla="*/ 819522 h 3666397"/>
                  <a:gd name="connsiteX77" fmla="*/ 10248646 w 10514838"/>
                  <a:gd name="connsiteY77" fmla="*/ 565008 h 3666397"/>
                  <a:gd name="connsiteX78" fmla="*/ 10381742 w 10514838"/>
                  <a:gd name="connsiteY78" fmla="*/ 291707 h 3666397"/>
                  <a:gd name="connsiteX79" fmla="*/ 10514838 w 10514838"/>
                  <a:gd name="connsiteY79" fmla="*/ 0 h 3666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3666397">
                    <a:moveTo>
                      <a:pt x="0" y="1726252"/>
                    </a:moveTo>
                    <a:lnTo>
                      <a:pt x="133096" y="1990414"/>
                    </a:lnTo>
                    <a:lnTo>
                      <a:pt x="266192" y="2207607"/>
                    </a:lnTo>
                    <a:lnTo>
                      <a:pt x="399288" y="2367424"/>
                    </a:lnTo>
                    <a:lnTo>
                      <a:pt x="532384" y="2462883"/>
                    </a:lnTo>
                    <a:lnTo>
                      <a:pt x="665480" y="2497538"/>
                    </a:lnTo>
                    <a:lnTo>
                      <a:pt x="798576" y="2479512"/>
                    </a:lnTo>
                    <a:lnTo>
                      <a:pt x="931672" y="2427213"/>
                    </a:lnTo>
                    <a:lnTo>
                      <a:pt x="1064768" y="2394589"/>
                    </a:lnTo>
                    <a:lnTo>
                      <a:pt x="1197864" y="2394716"/>
                    </a:lnTo>
                    <a:lnTo>
                      <a:pt x="1330960" y="2423278"/>
                    </a:lnTo>
                    <a:lnTo>
                      <a:pt x="1464056" y="2472784"/>
                    </a:lnTo>
                    <a:lnTo>
                      <a:pt x="1597152" y="2537016"/>
                    </a:lnTo>
                    <a:lnTo>
                      <a:pt x="1730248" y="2612926"/>
                    </a:lnTo>
                    <a:lnTo>
                      <a:pt x="1863344" y="2700895"/>
                    </a:lnTo>
                    <a:lnTo>
                      <a:pt x="1996440" y="2803081"/>
                    </a:lnTo>
                    <a:lnTo>
                      <a:pt x="2129536" y="2981178"/>
                    </a:lnTo>
                    <a:lnTo>
                      <a:pt x="2262632" y="3238357"/>
                    </a:lnTo>
                    <a:lnTo>
                      <a:pt x="2395728" y="3474973"/>
                    </a:lnTo>
                    <a:lnTo>
                      <a:pt x="2528824" y="3622477"/>
                    </a:lnTo>
                    <a:lnTo>
                      <a:pt x="2661920" y="3666398"/>
                    </a:lnTo>
                    <a:lnTo>
                      <a:pt x="2795016" y="3662462"/>
                    </a:lnTo>
                    <a:lnTo>
                      <a:pt x="2928112" y="3614987"/>
                    </a:lnTo>
                    <a:lnTo>
                      <a:pt x="3061208" y="3515720"/>
                    </a:lnTo>
                    <a:lnTo>
                      <a:pt x="3194304" y="3364535"/>
                    </a:lnTo>
                    <a:lnTo>
                      <a:pt x="3327400" y="3140487"/>
                    </a:lnTo>
                    <a:lnTo>
                      <a:pt x="3460496" y="2844590"/>
                    </a:lnTo>
                    <a:lnTo>
                      <a:pt x="3593592" y="2502488"/>
                    </a:lnTo>
                    <a:lnTo>
                      <a:pt x="3726815" y="2131571"/>
                    </a:lnTo>
                    <a:lnTo>
                      <a:pt x="3859911" y="1778805"/>
                    </a:lnTo>
                    <a:lnTo>
                      <a:pt x="3993007" y="1282090"/>
                    </a:lnTo>
                    <a:lnTo>
                      <a:pt x="4126103" y="965884"/>
                    </a:lnTo>
                    <a:lnTo>
                      <a:pt x="4259199" y="904445"/>
                    </a:lnTo>
                    <a:lnTo>
                      <a:pt x="4392295" y="937703"/>
                    </a:lnTo>
                    <a:lnTo>
                      <a:pt x="4525391" y="984163"/>
                    </a:lnTo>
                    <a:lnTo>
                      <a:pt x="4658487" y="1009170"/>
                    </a:lnTo>
                    <a:lnTo>
                      <a:pt x="4791583" y="1028973"/>
                    </a:lnTo>
                    <a:lnTo>
                      <a:pt x="4924679" y="1083557"/>
                    </a:lnTo>
                    <a:lnTo>
                      <a:pt x="5057775" y="1241724"/>
                    </a:lnTo>
                    <a:lnTo>
                      <a:pt x="5190871" y="1439496"/>
                    </a:lnTo>
                    <a:lnTo>
                      <a:pt x="5323967" y="1610229"/>
                    </a:lnTo>
                    <a:lnTo>
                      <a:pt x="5457063" y="1727522"/>
                    </a:lnTo>
                    <a:lnTo>
                      <a:pt x="5590159" y="1833389"/>
                    </a:lnTo>
                    <a:lnTo>
                      <a:pt x="5723256" y="1925801"/>
                    </a:lnTo>
                    <a:lnTo>
                      <a:pt x="5856351" y="1983432"/>
                    </a:lnTo>
                    <a:lnTo>
                      <a:pt x="5989447" y="2024179"/>
                    </a:lnTo>
                    <a:lnTo>
                      <a:pt x="6122544" y="2043855"/>
                    </a:lnTo>
                    <a:lnTo>
                      <a:pt x="6255639" y="2070513"/>
                    </a:lnTo>
                    <a:lnTo>
                      <a:pt x="6388735" y="2118623"/>
                    </a:lnTo>
                    <a:lnTo>
                      <a:pt x="6521831" y="2174476"/>
                    </a:lnTo>
                    <a:lnTo>
                      <a:pt x="6654927" y="2230964"/>
                    </a:lnTo>
                    <a:lnTo>
                      <a:pt x="6788023" y="2281994"/>
                    </a:lnTo>
                    <a:lnTo>
                      <a:pt x="6921119" y="2323757"/>
                    </a:lnTo>
                    <a:lnTo>
                      <a:pt x="7054215" y="2354350"/>
                    </a:lnTo>
                    <a:lnTo>
                      <a:pt x="7187311" y="2374660"/>
                    </a:lnTo>
                    <a:lnTo>
                      <a:pt x="7320407" y="2387354"/>
                    </a:lnTo>
                    <a:lnTo>
                      <a:pt x="7453631" y="2395605"/>
                    </a:lnTo>
                    <a:lnTo>
                      <a:pt x="7586726" y="2401952"/>
                    </a:lnTo>
                    <a:lnTo>
                      <a:pt x="7719822" y="2403729"/>
                    </a:lnTo>
                    <a:lnTo>
                      <a:pt x="7852919" y="2400175"/>
                    </a:lnTo>
                    <a:lnTo>
                      <a:pt x="7986014" y="2391035"/>
                    </a:lnTo>
                    <a:lnTo>
                      <a:pt x="8119110" y="2376056"/>
                    </a:lnTo>
                    <a:lnTo>
                      <a:pt x="8252206" y="2355619"/>
                    </a:lnTo>
                    <a:lnTo>
                      <a:pt x="8385302" y="2329850"/>
                    </a:lnTo>
                    <a:lnTo>
                      <a:pt x="8518398" y="2299004"/>
                    </a:lnTo>
                    <a:lnTo>
                      <a:pt x="8651494" y="2263080"/>
                    </a:lnTo>
                    <a:lnTo>
                      <a:pt x="8784590" y="2221317"/>
                    </a:lnTo>
                    <a:lnTo>
                      <a:pt x="8917686" y="2170414"/>
                    </a:lnTo>
                    <a:lnTo>
                      <a:pt x="9050782" y="2103771"/>
                    </a:lnTo>
                    <a:lnTo>
                      <a:pt x="9183878" y="2018594"/>
                    </a:lnTo>
                    <a:lnTo>
                      <a:pt x="9316974" y="1912726"/>
                    </a:lnTo>
                    <a:lnTo>
                      <a:pt x="9450070" y="1785152"/>
                    </a:lnTo>
                    <a:lnTo>
                      <a:pt x="9583166" y="1635110"/>
                    </a:lnTo>
                    <a:lnTo>
                      <a:pt x="9716262" y="1462979"/>
                    </a:lnTo>
                    <a:lnTo>
                      <a:pt x="9849358" y="1269270"/>
                    </a:lnTo>
                    <a:lnTo>
                      <a:pt x="9982454" y="1054488"/>
                    </a:lnTo>
                    <a:lnTo>
                      <a:pt x="10115550" y="819522"/>
                    </a:lnTo>
                    <a:lnTo>
                      <a:pt x="10248646" y="565008"/>
                    </a:lnTo>
                    <a:lnTo>
                      <a:pt x="10381742" y="291707"/>
                    </a:lnTo>
                    <a:lnTo>
                      <a:pt x="10514838" y="0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633C7F4-CA43-1586-7A7F-EF47640004F7}"/>
                  </a:ext>
                </a:extLst>
              </p:cNvPr>
              <p:cNvSpPr/>
              <p:nvPr/>
            </p:nvSpPr>
            <p:spPr>
              <a:xfrm>
                <a:off x="1078738" y="3260042"/>
                <a:ext cx="10514838" cy="2982700"/>
              </a:xfrm>
              <a:custGeom>
                <a:avLst/>
                <a:gdLst>
                  <a:gd name="connsiteX0" fmla="*/ 10514838 w 10514838"/>
                  <a:gd name="connsiteY0" fmla="*/ 2410330 h 2982700"/>
                  <a:gd name="connsiteX1" fmla="*/ 10381742 w 10514838"/>
                  <a:gd name="connsiteY1" fmla="*/ 2252925 h 2982700"/>
                  <a:gd name="connsiteX2" fmla="*/ 10248646 w 10514838"/>
                  <a:gd name="connsiteY2" fmla="*/ 2106056 h 2982700"/>
                  <a:gd name="connsiteX3" fmla="*/ 10115550 w 10514838"/>
                  <a:gd name="connsiteY3" fmla="*/ 1970484 h 2982700"/>
                  <a:gd name="connsiteX4" fmla="*/ 9982454 w 10514838"/>
                  <a:gd name="connsiteY4" fmla="*/ 1847099 h 2982700"/>
                  <a:gd name="connsiteX5" fmla="*/ 9849358 w 10514838"/>
                  <a:gd name="connsiteY5" fmla="*/ 1736915 h 2982700"/>
                  <a:gd name="connsiteX6" fmla="*/ 9716262 w 10514838"/>
                  <a:gd name="connsiteY6" fmla="*/ 1640949 h 2982700"/>
                  <a:gd name="connsiteX7" fmla="*/ 9583166 w 10514838"/>
                  <a:gd name="connsiteY7" fmla="*/ 1560215 h 2982700"/>
                  <a:gd name="connsiteX8" fmla="*/ 9450070 w 10514838"/>
                  <a:gd name="connsiteY8" fmla="*/ 1495349 h 2982700"/>
                  <a:gd name="connsiteX9" fmla="*/ 9316974 w 10514838"/>
                  <a:gd name="connsiteY9" fmla="*/ 1446985 h 2982700"/>
                  <a:gd name="connsiteX10" fmla="*/ 9183878 w 10514838"/>
                  <a:gd name="connsiteY10" fmla="*/ 1414615 h 2982700"/>
                  <a:gd name="connsiteX11" fmla="*/ 9050782 w 10514838"/>
                  <a:gd name="connsiteY11" fmla="*/ 1397478 h 2982700"/>
                  <a:gd name="connsiteX12" fmla="*/ 8917686 w 10514838"/>
                  <a:gd name="connsiteY12" fmla="*/ 1393797 h 2982700"/>
                  <a:gd name="connsiteX13" fmla="*/ 8784590 w 10514838"/>
                  <a:gd name="connsiteY13" fmla="*/ 1401287 h 2982700"/>
                  <a:gd name="connsiteX14" fmla="*/ 8651494 w 10514838"/>
                  <a:gd name="connsiteY14" fmla="*/ 1417789 h 2982700"/>
                  <a:gd name="connsiteX15" fmla="*/ 8518398 w 10514838"/>
                  <a:gd name="connsiteY15" fmla="*/ 1440638 h 2982700"/>
                  <a:gd name="connsiteX16" fmla="*/ 8385302 w 10514838"/>
                  <a:gd name="connsiteY16" fmla="*/ 1467042 h 2982700"/>
                  <a:gd name="connsiteX17" fmla="*/ 8252206 w 10514838"/>
                  <a:gd name="connsiteY17" fmla="*/ 1494968 h 2982700"/>
                  <a:gd name="connsiteX18" fmla="*/ 8119110 w 10514838"/>
                  <a:gd name="connsiteY18" fmla="*/ 1522641 h 2982700"/>
                  <a:gd name="connsiteX19" fmla="*/ 7986014 w 10514838"/>
                  <a:gd name="connsiteY19" fmla="*/ 1548156 h 2982700"/>
                  <a:gd name="connsiteX20" fmla="*/ 7852919 w 10514838"/>
                  <a:gd name="connsiteY20" fmla="*/ 1569862 h 2982700"/>
                  <a:gd name="connsiteX21" fmla="*/ 7719822 w 10514838"/>
                  <a:gd name="connsiteY21" fmla="*/ 1585730 h 2982700"/>
                  <a:gd name="connsiteX22" fmla="*/ 7586726 w 10514838"/>
                  <a:gd name="connsiteY22" fmla="*/ 1593346 h 2982700"/>
                  <a:gd name="connsiteX23" fmla="*/ 7453631 w 10514838"/>
                  <a:gd name="connsiteY23" fmla="*/ 1588269 h 2982700"/>
                  <a:gd name="connsiteX24" fmla="*/ 7320407 w 10514838"/>
                  <a:gd name="connsiteY24" fmla="*/ 1561992 h 2982700"/>
                  <a:gd name="connsiteX25" fmla="*/ 7187311 w 10514838"/>
                  <a:gd name="connsiteY25" fmla="*/ 1519468 h 2982700"/>
                  <a:gd name="connsiteX26" fmla="*/ 7054215 w 10514838"/>
                  <a:gd name="connsiteY26" fmla="*/ 1467422 h 2982700"/>
                  <a:gd name="connsiteX27" fmla="*/ 6921119 w 10514838"/>
                  <a:gd name="connsiteY27" fmla="*/ 1411696 h 2982700"/>
                  <a:gd name="connsiteX28" fmla="*/ 6788023 w 10514838"/>
                  <a:gd name="connsiteY28" fmla="*/ 1356731 h 2982700"/>
                  <a:gd name="connsiteX29" fmla="*/ 6654927 w 10514838"/>
                  <a:gd name="connsiteY29" fmla="*/ 1304178 h 2982700"/>
                  <a:gd name="connsiteX30" fmla="*/ 6521831 w 10514838"/>
                  <a:gd name="connsiteY30" fmla="*/ 1253402 h 2982700"/>
                  <a:gd name="connsiteX31" fmla="*/ 6388735 w 10514838"/>
                  <a:gd name="connsiteY31" fmla="*/ 1201611 h 2982700"/>
                  <a:gd name="connsiteX32" fmla="*/ 6255639 w 10514838"/>
                  <a:gd name="connsiteY32" fmla="*/ 1145503 h 2982700"/>
                  <a:gd name="connsiteX33" fmla="*/ 6122544 w 10514838"/>
                  <a:gd name="connsiteY33" fmla="*/ 1073275 h 2982700"/>
                  <a:gd name="connsiteX34" fmla="*/ 5989447 w 10514838"/>
                  <a:gd name="connsiteY34" fmla="*/ 995588 h 2982700"/>
                  <a:gd name="connsiteX35" fmla="*/ 5856351 w 10514838"/>
                  <a:gd name="connsiteY35" fmla="*/ 934530 h 2982700"/>
                  <a:gd name="connsiteX36" fmla="*/ 5723256 w 10514838"/>
                  <a:gd name="connsiteY36" fmla="*/ 850115 h 2982700"/>
                  <a:gd name="connsiteX37" fmla="*/ 5590159 w 10514838"/>
                  <a:gd name="connsiteY37" fmla="*/ 768746 h 2982700"/>
                  <a:gd name="connsiteX38" fmla="*/ 5457063 w 10514838"/>
                  <a:gd name="connsiteY38" fmla="*/ 710227 h 2982700"/>
                  <a:gd name="connsiteX39" fmla="*/ 5323967 w 10514838"/>
                  <a:gd name="connsiteY39" fmla="*/ 619212 h 2982700"/>
                  <a:gd name="connsiteX40" fmla="*/ 5190871 w 10514838"/>
                  <a:gd name="connsiteY40" fmla="*/ 504331 h 2982700"/>
                  <a:gd name="connsiteX41" fmla="*/ 5057775 w 10514838"/>
                  <a:gd name="connsiteY41" fmla="*/ 416235 h 2982700"/>
                  <a:gd name="connsiteX42" fmla="*/ 4924679 w 10514838"/>
                  <a:gd name="connsiteY42" fmla="*/ 364951 h 2982700"/>
                  <a:gd name="connsiteX43" fmla="*/ 4791583 w 10514838"/>
                  <a:gd name="connsiteY43" fmla="*/ 313541 h 2982700"/>
                  <a:gd name="connsiteX44" fmla="*/ 4658487 w 10514838"/>
                  <a:gd name="connsiteY44" fmla="*/ 186347 h 2982700"/>
                  <a:gd name="connsiteX45" fmla="*/ 4525391 w 10514838"/>
                  <a:gd name="connsiteY45" fmla="*/ 57377 h 2982700"/>
                  <a:gd name="connsiteX46" fmla="*/ 4392295 w 10514838"/>
                  <a:gd name="connsiteY46" fmla="*/ 0 h 2982700"/>
                  <a:gd name="connsiteX47" fmla="*/ 4259199 w 10514838"/>
                  <a:gd name="connsiteY47" fmla="*/ 36686 h 2982700"/>
                  <a:gd name="connsiteX48" fmla="*/ 4126103 w 10514838"/>
                  <a:gd name="connsiteY48" fmla="*/ 143315 h 2982700"/>
                  <a:gd name="connsiteX49" fmla="*/ 3993007 w 10514838"/>
                  <a:gd name="connsiteY49" fmla="*/ 340452 h 2982700"/>
                  <a:gd name="connsiteX50" fmla="*/ 3859911 w 10514838"/>
                  <a:gd name="connsiteY50" fmla="*/ 679635 h 2982700"/>
                  <a:gd name="connsiteX51" fmla="*/ 3726815 w 10514838"/>
                  <a:gd name="connsiteY51" fmla="*/ 969438 h 2982700"/>
                  <a:gd name="connsiteX52" fmla="*/ 3593592 w 10514838"/>
                  <a:gd name="connsiteY52" fmla="*/ 1279932 h 2982700"/>
                  <a:gd name="connsiteX53" fmla="*/ 3460496 w 10514838"/>
                  <a:gd name="connsiteY53" fmla="*/ 1566054 h 2982700"/>
                  <a:gd name="connsiteX54" fmla="*/ 3327400 w 10514838"/>
                  <a:gd name="connsiteY54" fmla="*/ 1843671 h 2982700"/>
                  <a:gd name="connsiteX55" fmla="*/ 3194304 w 10514838"/>
                  <a:gd name="connsiteY55" fmla="*/ 2062896 h 2982700"/>
                  <a:gd name="connsiteX56" fmla="*/ 3061208 w 10514838"/>
                  <a:gd name="connsiteY56" fmla="*/ 2303701 h 2982700"/>
                  <a:gd name="connsiteX57" fmla="*/ 2928112 w 10514838"/>
                  <a:gd name="connsiteY57" fmla="*/ 2466564 h 2982700"/>
                  <a:gd name="connsiteX58" fmla="*/ 2795016 w 10514838"/>
                  <a:gd name="connsiteY58" fmla="*/ 2585761 h 2982700"/>
                  <a:gd name="connsiteX59" fmla="*/ 2661920 w 10514838"/>
                  <a:gd name="connsiteY59" fmla="*/ 2668398 h 2982700"/>
                  <a:gd name="connsiteX60" fmla="*/ 2528824 w 10514838"/>
                  <a:gd name="connsiteY60" fmla="*/ 2652277 h 2982700"/>
                  <a:gd name="connsiteX61" fmla="*/ 2395728 w 10514838"/>
                  <a:gd name="connsiteY61" fmla="*/ 2574844 h 2982700"/>
                  <a:gd name="connsiteX62" fmla="*/ 2262632 w 10514838"/>
                  <a:gd name="connsiteY62" fmla="*/ 2501980 h 2982700"/>
                  <a:gd name="connsiteX63" fmla="*/ 2129536 w 10514838"/>
                  <a:gd name="connsiteY63" fmla="*/ 2445238 h 2982700"/>
                  <a:gd name="connsiteX64" fmla="*/ 1996440 w 10514838"/>
                  <a:gd name="connsiteY64" fmla="*/ 2385450 h 2982700"/>
                  <a:gd name="connsiteX65" fmla="*/ 1863344 w 10514838"/>
                  <a:gd name="connsiteY65" fmla="*/ 2299258 h 2982700"/>
                  <a:gd name="connsiteX66" fmla="*/ 1730248 w 10514838"/>
                  <a:gd name="connsiteY66" fmla="*/ 2187805 h 2982700"/>
                  <a:gd name="connsiteX67" fmla="*/ 1597152 w 10514838"/>
                  <a:gd name="connsiteY67" fmla="*/ 2064292 h 2982700"/>
                  <a:gd name="connsiteX68" fmla="*/ 1464056 w 10514838"/>
                  <a:gd name="connsiteY68" fmla="*/ 1939638 h 2982700"/>
                  <a:gd name="connsiteX69" fmla="*/ 1330960 w 10514838"/>
                  <a:gd name="connsiteY69" fmla="*/ 1821711 h 2982700"/>
                  <a:gd name="connsiteX70" fmla="*/ 1197864 w 10514838"/>
                  <a:gd name="connsiteY70" fmla="*/ 1715208 h 2982700"/>
                  <a:gd name="connsiteX71" fmla="*/ 1064768 w 10514838"/>
                  <a:gd name="connsiteY71" fmla="*/ 1623304 h 2982700"/>
                  <a:gd name="connsiteX72" fmla="*/ 931672 w 10514838"/>
                  <a:gd name="connsiteY72" fmla="*/ 1552472 h 2982700"/>
                  <a:gd name="connsiteX73" fmla="*/ 798576 w 10514838"/>
                  <a:gd name="connsiteY73" fmla="*/ 1517944 h 2982700"/>
                  <a:gd name="connsiteX74" fmla="*/ 665480 w 10514838"/>
                  <a:gd name="connsiteY74" fmla="*/ 1539016 h 2982700"/>
                  <a:gd name="connsiteX75" fmla="*/ 532384 w 10514838"/>
                  <a:gd name="connsiteY75" fmla="*/ 1645265 h 2982700"/>
                  <a:gd name="connsiteX76" fmla="*/ 399288 w 10514838"/>
                  <a:gd name="connsiteY76" fmla="*/ 1858523 h 2982700"/>
                  <a:gd name="connsiteX77" fmla="*/ 266192 w 10514838"/>
                  <a:gd name="connsiteY77" fmla="*/ 2178030 h 2982700"/>
                  <a:gd name="connsiteX78" fmla="*/ 133096 w 10514838"/>
                  <a:gd name="connsiteY78" fmla="*/ 2588807 h 2982700"/>
                  <a:gd name="connsiteX79" fmla="*/ 0 w 10514838"/>
                  <a:gd name="connsiteY79" fmla="*/ 2982701 h 298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2982700">
                    <a:moveTo>
                      <a:pt x="10514838" y="2410330"/>
                    </a:moveTo>
                    <a:lnTo>
                      <a:pt x="10381742" y="2252925"/>
                    </a:lnTo>
                    <a:lnTo>
                      <a:pt x="10248646" y="2106056"/>
                    </a:lnTo>
                    <a:lnTo>
                      <a:pt x="10115550" y="1970484"/>
                    </a:lnTo>
                    <a:lnTo>
                      <a:pt x="9982454" y="1847099"/>
                    </a:lnTo>
                    <a:lnTo>
                      <a:pt x="9849358" y="1736915"/>
                    </a:lnTo>
                    <a:lnTo>
                      <a:pt x="9716262" y="1640949"/>
                    </a:lnTo>
                    <a:lnTo>
                      <a:pt x="9583166" y="1560215"/>
                    </a:lnTo>
                    <a:lnTo>
                      <a:pt x="9450070" y="1495349"/>
                    </a:lnTo>
                    <a:lnTo>
                      <a:pt x="9316974" y="1446985"/>
                    </a:lnTo>
                    <a:lnTo>
                      <a:pt x="9183878" y="1414615"/>
                    </a:lnTo>
                    <a:lnTo>
                      <a:pt x="9050782" y="1397478"/>
                    </a:lnTo>
                    <a:lnTo>
                      <a:pt x="8917686" y="1393797"/>
                    </a:lnTo>
                    <a:lnTo>
                      <a:pt x="8784590" y="1401287"/>
                    </a:lnTo>
                    <a:lnTo>
                      <a:pt x="8651494" y="1417789"/>
                    </a:lnTo>
                    <a:lnTo>
                      <a:pt x="8518398" y="1440638"/>
                    </a:lnTo>
                    <a:lnTo>
                      <a:pt x="8385302" y="1467042"/>
                    </a:lnTo>
                    <a:lnTo>
                      <a:pt x="8252206" y="1494968"/>
                    </a:lnTo>
                    <a:lnTo>
                      <a:pt x="8119110" y="1522641"/>
                    </a:lnTo>
                    <a:lnTo>
                      <a:pt x="7986014" y="1548156"/>
                    </a:lnTo>
                    <a:lnTo>
                      <a:pt x="7852919" y="1569862"/>
                    </a:lnTo>
                    <a:lnTo>
                      <a:pt x="7719822" y="1585730"/>
                    </a:lnTo>
                    <a:lnTo>
                      <a:pt x="7586726" y="1593346"/>
                    </a:lnTo>
                    <a:lnTo>
                      <a:pt x="7453631" y="1588269"/>
                    </a:lnTo>
                    <a:lnTo>
                      <a:pt x="7320407" y="1561992"/>
                    </a:lnTo>
                    <a:lnTo>
                      <a:pt x="7187311" y="1519468"/>
                    </a:lnTo>
                    <a:lnTo>
                      <a:pt x="7054215" y="1467422"/>
                    </a:lnTo>
                    <a:lnTo>
                      <a:pt x="6921119" y="1411696"/>
                    </a:lnTo>
                    <a:lnTo>
                      <a:pt x="6788023" y="1356731"/>
                    </a:lnTo>
                    <a:lnTo>
                      <a:pt x="6654927" y="1304178"/>
                    </a:lnTo>
                    <a:lnTo>
                      <a:pt x="6521831" y="1253402"/>
                    </a:lnTo>
                    <a:lnTo>
                      <a:pt x="6388735" y="1201611"/>
                    </a:lnTo>
                    <a:lnTo>
                      <a:pt x="6255639" y="1145503"/>
                    </a:lnTo>
                    <a:lnTo>
                      <a:pt x="6122544" y="1073275"/>
                    </a:lnTo>
                    <a:lnTo>
                      <a:pt x="5989447" y="995588"/>
                    </a:lnTo>
                    <a:lnTo>
                      <a:pt x="5856351" y="934530"/>
                    </a:lnTo>
                    <a:lnTo>
                      <a:pt x="5723256" y="850115"/>
                    </a:lnTo>
                    <a:lnTo>
                      <a:pt x="5590159" y="768746"/>
                    </a:lnTo>
                    <a:lnTo>
                      <a:pt x="5457063" y="710227"/>
                    </a:lnTo>
                    <a:lnTo>
                      <a:pt x="5323967" y="619212"/>
                    </a:lnTo>
                    <a:lnTo>
                      <a:pt x="5190871" y="504331"/>
                    </a:lnTo>
                    <a:lnTo>
                      <a:pt x="5057775" y="416235"/>
                    </a:lnTo>
                    <a:lnTo>
                      <a:pt x="4924679" y="364951"/>
                    </a:lnTo>
                    <a:lnTo>
                      <a:pt x="4791583" y="313541"/>
                    </a:lnTo>
                    <a:lnTo>
                      <a:pt x="4658487" y="186347"/>
                    </a:lnTo>
                    <a:lnTo>
                      <a:pt x="4525391" y="57377"/>
                    </a:lnTo>
                    <a:lnTo>
                      <a:pt x="4392295" y="0"/>
                    </a:lnTo>
                    <a:lnTo>
                      <a:pt x="4259199" y="36686"/>
                    </a:lnTo>
                    <a:lnTo>
                      <a:pt x="4126103" y="143315"/>
                    </a:lnTo>
                    <a:lnTo>
                      <a:pt x="3993007" y="340452"/>
                    </a:lnTo>
                    <a:lnTo>
                      <a:pt x="3859911" y="679635"/>
                    </a:lnTo>
                    <a:lnTo>
                      <a:pt x="3726815" y="969438"/>
                    </a:lnTo>
                    <a:lnTo>
                      <a:pt x="3593592" y="1279932"/>
                    </a:lnTo>
                    <a:lnTo>
                      <a:pt x="3460496" y="1566054"/>
                    </a:lnTo>
                    <a:lnTo>
                      <a:pt x="3327400" y="1843671"/>
                    </a:lnTo>
                    <a:lnTo>
                      <a:pt x="3194304" y="2062896"/>
                    </a:lnTo>
                    <a:lnTo>
                      <a:pt x="3061208" y="2303701"/>
                    </a:lnTo>
                    <a:lnTo>
                      <a:pt x="2928112" y="2466564"/>
                    </a:lnTo>
                    <a:lnTo>
                      <a:pt x="2795016" y="2585761"/>
                    </a:lnTo>
                    <a:lnTo>
                      <a:pt x="2661920" y="2668398"/>
                    </a:lnTo>
                    <a:lnTo>
                      <a:pt x="2528824" y="2652277"/>
                    </a:lnTo>
                    <a:lnTo>
                      <a:pt x="2395728" y="2574844"/>
                    </a:lnTo>
                    <a:lnTo>
                      <a:pt x="2262632" y="2501980"/>
                    </a:lnTo>
                    <a:lnTo>
                      <a:pt x="2129536" y="2445238"/>
                    </a:lnTo>
                    <a:lnTo>
                      <a:pt x="1996440" y="2385450"/>
                    </a:lnTo>
                    <a:lnTo>
                      <a:pt x="1863344" y="2299258"/>
                    </a:lnTo>
                    <a:lnTo>
                      <a:pt x="1730248" y="2187805"/>
                    </a:lnTo>
                    <a:lnTo>
                      <a:pt x="1597152" y="2064292"/>
                    </a:lnTo>
                    <a:lnTo>
                      <a:pt x="1464056" y="1939638"/>
                    </a:lnTo>
                    <a:lnTo>
                      <a:pt x="1330960" y="1821711"/>
                    </a:lnTo>
                    <a:lnTo>
                      <a:pt x="1197864" y="1715208"/>
                    </a:lnTo>
                    <a:lnTo>
                      <a:pt x="1064768" y="1623304"/>
                    </a:lnTo>
                    <a:lnTo>
                      <a:pt x="931672" y="1552472"/>
                    </a:lnTo>
                    <a:lnTo>
                      <a:pt x="798576" y="1517944"/>
                    </a:lnTo>
                    <a:lnTo>
                      <a:pt x="665480" y="1539016"/>
                    </a:lnTo>
                    <a:lnTo>
                      <a:pt x="532384" y="1645265"/>
                    </a:lnTo>
                    <a:lnTo>
                      <a:pt x="399288" y="1858523"/>
                    </a:lnTo>
                    <a:lnTo>
                      <a:pt x="266192" y="2178030"/>
                    </a:lnTo>
                    <a:lnTo>
                      <a:pt x="133096" y="2588807"/>
                    </a:lnTo>
                    <a:lnTo>
                      <a:pt x="0" y="2982701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EA8EE59-EA15-B64F-A61F-89AF2BCEAFD6}"/>
                  </a:ext>
                </a:extLst>
              </p:cNvPr>
              <p:cNvSpPr/>
              <p:nvPr/>
            </p:nvSpPr>
            <p:spPr>
              <a:xfrm>
                <a:off x="1078738" y="2340618"/>
                <a:ext cx="10514838" cy="2698609"/>
              </a:xfrm>
              <a:custGeom>
                <a:avLst/>
                <a:gdLst>
                  <a:gd name="connsiteX0" fmla="*/ 0 w 10514838"/>
                  <a:gd name="connsiteY0" fmla="*/ 1931006 h 2698609"/>
                  <a:gd name="connsiteX1" fmla="*/ 133096 w 10514838"/>
                  <a:gd name="connsiteY1" fmla="*/ 1820822 h 2698609"/>
                  <a:gd name="connsiteX2" fmla="*/ 266192 w 10514838"/>
                  <a:gd name="connsiteY2" fmla="*/ 1723967 h 2698609"/>
                  <a:gd name="connsiteX3" fmla="*/ 399288 w 10514838"/>
                  <a:gd name="connsiteY3" fmla="*/ 1644122 h 2698609"/>
                  <a:gd name="connsiteX4" fmla="*/ 532384 w 10514838"/>
                  <a:gd name="connsiteY4" fmla="*/ 1585349 h 2698609"/>
                  <a:gd name="connsiteX5" fmla="*/ 665480 w 10514838"/>
                  <a:gd name="connsiteY5" fmla="*/ 1549552 h 2698609"/>
                  <a:gd name="connsiteX6" fmla="*/ 798576 w 10514838"/>
                  <a:gd name="connsiteY6" fmla="*/ 1530004 h 2698609"/>
                  <a:gd name="connsiteX7" fmla="*/ 931672 w 10514838"/>
                  <a:gd name="connsiteY7" fmla="*/ 1521118 h 2698609"/>
                  <a:gd name="connsiteX8" fmla="*/ 1064768 w 10514838"/>
                  <a:gd name="connsiteY8" fmla="*/ 1540159 h 2698609"/>
                  <a:gd name="connsiteX9" fmla="*/ 1197864 w 10514838"/>
                  <a:gd name="connsiteY9" fmla="*/ 1586238 h 2698609"/>
                  <a:gd name="connsiteX10" fmla="*/ 1330960 w 10514838"/>
                  <a:gd name="connsiteY10" fmla="*/ 1653770 h 2698609"/>
                  <a:gd name="connsiteX11" fmla="*/ 1464056 w 10514838"/>
                  <a:gd name="connsiteY11" fmla="*/ 1737423 h 2698609"/>
                  <a:gd name="connsiteX12" fmla="*/ 1597152 w 10514838"/>
                  <a:gd name="connsiteY12" fmla="*/ 1831866 h 2698609"/>
                  <a:gd name="connsiteX13" fmla="*/ 1730248 w 10514838"/>
                  <a:gd name="connsiteY13" fmla="*/ 1931641 h 2698609"/>
                  <a:gd name="connsiteX14" fmla="*/ 1863344 w 10514838"/>
                  <a:gd name="connsiteY14" fmla="*/ 2031288 h 2698609"/>
                  <a:gd name="connsiteX15" fmla="*/ 1996440 w 10514838"/>
                  <a:gd name="connsiteY15" fmla="*/ 2125478 h 2698609"/>
                  <a:gd name="connsiteX16" fmla="*/ 2129536 w 10514838"/>
                  <a:gd name="connsiteY16" fmla="*/ 2244420 h 2698609"/>
                  <a:gd name="connsiteX17" fmla="*/ 2262632 w 10514838"/>
                  <a:gd name="connsiteY17" fmla="*/ 2401444 h 2698609"/>
                  <a:gd name="connsiteX18" fmla="*/ 2395728 w 10514838"/>
                  <a:gd name="connsiteY18" fmla="*/ 2556184 h 2698609"/>
                  <a:gd name="connsiteX19" fmla="*/ 2528824 w 10514838"/>
                  <a:gd name="connsiteY19" fmla="*/ 2668652 h 2698609"/>
                  <a:gd name="connsiteX20" fmla="*/ 2661920 w 10514838"/>
                  <a:gd name="connsiteY20" fmla="*/ 2698610 h 2698609"/>
                  <a:gd name="connsiteX21" fmla="*/ 2795016 w 10514838"/>
                  <a:gd name="connsiteY21" fmla="*/ 2655324 h 2698609"/>
                  <a:gd name="connsiteX22" fmla="*/ 2928112 w 10514838"/>
                  <a:gd name="connsiteY22" fmla="*/ 2572051 h 2698609"/>
                  <a:gd name="connsiteX23" fmla="*/ 3061208 w 10514838"/>
                  <a:gd name="connsiteY23" fmla="*/ 2440922 h 2698609"/>
                  <a:gd name="connsiteX24" fmla="*/ 3194304 w 10514838"/>
                  <a:gd name="connsiteY24" fmla="*/ 2244928 h 2698609"/>
                  <a:gd name="connsiteX25" fmla="*/ 3327400 w 10514838"/>
                  <a:gd name="connsiteY25" fmla="*/ 2023291 h 2698609"/>
                  <a:gd name="connsiteX26" fmla="*/ 3460496 w 10514838"/>
                  <a:gd name="connsiteY26" fmla="*/ 1736534 h 2698609"/>
                  <a:gd name="connsiteX27" fmla="*/ 3593592 w 10514838"/>
                  <a:gd name="connsiteY27" fmla="*/ 1422486 h 2698609"/>
                  <a:gd name="connsiteX28" fmla="*/ 3726815 w 10514838"/>
                  <a:gd name="connsiteY28" fmla="*/ 1081780 h 2698609"/>
                  <a:gd name="connsiteX29" fmla="*/ 3859911 w 10514838"/>
                  <a:gd name="connsiteY29" fmla="*/ 760495 h 2698609"/>
                  <a:gd name="connsiteX30" fmla="*/ 3993007 w 10514838"/>
                  <a:gd name="connsiteY30" fmla="*/ 342483 h 2698609"/>
                  <a:gd name="connsiteX31" fmla="*/ 4126103 w 10514838"/>
                  <a:gd name="connsiteY31" fmla="*/ 85811 h 2698609"/>
                  <a:gd name="connsiteX32" fmla="*/ 4259199 w 10514838"/>
                  <a:gd name="connsiteY32" fmla="*/ 1777 h 2698609"/>
                  <a:gd name="connsiteX33" fmla="*/ 4392295 w 10514838"/>
                  <a:gd name="connsiteY33" fmla="*/ 0 h 2698609"/>
                  <a:gd name="connsiteX34" fmla="*/ 4525391 w 10514838"/>
                  <a:gd name="connsiteY34" fmla="*/ 52045 h 2698609"/>
                  <a:gd name="connsiteX35" fmla="*/ 4658487 w 10514838"/>
                  <a:gd name="connsiteY35" fmla="*/ 128971 h 2698609"/>
                  <a:gd name="connsiteX36" fmla="*/ 4791583 w 10514838"/>
                  <a:gd name="connsiteY36" fmla="*/ 202469 h 2698609"/>
                  <a:gd name="connsiteX37" fmla="*/ 4924679 w 10514838"/>
                  <a:gd name="connsiteY37" fmla="*/ 255530 h 2698609"/>
                  <a:gd name="connsiteX38" fmla="*/ 5057775 w 10514838"/>
                  <a:gd name="connsiteY38" fmla="*/ 360128 h 2698609"/>
                  <a:gd name="connsiteX39" fmla="*/ 5190871 w 10514838"/>
                  <a:gd name="connsiteY39" fmla="*/ 503189 h 2698609"/>
                  <a:gd name="connsiteX40" fmla="*/ 5323967 w 10514838"/>
                  <a:gd name="connsiteY40" fmla="*/ 645869 h 2698609"/>
                  <a:gd name="connsiteX41" fmla="*/ 5457063 w 10514838"/>
                  <a:gd name="connsiteY41" fmla="*/ 750087 h 2698609"/>
                  <a:gd name="connsiteX42" fmla="*/ 5590159 w 10514838"/>
                  <a:gd name="connsiteY42" fmla="*/ 832216 h 2698609"/>
                  <a:gd name="connsiteX43" fmla="*/ 5723256 w 10514838"/>
                  <a:gd name="connsiteY43" fmla="*/ 919170 h 2698609"/>
                  <a:gd name="connsiteX44" fmla="*/ 5856351 w 10514838"/>
                  <a:gd name="connsiteY44" fmla="*/ 990256 h 2698609"/>
                  <a:gd name="connsiteX45" fmla="*/ 5989447 w 10514838"/>
                  <a:gd name="connsiteY45" fmla="*/ 1041159 h 2698609"/>
                  <a:gd name="connsiteX46" fmla="*/ 6122544 w 10514838"/>
                  <a:gd name="connsiteY46" fmla="*/ 1089777 h 2698609"/>
                  <a:gd name="connsiteX47" fmla="*/ 6255639 w 10514838"/>
                  <a:gd name="connsiteY47" fmla="*/ 1139156 h 2698609"/>
                  <a:gd name="connsiteX48" fmla="*/ 6388735 w 10514838"/>
                  <a:gd name="connsiteY48" fmla="*/ 1191328 h 2698609"/>
                  <a:gd name="connsiteX49" fmla="*/ 6521831 w 10514838"/>
                  <a:gd name="connsiteY49" fmla="*/ 1245151 h 2698609"/>
                  <a:gd name="connsiteX50" fmla="*/ 6654927 w 10514838"/>
                  <a:gd name="connsiteY50" fmla="*/ 1298720 h 2698609"/>
                  <a:gd name="connsiteX51" fmla="*/ 6788023 w 10514838"/>
                  <a:gd name="connsiteY51" fmla="*/ 1350638 h 2698609"/>
                  <a:gd name="connsiteX52" fmla="*/ 6921119 w 10514838"/>
                  <a:gd name="connsiteY52" fmla="*/ 1398875 h 2698609"/>
                  <a:gd name="connsiteX53" fmla="*/ 7054215 w 10514838"/>
                  <a:gd name="connsiteY53" fmla="*/ 1442034 h 2698609"/>
                  <a:gd name="connsiteX54" fmla="*/ 7187311 w 10514838"/>
                  <a:gd name="connsiteY54" fmla="*/ 1478212 h 2698609"/>
                  <a:gd name="connsiteX55" fmla="*/ 7320407 w 10514838"/>
                  <a:gd name="connsiteY55" fmla="*/ 1505885 h 2698609"/>
                  <a:gd name="connsiteX56" fmla="*/ 7453631 w 10514838"/>
                  <a:gd name="connsiteY56" fmla="*/ 1523149 h 2698609"/>
                  <a:gd name="connsiteX57" fmla="*/ 7586726 w 10514838"/>
                  <a:gd name="connsiteY57" fmla="*/ 1528861 h 2698609"/>
                  <a:gd name="connsiteX58" fmla="*/ 7719822 w 10514838"/>
                  <a:gd name="connsiteY58" fmla="*/ 1525942 h 2698609"/>
                  <a:gd name="connsiteX59" fmla="*/ 7852919 w 10514838"/>
                  <a:gd name="connsiteY59" fmla="*/ 1516294 h 2698609"/>
                  <a:gd name="connsiteX60" fmla="*/ 7986014 w 10514838"/>
                  <a:gd name="connsiteY60" fmla="*/ 1500807 h 2698609"/>
                  <a:gd name="connsiteX61" fmla="*/ 8119110 w 10514838"/>
                  <a:gd name="connsiteY61" fmla="*/ 1480497 h 2698609"/>
                  <a:gd name="connsiteX62" fmla="*/ 8252206 w 10514838"/>
                  <a:gd name="connsiteY62" fmla="*/ 1456506 h 2698609"/>
                  <a:gd name="connsiteX63" fmla="*/ 8385302 w 10514838"/>
                  <a:gd name="connsiteY63" fmla="*/ 1429594 h 2698609"/>
                  <a:gd name="connsiteX64" fmla="*/ 8518398 w 10514838"/>
                  <a:gd name="connsiteY64" fmla="*/ 1401033 h 2698609"/>
                  <a:gd name="connsiteX65" fmla="*/ 8651494 w 10514838"/>
                  <a:gd name="connsiteY65" fmla="*/ 1371583 h 2698609"/>
                  <a:gd name="connsiteX66" fmla="*/ 8784590 w 10514838"/>
                  <a:gd name="connsiteY66" fmla="*/ 1342514 h 2698609"/>
                  <a:gd name="connsiteX67" fmla="*/ 8917686 w 10514838"/>
                  <a:gd name="connsiteY67" fmla="*/ 1313318 h 2698609"/>
                  <a:gd name="connsiteX68" fmla="*/ 9050782 w 10514838"/>
                  <a:gd name="connsiteY68" fmla="*/ 1281836 h 2698609"/>
                  <a:gd name="connsiteX69" fmla="*/ 9183878 w 10514838"/>
                  <a:gd name="connsiteY69" fmla="*/ 1247817 h 2698609"/>
                  <a:gd name="connsiteX70" fmla="*/ 9316974 w 10514838"/>
                  <a:gd name="connsiteY70" fmla="*/ 1211004 h 2698609"/>
                  <a:gd name="connsiteX71" fmla="*/ 9450070 w 10514838"/>
                  <a:gd name="connsiteY71" fmla="*/ 1171526 h 2698609"/>
                  <a:gd name="connsiteX72" fmla="*/ 9583166 w 10514838"/>
                  <a:gd name="connsiteY72" fmla="*/ 1128874 h 2698609"/>
                  <a:gd name="connsiteX73" fmla="*/ 9716262 w 10514838"/>
                  <a:gd name="connsiteY73" fmla="*/ 1083176 h 2698609"/>
                  <a:gd name="connsiteX74" fmla="*/ 9849358 w 10514838"/>
                  <a:gd name="connsiteY74" fmla="*/ 1034304 h 2698609"/>
                  <a:gd name="connsiteX75" fmla="*/ 9982454 w 10514838"/>
                  <a:gd name="connsiteY75" fmla="*/ 982005 h 2698609"/>
                  <a:gd name="connsiteX76" fmla="*/ 10115550 w 10514838"/>
                  <a:gd name="connsiteY76" fmla="*/ 926152 h 2698609"/>
                  <a:gd name="connsiteX77" fmla="*/ 10248646 w 10514838"/>
                  <a:gd name="connsiteY77" fmla="*/ 866744 h 2698609"/>
                  <a:gd name="connsiteX78" fmla="*/ 10381742 w 10514838"/>
                  <a:gd name="connsiteY78" fmla="*/ 803528 h 2698609"/>
                  <a:gd name="connsiteX79" fmla="*/ 10514838 w 10514838"/>
                  <a:gd name="connsiteY79" fmla="*/ 736377 h 2698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2698609">
                    <a:moveTo>
                      <a:pt x="0" y="1931006"/>
                    </a:moveTo>
                    <a:lnTo>
                      <a:pt x="133096" y="1820822"/>
                    </a:lnTo>
                    <a:lnTo>
                      <a:pt x="266192" y="1723967"/>
                    </a:lnTo>
                    <a:lnTo>
                      <a:pt x="399288" y="1644122"/>
                    </a:lnTo>
                    <a:lnTo>
                      <a:pt x="532384" y="1585349"/>
                    </a:lnTo>
                    <a:lnTo>
                      <a:pt x="665480" y="1549552"/>
                    </a:lnTo>
                    <a:lnTo>
                      <a:pt x="798576" y="1530004"/>
                    </a:lnTo>
                    <a:lnTo>
                      <a:pt x="931672" y="1521118"/>
                    </a:lnTo>
                    <a:lnTo>
                      <a:pt x="1064768" y="1540159"/>
                    </a:lnTo>
                    <a:lnTo>
                      <a:pt x="1197864" y="1586238"/>
                    </a:lnTo>
                    <a:lnTo>
                      <a:pt x="1330960" y="1653770"/>
                    </a:lnTo>
                    <a:lnTo>
                      <a:pt x="1464056" y="1737423"/>
                    </a:lnTo>
                    <a:lnTo>
                      <a:pt x="1597152" y="1831866"/>
                    </a:lnTo>
                    <a:lnTo>
                      <a:pt x="1730248" y="1931641"/>
                    </a:lnTo>
                    <a:lnTo>
                      <a:pt x="1863344" y="2031288"/>
                    </a:lnTo>
                    <a:lnTo>
                      <a:pt x="1996440" y="2125478"/>
                    </a:lnTo>
                    <a:lnTo>
                      <a:pt x="2129536" y="2244420"/>
                    </a:lnTo>
                    <a:lnTo>
                      <a:pt x="2262632" y="2401444"/>
                    </a:lnTo>
                    <a:lnTo>
                      <a:pt x="2395728" y="2556184"/>
                    </a:lnTo>
                    <a:lnTo>
                      <a:pt x="2528824" y="2668652"/>
                    </a:lnTo>
                    <a:lnTo>
                      <a:pt x="2661920" y="2698610"/>
                    </a:lnTo>
                    <a:lnTo>
                      <a:pt x="2795016" y="2655324"/>
                    </a:lnTo>
                    <a:lnTo>
                      <a:pt x="2928112" y="2572051"/>
                    </a:lnTo>
                    <a:lnTo>
                      <a:pt x="3061208" y="2440922"/>
                    </a:lnTo>
                    <a:lnTo>
                      <a:pt x="3194304" y="2244928"/>
                    </a:lnTo>
                    <a:lnTo>
                      <a:pt x="3327400" y="2023291"/>
                    </a:lnTo>
                    <a:lnTo>
                      <a:pt x="3460496" y="1736534"/>
                    </a:lnTo>
                    <a:lnTo>
                      <a:pt x="3593592" y="1422486"/>
                    </a:lnTo>
                    <a:lnTo>
                      <a:pt x="3726815" y="1081780"/>
                    </a:lnTo>
                    <a:lnTo>
                      <a:pt x="3859911" y="760495"/>
                    </a:lnTo>
                    <a:lnTo>
                      <a:pt x="3993007" y="342483"/>
                    </a:lnTo>
                    <a:lnTo>
                      <a:pt x="4126103" y="85811"/>
                    </a:lnTo>
                    <a:lnTo>
                      <a:pt x="4259199" y="1777"/>
                    </a:lnTo>
                    <a:lnTo>
                      <a:pt x="4392295" y="0"/>
                    </a:lnTo>
                    <a:lnTo>
                      <a:pt x="4525391" y="52045"/>
                    </a:lnTo>
                    <a:lnTo>
                      <a:pt x="4658487" y="128971"/>
                    </a:lnTo>
                    <a:lnTo>
                      <a:pt x="4791583" y="202469"/>
                    </a:lnTo>
                    <a:lnTo>
                      <a:pt x="4924679" y="255530"/>
                    </a:lnTo>
                    <a:lnTo>
                      <a:pt x="5057775" y="360128"/>
                    </a:lnTo>
                    <a:lnTo>
                      <a:pt x="5190871" y="503189"/>
                    </a:lnTo>
                    <a:lnTo>
                      <a:pt x="5323967" y="645869"/>
                    </a:lnTo>
                    <a:lnTo>
                      <a:pt x="5457063" y="750087"/>
                    </a:lnTo>
                    <a:lnTo>
                      <a:pt x="5590159" y="832216"/>
                    </a:lnTo>
                    <a:lnTo>
                      <a:pt x="5723256" y="919170"/>
                    </a:lnTo>
                    <a:lnTo>
                      <a:pt x="5856351" y="990256"/>
                    </a:lnTo>
                    <a:lnTo>
                      <a:pt x="5989447" y="1041159"/>
                    </a:lnTo>
                    <a:lnTo>
                      <a:pt x="6122544" y="1089777"/>
                    </a:lnTo>
                    <a:lnTo>
                      <a:pt x="6255639" y="1139156"/>
                    </a:lnTo>
                    <a:lnTo>
                      <a:pt x="6388735" y="1191328"/>
                    </a:lnTo>
                    <a:lnTo>
                      <a:pt x="6521831" y="1245151"/>
                    </a:lnTo>
                    <a:lnTo>
                      <a:pt x="6654927" y="1298720"/>
                    </a:lnTo>
                    <a:lnTo>
                      <a:pt x="6788023" y="1350638"/>
                    </a:lnTo>
                    <a:lnTo>
                      <a:pt x="6921119" y="1398875"/>
                    </a:lnTo>
                    <a:lnTo>
                      <a:pt x="7054215" y="1442034"/>
                    </a:lnTo>
                    <a:lnTo>
                      <a:pt x="7187311" y="1478212"/>
                    </a:lnTo>
                    <a:lnTo>
                      <a:pt x="7320407" y="1505885"/>
                    </a:lnTo>
                    <a:lnTo>
                      <a:pt x="7453631" y="1523149"/>
                    </a:lnTo>
                    <a:lnTo>
                      <a:pt x="7586726" y="1528861"/>
                    </a:lnTo>
                    <a:lnTo>
                      <a:pt x="7719822" y="1525942"/>
                    </a:lnTo>
                    <a:lnTo>
                      <a:pt x="7852919" y="1516294"/>
                    </a:lnTo>
                    <a:lnTo>
                      <a:pt x="7986014" y="1500807"/>
                    </a:lnTo>
                    <a:lnTo>
                      <a:pt x="8119110" y="1480497"/>
                    </a:lnTo>
                    <a:lnTo>
                      <a:pt x="8252206" y="1456506"/>
                    </a:lnTo>
                    <a:lnTo>
                      <a:pt x="8385302" y="1429594"/>
                    </a:lnTo>
                    <a:lnTo>
                      <a:pt x="8518398" y="1401033"/>
                    </a:lnTo>
                    <a:lnTo>
                      <a:pt x="8651494" y="1371583"/>
                    </a:lnTo>
                    <a:lnTo>
                      <a:pt x="8784590" y="1342514"/>
                    </a:lnTo>
                    <a:lnTo>
                      <a:pt x="8917686" y="1313318"/>
                    </a:lnTo>
                    <a:lnTo>
                      <a:pt x="9050782" y="1281836"/>
                    </a:lnTo>
                    <a:lnTo>
                      <a:pt x="9183878" y="1247817"/>
                    </a:lnTo>
                    <a:lnTo>
                      <a:pt x="9316974" y="1211004"/>
                    </a:lnTo>
                    <a:lnTo>
                      <a:pt x="9450070" y="1171526"/>
                    </a:lnTo>
                    <a:lnTo>
                      <a:pt x="9583166" y="1128874"/>
                    </a:lnTo>
                    <a:lnTo>
                      <a:pt x="9716262" y="1083176"/>
                    </a:lnTo>
                    <a:lnTo>
                      <a:pt x="9849358" y="1034304"/>
                    </a:lnTo>
                    <a:lnTo>
                      <a:pt x="9982454" y="982005"/>
                    </a:lnTo>
                    <a:lnTo>
                      <a:pt x="10115550" y="926152"/>
                    </a:lnTo>
                    <a:lnTo>
                      <a:pt x="10248646" y="866744"/>
                    </a:lnTo>
                    <a:lnTo>
                      <a:pt x="10381742" y="803528"/>
                    </a:lnTo>
                    <a:lnTo>
                      <a:pt x="10514838" y="736377"/>
                    </a:lnTo>
                  </a:path>
                </a:pathLst>
              </a:custGeom>
              <a:noFill/>
              <a:ln w="27051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ED9C06-4F0D-680F-321D-0D60CA533DD1}"/>
                  </a:ext>
                </a:extLst>
              </p:cNvPr>
              <p:cNvSpPr txBox="1"/>
              <p:nvPr/>
            </p:nvSpPr>
            <p:spPr>
              <a:xfrm>
                <a:off x="1662049" y="5041199"/>
                <a:ext cx="797574" cy="33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8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DF4FD2B4-B151-2EEC-FBDE-A361713F6BFB}"/>
                </a:ext>
              </a:extLst>
            </p:cNvPr>
            <p:cNvGrpSpPr/>
            <p:nvPr/>
          </p:nvGrpSpPr>
          <p:grpSpPr>
            <a:xfrm>
              <a:off x="-14606" y="62362"/>
              <a:ext cx="12133962" cy="6453535"/>
              <a:chOff x="-14606" y="62362"/>
              <a:chExt cx="12133962" cy="645353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9AF9C09-D13C-9138-7ADE-EF47BDBB8758}"/>
                  </a:ext>
                </a:extLst>
              </p:cNvPr>
              <p:cNvSpPr/>
              <p:nvPr/>
            </p:nvSpPr>
            <p:spPr>
              <a:xfrm>
                <a:off x="552958" y="483619"/>
                <a:ext cx="12700" cy="5759124"/>
              </a:xfrm>
              <a:custGeom>
                <a:avLst/>
                <a:gdLst>
                  <a:gd name="connsiteX0" fmla="*/ 0 w 12700"/>
                  <a:gd name="connsiteY0" fmla="*/ 5759125 h 5759124"/>
                  <a:gd name="connsiteX1" fmla="*/ 0 w 12700"/>
                  <a:gd name="connsiteY1" fmla="*/ 0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5759124">
                    <a:moveTo>
                      <a:pt x="0" y="5759125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79363-5971-1EC7-4BB7-254B1EB92219}"/>
                  </a:ext>
                </a:extLst>
              </p:cNvPr>
              <p:cNvSpPr txBox="1"/>
              <p:nvPr/>
            </p:nvSpPr>
            <p:spPr>
              <a:xfrm>
                <a:off x="300023" y="6099739"/>
                <a:ext cx="28176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5E117C-842D-7E62-2BE7-3D1A1C28EEE7}"/>
                  </a:ext>
                </a:extLst>
              </p:cNvPr>
              <p:cNvSpPr txBox="1"/>
              <p:nvPr/>
            </p:nvSpPr>
            <p:spPr>
              <a:xfrm>
                <a:off x="201139" y="4025418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AF7284-6D56-BA42-73B9-953C2B544C83}"/>
                  </a:ext>
                </a:extLst>
              </p:cNvPr>
              <p:cNvSpPr txBox="1"/>
              <p:nvPr/>
            </p:nvSpPr>
            <p:spPr>
              <a:xfrm>
                <a:off x="201139" y="1951097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1086BBA-A456-5B7A-1D29-DC4C1525636B}"/>
                  </a:ext>
                </a:extLst>
              </p:cNvPr>
              <p:cNvSpPr/>
              <p:nvPr/>
            </p:nvSpPr>
            <p:spPr>
              <a:xfrm>
                <a:off x="518159" y="6242743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DC2DA3-65E9-B250-D92F-C8F263F3DA6B}"/>
                  </a:ext>
                </a:extLst>
              </p:cNvPr>
              <p:cNvSpPr/>
              <p:nvPr/>
            </p:nvSpPr>
            <p:spPr>
              <a:xfrm>
                <a:off x="518159" y="4168422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46012C1-EC6D-8199-8351-8185DC5CEEAD}"/>
                  </a:ext>
                </a:extLst>
              </p:cNvPr>
              <p:cNvSpPr/>
              <p:nvPr/>
            </p:nvSpPr>
            <p:spPr>
              <a:xfrm>
                <a:off x="518159" y="2094102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4ABABE5-7D0D-26AF-28E5-5893B0A58344}"/>
                  </a:ext>
                </a:extLst>
              </p:cNvPr>
              <p:cNvSpPr/>
              <p:nvPr/>
            </p:nvSpPr>
            <p:spPr>
              <a:xfrm>
                <a:off x="552958" y="6242743"/>
                <a:ext cx="11566398" cy="12693"/>
              </a:xfrm>
              <a:custGeom>
                <a:avLst/>
                <a:gdLst>
                  <a:gd name="connsiteX0" fmla="*/ 0 w 11566398"/>
                  <a:gd name="connsiteY0" fmla="*/ 0 h 12693"/>
                  <a:gd name="connsiteX1" fmla="*/ 11566398 w 115663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66398" h="12693">
                    <a:moveTo>
                      <a:pt x="0" y="0"/>
                    </a:moveTo>
                    <a:lnTo>
                      <a:pt x="11566398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8162BE7-F206-5272-DD72-5CC3C5C94430}"/>
                  </a:ext>
                </a:extLst>
              </p:cNvPr>
              <p:cNvSpPr/>
              <p:nvPr/>
            </p:nvSpPr>
            <p:spPr>
              <a:xfrm>
                <a:off x="3551682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4C3FBE1-8681-AC9D-D147-D3E912A4A8D4}"/>
                  </a:ext>
                </a:extLst>
              </p:cNvPr>
              <p:cNvSpPr/>
              <p:nvPr/>
            </p:nvSpPr>
            <p:spPr>
              <a:xfrm>
                <a:off x="696861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F56354-D7A9-F524-FCA3-894EE6D6D8AD}"/>
                  </a:ext>
                </a:extLst>
              </p:cNvPr>
              <p:cNvSpPr/>
              <p:nvPr/>
            </p:nvSpPr>
            <p:spPr>
              <a:xfrm>
                <a:off x="1044206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C05B49-800B-6688-4133-8E9DFB164E31}"/>
                  </a:ext>
                </a:extLst>
              </p:cNvPr>
              <p:cNvSpPr txBox="1"/>
              <p:nvPr/>
            </p:nvSpPr>
            <p:spPr>
              <a:xfrm>
                <a:off x="3079595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95B5C8-FC65-64DE-4055-92B46EA14479}"/>
                  </a:ext>
                </a:extLst>
              </p:cNvPr>
              <p:cNvSpPr txBox="1"/>
              <p:nvPr/>
            </p:nvSpPr>
            <p:spPr>
              <a:xfrm>
                <a:off x="6501609" y="6225916"/>
                <a:ext cx="934015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58B1E0-4CC3-2B53-7B3B-DF9D7F67A0E6}"/>
                  </a:ext>
                </a:extLst>
              </p:cNvPr>
              <p:cNvSpPr txBox="1"/>
              <p:nvPr/>
            </p:nvSpPr>
            <p:spPr>
              <a:xfrm>
                <a:off x="9969980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E020C7-6770-91F4-A113-7C8A2914EC9F}"/>
                  </a:ext>
                </a:extLst>
              </p:cNvPr>
              <p:cNvSpPr txBox="1"/>
              <p:nvPr/>
            </p:nvSpPr>
            <p:spPr>
              <a:xfrm rot="-5400000">
                <a:off x="-814195" y="3203945"/>
                <a:ext cx="1917521" cy="318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D7FDD7-39BA-9DC1-82A2-3A80FAE055EF}"/>
                  </a:ext>
                </a:extLst>
              </p:cNvPr>
              <p:cNvSpPr txBox="1"/>
              <p:nvPr/>
            </p:nvSpPr>
            <p:spPr>
              <a:xfrm>
                <a:off x="461518" y="62362"/>
                <a:ext cx="5968942" cy="341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1620" b="1" i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L.malabaricus</a:t>
                </a:r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</a:t>
                </a:r>
                <a:r>
                  <a:rPr lang="en-US" sz="162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Bolaang</a:t>
                </a:r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en-US" sz="162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Mongondow</a:t>
                </a:r>
                <a:endParaRPr lang="en-US" sz="162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891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E314B807-9175-462E-FD7A-966779E9C56E}"/>
              </a:ext>
            </a:extLst>
          </p:cNvPr>
          <p:cNvGrpSpPr/>
          <p:nvPr/>
        </p:nvGrpSpPr>
        <p:grpSpPr>
          <a:xfrm>
            <a:off x="-14606" y="62362"/>
            <a:ext cx="12206606" cy="6705150"/>
            <a:chOff x="-14606" y="62362"/>
            <a:chExt cx="12206606" cy="670515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06103E8-7A26-5A1E-897F-2815AF2E634C}"/>
                </a:ext>
              </a:extLst>
            </p:cNvPr>
            <p:cNvSpPr/>
            <p:nvPr/>
          </p:nvSpPr>
          <p:spPr>
            <a:xfrm>
              <a:off x="0" y="90487"/>
              <a:ext cx="12192000" cy="6677025"/>
            </a:xfrm>
            <a:custGeom>
              <a:avLst/>
              <a:gdLst>
                <a:gd name="connsiteX0" fmla="*/ 0 w 12192000"/>
                <a:gd name="connsiteY0" fmla="*/ 0 h 6677025"/>
                <a:gd name="connsiteX1" fmla="*/ 12192000 w 12192000"/>
                <a:gd name="connsiteY1" fmla="*/ 0 h 6677025"/>
                <a:gd name="connsiteX2" fmla="*/ 12192000 w 12192000"/>
                <a:gd name="connsiteY2" fmla="*/ 6677025 h 6677025"/>
                <a:gd name="connsiteX3" fmla="*/ 0 w 12192000"/>
                <a:gd name="connsiteY3" fmla="*/ 6677025 h 667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677025">
                  <a:moveTo>
                    <a:pt x="0" y="0"/>
                  </a:moveTo>
                  <a:lnTo>
                    <a:pt x="12192000" y="0"/>
                  </a:lnTo>
                  <a:lnTo>
                    <a:pt x="12192000" y="6677025"/>
                  </a:lnTo>
                  <a:lnTo>
                    <a:pt x="0" y="6677025"/>
                  </a:lnTo>
                  <a:close/>
                </a:path>
              </a:pathLst>
            </a:custGeom>
            <a:noFill/>
            <a:ln w="1270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254BA4F-5C29-9FA4-8D7C-B5B502876161}"/>
                </a:ext>
              </a:extLst>
            </p:cNvPr>
            <p:cNvSpPr/>
            <p:nvPr/>
          </p:nvSpPr>
          <p:spPr>
            <a:xfrm>
              <a:off x="0" y="90487"/>
              <a:ext cx="12188952" cy="6671947"/>
            </a:xfrm>
            <a:custGeom>
              <a:avLst/>
              <a:gdLst>
                <a:gd name="connsiteX0" fmla="*/ 0 w 12188952"/>
                <a:gd name="connsiteY0" fmla="*/ 0 h 6671947"/>
                <a:gd name="connsiteX1" fmla="*/ 12188952 w 12188952"/>
                <a:gd name="connsiteY1" fmla="*/ 0 h 6671947"/>
                <a:gd name="connsiteX2" fmla="*/ 12188952 w 12188952"/>
                <a:gd name="connsiteY2" fmla="*/ 6671947 h 6671947"/>
                <a:gd name="connsiteX3" fmla="*/ 0 w 12188952"/>
                <a:gd name="connsiteY3" fmla="*/ 6671947 h 667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8952" h="6671947">
                  <a:moveTo>
                    <a:pt x="0" y="0"/>
                  </a:moveTo>
                  <a:lnTo>
                    <a:pt x="12188952" y="0"/>
                  </a:lnTo>
                  <a:lnTo>
                    <a:pt x="12188952" y="6671947"/>
                  </a:lnTo>
                  <a:lnTo>
                    <a:pt x="0" y="6671947"/>
                  </a:lnTo>
                  <a:close/>
                </a:path>
              </a:pathLst>
            </a:custGeom>
            <a:noFill/>
            <a:ln w="13589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4" name="Graphic 2">
              <a:extLst>
                <a:ext uri="{FF2B5EF4-FFF2-40B4-BE49-F238E27FC236}">
                  <a16:creationId xmlns:a16="http://schemas.microsoft.com/office/drawing/2014/main" id="{9B731926-599F-4F1A-B7F8-D3905A859719}"/>
                </a:ext>
              </a:extLst>
            </p:cNvPr>
            <p:cNvGrpSpPr/>
            <p:nvPr/>
          </p:nvGrpSpPr>
          <p:grpSpPr>
            <a:xfrm>
              <a:off x="552958" y="483619"/>
              <a:ext cx="11566398" cy="5759124"/>
              <a:chOff x="552958" y="483619"/>
              <a:chExt cx="11566398" cy="5759124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804D967-986B-31DC-6EFA-DB91523F5ED8}"/>
                  </a:ext>
                </a:extLst>
              </p:cNvPr>
              <p:cNvSpPr/>
              <p:nvPr/>
            </p:nvSpPr>
            <p:spPr>
              <a:xfrm>
                <a:off x="552958" y="483619"/>
                <a:ext cx="11566398" cy="5759124"/>
              </a:xfrm>
              <a:custGeom>
                <a:avLst/>
                <a:gdLst>
                  <a:gd name="connsiteX0" fmla="*/ 0 w 11566398"/>
                  <a:gd name="connsiteY0" fmla="*/ 0 h 5759124"/>
                  <a:gd name="connsiteX1" fmla="*/ 11566398 w 11566398"/>
                  <a:gd name="connsiteY1" fmla="*/ 0 h 5759124"/>
                  <a:gd name="connsiteX2" fmla="*/ 11566398 w 11566398"/>
                  <a:gd name="connsiteY2" fmla="*/ 5759125 h 5759124"/>
                  <a:gd name="connsiteX3" fmla="*/ 0 w 11566398"/>
                  <a:gd name="connsiteY3" fmla="*/ 5759125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66398" h="5759124">
                    <a:moveTo>
                      <a:pt x="0" y="0"/>
                    </a:moveTo>
                    <a:lnTo>
                      <a:pt x="11566398" y="0"/>
                    </a:lnTo>
                    <a:lnTo>
                      <a:pt x="11566398" y="5759125"/>
                    </a:lnTo>
                    <a:lnTo>
                      <a:pt x="0" y="5759125"/>
                    </a:lnTo>
                    <a:close/>
                  </a:path>
                </a:pathLst>
              </a:custGeom>
              <a:noFill/>
              <a:ln w="13589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36C154-7F27-8A91-2C58-93009C0CF3D6}"/>
                  </a:ext>
                </a:extLst>
              </p:cNvPr>
              <p:cNvSpPr/>
              <p:nvPr/>
            </p:nvSpPr>
            <p:spPr>
              <a:xfrm>
                <a:off x="1078738" y="483619"/>
                <a:ext cx="10514838" cy="5687403"/>
              </a:xfrm>
              <a:custGeom>
                <a:avLst/>
                <a:gdLst>
                  <a:gd name="connsiteX0" fmla="*/ 0 w 10514838"/>
                  <a:gd name="connsiteY0" fmla="*/ 2106056 h 5687403"/>
                  <a:gd name="connsiteX1" fmla="*/ 133096 w 10514838"/>
                  <a:gd name="connsiteY1" fmla="*/ 2269046 h 5687403"/>
                  <a:gd name="connsiteX2" fmla="*/ 266192 w 10514838"/>
                  <a:gd name="connsiteY2" fmla="*/ 2397128 h 5687403"/>
                  <a:gd name="connsiteX3" fmla="*/ 399288 w 10514838"/>
                  <a:gd name="connsiteY3" fmla="*/ 2482305 h 5687403"/>
                  <a:gd name="connsiteX4" fmla="*/ 532384 w 10514838"/>
                  <a:gd name="connsiteY4" fmla="*/ 2518610 h 5687403"/>
                  <a:gd name="connsiteX5" fmla="*/ 665480 w 10514838"/>
                  <a:gd name="connsiteY5" fmla="*/ 2510739 h 5687403"/>
                  <a:gd name="connsiteX6" fmla="*/ 798576 w 10514838"/>
                  <a:gd name="connsiteY6" fmla="*/ 2467580 h 5687403"/>
                  <a:gd name="connsiteX7" fmla="*/ 931672 w 10514838"/>
                  <a:gd name="connsiteY7" fmla="*/ 2398525 h 5687403"/>
                  <a:gd name="connsiteX8" fmla="*/ 1064768 w 10514838"/>
                  <a:gd name="connsiteY8" fmla="*/ 2337974 h 5687403"/>
                  <a:gd name="connsiteX9" fmla="*/ 1197864 w 10514838"/>
                  <a:gd name="connsiteY9" fmla="*/ 2330231 h 5687403"/>
                  <a:gd name="connsiteX10" fmla="*/ 1330960 w 10514838"/>
                  <a:gd name="connsiteY10" fmla="*/ 2374279 h 5687403"/>
                  <a:gd name="connsiteX11" fmla="*/ 1464056 w 10514838"/>
                  <a:gd name="connsiteY11" fmla="*/ 2462375 h 5687403"/>
                  <a:gd name="connsiteX12" fmla="*/ 1597152 w 10514838"/>
                  <a:gd name="connsiteY12" fmla="*/ 2584237 h 5687403"/>
                  <a:gd name="connsiteX13" fmla="*/ 1730248 w 10514838"/>
                  <a:gd name="connsiteY13" fmla="*/ 2728187 h 5687403"/>
                  <a:gd name="connsiteX14" fmla="*/ 1863344 w 10514838"/>
                  <a:gd name="connsiteY14" fmla="*/ 2882926 h 5687403"/>
                  <a:gd name="connsiteX15" fmla="*/ 1996440 w 10514838"/>
                  <a:gd name="connsiteY15" fmla="*/ 3038300 h 5687403"/>
                  <a:gd name="connsiteX16" fmla="*/ 2129536 w 10514838"/>
                  <a:gd name="connsiteY16" fmla="*/ 3186058 h 5687403"/>
                  <a:gd name="connsiteX17" fmla="*/ 2262632 w 10514838"/>
                  <a:gd name="connsiteY17" fmla="*/ 3320360 h 5687403"/>
                  <a:gd name="connsiteX18" fmla="*/ 2395728 w 10514838"/>
                  <a:gd name="connsiteY18" fmla="*/ 3437272 h 5687403"/>
                  <a:gd name="connsiteX19" fmla="*/ 2528824 w 10514838"/>
                  <a:gd name="connsiteY19" fmla="*/ 3534254 h 5687403"/>
                  <a:gd name="connsiteX20" fmla="*/ 2661920 w 10514838"/>
                  <a:gd name="connsiteY20" fmla="*/ 3635932 h 5687403"/>
                  <a:gd name="connsiteX21" fmla="*/ 2795016 w 10514838"/>
                  <a:gd name="connsiteY21" fmla="*/ 3693944 h 5687403"/>
                  <a:gd name="connsiteX22" fmla="*/ 2928112 w 10514838"/>
                  <a:gd name="connsiteY22" fmla="*/ 3713365 h 5687403"/>
                  <a:gd name="connsiteX23" fmla="*/ 3061208 w 10514838"/>
                  <a:gd name="connsiteY23" fmla="*/ 3713746 h 5687403"/>
                  <a:gd name="connsiteX24" fmla="*/ 3194304 w 10514838"/>
                  <a:gd name="connsiteY24" fmla="*/ 3654211 h 5687403"/>
                  <a:gd name="connsiteX25" fmla="*/ 3327400 w 10514838"/>
                  <a:gd name="connsiteY25" fmla="*/ 3538823 h 5687403"/>
                  <a:gd name="connsiteX26" fmla="*/ 3460496 w 10514838"/>
                  <a:gd name="connsiteY26" fmla="*/ 3357046 h 5687403"/>
                  <a:gd name="connsiteX27" fmla="*/ 3593592 w 10514838"/>
                  <a:gd name="connsiteY27" fmla="*/ 3139217 h 5687403"/>
                  <a:gd name="connsiteX28" fmla="*/ 3726815 w 10514838"/>
                  <a:gd name="connsiteY28" fmla="*/ 2880895 h 5687403"/>
                  <a:gd name="connsiteX29" fmla="*/ 3859911 w 10514838"/>
                  <a:gd name="connsiteY29" fmla="*/ 2569512 h 5687403"/>
                  <a:gd name="connsiteX30" fmla="*/ 3993007 w 10514838"/>
                  <a:gd name="connsiteY30" fmla="*/ 2282121 h 5687403"/>
                  <a:gd name="connsiteX31" fmla="*/ 4126103 w 10514838"/>
                  <a:gd name="connsiteY31" fmla="*/ 1958425 h 5687403"/>
                  <a:gd name="connsiteX32" fmla="*/ 4259199 w 10514838"/>
                  <a:gd name="connsiteY32" fmla="*/ 1703276 h 5687403"/>
                  <a:gd name="connsiteX33" fmla="*/ 4392295 w 10514838"/>
                  <a:gd name="connsiteY33" fmla="*/ 1602613 h 5687403"/>
                  <a:gd name="connsiteX34" fmla="*/ 4525391 w 10514838"/>
                  <a:gd name="connsiteY34" fmla="*/ 1546125 h 5687403"/>
                  <a:gd name="connsiteX35" fmla="*/ 4658487 w 10514838"/>
                  <a:gd name="connsiteY35" fmla="*/ 1480116 h 5687403"/>
                  <a:gd name="connsiteX36" fmla="*/ 4791583 w 10514838"/>
                  <a:gd name="connsiteY36" fmla="*/ 1400398 h 5687403"/>
                  <a:gd name="connsiteX37" fmla="*/ 4924679 w 10514838"/>
                  <a:gd name="connsiteY37" fmla="*/ 1358127 h 5687403"/>
                  <a:gd name="connsiteX38" fmla="*/ 5057775 w 10514838"/>
                  <a:gd name="connsiteY38" fmla="*/ 1429467 h 5687403"/>
                  <a:gd name="connsiteX39" fmla="*/ 5190871 w 10514838"/>
                  <a:gd name="connsiteY39" fmla="*/ 1621527 h 5687403"/>
                  <a:gd name="connsiteX40" fmla="*/ 5323967 w 10514838"/>
                  <a:gd name="connsiteY40" fmla="*/ 1840879 h 5687403"/>
                  <a:gd name="connsiteX41" fmla="*/ 5457063 w 10514838"/>
                  <a:gd name="connsiteY41" fmla="*/ 2034589 h 5687403"/>
                  <a:gd name="connsiteX42" fmla="*/ 5590159 w 10514838"/>
                  <a:gd name="connsiteY42" fmla="*/ 2261557 h 5687403"/>
                  <a:gd name="connsiteX43" fmla="*/ 5723256 w 10514838"/>
                  <a:gd name="connsiteY43" fmla="*/ 2527241 h 5687403"/>
                  <a:gd name="connsiteX44" fmla="*/ 5856351 w 10514838"/>
                  <a:gd name="connsiteY44" fmla="*/ 2753067 h 5687403"/>
                  <a:gd name="connsiteX45" fmla="*/ 5989447 w 10514838"/>
                  <a:gd name="connsiteY45" fmla="*/ 2899174 h 5687403"/>
                  <a:gd name="connsiteX46" fmla="*/ 6122544 w 10514838"/>
                  <a:gd name="connsiteY46" fmla="*/ 2972927 h 5687403"/>
                  <a:gd name="connsiteX47" fmla="*/ 6255639 w 10514838"/>
                  <a:gd name="connsiteY47" fmla="*/ 3022179 h 5687403"/>
                  <a:gd name="connsiteX48" fmla="*/ 6388735 w 10514838"/>
                  <a:gd name="connsiteY48" fmla="*/ 3052518 h 5687403"/>
                  <a:gd name="connsiteX49" fmla="*/ 6521831 w 10514838"/>
                  <a:gd name="connsiteY49" fmla="*/ 3064831 h 5687403"/>
                  <a:gd name="connsiteX50" fmla="*/ 6654927 w 10514838"/>
                  <a:gd name="connsiteY50" fmla="*/ 3059753 h 5687403"/>
                  <a:gd name="connsiteX51" fmla="*/ 6788023 w 10514838"/>
                  <a:gd name="connsiteY51" fmla="*/ 3043251 h 5687403"/>
                  <a:gd name="connsiteX52" fmla="*/ 6921119 w 10514838"/>
                  <a:gd name="connsiteY52" fmla="*/ 3025860 h 5687403"/>
                  <a:gd name="connsiteX53" fmla="*/ 7054215 w 10514838"/>
                  <a:gd name="connsiteY53" fmla="*/ 3012785 h 5687403"/>
                  <a:gd name="connsiteX54" fmla="*/ 7187311 w 10514838"/>
                  <a:gd name="connsiteY54" fmla="*/ 2990063 h 5687403"/>
                  <a:gd name="connsiteX55" fmla="*/ 7320407 w 10514838"/>
                  <a:gd name="connsiteY55" fmla="*/ 2956932 h 5687403"/>
                  <a:gd name="connsiteX56" fmla="*/ 7453631 w 10514838"/>
                  <a:gd name="connsiteY56" fmla="*/ 2913773 h 5687403"/>
                  <a:gd name="connsiteX57" fmla="*/ 7586726 w 10514838"/>
                  <a:gd name="connsiteY57" fmla="*/ 2861474 h 5687403"/>
                  <a:gd name="connsiteX58" fmla="*/ 7719822 w 10514838"/>
                  <a:gd name="connsiteY58" fmla="*/ 2801177 h 5687403"/>
                  <a:gd name="connsiteX59" fmla="*/ 7852919 w 10514838"/>
                  <a:gd name="connsiteY59" fmla="*/ 2734153 h 5687403"/>
                  <a:gd name="connsiteX60" fmla="*/ 7986014 w 10514838"/>
                  <a:gd name="connsiteY60" fmla="*/ 2662305 h 5687403"/>
                  <a:gd name="connsiteX61" fmla="*/ 8119110 w 10514838"/>
                  <a:gd name="connsiteY61" fmla="*/ 2587411 h 5687403"/>
                  <a:gd name="connsiteX62" fmla="*/ 8252206 w 10514838"/>
                  <a:gd name="connsiteY62" fmla="*/ 2511374 h 5687403"/>
                  <a:gd name="connsiteX63" fmla="*/ 8385302 w 10514838"/>
                  <a:gd name="connsiteY63" fmla="*/ 2436099 h 5687403"/>
                  <a:gd name="connsiteX64" fmla="*/ 8518398 w 10514838"/>
                  <a:gd name="connsiteY64" fmla="*/ 2362855 h 5687403"/>
                  <a:gd name="connsiteX65" fmla="*/ 8651494 w 10514838"/>
                  <a:gd name="connsiteY65" fmla="*/ 2292530 h 5687403"/>
                  <a:gd name="connsiteX66" fmla="*/ 8784590 w 10514838"/>
                  <a:gd name="connsiteY66" fmla="*/ 2220936 h 5687403"/>
                  <a:gd name="connsiteX67" fmla="*/ 8917686 w 10514838"/>
                  <a:gd name="connsiteY67" fmla="*/ 2140583 h 5687403"/>
                  <a:gd name="connsiteX68" fmla="*/ 9050782 w 10514838"/>
                  <a:gd name="connsiteY68" fmla="*/ 2049187 h 5687403"/>
                  <a:gd name="connsiteX69" fmla="*/ 9183878 w 10514838"/>
                  <a:gd name="connsiteY69" fmla="*/ 1944081 h 5687403"/>
                  <a:gd name="connsiteX70" fmla="*/ 9316974 w 10514838"/>
                  <a:gd name="connsiteY70" fmla="*/ 1823869 h 5687403"/>
                  <a:gd name="connsiteX71" fmla="*/ 9450070 w 10514838"/>
                  <a:gd name="connsiteY71" fmla="*/ 1687282 h 5687403"/>
                  <a:gd name="connsiteX72" fmla="*/ 9583166 w 10514838"/>
                  <a:gd name="connsiteY72" fmla="*/ 1533685 h 5687403"/>
                  <a:gd name="connsiteX73" fmla="*/ 9716262 w 10514838"/>
                  <a:gd name="connsiteY73" fmla="*/ 1363078 h 5687403"/>
                  <a:gd name="connsiteX74" fmla="*/ 9849358 w 10514838"/>
                  <a:gd name="connsiteY74" fmla="*/ 1175588 h 5687403"/>
                  <a:gd name="connsiteX75" fmla="*/ 9982454 w 10514838"/>
                  <a:gd name="connsiteY75" fmla="*/ 971596 h 5687403"/>
                  <a:gd name="connsiteX76" fmla="*/ 10115550 w 10514838"/>
                  <a:gd name="connsiteY76" fmla="*/ 751610 h 5687403"/>
                  <a:gd name="connsiteX77" fmla="*/ 10248646 w 10514838"/>
                  <a:gd name="connsiteY77" fmla="*/ 516137 h 5687403"/>
                  <a:gd name="connsiteX78" fmla="*/ 10381742 w 10514838"/>
                  <a:gd name="connsiteY78" fmla="*/ 265431 h 5687403"/>
                  <a:gd name="connsiteX79" fmla="*/ 10514838 w 10514838"/>
                  <a:gd name="connsiteY79" fmla="*/ 0 h 5687403"/>
                  <a:gd name="connsiteX80" fmla="*/ 10514838 w 10514838"/>
                  <a:gd name="connsiteY80" fmla="*/ 4565257 h 5687403"/>
                  <a:gd name="connsiteX81" fmla="*/ 10381742 w 10514838"/>
                  <a:gd name="connsiteY81" fmla="*/ 4439841 h 5687403"/>
                  <a:gd name="connsiteX82" fmla="*/ 10248646 w 10514838"/>
                  <a:gd name="connsiteY82" fmla="*/ 4325722 h 5687403"/>
                  <a:gd name="connsiteX83" fmla="*/ 10115550 w 10514838"/>
                  <a:gd name="connsiteY83" fmla="*/ 4223409 h 5687403"/>
                  <a:gd name="connsiteX84" fmla="*/ 9982454 w 10514838"/>
                  <a:gd name="connsiteY84" fmla="*/ 4133536 h 5687403"/>
                  <a:gd name="connsiteX85" fmla="*/ 9849358 w 10514838"/>
                  <a:gd name="connsiteY85" fmla="*/ 4057118 h 5687403"/>
                  <a:gd name="connsiteX86" fmla="*/ 9716262 w 10514838"/>
                  <a:gd name="connsiteY86" fmla="*/ 3994664 h 5687403"/>
                  <a:gd name="connsiteX87" fmla="*/ 9583166 w 10514838"/>
                  <a:gd name="connsiteY87" fmla="*/ 3946808 h 5687403"/>
                  <a:gd name="connsiteX88" fmla="*/ 9450070 w 10514838"/>
                  <a:gd name="connsiteY88" fmla="*/ 3914311 h 5687403"/>
                  <a:gd name="connsiteX89" fmla="*/ 9316974 w 10514838"/>
                  <a:gd name="connsiteY89" fmla="*/ 3897047 h 5687403"/>
                  <a:gd name="connsiteX90" fmla="*/ 9183878 w 10514838"/>
                  <a:gd name="connsiteY90" fmla="*/ 3895016 h 5687403"/>
                  <a:gd name="connsiteX91" fmla="*/ 9050782 w 10514838"/>
                  <a:gd name="connsiteY91" fmla="*/ 3907075 h 5687403"/>
                  <a:gd name="connsiteX92" fmla="*/ 8917686 w 10514838"/>
                  <a:gd name="connsiteY92" fmla="*/ 3931955 h 5687403"/>
                  <a:gd name="connsiteX93" fmla="*/ 8784590 w 10514838"/>
                  <a:gd name="connsiteY93" fmla="*/ 3967625 h 5687403"/>
                  <a:gd name="connsiteX94" fmla="*/ 8651494 w 10514838"/>
                  <a:gd name="connsiteY94" fmla="*/ 4011927 h 5687403"/>
                  <a:gd name="connsiteX95" fmla="*/ 8518398 w 10514838"/>
                  <a:gd name="connsiteY95" fmla="*/ 4064227 h 5687403"/>
                  <a:gd name="connsiteX96" fmla="*/ 8385302 w 10514838"/>
                  <a:gd name="connsiteY96" fmla="*/ 4122746 h 5687403"/>
                  <a:gd name="connsiteX97" fmla="*/ 8252206 w 10514838"/>
                  <a:gd name="connsiteY97" fmla="*/ 4184565 h 5687403"/>
                  <a:gd name="connsiteX98" fmla="*/ 8119110 w 10514838"/>
                  <a:gd name="connsiteY98" fmla="*/ 4247908 h 5687403"/>
                  <a:gd name="connsiteX99" fmla="*/ 7986014 w 10514838"/>
                  <a:gd name="connsiteY99" fmla="*/ 4310997 h 5687403"/>
                  <a:gd name="connsiteX100" fmla="*/ 7852919 w 10514838"/>
                  <a:gd name="connsiteY100" fmla="*/ 4372309 h 5687403"/>
                  <a:gd name="connsiteX101" fmla="*/ 7719822 w 10514838"/>
                  <a:gd name="connsiteY101" fmla="*/ 4430447 h 5687403"/>
                  <a:gd name="connsiteX102" fmla="*/ 7586726 w 10514838"/>
                  <a:gd name="connsiteY102" fmla="*/ 4483635 h 5687403"/>
                  <a:gd name="connsiteX103" fmla="*/ 7453631 w 10514838"/>
                  <a:gd name="connsiteY103" fmla="*/ 4529841 h 5687403"/>
                  <a:gd name="connsiteX104" fmla="*/ 7320407 w 10514838"/>
                  <a:gd name="connsiteY104" fmla="*/ 4566781 h 5687403"/>
                  <a:gd name="connsiteX105" fmla="*/ 7187311 w 10514838"/>
                  <a:gd name="connsiteY105" fmla="*/ 4591915 h 5687403"/>
                  <a:gd name="connsiteX106" fmla="*/ 7054215 w 10514838"/>
                  <a:gd name="connsiteY106" fmla="*/ 4602197 h 5687403"/>
                  <a:gd name="connsiteX107" fmla="*/ 6921119 w 10514838"/>
                  <a:gd name="connsiteY107" fmla="*/ 4595342 h 5687403"/>
                  <a:gd name="connsiteX108" fmla="*/ 6788023 w 10514838"/>
                  <a:gd name="connsiteY108" fmla="*/ 4577063 h 5687403"/>
                  <a:gd name="connsiteX109" fmla="*/ 6654927 w 10514838"/>
                  <a:gd name="connsiteY109" fmla="*/ 4553198 h 5687403"/>
                  <a:gd name="connsiteX110" fmla="*/ 6521831 w 10514838"/>
                  <a:gd name="connsiteY110" fmla="*/ 4527049 h 5687403"/>
                  <a:gd name="connsiteX111" fmla="*/ 6388735 w 10514838"/>
                  <a:gd name="connsiteY111" fmla="*/ 4497472 h 5687403"/>
                  <a:gd name="connsiteX112" fmla="*/ 6255639 w 10514838"/>
                  <a:gd name="connsiteY112" fmla="*/ 4457866 h 5687403"/>
                  <a:gd name="connsiteX113" fmla="*/ 6122544 w 10514838"/>
                  <a:gd name="connsiteY113" fmla="*/ 4383607 h 5687403"/>
                  <a:gd name="connsiteX114" fmla="*/ 5989447 w 10514838"/>
                  <a:gd name="connsiteY114" fmla="*/ 4290941 h 5687403"/>
                  <a:gd name="connsiteX115" fmla="*/ 5856351 w 10514838"/>
                  <a:gd name="connsiteY115" fmla="*/ 4118684 h 5687403"/>
                  <a:gd name="connsiteX116" fmla="*/ 5723256 w 10514838"/>
                  <a:gd name="connsiteY116" fmla="*/ 3907583 h 5687403"/>
                  <a:gd name="connsiteX117" fmla="*/ 5590159 w 10514838"/>
                  <a:gd name="connsiteY117" fmla="*/ 3717173 h 5687403"/>
                  <a:gd name="connsiteX118" fmla="*/ 5457063 w 10514838"/>
                  <a:gd name="connsiteY118" fmla="*/ 3568019 h 5687403"/>
                  <a:gd name="connsiteX119" fmla="*/ 5323967 w 10514838"/>
                  <a:gd name="connsiteY119" fmla="*/ 3409599 h 5687403"/>
                  <a:gd name="connsiteX120" fmla="*/ 5190871 w 10514838"/>
                  <a:gd name="connsiteY120" fmla="*/ 3246228 h 5687403"/>
                  <a:gd name="connsiteX121" fmla="*/ 5057775 w 10514838"/>
                  <a:gd name="connsiteY121" fmla="*/ 3137821 h 5687403"/>
                  <a:gd name="connsiteX122" fmla="*/ 4924679 w 10514838"/>
                  <a:gd name="connsiteY122" fmla="*/ 3094027 h 5687403"/>
                  <a:gd name="connsiteX123" fmla="*/ 4791583 w 10514838"/>
                  <a:gd name="connsiteY123" fmla="*/ 3056453 h 5687403"/>
                  <a:gd name="connsiteX124" fmla="*/ 4658487 w 10514838"/>
                  <a:gd name="connsiteY124" fmla="*/ 3049979 h 5687403"/>
                  <a:gd name="connsiteX125" fmla="*/ 4525391 w 10514838"/>
                  <a:gd name="connsiteY125" fmla="*/ 3113195 h 5687403"/>
                  <a:gd name="connsiteX126" fmla="*/ 4392295 w 10514838"/>
                  <a:gd name="connsiteY126" fmla="*/ 3229472 h 5687403"/>
                  <a:gd name="connsiteX127" fmla="*/ 4259199 w 10514838"/>
                  <a:gd name="connsiteY127" fmla="*/ 3338386 h 5687403"/>
                  <a:gd name="connsiteX128" fmla="*/ 4126103 w 10514838"/>
                  <a:gd name="connsiteY128" fmla="*/ 3482589 h 5687403"/>
                  <a:gd name="connsiteX129" fmla="*/ 3993007 w 10514838"/>
                  <a:gd name="connsiteY129" fmla="*/ 3702322 h 5687403"/>
                  <a:gd name="connsiteX130" fmla="*/ 3859911 w 10514838"/>
                  <a:gd name="connsiteY130" fmla="*/ 3942491 h 5687403"/>
                  <a:gd name="connsiteX131" fmla="*/ 3726815 w 10514838"/>
                  <a:gd name="connsiteY131" fmla="*/ 4171744 h 5687403"/>
                  <a:gd name="connsiteX132" fmla="*/ 3593592 w 10514838"/>
                  <a:gd name="connsiteY132" fmla="*/ 4398967 h 5687403"/>
                  <a:gd name="connsiteX133" fmla="*/ 3460496 w 10514838"/>
                  <a:gd name="connsiteY133" fmla="*/ 4605370 h 5687403"/>
                  <a:gd name="connsiteX134" fmla="*/ 3327400 w 10514838"/>
                  <a:gd name="connsiteY134" fmla="*/ 4765441 h 5687403"/>
                  <a:gd name="connsiteX135" fmla="*/ 3194304 w 10514838"/>
                  <a:gd name="connsiteY135" fmla="*/ 4896316 h 5687403"/>
                  <a:gd name="connsiteX136" fmla="*/ 3061208 w 10514838"/>
                  <a:gd name="connsiteY136" fmla="*/ 5001676 h 5687403"/>
                  <a:gd name="connsiteX137" fmla="*/ 2928112 w 10514838"/>
                  <a:gd name="connsiteY137" fmla="*/ 5101323 h 5687403"/>
                  <a:gd name="connsiteX138" fmla="*/ 2795016 w 10514838"/>
                  <a:gd name="connsiteY138" fmla="*/ 5160350 h 5687403"/>
                  <a:gd name="connsiteX139" fmla="*/ 2661920 w 10514838"/>
                  <a:gd name="connsiteY139" fmla="*/ 5182057 h 5687403"/>
                  <a:gd name="connsiteX140" fmla="*/ 2528824 w 10514838"/>
                  <a:gd name="connsiteY140" fmla="*/ 5176979 h 5687403"/>
                  <a:gd name="connsiteX141" fmla="*/ 2395728 w 10514838"/>
                  <a:gd name="connsiteY141" fmla="*/ 5113764 h 5687403"/>
                  <a:gd name="connsiteX142" fmla="*/ 2262632 w 10514838"/>
                  <a:gd name="connsiteY142" fmla="*/ 5022875 h 5687403"/>
                  <a:gd name="connsiteX143" fmla="*/ 2129536 w 10514838"/>
                  <a:gd name="connsiteY143" fmla="*/ 4914595 h 5687403"/>
                  <a:gd name="connsiteX144" fmla="*/ 1996440 w 10514838"/>
                  <a:gd name="connsiteY144" fmla="*/ 4797811 h 5687403"/>
                  <a:gd name="connsiteX145" fmla="*/ 1863344 w 10514838"/>
                  <a:gd name="connsiteY145" fmla="*/ 4679376 h 5687403"/>
                  <a:gd name="connsiteX146" fmla="*/ 1730248 w 10514838"/>
                  <a:gd name="connsiteY146" fmla="*/ 4563861 h 5687403"/>
                  <a:gd name="connsiteX147" fmla="*/ 1597152 w 10514838"/>
                  <a:gd name="connsiteY147" fmla="*/ 4454058 h 5687403"/>
                  <a:gd name="connsiteX148" fmla="*/ 1464056 w 10514838"/>
                  <a:gd name="connsiteY148" fmla="*/ 4351364 h 5687403"/>
                  <a:gd name="connsiteX149" fmla="*/ 1330960 w 10514838"/>
                  <a:gd name="connsiteY149" fmla="*/ 4257048 h 5687403"/>
                  <a:gd name="connsiteX150" fmla="*/ 1197864 w 10514838"/>
                  <a:gd name="connsiteY150" fmla="*/ 4173395 h 5687403"/>
                  <a:gd name="connsiteX151" fmla="*/ 1064768 w 10514838"/>
                  <a:gd name="connsiteY151" fmla="*/ 4105736 h 5687403"/>
                  <a:gd name="connsiteX152" fmla="*/ 931672 w 10514838"/>
                  <a:gd name="connsiteY152" fmla="*/ 4065242 h 5687403"/>
                  <a:gd name="connsiteX153" fmla="*/ 798576 w 10514838"/>
                  <a:gd name="connsiteY153" fmla="*/ 4060799 h 5687403"/>
                  <a:gd name="connsiteX154" fmla="*/ 665480 w 10514838"/>
                  <a:gd name="connsiteY154" fmla="*/ 4109417 h 5687403"/>
                  <a:gd name="connsiteX155" fmla="*/ 532384 w 10514838"/>
                  <a:gd name="connsiteY155" fmla="*/ 4239403 h 5687403"/>
                  <a:gd name="connsiteX156" fmla="*/ 399288 w 10514838"/>
                  <a:gd name="connsiteY156" fmla="*/ 4469164 h 5687403"/>
                  <a:gd name="connsiteX157" fmla="*/ 266192 w 10514838"/>
                  <a:gd name="connsiteY157" fmla="*/ 4796541 h 5687403"/>
                  <a:gd name="connsiteX158" fmla="*/ 133096 w 10514838"/>
                  <a:gd name="connsiteY158" fmla="*/ 5207953 h 5687403"/>
                  <a:gd name="connsiteX159" fmla="*/ 0 w 10514838"/>
                  <a:gd name="connsiteY159" fmla="*/ 5687404 h 568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10514838" h="5687403">
                    <a:moveTo>
                      <a:pt x="0" y="2106056"/>
                    </a:moveTo>
                    <a:lnTo>
                      <a:pt x="133096" y="2269046"/>
                    </a:lnTo>
                    <a:lnTo>
                      <a:pt x="266192" y="2397128"/>
                    </a:lnTo>
                    <a:lnTo>
                      <a:pt x="399288" y="2482305"/>
                    </a:lnTo>
                    <a:lnTo>
                      <a:pt x="532384" y="2518610"/>
                    </a:lnTo>
                    <a:lnTo>
                      <a:pt x="665480" y="2510739"/>
                    </a:lnTo>
                    <a:lnTo>
                      <a:pt x="798576" y="2467580"/>
                    </a:lnTo>
                    <a:lnTo>
                      <a:pt x="931672" y="2398525"/>
                    </a:lnTo>
                    <a:lnTo>
                      <a:pt x="1064768" y="2337974"/>
                    </a:lnTo>
                    <a:lnTo>
                      <a:pt x="1197864" y="2330231"/>
                    </a:lnTo>
                    <a:lnTo>
                      <a:pt x="1330960" y="2374279"/>
                    </a:lnTo>
                    <a:lnTo>
                      <a:pt x="1464056" y="2462375"/>
                    </a:lnTo>
                    <a:lnTo>
                      <a:pt x="1597152" y="2584237"/>
                    </a:lnTo>
                    <a:lnTo>
                      <a:pt x="1730248" y="2728187"/>
                    </a:lnTo>
                    <a:lnTo>
                      <a:pt x="1863344" y="2882926"/>
                    </a:lnTo>
                    <a:lnTo>
                      <a:pt x="1996440" y="3038300"/>
                    </a:lnTo>
                    <a:lnTo>
                      <a:pt x="2129536" y="3186058"/>
                    </a:lnTo>
                    <a:lnTo>
                      <a:pt x="2262632" y="3320360"/>
                    </a:lnTo>
                    <a:lnTo>
                      <a:pt x="2395728" y="3437272"/>
                    </a:lnTo>
                    <a:lnTo>
                      <a:pt x="2528824" y="3534254"/>
                    </a:lnTo>
                    <a:lnTo>
                      <a:pt x="2661920" y="3635932"/>
                    </a:lnTo>
                    <a:lnTo>
                      <a:pt x="2795016" y="3693944"/>
                    </a:lnTo>
                    <a:lnTo>
                      <a:pt x="2928112" y="3713365"/>
                    </a:lnTo>
                    <a:lnTo>
                      <a:pt x="3061208" y="3713746"/>
                    </a:lnTo>
                    <a:lnTo>
                      <a:pt x="3194304" y="3654211"/>
                    </a:lnTo>
                    <a:lnTo>
                      <a:pt x="3327400" y="3538823"/>
                    </a:lnTo>
                    <a:lnTo>
                      <a:pt x="3460496" y="3357046"/>
                    </a:lnTo>
                    <a:lnTo>
                      <a:pt x="3593592" y="3139217"/>
                    </a:lnTo>
                    <a:lnTo>
                      <a:pt x="3726815" y="2880895"/>
                    </a:lnTo>
                    <a:lnTo>
                      <a:pt x="3859911" y="2569512"/>
                    </a:lnTo>
                    <a:lnTo>
                      <a:pt x="3993007" y="2282121"/>
                    </a:lnTo>
                    <a:lnTo>
                      <a:pt x="4126103" y="1958425"/>
                    </a:lnTo>
                    <a:lnTo>
                      <a:pt x="4259199" y="1703276"/>
                    </a:lnTo>
                    <a:lnTo>
                      <a:pt x="4392295" y="1602613"/>
                    </a:lnTo>
                    <a:lnTo>
                      <a:pt x="4525391" y="1546125"/>
                    </a:lnTo>
                    <a:lnTo>
                      <a:pt x="4658487" y="1480116"/>
                    </a:lnTo>
                    <a:lnTo>
                      <a:pt x="4791583" y="1400398"/>
                    </a:lnTo>
                    <a:lnTo>
                      <a:pt x="4924679" y="1358127"/>
                    </a:lnTo>
                    <a:lnTo>
                      <a:pt x="5057775" y="1429467"/>
                    </a:lnTo>
                    <a:lnTo>
                      <a:pt x="5190871" y="1621527"/>
                    </a:lnTo>
                    <a:lnTo>
                      <a:pt x="5323967" y="1840879"/>
                    </a:lnTo>
                    <a:lnTo>
                      <a:pt x="5457063" y="2034589"/>
                    </a:lnTo>
                    <a:lnTo>
                      <a:pt x="5590159" y="2261557"/>
                    </a:lnTo>
                    <a:lnTo>
                      <a:pt x="5723256" y="2527241"/>
                    </a:lnTo>
                    <a:lnTo>
                      <a:pt x="5856351" y="2753067"/>
                    </a:lnTo>
                    <a:lnTo>
                      <a:pt x="5989447" y="2899174"/>
                    </a:lnTo>
                    <a:lnTo>
                      <a:pt x="6122544" y="2972927"/>
                    </a:lnTo>
                    <a:lnTo>
                      <a:pt x="6255639" y="3022179"/>
                    </a:lnTo>
                    <a:lnTo>
                      <a:pt x="6388735" y="3052518"/>
                    </a:lnTo>
                    <a:lnTo>
                      <a:pt x="6521831" y="3064831"/>
                    </a:lnTo>
                    <a:lnTo>
                      <a:pt x="6654927" y="3059753"/>
                    </a:lnTo>
                    <a:lnTo>
                      <a:pt x="6788023" y="3043251"/>
                    </a:lnTo>
                    <a:lnTo>
                      <a:pt x="6921119" y="3025860"/>
                    </a:lnTo>
                    <a:lnTo>
                      <a:pt x="7054215" y="3012785"/>
                    </a:lnTo>
                    <a:lnTo>
                      <a:pt x="7187311" y="2990063"/>
                    </a:lnTo>
                    <a:lnTo>
                      <a:pt x="7320407" y="2956932"/>
                    </a:lnTo>
                    <a:lnTo>
                      <a:pt x="7453631" y="2913773"/>
                    </a:lnTo>
                    <a:lnTo>
                      <a:pt x="7586726" y="2861474"/>
                    </a:lnTo>
                    <a:lnTo>
                      <a:pt x="7719822" y="2801177"/>
                    </a:lnTo>
                    <a:lnTo>
                      <a:pt x="7852919" y="2734153"/>
                    </a:lnTo>
                    <a:lnTo>
                      <a:pt x="7986014" y="2662305"/>
                    </a:lnTo>
                    <a:lnTo>
                      <a:pt x="8119110" y="2587411"/>
                    </a:lnTo>
                    <a:lnTo>
                      <a:pt x="8252206" y="2511374"/>
                    </a:lnTo>
                    <a:lnTo>
                      <a:pt x="8385302" y="2436099"/>
                    </a:lnTo>
                    <a:lnTo>
                      <a:pt x="8518398" y="2362855"/>
                    </a:lnTo>
                    <a:lnTo>
                      <a:pt x="8651494" y="2292530"/>
                    </a:lnTo>
                    <a:lnTo>
                      <a:pt x="8784590" y="2220936"/>
                    </a:lnTo>
                    <a:lnTo>
                      <a:pt x="8917686" y="2140583"/>
                    </a:lnTo>
                    <a:lnTo>
                      <a:pt x="9050782" y="2049187"/>
                    </a:lnTo>
                    <a:lnTo>
                      <a:pt x="9183878" y="1944081"/>
                    </a:lnTo>
                    <a:lnTo>
                      <a:pt x="9316974" y="1823869"/>
                    </a:lnTo>
                    <a:lnTo>
                      <a:pt x="9450070" y="1687282"/>
                    </a:lnTo>
                    <a:lnTo>
                      <a:pt x="9583166" y="1533685"/>
                    </a:lnTo>
                    <a:lnTo>
                      <a:pt x="9716262" y="1363078"/>
                    </a:lnTo>
                    <a:lnTo>
                      <a:pt x="9849358" y="1175588"/>
                    </a:lnTo>
                    <a:lnTo>
                      <a:pt x="9982454" y="971596"/>
                    </a:lnTo>
                    <a:lnTo>
                      <a:pt x="10115550" y="751610"/>
                    </a:lnTo>
                    <a:lnTo>
                      <a:pt x="10248646" y="516137"/>
                    </a:lnTo>
                    <a:lnTo>
                      <a:pt x="10381742" y="265431"/>
                    </a:lnTo>
                    <a:lnTo>
                      <a:pt x="10514838" y="0"/>
                    </a:lnTo>
                    <a:lnTo>
                      <a:pt x="10514838" y="4565257"/>
                    </a:lnTo>
                    <a:lnTo>
                      <a:pt x="10381742" y="4439841"/>
                    </a:lnTo>
                    <a:lnTo>
                      <a:pt x="10248646" y="4325722"/>
                    </a:lnTo>
                    <a:lnTo>
                      <a:pt x="10115550" y="4223409"/>
                    </a:lnTo>
                    <a:lnTo>
                      <a:pt x="9982454" y="4133536"/>
                    </a:lnTo>
                    <a:lnTo>
                      <a:pt x="9849358" y="4057118"/>
                    </a:lnTo>
                    <a:lnTo>
                      <a:pt x="9716262" y="3994664"/>
                    </a:lnTo>
                    <a:lnTo>
                      <a:pt x="9583166" y="3946808"/>
                    </a:lnTo>
                    <a:lnTo>
                      <a:pt x="9450070" y="3914311"/>
                    </a:lnTo>
                    <a:lnTo>
                      <a:pt x="9316974" y="3897047"/>
                    </a:lnTo>
                    <a:lnTo>
                      <a:pt x="9183878" y="3895016"/>
                    </a:lnTo>
                    <a:lnTo>
                      <a:pt x="9050782" y="3907075"/>
                    </a:lnTo>
                    <a:lnTo>
                      <a:pt x="8917686" y="3931955"/>
                    </a:lnTo>
                    <a:lnTo>
                      <a:pt x="8784590" y="3967625"/>
                    </a:lnTo>
                    <a:lnTo>
                      <a:pt x="8651494" y="4011927"/>
                    </a:lnTo>
                    <a:lnTo>
                      <a:pt x="8518398" y="4064227"/>
                    </a:lnTo>
                    <a:lnTo>
                      <a:pt x="8385302" y="4122746"/>
                    </a:lnTo>
                    <a:lnTo>
                      <a:pt x="8252206" y="4184565"/>
                    </a:lnTo>
                    <a:lnTo>
                      <a:pt x="8119110" y="4247908"/>
                    </a:lnTo>
                    <a:lnTo>
                      <a:pt x="7986014" y="4310997"/>
                    </a:lnTo>
                    <a:lnTo>
                      <a:pt x="7852919" y="4372309"/>
                    </a:lnTo>
                    <a:lnTo>
                      <a:pt x="7719822" y="4430447"/>
                    </a:lnTo>
                    <a:lnTo>
                      <a:pt x="7586726" y="4483635"/>
                    </a:lnTo>
                    <a:lnTo>
                      <a:pt x="7453631" y="4529841"/>
                    </a:lnTo>
                    <a:lnTo>
                      <a:pt x="7320407" y="4566781"/>
                    </a:lnTo>
                    <a:lnTo>
                      <a:pt x="7187311" y="4591915"/>
                    </a:lnTo>
                    <a:lnTo>
                      <a:pt x="7054215" y="4602197"/>
                    </a:lnTo>
                    <a:lnTo>
                      <a:pt x="6921119" y="4595342"/>
                    </a:lnTo>
                    <a:lnTo>
                      <a:pt x="6788023" y="4577063"/>
                    </a:lnTo>
                    <a:lnTo>
                      <a:pt x="6654927" y="4553198"/>
                    </a:lnTo>
                    <a:lnTo>
                      <a:pt x="6521831" y="4527049"/>
                    </a:lnTo>
                    <a:lnTo>
                      <a:pt x="6388735" y="4497472"/>
                    </a:lnTo>
                    <a:lnTo>
                      <a:pt x="6255639" y="4457866"/>
                    </a:lnTo>
                    <a:lnTo>
                      <a:pt x="6122544" y="4383607"/>
                    </a:lnTo>
                    <a:lnTo>
                      <a:pt x="5989447" y="4290941"/>
                    </a:lnTo>
                    <a:lnTo>
                      <a:pt x="5856351" y="4118684"/>
                    </a:lnTo>
                    <a:lnTo>
                      <a:pt x="5723256" y="3907583"/>
                    </a:lnTo>
                    <a:lnTo>
                      <a:pt x="5590159" y="3717173"/>
                    </a:lnTo>
                    <a:lnTo>
                      <a:pt x="5457063" y="3568019"/>
                    </a:lnTo>
                    <a:lnTo>
                      <a:pt x="5323967" y="3409599"/>
                    </a:lnTo>
                    <a:lnTo>
                      <a:pt x="5190871" y="3246228"/>
                    </a:lnTo>
                    <a:lnTo>
                      <a:pt x="5057775" y="3137821"/>
                    </a:lnTo>
                    <a:lnTo>
                      <a:pt x="4924679" y="3094027"/>
                    </a:lnTo>
                    <a:lnTo>
                      <a:pt x="4791583" y="3056453"/>
                    </a:lnTo>
                    <a:lnTo>
                      <a:pt x="4658487" y="3049979"/>
                    </a:lnTo>
                    <a:lnTo>
                      <a:pt x="4525391" y="3113195"/>
                    </a:lnTo>
                    <a:lnTo>
                      <a:pt x="4392295" y="3229472"/>
                    </a:lnTo>
                    <a:lnTo>
                      <a:pt x="4259199" y="3338386"/>
                    </a:lnTo>
                    <a:lnTo>
                      <a:pt x="4126103" y="3482589"/>
                    </a:lnTo>
                    <a:lnTo>
                      <a:pt x="3993007" y="3702322"/>
                    </a:lnTo>
                    <a:lnTo>
                      <a:pt x="3859911" y="3942491"/>
                    </a:lnTo>
                    <a:lnTo>
                      <a:pt x="3726815" y="4171744"/>
                    </a:lnTo>
                    <a:lnTo>
                      <a:pt x="3593592" y="4398967"/>
                    </a:lnTo>
                    <a:lnTo>
                      <a:pt x="3460496" y="4605370"/>
                    </a:lnTo>
                    <a:lnTo>
                      <a:pt x="3327400" y="4765441"/>
                    </a:lnTo>
                    <a:lnTo>
                      <a:pt x="3194304" y="4896316"/>
                    </a:lnTo>
                    <a:lnTo>
                      <a:pt x="3061208" y="5001676"/>
                    </a:lnTo>
                    <a:lnTo>
                      <a:pt x="2928112" y="5101323"/>
                    </a:lnTo>
                    <a:lnTo>
                      <a:pt x="2795016" y="5160350"/>
                    </a:lnTo>
                    <a:lnTo>
                      <a:pt x="2661920" y="5182057"/>
                    </a:lnTo>
                    <a:lnTo>
                      <a:pt x="2528824" y="5176979"/>
                    </a:lnTo>
                    <a:lnTo>
                      <a:pt x="2395728" y="5113764"/>
                    </a:lnTo>
                    <a:lnTo>
                      <a:pt x="2262632" y="5022875"/>
                    </a:lnTo>
                    <a:lnTo>
                      <a:pt x="2129536" y="4914595"/>
                    </a:lnTo>
                    <a:lnTo>
                      <a:pt x="1996440" y="4797811"/>
                    </a:lnTo>
                    <a:lnTo>
                      <a:pt x="1863344" y="4679376"/>
                    </a:lnTo>
                    <a:lnTo>
                      <a:pt x="1730248" y="4563861"/>
                    </a:lnTo>
                    <a:lnTo>
                      <a:pt x="1597152" y="4454058"/>
                    </a:lnTo>
                    <a:lnTo>
                      <a:pt x="1464056" y="4351364"/>
                    </a:lnTo>
                    <a:lnTo>
                      <a:pt x="1330960" y="4257048"/>
                    </a:lnTo>
                    <a:lnTo>
                      <a:pt x="1197864" y="4173395"/>
                    </a:lnTo>
                    <a:lnTo>
                      <a:pt x="1064768" y="4105736"/>
                    </a:lnTo>
                    <a:lnTo>
                      <a:pt x="931672" y="4065242"/>
                    </a:lnTo>
                    <a:lnTo>
                      <a:pt x="798576" y="4060799"/>
                    </a:lnTo>
                    <a:lnTo>
                      <a:pt x="665480" y="4109417"/>
                    </a:lnTo>
                    <a:lnTo>
                      <a:pt x="532384" y="4239403"/>
                    </a:lnTo>
                    <a:lnTo>
                      <a:pt x="399288" y="4469164"/>
                    </a:lnTo>
                    <a:lnTo>
                      <a:pt x="266192" y="4796541"/>
                    </a:lnTo>
                    <a:lnTo>
                      <a:pt x="133096" y="5207953"/>
                    </a:lnTo>
                    <a:lnTo>
                      <a:pt x="0" y="56874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324BBA6-53D7-FDCC-A586-CFA8FFEAB498}"/>
                  </a:ext>
                </a:extLst>
              </p:cNvPr>
              <p:cNvSpPr/>
              <p:nvPr/>
            </p:nvSpPr>
            <p:spPr>
              <a:xfrm>
                <a:off x="1078738" y="483619"/>
                <a:ext cx="10514838" cy="3713746"/>
              </a:xfrm>
              <a:custGeom>
                <a:avLst/>
                <a:gdLst>
                  <a:gd name="connsiteX0" fmla="*/ 0 w 10514838"/>
                  <a:gd name="connsiteY0" fmla="*/ 2106056 h 3713746"/>
                  <a:gd name="connsiteX1" fmla="*/ 133096 w 10514838"/>
                  <a:gd name="connsiteY1" fmla="*/ 2269046 h 3713746"/>
                  <a:gd name="connsiteX2" fmla="*/ 266192 w 10514838"/>
                  <a:gd name="connsiteY2" fmla="*/ 2397128 h 3713746"/>
                  <a:gd name="connsiteX3" fmla="*/ 399288 w 10514838"/>
                  <a:gd name="connsiteY3" fmla="*/ 2482305 h 3713746"/>
                  <a:gd name="connsiteX4" fmla="*/ 532384 w 10514838"/>
                  <a:gd name="connsiteY4" fmla="*/ 2518610 h 3713746"/>
                  <a:gd name="connsiteX5" fmla="*/ 665480 w 10514838"/>
                  <a:gd name="connsiteY5" fmla="*/ 2510739 h 3713746"/>
                  <a:gd name="connsiteX6" fmla="*/ 798576 w 10514838"/>
                  <a:gd name="connsiteY6" fmla="*/ 2467580 h 3713746"/>
                  <a:gd name="connsiteX7" fmla="*/ 931672 w 10514838"/>
                  <a:gd name="connsiteY7" fmla="*/ 2398525 h 3713746"/>
                  <a:gd name="connsiteX8" fmla="*/ 1064768 w 10514838"/>
                  <a:gd name="connsiteY8" fmla="*/ 2337974 h 3713746"/>
                  <a:gd name="connsiteX9" fmla="*/ 1197864 w 10514838"/>
                  <a:gd name="connsiteY9" fmla="*/ 2330231 h 3713746"/>
                  <a:gd name="connsiteX10" fmla="*/ 1330960 w 10514838"/>
                  <a:gd name="connsiteY10" fmla="*/ 2374279 h 3713746"/>
                  <a:gd name="connsiteX11" fmla="*/ 1464056 w 10514838"/>
                  <a:gd name="connsiteY11" fmla="*/ 2462375 h 3713746"/>
                  <a:gd name="connsiteX12" fmla="*/ 1597152 w 10514838"/>
                  <a:gd name="connsiteY12" fmla="*/ 2584237 h 3713746"/>
                  <a:gd name="connsiteX13" fmla="*/ 1730248 w 10514838"/>
                  <a:gd name="connsiteY13" fmla="*/ 2728187 h 3713746"/>
                  <a:gd name="connsiteX14" fmla="*/ 1863344 w 10514838"/>
                  <a:gd name="connsiteY14" fmla="*/ 2882926 h 3713746"/>
                  <a:gd name="connsiteX15" fmla="*/ 1996440 w 10514838"/>
                  <a:gd name="connsiteY15" fmla="*/ 3038300 h 3713746"/>
                  <a:gd name="connsiteX16" fmla="*/ 2129536 w 10514838"/>
                  <a:gd name="connsiteY16" fmla="*/ 3186058 h 3713746"/>
                  <a:gd name="connsiteX17" fmla="*/ 2262632 w 10514838"/>
                  <a:gd name="connsiteY17" fmla="*/ 3320360 h 3713746"/>
                  <a:gd name="connsiteX18" fmla="*/ 2395728 w 10514838"/>
                  <a:gd name="connsiteY18" fmla="*/ 3437272 h 3713746"/>
                  <a:gd name="connsiteX19" fmla="*/ 2528824 w 10514838"/>
                  <a:gd name="connsiteY19" fmla="*/ 3534254 h 3713746"/>
                  <a:gd name="connsiteX20" fmla="*/ 2661920 w 10514838"/>
                  <a:gd name="connsiteY20" fmla="*/ 3635932 h 3713746"/>
                  <a:gd name="connsiteX21" fmla="*/ 2795016 w 10514838"/>
                  <a:gd name="connsiteY21" fmla="*/ 3693944 h 3713746"/>
                  <a:gd name="connsiteX22" fmla="*/ 2928112 w 10514838"/>
                  <a:gd name="connsiteY22" fmla="*/ 3713365 h 3713746"/>
                  <a:gd name="connsiteX23" fmla="*/ 3061208 w 10514838"/>
                  <a:gd name="connsiteY23" fmla="*/ 3713746 h 3713746"/>
                  <a:gd name="connsiteX24" fmla="*/ 3194304 w 10514838"/>
                  <a:gd name="connsiteY24" fmla="*/ 3654211 h 3713746"/>
                  <a:gd name="connsiteX25" fmla="*/ 3327400 w 10514838"/>
                  <a:gd name="connsiteY25" fmla="*/ 3538823 h 3713746"/>
                  <a:gd name="connsiteX26" fmla="*/ 3460496 w 10514838"/>
                  <a:gd name="connsiteY26" fmla="*/ 3357046 h 3713746"/>
                  <a:gd name="connsiteX27" fmla="*/ 3593592 w 10514838"/>
                  <a:gd name="connsiteY27" fmla="*/ 3139217 h 3713746"/>
                  <a:gd name="connsiteX28" fmla="*/ 3726815 w 10514838"/>
                  <a:gd name="connsiteY28" fmla="*/ 2880895 h 3713746"/>
                  <a:gd name="connsiteX29" fmla="*/ 3859911 w 10514838"/>
                  <a:gd name="connsiteY29" fmla="*/ 2569512 h 3713746"/>
                  <a:gd name="connsiteX30" fmla="*/ 3993007 w 10514838"/>
                  <a:gd name="connsiteY30" fmla="*/ 2282121 h 3713746"/>
                  <a:gd name="connsiteX31" fmla="*/ 4126103 w 10514838"/>
                  <a:gd name="connsiteY31" fmla="*/ 1958425 h 3713746"/>
                  <a:gd name="connsiteX32" fmla="*/ 4259199 w 10514838"/>
                  <a:gd name="connsiteY32" fmla="*/ 1703276 h 3713746"/>
                  <a:gd name="connsiteX33" fmla="*/ 4392295 w 10514838"/>
                  <a:gd name="connsiteY33" fmla="*/ 1602613 h 3713746"/>
                  <a:gd name="connsiteX34" fmla="*/ 4525391 w 10514838"/>
                  <a:gd name="connsiteY34" fmla="*/ 1546125 h 3713746"/>
                  <a:gd name="connsiteX35" fmla="*/ 4658487 w 10514838"/>
                  <a:gd name="connsiteY35" fmla="*/ 1480116 h 3713746"/>
                  <a:gd name="connsiteX36" fmla="*/ 4791583 w 10514838"/>
                  <a:gd name="connsiteY36" fmla="*/ 1400398 h 3713746"/>
                  <a:gd name="connsiteX37" fmla="*/ 4924679 w 10514838"/>
                  <a:gd name="connsiteY37" fmla="*/ 1358127 h 3713746"/>
                  <a:gd name="connsiteX38" fmla="*/ 5057775 w 10514838"/>
                  <a:gd name="connsiteY38" fmla="*/ 1429467 h 3713746"/>
                  <a:gd name="connsiteX39" fmla="*/ 5190871 w 10514838"/>
                  <a:gd name="connsiteY39" fmla="*/ 1621527 h 3713746"/>
                  <a:gd name="connsiteX40" fmla="*/ 5323967 w 10514838"/>
                  <a:gd name="connsiteY40" fmla="*/ 1840879 h 3713746"/>
                  <a:gd name="connsiteX41" fmla="*/ 5457063 w 10514838"/>
                  <a:gd name="connsiteY41" fmla="*/ 2034589 h 3713746"/>
                  <a:gd name="connsiteX42" fmla="*/ 5590159 w 10514838"/>
                  <a:gd name="connsiteY42" fmla="*/ 2261557 h 3713746"/>
                  <a:gd name="connsiteX43" fmla="*/ 5723256 w 10514838"/>
                  <a:gd name="connsiteY43" fmla="*/ 2527241 h 3713746"/>
                  <a:gd name="connsiteX44" fmla="*/ 5856351 w 10514838"/>
                  <a:gd name="connsiteY44" fmla="*/ 2753067 h 3713746"/>
                  <a:gd name="connsiteX45" fmla="*/ 5989447 w 10514838"/>
                  <a:gd name="connsiteY45" fmla="*/ 2899174 h 3713746"/>
                  <a:gd name="connsiteX46" fmla="*/ 6122544 w 10514838"/>
                  <a:gd name="connsiteY46" fmla="*/ 2972927 h 3713746"/>
                  <a:gd name="connsiteX47" fmla="*/ 6255639 w 10514838"/>
                  <a:gd name="connsiteY47" fmla="*/ 3022179 h 3713746"/>
                  <a:gd name="connsiteX48" fmla="*/ 6388735 w 10514838"/>
                  <a:gd name="connsiteY48" fmla="*/ 3052518 h 3713746"/>
                  <a:gd name="connsiteX49" fmla="*/ 6521831 w 10514838"/>
                  <a:gd name="connsiteY49" fmla="*/ 3064831 h 3713746"/>
                  <a:gd name="connsiteX50" fmla="*/ 6654927 w 10514838"/>
                  <a:gd name="connsiteY50" fmla="*/ 3059753 h 3713746"/>
                  <a:gd name="connsiteX51" fmla="*/ 6788023 w 10514838"/>
                  <a:gd name="connsiteY51" fmla="*/ 3043251 h 3713746"/>
                  <a:gd name="connsiteX52" fmla="*/ 6921119 w 10514838"/>
                  <a:gd name="connsiteY52" fmla="*/ 3025860 h 3713746"/>
                  <a:gd name="connsiteX53" fmla="*/ 7054215 w 10514838"/>
                  <a:gd name="connsiteY53" fmla="*/ 3012785 h 3713746"/>
                  <a:gd name="connsiteX54" fmla="*/ 7187311 w 10514838"/>
                  <a:gd name="connsiteY54" fmla="*/ 2990063 h 3713746"/>
                  <a:gd name="connsiteX55" fmla="*/ 7320407 w 10514838"/>
                  <a:gd name="connsiteY55" fmla="*/ 2956932 h 3713746"/>
                  <a:gd name="connsiteX56" fmla="*/ 7453631 w 10514838"/>
                  <a:gd name="connsiteY56" fmla="*/ 2913773 h 3713746"/>
                  <a:gd name="connsiteX57" fmla="*/ 7586726 w 10514838"/>
                  <a:gd name="connsiteY57" fmla="*/ 2861474 h 3713746"/>
                  <a:gd name="connsiteX58" fmla="*/ 7719822 w 10514838"/>
                  <a:gd name="connsiteY58" fmla="*/ 2801177 h 3713746"/>
                  <a:gd name="connsiteX59" fmla="*/ 7852919 w 10514838"/>
                  <a:gd name="connsiteY59" fmla="*/ 2734153 h 3713746"/>
                  <a:gd name="connsiteX60" fmla="*/ 7986014 w 10514838"/>
                  <a:gd name="connsiteY60" fmla="*/ 2662305 h 3713746"/>
                  <a:gd name="connsiteX61" fmla="*/ 8119110 w 10514838"/>
                  <a:gd name="connsiteY61" fmla="*/ 2587411 h 3713746"/>
                  <a:gd name="connsiteX62" fmla="*/ 8252206 w 10514838"/>
                  <a:gd name="connsiteY62" fmla="*/ 2511374 h 3713746"/>
                  <a:gd name="connsiteX63" fmla="*/ 8385302 w 10514838"/>
                  <a:gd name="connsiteY63" fmla="*/ 2436099 h 3713746"/>
                  <a:gd name="connsiteX64" fmla="*/ 8518398 w 10514838"/>
                  <a:gd name="connsiteY64" fmla="*/ 2362855 h 3713746"/>
                  <a:gd name="connsiteX65" fmla="*/ 8651494 w 10514838"/>
                  <a:gd name="connsiteY65" fmla="*/ 2292530 h 3713746"/>
                  <a:gd name="connsiteX66" fmla="*/ 8784590 w 10514838"/>
                  <a:gd name="connsiteY66" fmla="*/ 2220936 h 3713746"/>
                  <a:gd name="connsiteX67" fmla="*/ 8917686 w 10514838"/>
                  <a:gd name="connsiteY67" fmla="*/ 2140583 h 3713746"/>
                  <a:gd name="connsiteX68" fmla="*/ 9050782 w 10514838"/>
                  <a:gd name="connsiteY68" fmla="*/ 2049187 h 3713746"/>
                  <a:gd name="connsiteX69" fmla="*/ 9183878 w 10514838"/>
                  <a:gd name="connsiteY69" fmla="*/ 1944081 h 3713746"/>
                  <a:gd name="connsiteX70" fmla="*/ 9316974 w 10514838"/>
                  <a:gd name="connsiteY70" fmla="*/ 1823869 h 3713746"/>
                  <a:gd name="connsiteX71" fmla="*/ 9450070 w 10514838"/>
                  <a:gd name="connsiteY71" fmla="*/ 1687282 h 3713746"/>
                  <a:gd name="connsiteX72" fmla="*/ 9583166 w 10514838"/>
                  <a:gd name="connsiteY72" fmla="*/ 1533685 h 3713746"/>
                  <a:gd name="connsiteX73" fmla="*/ 9716262 w 10514838"/>
                  <a:gd name="connsiteY73" fmla="*/ 1363078 h 3713746"/>
                  <a:gd name="connsiteX74" fmla="*/ 9849358 w 10514838"/>
                  <a:gd name="connsiteY74" fmla="*/ 1175588 h 3713746"/>
                  <a:gd name="connsiteX75" fmla="*/ 9982454 w 10514838"/>
                  <a:gd name="connsiteY75" fmla="*/ 971596 h 3713746"/>
                  <a:gd name="connsiteX76" fmla="*/ 10115550 w 10514838"/>
                  <a:gd name="connsiteY76" fmla="*/ 751610 h 3713746"/>
                  <a:gd name="connsiteX77" fmla="*/ 10248646 w 10514838"/>
                  <a:gd name="connsiteY77" fmla="*/ 516137 h 3713746"/>
                  <a:gd name="connsiteX78" fmla="*/ 10381742 w 10514838"/>
                  <a:gd name="connsiteY78" fmla="*/ 265431 h 3713746"/>
                  <a:gd name="connsiteX79" fmla="*/ 10514838 w 10514838"/>
                  <a:gd name="connsiteY79" fmla="*/ 0 h 3713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3713746">
                    <a:moveTo>
                      <a:pt x="0" y="2106056"/>
                    </a:moveTo>
                    <a:lnTo>
                      <a:pt x="133096" y="2269046"/>
                    </a:lnTo>
                    <a:lnTo>
                      <a:pt x="266192" y="2397128"/>
                    </a:lnTo>
                    <a:lnTo>
                      <a:pt x="399288" y="2482305"/>
                    </a:lnTo>
                    <a:lnTo>
                      <a:pt x="532384" y="2518610"/>
                    </a:lnTo>
                    <a:lnTo>
                      <a:pt x="665480" y="2510739"/>
                    </a:lnTo>
                    <a:lnTo>
                      <a:pt x="798576" y="2467580"/>
                    </a:lnTo>
                    <a:lnTo>
                      <a:pt x="931672" y="2398525"/>
                    </a:lnTo>
                    <a:lnTo>
                      <a:pt x="1064768" y="2337974"/>
                    </a:lnTo>
                    <a:lnTo>
                      <a:pt x="1197864" y="2330231"/>
                    </a:lnTo>
                    <a:lnTo>
                      <a:pt x="1330960" y="2374279"/>
                    </a:lnTo>
                    <a:lnTo>
                      <a:pt x="1464056" y="2462375"/>
                    </a:lnTo>
                    <a:lnTo>
                      <a:pt x="1597152" y="2584237"/>
                    </a:lnTo>
                    <a:lnTo>
                      <a:pt x="1730248" y="2728187"/>
                    </a:lnTo>
                    <a:lnTo>
                      <a:pt x="1863344" y="2882926"/>
                    </a:lnTo>
                    <a:lnTo>
                      <a:pt x="1996440" y="3038300"/>
                    </a:lnTo>
                    <a:lnTo>
                      <a:pt x="2129536" y="3186058"/>
                    </a:lnTo>
                    <a:lnTo>
                      <a:pt x="2262632" y="3320360"/>
                    </a:lnTo>
                    <a:lnTo>
                      <a:pt x="2395728" y="3437272"/>
                    </a:lnTo>
                    <a:lnTo>
                      <a:pt x="2528824" y="3534254"/>
                    </a:lnTo>
                    <a:lnTo>
                      <a:pt x="2661920" y="3635932"/>
                    </a:lnTo>
                    <a:lnTo>
                      <a:pt x="2795016" y="3693944"/>
                    </a:lnTo>
                    <a:lnTo>
                      <a:pt x="2928112" y="3713365"/>
                    </a:lnTo>
                    <a:lnTo>
                      <a:pt x="3061208" y="3713746"/>
                    </a:lnTo>
                    <a:lnTo>
                      <a:pt x="3194304" y="3654211"/>
                    </a:lnTo>
                    <a:lnTo>
                      <a:pt x="3327400" y="3538823"/>
                    </a:lnTo>
                    <a:lnTo>
                      <a:pt x="3460496" y="3357046"/>
                    </a:lnTo>
                    <a:lnTo>
                      <a:pt x="3593592" y="3139217"/>
                    </a:lnTo>
                    <a:lnTo>
                      <a:pt x="3726815" y="2880895"/>
                    </a:lnTo>
                    <a:lnTo>
                      <a:pt x="3859911" y="2569512"/>
                    </a:lnTo>
                    <a:lnTo>
                      <a:pt x="3993007" y="2282121"/>
                    </a:lnTo>
                    <a:lnTo>
                      <a:pt x="4126103" y="1958425"/>
                    </a:lnTo>
                    <a:lnTo>
                      <a:pt x="4259199" y="1703276"/>
                    </a:lnTo>
                    <a:lnTo>
                      <a:pt x="4392295" y="1602613"/>
                    </a:lnTo>
                    <a:lnTo>
                      <a:pt x="4525391" y="1546125"/>
                    </a:lnTo>
                    <a:lnTo>
                      <a:pt x="4658487" y="1480116"/>
                    </a:lnTo>
                    <a:lnTo>
                      <a:pt x="4791583" y="1400398"/>
                    </a:lnTo>
                    <a:lnTo>
                      <a:pt x="4924679" y="1358127"/>
                    </a:lnTo>
                    <a:lnTo>
                      <a:pt x="5057775" y="1429467"/>
                    </a:lnTo>
                    <a:lnTo>
                      <a:pt x="5190871" y="1621527"/>
                    </a:lnTo>
                    <a:lnTo>
                      <a:pt x="5323967" y="1840879"/>
                    </a:lnTo>
                    <a:lnTo>
                      <a:pt x="5457063" y="2034589"/>
                    </a:lnTo>
                    <a:lnTo>
                      <a:pt x="5590159" y="2261557"/>
                    </a:lnTo>
                    <a:lnTo>
                      <a:pt x="5723256" y="2527241"/>
                    </a:lnTo>
                    <a:lnTo>
                      <a:pt x="5856351" y="2753067"/>
                    </a:lnTo>
                    <a:lnTo>
                      <a:pt x="5989447" y="2899174"/>
                    </a:lnTo>
                    <a:lnTo>
                      <a:pt x="6122544" y="2972927"/>
                    </a:lnTo>
                    <a:lnTo>
                      <a:pt x="6255639" y="3022179"/>
                    </a:lnTo>
                    <a:lnTo>
                      <a:pt x="6388735" y="3052518"/>
                    </a:lnTo>
                    <a:lnTo>
                      <a:pt x="6521831" y="3064831"/>
                    </a:lnTo>
                    <a:lnTo>
                      <a:pt x="6654927" y="3059753"/>
                    </a:lnTo>
                    <a:lnTo>
                      <a:pt x="6788023" y="3043251"/>
                    </a:lnTo>
                    <a:lnTo>
                      <a:pt x="6921119" y="3025860"/>
                    </a:lnTo>
                    <a:lnTo>
                      <a:pt x="7054215" y="3012785"/>
                    </a:lnTo>
                    <a:lnTo>
                      <a:pt x="7187311" y="2990063"/>
                    </a:lnTo>
                    <a:lnTo>
                      <a:pt x="7320407" y="2956932"/>
                    </a:lnTo>
                    <a:lnTo>
                      <a:pt x="7453631" y="2913773"/>
                    </a:lnTo>
                    <a:lnTo>
                      <a:pt x="7586726" y="2861474"/>
                    </a:lnTo>
                    <a:lnTo>
                      <a:pt x="7719822" y="2801177"/>
                    </a:lnTo>
                    <a:lnTo>
                      <a:pt x="7852919" y="2734153"/>
                    </a:lnTo>
                    <a:lnTo>
                      <a:pt x="7986014" y="2662305"/>
                    </a:lnTo>
                    <a:lnTo>
                      <a:pt x="8119110" y="2587411"/>
                    </a:lnTo>
                    <a:lnTo>
                      <a:pt x="8252206" y="2511374"/>
                    </a:lnTo>
                    <a:lnTo>
                      <a:pt x="8385302" y="2436099"/>
                    </a:lnTo>
                    <a:lnTo>
                      <a:pt x="8518398" y="2362855"/>
                    </a:lnTo>
                    <a:lnTo>
                      <a:pt x="8651494" y="2292530"/>
                    </a:lnTo>
                    <a:lnTo>
                      <a:pt x="8784590" y="2220936"/>
                    </a:lnTo>
                    <a:lnTo>
                      <a:pt x="8917686" y="2140583"/>
                    </a:lnTo>
                    <a:lnTo>
                      <a:pt x="9050782" y="2049187"/>
                    </a:lnTo>
                    <a:lnTo>
                      <a:pt x="9183878" y="1944081"/>
                    </a:lnTo>
                    <a:lnTo>
                      <a:pt x="9316974" y="1823869"/>
                    </a:lnTo>
                    <a:lnTo>
                      <a:pt x="9450070" y="1687282"/>
                    </a:lnTo>
                    <a:lnTo>
                      <a:pt x="9583166" y="1533685"/>
                    </a:lnTo>
                    <a:lnTo>
                      <a:pt x="9716262" y="1363078"/>
                    </a:lnTo>
                    <a:lnTo>
                      <a:pt x="9849358" y="1175588"/>
                    </a:lnTo>
                    <a:lnTo>
                      <a:pt x="9982454" y="971596"/>
                    </a:lnTo>
                    <a:lnTo>
                      <a:pt x="10115550" y="751610"/>
                    </a:lnTo>
                    <a:lnTo>
                      <a:pt x="10248646" y="516137"/>
                    </a:lnTo>
                    <a:lnTo>
                      <a:pt x="10381742" y="265431"/>
                    </a:lnTo>
                    <a:lnTo>
                      <a:pt x="10514838" y="0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10A1655-E948-57C6-D43B-A8905BD1D09D}"/>
                  </a:ext>
                </a:extLst>
              </p:cNvPr>
              <p:cNvSpPr/>
              <p:nvPr/>
            </p:nvSpPr>
            <p:spPr>
              <a:xfrm>
                <a:off x="1078738" y="3533597"/>
                <a:ext cx="10514838" cy="2637425"/>
              </a:xfrm>
              <a:custGeom>
                <a:avLst/>
                <a:gdLst>
                  <a:gd name="connsiteX0" fmla="*/ 10514838 w 10514838"/>
                  <a:gd name="connsiteY0" fmla="*/ 1515278 h 2637425"/>
                  <a:gd name="connsiteX1" fmla="*/ 10381742 w 10514838"/>
                  <a:gd name="connsiteY1" fmla="*/ 1389862 h 2637425"/>
                  <a:gd name="connsiteX2" fmla="*/ 10248646 w 10514838"/>
                  <a:gd name="connsiteY2" fmla="*/ 1275743 h 2637425"/>
                  <a:gd name="connsiteX3" fmla="*/ 10115550 w 10514838"/>
                  <a:gd name="connsiteY3" fmla="*/ 1173430 h 2637425"/>
                  <a:gd name="connsiteX4" fmla="*/ 9982454 w 10514838"/>
                  <a:gd name="connsiteY4" fmla="*/ 1083557 h 2637425"/>
                  <a:gd name="connsiteX5" fmla="*/ 9849358 w 10514838"/>
                  <a:gd name="connsiteY5" fmla="*/ 1007139 h 2637425"/>
                  <a:gd name="connsiteX6" fmla="*/ 9716262 w 10514838"/>
                  <a:gd name="connsiteY6" fmla="*/ 944685 h 2637425"/>
                  <a:gd name="connsiteX7" fmla="*/ 9583166 w 10514838"/>
                  <a:gd name="connsiteY7" fmla="*/ 896829 h 2637425"/>
                  <a:gd name="connsiteX8" fmla="*/ 9450070 w 10514838"/>
                  <a:gd name="connsiteY8" fmla="*/ 864332 h 2637425"/>
                  <a:gd name="connsiteX9" fmla="*/ 9316974 w 10514838"/>
                  <a:gd name="connsiteY9" fmla="*/ 847068 h 2637425"/>
                  <a:gd name="connsiteX10" fmla="*/ 9183878 w 10514838"/>
                  <a:gd name="connsiteY10" fmla="*/ 845037 h 2637425"/>
                  <a:gd name="connsiteX11" fmla="*/ 9050782 w 10514838"/>
                  <a:gd name="connsiteY11" fmla="*/ 857097 h 2637425"/>
                  <a:gd name="connsiteX12" fmla="*/ 8917686 w 10514838"/>
                  <a:gd name="connsiteY12" fmla="*/ 881977 h 2637425"/>
                  <a:gd name="connsiteX13" fmla="*/ 8784590 w 10514838"/>
                  <a:gd name="connsiteY13" fmla="*/ 917647 h 2637425"/>
                  <a:gd name="connsiteX14" fmla="*/ 8651494 w 10514838"/>
                  <a:gd name="connsiteY14" fmla="*/ 961949 h 2637425"/>
                  <a:gd name="connsiteX15" fmla="*/ 8518398 w 10514838"/>
                  <a:gd name="connsiteY15" fmla="*/ 1014248 h 2637425"/>
                  <a:gd name="connsiteX16" fmla="*/ 8385302 w 10514838"/>
                  <a:gd name="connsiteY16" fmla="*/ 1072767 h 2637425"/>
                  <a:gd name="connsiteX17" fmla="*/ 8252206 w 10514838"/>
                  <a:gd name="connsiteY17" fmla="*/ 1134587 h 2637425"/>
                  <a:gd name="connsiteX18" fmla="*/ 8119110 w 10514838"/>
                  <a:gd name="connsiteY18" fmla="*/ 1197929 h 2637425"/>
                  <a:gd name="connsiteX19" fmla="*/ 7986014 w 10514838"/>
                  <a:gd name="connsiteY19" fmla="*/ 1261018 h 2637425"/>
                  <a:gd name="connsiteX20" fmla="*/ 7852919 w 10514838"/>
                  <a:gd name="connsiteY20" fmla="*/ 1322330 h 2637425"/>
                  <a:gd name="connsiteX21" fmla="*/ 7719822 w 10514838"/>
                  <a:gd name="connsiteY21" fmla="*/ 1380469 h 2637425"/>
                  <a:gd name="connsiteX22" fmla="*/ 7586726 w 10514838"/>
                  <a:gd name="connsiteY22" fmla="*/ 1433656 h 2637425"/>
                  <a:gd name="connsiteX23" fmla="*/ 7453631 w 10514838"/>
                  <a:gd name="connsiteY23" fmla="*/ 1479863 h 2637425"/>
                  <a:gd name="connsiteX24" fmla="*/ 7320407 w 10514838"/>
                  <a:gd name="connsiteY24" fmla="*/ 1516802 h 2637425"/>
                  <a:gd name="connsiteX25" fmla="*/ 7187311 w 10514838"/>
                  <a:gd name="connsiteY25" fmla="*/ 1541936 h 2637425"/>
                  <a:gd name="connsiteX26" fmla="*/ 7054215 w 10514838"/>
                  <a:gd name="connsiteY26" fmla="*/ 1552218 h 2637425"/>
                  <a:gd name="connsiteX27" fmla="*/ 6921119 w 10514838"/>
                  <a:gd name="connsiteY27" fmla="*/ 1545363 h 2637425"/>
                  <a:gd name="connsiteX28" fmla="*/ 6788023 w 10514838"/>
                  <a:gd name="connsiteY28" fmla="*/ 1527084 h 2637425"/>
                  <a:gd name="connsiteX29" fmla="*/ 6654927 w 10514838"/>
                  <a:gd name="connsiteY29" fmla="*/ 1503219 h 2637425"/>
                  <a:gd name="connsiteX30" fmla="*/ 6521831 w 10514838"/>
                  <a:gd name="connsiteY30" fmla="*/ 1477070 h 2637425"/>
                  <a:gd name="connsiteX31" fmla="*/ 6388735 w 10514838"/>
                  <a:gd name="connsiteY31" fmla="*/ 1447493 h 2637425"/>
                  <a:gd name="connsiteX32" fmla="*/ 6255639 w 10514838"/>
                  <a:gd name="connsiteY32" fmla="*/ 1407888 h 2637425"/>
                  <a:gd name="connsiteX33" fmla="*/ 6122544 w 10514838"/>
                  <a:gd name="connsiteY33" fmla="*/ 1333628 h 2637425"/>
                  <a:gd name="connsiteX34" fmla="*/ 5989447 w 10514838"/>
                  <a:gd name="connsiteY34" fmla="*/ 1240962 h 2637425"/>
                  <a:gd name="connsiteX35" fmla="*/ 5856351 w 10514838"/>
                  <a:gd name="connsiteY35" fmla="*/ 1068705 h 2637425"/>
                  <a:gd name="connsiteX36" fmla="*/ 5723256 w 10514838"/>
                  <a:gd name="connsiteY36" fmla="*/ 857604 h 2637425"/>
                  <a:gd name="connsiteX37" fmla="*/ 5590159 w 10514838"/>
                  <a:gd name="connsiteY37" fmla="*/ 667195 h 2637425"/>
                  <a:gd name="connsiteX38" fmla="*/ 5457063 w 10514838"/>
                  <a:gd name="connsiteY38" fmla="*/ 518041 h 2637425"/>
                  <a:gd name="connsiteX39" fmla="*/ 5323967 w 10514838"/>
                  <a:gd name="connsiteY39" fmla="*/ 359620 h 2637425"/>
                  <a:gd name="connsiteX40" fmla="*/ 5190871 w 10514838"/>
                  <a:gd name="connsiteY40" fmla="*/ 196249 h 2637425"/>
                  <a:gd name="connsiteX41" fmla="*/ 5057775 w 10514838"/>
                  <a:gd name="connsiteY41" fmla="*/ 87842 h 2637425"/>
                  <a:gd name="connsiteX42" fmla="*/ 4924679 w 10514838"/>
                  <a:gd name="connsiteY42" fmla="*/ 44048 h 2637425"/>
                  <a:gd name="connsiteX43" fmla="*/ 4791583 w 10514838"/>
                  <a:gd name="connsiteY43" fmla="*/ 6474 h 2637425"/>
                  <a:gd name="connsiteX44" fmla="*/ 4658487 w 10514838"/>
                  <a:gd name="connsiteY44" fmla="*/ 0 h 2637425"/>
                  <a:gd name="connsiteX45" fmla="*/ 4525391 w 10514838"/>
                  <a:gd name="connsiteY45" fmla="*/ 63216 h 2637425"/>
                  <a:gd name="connsiteX46" fmla="*/ 4392295 w 10514838"/>
                  <a:gd name="connsiteY46" fmla="*/ 179493 h 2637425"/>
                  <a:gd name="connsiteX47" fmla="*/ 4259199 w 10514838"/>
                  <a:gd name="connsiteY47" fmla="*/ 288407 h 2637425"/>
                  <a:gd name="connsiteX48" fmla="*/ 4126103 w 10514838"/>
                  <a:gd name="connsiteY48" fmla="*/ 432611 h 2637425"/>
                  <a:gd name="connsiteX49" fmla="*/ 3993007 w 10514838"/>
                  <a:gd name="connsiteY49" fmla="*/ 652343 h 2637425"/>
                  <a:gd name="connsiteX50" fmla="*/ 3859911 w 10514838"/>
                  <a:gd name="connsiteY50" fmla="*/ 892513 h 2637425"/>
                  <a:gd name="connsiteX51" fmla="*/ 3726815 w 10514838"/>
                  <a:gd name="connsiteY51" fmla="*/ 1121766 h 2637425"/>
                  <a:gd name="connsiteX52" fmla="*/ 3593592 w 10514838"/>
                  <a:gd name="connsiteY52" fmla="*/ 1348988 h 2637425"/>
                  <a:gd name="connsiteX53" fmla="*/ 3460496 w 10514838"/>
                  <a:gd name="connsiteY53" fmla="*/ 1555391 h 2637425"/>
                  <a:gd name="connsiteX54" fmla="*/ 3327400 w 10514838"/>
                  <a:gd name="connsiteY54" fmla="*/ 1715463 h 2637425"/>
                  <a:gd name="connsiteX55" fmla="*/ 3194304 w 10514838"/>
                  <a:gd name="connsiteY55" fmla="*/ 1846337 h 2637425"/>
                  <a:gd name="connsiteX56" fmla="*/ 3061208 w 10514838"/>
                  <a:gd name="connsiteY56" fmla="*/ 1951697 h 2637425"/>
                  <a:gd name="connsiteX57" fmla="*/ 2928112 w 10514838"/>
                  <a:gd name="connsiteY57" fmla="*/ 2051345 h 2637425"/>
                  <a:gd name="connsiteX58" fmla="*/ 2795016 w 10514838"/>
                  <a:gd name="connsiteY58" fmla="*/ 2110372 h 2637425"/>
                  <a:gd name="connsiteX59" fmla="*/ 2661920 w 10514838"/>
                  <a:gd name="connsiteY59" fmla="*/ 2132079 h 2637425"/>
                  <a:gd name="connsiteX60" fmla="*/ 2528824 w 10514838"/>
                  <a:gd name="connsiteY60" fmla="*/ 2127001 h 2637425"/>
                  <a:gd name="connsiteX61" fmla="*/ 2395728 w 10514838"/>
                  <a:gd name="connsiteY61" fmla="*/ 2063785 h 2637425"/>
                  <a:gd name="connsiteX62" fmla="*/ 2262632 w 10514838"/>
                  <a:gd name="connsiteY62" fmla="*/ 1972896 h 2637425"/>
                  <a:gd name="connsiteX63" fmla="*/ 2129536 w 10514838"/>
                  <a:gd name="connsiteY63" fmla="*/ 1864617 h 2637425"/>
                  <a:gd name="connsiteX64" fmla="*/ 1996440 w 10514838"/>
                  <a:gd name="connsiteY64" fmla="*/ 1747832 h 2637425"/>
                  <a:gd name="connsiteX65" fmla="*/ 1863344 w 10514838"/>
                  <a:gd name="connsiteY65" fmla="*/ 1629397 h 2637425"/>
                  <a:gd name="connsiteX66" fmla="*/ 1730248 w 10514838"/>
                  <a:gd name="connsiteY66" fmla="*/ 1513882 h 2637425"/>
                  <a:gd name="connsiteX67" fmla="*/ 1597152 w 10514838"/>
                  <a:gd name="connsiteY67" fmla="*/ 1404080 h 2637425"/>
                  <a:gd name="connsiteX68" fmla="*/ 1464056 w 10514838"/>
                  <a:gd name="connsiteY68" fmla="*/ 1301385 h 2637425"/>
                  <a:gd name="connsiteX69" fmla="*/ 1330960 w 10514838"/>
                  <a:gd name="connsiteY69" fmla="*/ 1207069 h 2637425"/>
                  <a:gd name="connsiteX70" fmla="*/ 1197864 w 10514838"/>
                  <a:gd name="connsiteY70" fmla="*/ 1123416 h 2637425"/>
                  <a:gd name="connsiteX71" fmla="*/ 1064768 w 10514838"/>
                  <a:gd name="connsiteY71" fmla="*/ 1055757 h 2637425"/>
                  <a:gd name="connsiteX72" fmla="*/ 931672 w 10514838"/>
                  <a:gd name="connsiteY72" fmla="*/ 1015263 h 2637425"/>
                  <a:gd name="connsiteX73" fmla="*/ 798576 w 10514838"/>
                  <a:gd name="connsiteY73" fmla="*/ 1010820 h 2637425"/>
                  <a:gd name="connsiteX74" fmla="*/ 665480 w 10514838"/>
                  <a:gd name="connsiteY74" fmla="*/ 1059439 h 2637425"/>
                  <a:gd name="connsiteX75" fmla="*/ 532384 w 10514838"/>
                  <a:gd name="connsiteY75" fmla="*/ 1189425 h 2637425"/>
                  <a:gd name="connsiteX76" fmla="*/ 399288 w 10514838"/>
                  <a:gd name="connsiteY76" fmla="*/ 1419185 h 2637425"/>
                  <a:gd name="connsiteX77" fmla="*/ 266192 w 10514838"/>
                  <a:gd name="connsiteY77" fmla="*/ 1746563 h 2637425"/>
                  <a:gd name="connsiteX78" fmla="*/ 133096 w 10514838"/>
                  <a:gd name="connsiteY78" fmla="*/ 2157974 h 2637425"/>
                  <a:gd name="connsiteX79" fmla="*/ 0 w 10514838"/>
                  <a:gd name="connsiteY79" fmla="*/ 2637425 h 2637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2637425">
                    <a:moveTo>
                      <a:pt x="10514838" y="1515278"/>
                    </a:moveTo>
                    <a:lnTo>
                      <a:pt x="10381742" y="1389862"/>
                    </a:lnTo>
                    <a:lnTo>
                      <a:pt x="10248646" y="1275743"/>
                    </a:lnTo>
                    <a:lnTo>
                      <a:pt x="10115550" y="1173430"/>
                    </a:lnTo>
                    <a:lnTo>
                      <a:pt x="9982454" y="1083557"/>
                    </a:lnTo>
                    <a:lnTo>
                      <a:pt x="9849358" y="1007139"/>
                    </a:lnTo>
                    <a:lnTo>
                      <a:pt x="9716262" y="944685"/>
                    </a:lnTo>
                    <a:lnTo>
                      <a:pt x="9583166" y="896829"/>
                    </a:lnTo>
                    <a:lnTo>
                      <a:pt x="9450070" y="864332"/>
                    </a:lnTo>
                    <a:lnTo>
                      <a:pt x="9316974" y="847068"/>
                    </a:lnTo>
                    <a:lnTo>
                      <a:pt x="9183878" y="845037"/>
                    </a:lnTo>
                    <a:lnTo>
                      <a:pt x="9050782" y="857097"/>
                    </a:lnTo>
                    <a:lnTo>
                      <a:pt x="8917686" y="881977"/>
                    </a:lnTo>
                    <a:lnTo>
                      <a:pt x="8784590" y="917647"/>
                    </a:lnTo>
                    <a:lnTo>
                      <a:pt x="8651494" y="961949"/>
                    </a:lnTo>
                    <a:lnTo>
                      <a:pt x="8518398" y="1014248"/>
                    </a:lnTo>
                    <a:lnTo>
                      <a:pt x="8385302" y="1072767"/>
                    </a:lnTo>
                    <a:lnTo>
                      <a:pt x="8252206" y="1134587"/>
                    </a:lnTo>
                    <a:lnTo>
                      <a:pt x="8119110" y="1197929"/>
                    </a:lnTo>
                    <a:lnTo>
                      <a:pt x="7986014" y="1261018"/>
                    </a:lnTo>
                    <a:lnTo>
                      <a:pt x="7852919" y="1322330"/>
                    </a:lnTo>
                    <a:lnTo>
                      <a:pt x="7719822" y="1380469"/>
                    </a:lnTo>
                    <a:lnTo>
                      <a:pt x="7586726" y="1433656"/>
                    </a:lnTo>
                    <a:lnTo>
                      <a:pt x="7453631" y="1479863"/>
                    </a:lnTo>
                    <a:lnTo>
                      <a:pt x="7320407" y="1516802"/>
                    </a:lnTo>
                    <a:lnTo>
                      <a:pt x="7187311" y="1541936"/>
                    </a:lnTo>
                    <a:lnTo>
                      <a:pt x="7054215" y="1552218"/>
                    </a:lnTo>
                    <a:lnTo>
                      <a:pt x="6921119" y="1545363"/>
                    </a:lnTo>
                    <a:lnTo>
                      <a:pt x="6788023" y="1527084"/>
                    </a:lnTo>
                    <a:lnTo>
                      <a:pt x="6654927" y="1503219"/>
                    </a:lnTo>
                    <a:lnTo>
                      <a:pt x="6521831" y="1477070"/>
                    </a:lnTo>
                    <a:lnTo>
                      <a:pt x="6388735" y="1447493"/>
                    </a:lnTo>
                    <a:lnTo>
                      <a:pt x="6255639" y="1407888"/>
                    </a:lnTo>
                    <a:lnTo>
                      <a:pt x="6122544" y="1333628"/>
                    </a:lnTo>
                    <a:lnTo>
                      <a:pt x="5989447" y="1240962"/>
                    </a:lnTo>
                    <a:lnTo>
                      <a:pt x="5856351" y="1068705"/>
                    </a:lnTo>
                    <a:lnTo>
                      <a:pt x="5723256" y="857604"/>
                    </a:lnTo>
                    <a:lnTo>
                      <a:pt x="5590159" y="667195"/>
                    </a:lnTo>
                    <a:lnTo>
                      <a:pt x="5457063" y="518041"/>
                    </a:lnTo>
                    <a:lnTo>
                      <a:pt x="5323967" y="359620"/>
                    </a:lnTo>
                    <a:lnTo>
                      <a:pt x="5190871" y="196249"/>
                    </a:lnTo>
                    <a:lnTo>
                      <a:pt x="5057775" y="87842"/>
                    </a:lnTo>
                    <a:lnTo>
                      <a:pt x="4924679" y="44048"/>
                    </a:lnTo>
                    <a:lnTo>
                      <a:pt x="4791583" y="6474"/>
                    </a:lnTo>
                    <a:lnTo>
                      <a:pt x="4658487" y="0"/>
                    </a:lnTo>
                    <a:lnTo>
                      <a:pt x="4525391" y="63216"/>
                    </a:lnTo>
                    <a:lnTo>
                      <a:pt x="4392295" y="179493"/>
                    </a:lnTo>
                    <a:lnTo>
                      <a:pt x="4259199" y="288407"/>
                    </a:lnTo>
                    <a:lnTo>
                      <a:pt x="4126103" y="432611"/>
                    </a:lnTo>
                    <a:lnTo>
                      <a:pt x="3993007" y="652343"/>
                    </a:lnTo>
                    <a:lnTo>
                      <a:pt x="3859911" y="892513"/>
                    </a:lnTo>
                    <a:lnTo>
                      <a:pt x="3726815" y="1121766"/>
                    </a:lnTo>
                    <a:lnTo>
                      <a:pt x="3593592" y="1348988"/>
                    </a:lnTo>
                    <a:lnTo>
                      <a:pt x="3460496" y="1555391"/>
                    </a:lnTo>
                    <a:lnTo>
                      <a:pt x="3327400" y="1715463"/>
                    </a:lnTo>
                    <a:lnTo>
                      <a:pt x="3194304" y="1846337"/>
                    </a:lnTo>
                    <a:lnTo>
                      <a:pt x="3061208" y="1951697"/>
                    </a:lnTo>
                    <a:lnTo>
                      <a:pt x="2928112" y="2051345"/>
                    </a:lnTo>
                    <a:lnTo>
                      <a:pt x="2795016" y="2110372"/>
                    </a:lnTo>
                    <a:lnTo>
                      <a:pt x="2661920" y="2132079"/>
                    </a:lnTo>
                    <a:lnTo>
                      <a:pt x="2528824" y="2127001"/>
                    </a:lnTo>
                    <a:lnTo>
                      <a:pt x="2395728" y="2063785"/>
                    </a:lnTo>
                    <a:lnTo>
                      <a:pt x="2262632" y="1972896"/>
                    </a:lnTo>
                    <a:lnTo>
                      <a:pt x="2129536" y="1864617"/>
                    </a:lnTo>
                    <a:lnTo>
                      <a:pt x="1996440" y="1747832"/>
                    </a:lnTo>
                    <a:lnTo>
                      <a:pt x="1863344" y="1629397"/>
                    </a:lnTo>
                    <a:lnTo>
                      <a:pt x="1730248" y="1513882"/>
                    </a:lnTo>
                    <a:lnTo>
                      <a:pt x="1597152" y="1404080"/>
                    </a:lnTo>
                    <a:lnTo>
                      <a:pt x="1464056" y="1301385"/>
                    </a:lnTo>
                    <a:lnTo>
                      <a:pt x="1330960" y="1207069"/>
                    </a:lnTo>
                    <a:lnTo>
                      <a:pt x="1197864" y="1123416"/>
                    </a:lnTo>
                    <a:lnTo>
                      <a:pt x="1064768" y="1055757"/>
                    </a:lnTo>
                    <a:lnTo>
                      <a:pt x="931672" y="1015263"/>
                    </a:lnTo>
                    <a:lnTo>
                      <a:pt x="798576" y="1010820"/>
                    </a:lnTo>
                    <a:lnTo>
                      <a:pt x="665480" y="1059439"/>
                    </a:lnTo>
                    <a:lnTo>
                      <a:pt x="532384" y="1189425"/>
                    </a:lnTo>
                    <a:lnTo>
                      <a:pt x="399288" y="1419185"/>
                    </a:lnTo>
                    <a:lnTo>
                      <a:pt x="266192" y="1746563"/>
                    </a:lnTo>
                    <a:lnTo>
                      <a:pt x="133096" y="2157974"/>
                    </a:lnTo>
                    <a:lnTo>
                      <a:pt x="0" y="2637425"/>
                    </a:lnTo>
                  </a:path>
                </a:pathLst>
              </a:custGeom>
              <a:noFill/>
              <a:ln w="2705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B53E494-147A-4E7A-67EA-D2C881B21B98}"/>
                  </a:ext>
                </a:extLst>
              </p:cNvPr>
              <p:cNvSpPr/>
              <p:nvPr/>
            </p:nvSpPr>
            <p:spPr>
              <a:xfrm>
                <a:off x="1078738" y="2709759"/>
                <a:ext cx="10514838" cy="2201006"/>
              </a:xfrm>
              <a:custGeom>
                <a:avLst/>
                <a:gdLst>
                  <a:gd name="connsiteX0" fmla="*/ 0 w 10514838"/>
                  <a:gd name="connsiteY0" fmla="*/ 1670653 h 2201006"/>
                  <a:gd name="connsiteX1" fmla="*/ 133096 w 10514838"/>
                  <a:gd name="connsiteY1" fmla="*/ 1512359 h 2201006"/>
                  <a:gd name="connsiteX2" fmla="*/ 266192 w 10514838"/>
                  <a:gd name="connsiteY2" fmla="*/ 1370694 h 2201006"/>
                  <a:gd name="connsiteX3" fmla="*/ 399288 w 10514838"/>
                  <a:gd name="connsiteY3" fmla="*/ 1249594 h 2201006"/>
                  <a:gd name="connsiteX4" fmla="*/ 532384 w 10514838"/>
                  <a:gd name="connsiteY4" fmla="*/ 1152866 h 2201006"/>
                  <a:gd name="connsiteX5" fmla="*/ 665480 w 10514838"/>
                  <a:gd name="connsiteY5" fmla="*/ 1083938 h 2201006"/>
                  <a:gd name="connsiteX6" fmla="*/ 798576 w 10514838"/>
                  <a:gd name="connsiteY6" fmla="*/ 1037985 h 2201006"/>
                  <a:gd name="connsiteX7" fmla="*/ 931672 w 10514838"/>
                  <a:gd name="connsiteY7" fmla="*/ 1005743 h 2201006"/>
                  <a:gd name="connsiteX8" fmla="*/ 1064768 w 10514838"/>
                  <a:gd name="connsiteY8" fmla="*/ 995715 h 2201006"/>
                  <a:gd name="connsiteX9" fmla="*/ 1197864 w 10514838"/>
                  <a:gd name="connsiteY9" fmla="*/ 1025673 h 2201006"/>
                  <a:gd name="connsiteX10" fmla="*/ 1330960 w 10514838"/>
                  <a:gd name="connsiteY10" fmla="*/ 1089523 h 2201006"/>
                  <a:gd name="connsiteX11" fmla="*/ 1464056 w 10514838"/>
                  <a:gd name="connsiteY11" fmla="*/ 1180792 h 2201006"/>
                  <a:gd name="connsiteX12" fmla="*/ 1597152 w 10514838"/>
                  <a:gd name="connsiteY12" fmla="*/ 1293007 h 2201006"/>
                  <a:gd name="connsiteX13" fmla="*/ 1730248 w 10514838"/>
                  <a:gd name="connsiteY13" fmla="*/ 1419947 h 2201006"/>
                  <a:gd name="connsiteX14" fmla="*/ 1863344 w 10514838"/>
                  <a:gd name="connsiteY14" fmla="*/ 1555011 h 2201006"/>
                  <a:gd name="connsiteX15" fmla="*/ 1996440 w 10514838"/>
                  <a:gd name="connsiteY15" fmla="*/ 1691979 h 2201006"/>
                  <a:gd name="connsiteX16" fmla="*/ 2129536 w 10514838"/>
                  <a:gd name="connsiteY16" fmla="*/ 1824250 h 2201006"/>
                  <a:gd name="connsiteX17" fmla="*/ 2262632 w 10514838"/>
                  <a:gd name="connsiteY17" fmla="*/ 1945477 h 2201006"/>
                  <a:gd name="connsiteX18" fmla="*/ 2395728 w 10514838"/>
                  <a:gd name="connsiteY18" fmla="*/ 2049314 h 2201006"/>
                  <a:gd name="connsiteX19" fmla="*/ 2528824 w 10514838"/>
                  <a:gd name="connsiteY19" fmla="*/ 2129413 h 2201006"/>
                  <a:gd name="connsiteX20" fmla="*/ 2661920 w 10514838"/>
                  <a:gd name="connsiteY20" fmla="*/ 2182854 h 2201006"/>
                  <a:gd name="connsiteX21" fmla="*/ 2795016 w 10514838"/>
                  <a:gd name="connsiteY21" fmla="*/ 2201007 h 2201006"/>
                  <a:gd name="connsiteX22" fmla="*/ 2928112 w 10514838"/>
                  <a:gd name="connsiteY22" fmla="*/ 2181204 h 2201006"/>
                  <a:gd name="connsiteX23" fmla="*/ 3061208 w 10514838"/>
                  <a:gd name="connsiteY23" fmla="*/ 2131571 h 2201006"/>
                  <a:gd name="connsiteX24" fmla="*/ 3194304 w 10514838"/>
                  <a:gd name="connsiteY24" fmla="*/ 2049187 h 2201006"/>
                  <a:gd name="connsiteX25" fmla="*/ 3327400 w 10514838"/>
                  <a:gd name="connsiteY25" fmla="*/ 1925928 h 2201006"/>
                  <a:gd name="connsiteX26" fmla="*/ 3460496 w 10514838"/>
                  <a:gd name="connsiteY26" fmla="*/ 1755068 h 2201006"/>
                  <a:gd name="connsiteX27" fmla="*/ 3593592 w 10514838"/>
                  <a:gd name="connsiteY27" fmla="*/ 1542952 h 2201006"/>
                  <a:gd name="connsiteX28" fmla="*/ 3726815 w 10514838"/>
                  <a:gd name="connsiteY28" fmla="*/ 1300243 h 2201006"/>
                  <a:gd name="connsiteX29" fmla="*/ 3859911 w 10514838"/>
                  <a:gd name="connsiteY29" fmla="*/ 1029861 h 2201006"/>
                  <a:gd name="connsiteX30" fmla="*/ 3993007 w 10514838"/>
                  <a:gd name="connsiteY30" fmla="*/ 766081 h 2201006"/>
                  <a:gd name="connsiteX31" fmla="*/ 4126103 w 10514838"/>
                  <a:gd name="connsiteY31" fmla="*/ 494303 h 2201006"/>
                  <a:gd name="connsiteX32" fmla="*/ 4259199 w 10514838"/>
                  <a:gd name="connsiteY32" fmla="*/ 294754 h 2201006"/>
                  <a:gd name="connsiteX33" fmla="*/ 4392295 w 10514838"/>
                  <a:gd name="connsiteY33" fmla="*/ 189902 h 2201006"/>
                  <a:gd name="connsiteX34" fmla="*/ 4525391 w 10514838"/>
                  <a:gd name="connsiteY34" fmla="*/ 103583 h 2201006"/>
                  <a:gd name="connsiteX35" fmla="*/ 4658487 w 10514838"/>
                  <a:gd name="connsiteY35" fmla="*/ 38971 h 2201006"/>
                  <a:gd name="connsiteX36" fmla="*/ 4791583 w 10514838"/>
                  <a:gd name="connsiteY36" fmla="*/ 2285 h 2201006"/>
                  <a:gd name="connsiteX37" fmla="*/ 4924679 w 10514838"/>
                  <a:gd name="connsiteY37" fmla="*/ 0 h 2201006"/>
                  <a:gd name="connsiteX38" fmla="*/ 5057775 w 10514838"/>
                  <a:gd name="connsiteY38" fmla="*/ 57504 h 2201006"/>
                  <a:gd name="connsiteX39" fmla="*/ 5190871 w 10514838"/>
                  <a:gd name="connsiteY39" fmla="*/ 207800 h 2201006"/>
                  <a:gd name="connsiteX40" fmla="*/ 5323967 w 10514838"/>
                  <a:gd name="connsiteY40" fmla="*/ 399098 h 2201006"/>
                  <a:gd name="connsiteX41" fmla="*/ 5457063 w 10514838"/>
                  <a:gd name="connsiteY41" fmla="*/ 575164 h 2201006"/>
                  <a:gd name="connsiteX42" fmla="*/ 5590159 w 10514838"/>
                  <a:gd name="connsiteY42" fmla="*/ 763288 h 2201006"/>
                  <a:gd name="connsiteX43" fmla="*/ 5723256 w 10514838"/>
                  <a:gd name="connsiteY43" fmla="*/ 991272 h 2201006"/>
                  <a:gd name="connsiteX44" fmla="*/ 5856351 w 10514838"/>
                  <a:gd name="connsiteY44" fmla="*/ 1209735 h 2201006"/>
                  <a:gd name="connsiteX45" fmla="*/ 5989447 w 10514838"/>
                  <a:gd name="connsiteY45" fmla="*/ 1368917 h 2201006"/>
                  <a:gd name="connsiteX46" fmla="*/ 6122544 w 10514838"/>
                  <a:gd name="connsiteY46" fmla="*/ 1452063 h 2201006"/>
                  <a:gd name="connsiteX47" fmla="*/ 6255639 w 10514838"/>
                  <a:gd name="connsiteY47" fmla="*/ 1513882 h 2201006"/>
                  <a:gd name="connsiteX48" fmla="*/ 6388735 w 10514838"/>
                  <a:gd name="connsiteY48" fmla="*/ 1548917 h 2201006"/>
                  <a:gd name="connsiteX49" fmla="*/ 6521831 w 10514838"/>
                  <a:gd name="connsiteY49" fmla="*/ 1569736 h 2201006"/>
                  <a:gd name="connsiteX50" fmla="*/ 6654927 w 10514838"/>
                  <a:gd name="connsiteY50" fmla="*/ 1580272 h 2201006"/>
                  <a:gd name="connsiteX51" fmla="*/ 6788023 w 10514838"/>
                  <a:gd name="connsiteY51" fmla="*/ 1583953 h 2201006"/>
                  <a:gd name="connsiteX52" fmla="*/ 6921119 w 10514838"/>
                  <a:gd name="connsiteY52" fmla="*/ 1584461 h 2201006"/>
                  <a:gd name="connsiteX53" fmla="*/ 7054215 w 10514838"/>
                  <a:gd name="connsiteY53" fmla="*/ 1581287 h 2201006"/>
                  <a:gd name="connsiteX54" fmla="*/ 7187311 w 10514838"/>
                  <a:gd name="connsiteY54" fmla="*/ 1564785 h 2201006"/>
                  <a:gd name="connsiteX55" fmla="*/ 7320407 w 10514838"/>
                  <a:gd name="connsiteY55" fmla="*/ 1535716 h 2201006"/>
                  <a:gd name="connsiteX56" fmla="*/ 7453631 w 10514838"/>
                  <a:gd name="connsiteY56" fmla="*/ 1495730 h 2201006"/>
                  <a:gd name="connsiteX57" fmla="*/ 7586726 w 10514838"/>
                  <a:gd name="connsiteY57" fmla="*/ 1446477 h 2201006"/>
                  <a:gd name="connsiteX58" fmla="*/ 7719822 w 10514838"/>
                  <a:gd name="connsiteY58" fmla="*/ 1389608 h 2201006"/>
                  <a:gd name="connsiteX59" fmla="*/ 7852919 w 10514838"/>
                  <a:gd name="connsiteY59" fmla="*/ 1327154 h 2201006"/>
                  <a:gd name="connsiteX60" fmla="*/ 7986014 w 10514838"/>
                  <a:gd name="connsiteY60" fmla="*/ 1260511 h 2201006"/>
                  <a:gd name="connsiteX61" fmla="*/ 8119110 w 10514838"/>
                  <a:gd name="connsiteY61" fmla="*/ 1191456 h 2201006"/>
                  <a:gd name="connsiteX62" fmla="*/ 8252206 w 10514838"/>
                  <a:gd name="connsiteY62" fmla="*/ 1121893 h 2201006"/>
                  <a:gd name="connsiteX63" fmla="*/ 8385302 w 10514838"/>
                  <a:gd name="connsiteY63" fmla="*/ 1053218 h 2201006"/>
                  <a:gd name="connsiteX64" fmla="*/ 8518398 w 10514838"/>
                  <a:gd name="connsiteY64" fmla="*/ 987464 h 2201006"/>
                  <a:gd name="connsiteX65" fmla="*/ 8651494 w 10514838"/>
                  <a:gd name="connsiteY65" fmla="*/ 926025 h 2201006"/>
                  <a:gd name="connsiteX66" fmla="*/ 8784590 w 10514838"/>
                  <a:gd name="connsiteY66" fmla="*/ 868140 h 2201006"/>
                  <a:gd name="connsiteX67" fmla="*/ 8917686 w 10514838"/>
                  <a:gd name="connsiteY67" fmla="*/ 810129 h 2201006"/>
                  <a:gd name="connsiteX68" fmla="*/ 9050782 w 10514838"/>
                  <a:gd name="connsiteY68" fmla="*/ 751990 h 2201006"/>
                  <a:gd name="connsiteX69" fmla="*/ 9183878 w 10514838"/>
                  <a:gd name="connsiteY69" fmla="*/ 693471 h 2201006"/>
                  <a:gd name="connsiteX70" fmla="*/ 9316974 w 10514838"/>
                  <a:gd name="connsiteY70" fmla="*/ 634317 h 2201006"/>
                  <a:gd name="connsiteX71" fmla="*/ 9450070 w 10514838"/>
                  <a:gd name="connsiteY71" fmla="*/ 574656 h 2201006"/>
                  <a:gd name="connsiteX72" fmla="*/ 9583166 w 10514838"/>
                  <a:gd name="connsiteY72" fmla="*/ 514106 h 2201006"/>
                  <a:gd name="connsiteX73" fmla="*/ 9716262 w 10514838"/>
                  <a:gd name="connsiteY73" fmla="*/ 452667 h 2201006"/>
                  <a:gd name="connsiteX74" fmla="*/ 9849358 w 10514838"/>
                  <a:gd name="connsiteY74" fmla="*/ 390213 h 2201006"/>
                  <a:gd name="connsiteX75" fmla="*/ 9982454 w 10514838"/>
                  <a:gd name="connsiteY75" fmla="*/ 326489 h 2201006"/>
                  <a:gd name="connsiteX76" fmla="*/ 10115550 w 10514838"/>
                  <a:gd name="connsiteY76" fmla="*/ 261369 h 2201006"/>
                  <a:gd name="connsiteX77" fmla="*/ 10248646 w 10514838"/>
                  <a:gd name="connsiteY77" fmla="*/ 194725 h 2201006"/>
                  <a:gd name="connsiteX78" fmla="*/ 10381742 w 10514838"/>
                  <a:gd name="connsiteY78" fmla="*/ 126559 h 2201006"/>
                  <a:gd name="connsiteX79" fmla="*/ 10514838 w 10514838"/>
                  <a:gd name="connsiteY79" fmla="*/ 56488 h 2201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0514838" h="2201006">
                    <a:moveTo>
                      <a:pt x="0" y="1670653"/>
                    </a:moveTo>
                    <a:lnTo>
                      <a:pt x="133096" y="1512359"/>
                    </a:lnTo>
                    <a:lnTo>
                      <a:pt x="266192" y="1370694"/>
                    </a:lnTo>
                    <a:lnTo>
                      <a:pt x="399288" y="1249594"/>
                    </a:lnTo>
                    <a:lnTo>
                      <a:pt x="532384" y="1152866"/>
                    </a:lnTo>
                    <a:lnTo>
                      <a:pt x="665480" y="1083938"/>
                    </a:lnTo>
                    <a:lnTo>
                      <a:pt x="798576" y="1037985"/>
                    </a:lnTo>
                    <a:lnTo>
                      <a:pt x="931672" y="1005743"/>
                    </a:lnTo>
                    <a:lnTo>
                      <a:pt x="1064768" y="995715"/>
                    </a:lnTo>
                    <a:lnTo>
                      <a:pt x="1197864" y="1025673"/>
                    </a:lnTo>
                    <a:lnTo>
                      <a:pt x="1330960" y="1089523"/>
                    </a:lnTo>
                    <a:lnTo>
                      <a:pt x="1464056" y="1180792"/>
                    </a:lnTo>
                    <a:lnTo>
                      <a:pt x="1597152" y="1293007"/>
                    </a:lnTo>
                    <a:lnTo>
                      <a:pt x="1730248" y="1419947"/>
                    </a:lnTo>
                    <a:lnTo>
                      <a:pt x="1863344" y="1555011"/>
                    </a:lnTo>
                    <a:lnTo>
                      <a:pt x="1996440" y="1691979"/>
                    </a:lnTo>
                    <a:lnTo>
                      <a:pt x="2129536" y="1824250"/>
                    </a:lnTo>
                    <a:lnTo>
                      <a:pt x="2262632" y="1945477"/>
                    </a:lnTo>
                    <a:lnTo>
                      <a:pt x="2395728" y="2049314"/>
                    </a:lnTo>
                    <a:lnTo>
                      <a:pt x="2528824" y="2129413"/>
                    </a:lnTo>
                    <a:lnTo>
                      <a:pt x="2661920" y="2182854"/>
                    </a:lnTo>
                    <a:lnTo>
                      <a:pt x="2795016" y="2201007"/>
                    </a:lnTo>
                    <a:lnTo>
                      <a:pt x="2928112" y="2181204"/>
                    </a:lnTo>
                    <a:lnTo>
                      <a:pt x="3061208" y="2131571"/>
                    </a:lnTo>
                    <a:lnTo>
                      <a:pt x="3194304" y="2049187"/>
                    </a:lnTo>
                    <a:lnTo>
                      <a:pt x="3327400" y="1925928"/>
                    </a:lnTo>
                    <a:lnTo>
                      <a:pt x="3460496" y="1755068"/>
                    </a:lnTo>
                    <a:lnTo>
                      <a:pt x="3593592" y="1542952"/>
                    </a:lnTo>
                    <a:lnTo>
                      <a:pt x="3726815" y="1300243"/>
                    </a:lnTo>
                    <a:lnTo>
                      <a:pt x="3859911" y="1029861"/>
                    </a:lnTo>
                    <a:lnTo>
                      <a:pt x="3993007" y="766081"/>
                    </a:lnTo>
                    <a:lnTo>
                      <a:pt x="4126103" y="494303"/>
                    </a:lnTo>
                    <a:lnTo>
                      <a:pt x="4259199" y="294754"/>
                    </a:lnTo>
                    <a:lnTo>
                      <a:pt x="4392295" y="189902"/>
                    </a:lnTo>
                    <a:lnTo>
                      <a:pt x="4525391" y="103583"/>
                    </a:lnTo>
                    <a:lnTo>
                      <a:pt x="4658487" y="38971"/>
                    </a:lnTo>
                    <a:lnTo>
                      <a:pt x="4791583" y="2285"/>
                    </a:lnTo>
                    <a:lnTo>
                      <a:pt x="4924679" y="0"/>
                    </a:lnTo>
                    <a:lnTo>
                      <a:pt x="5057775" y="57504"/>
                    </a:lnTo>
                    <a:lnTo>
                      <a:pt x="5190871" y="207800"/>
                    </a:lnTo>
                    <a:lnTo>
                      <a:pt x="5323967" y="399098"/>
                    </a:lnTo>
                    <a:lnTo>
                      <a:pt x="5457063" y="575164"/>
                    </a:lnTo>
                    <a:lnTo>
                      <a:pt x="5590159" y="763288"/>
                    </a:lnTo>
                    <a:lnTo>
                      <a:pt x="5723256" y="991272"/>
                    </a:lnTo>
                    <a:lnTo>
                      <a:pt x="5856351" y="1209735"/>
                    </a:lnTo>
                    <a:lnTo>
                      <a:pt x="5989447" y="1368917"/>
                    </a:lnTo>
                    <a:lnTo>
                      <a:pt x="6122544" y="1452063"/>
                    </a:lnTo>
                    <a:lnTo>
                      <a:pt x="6255639" y="1513882"/>
                    </a:lnTo>
                    <a:lnTo>
                      <a:pt x="6388735" y="1548917"/>
                    </a:lnTo>
                    <a:lnTo>
                      <a:pt x="6521831" y="1569736"/>
                    </a:lnTo>
                    <a:lnTo>
                      <a:pt x="6654927" y="1580272"/>
                    </a:lnTo>
                    <a:lnTo>
                      <a:pt x="6788023" y="1583953"/>
                    </a:lnTo>
                    <a:lnTo>
                      <a:pt x="6921119" y="1584461"/>
                    </a:lnTo>
                    <a:lnTo>
                      <a:pt x="7054215" y="1581287"/>
                    </a:lnTo>
                    <a:lnTo>
                      <a:pt x="7187311" y="1564785"/>
                    </a:lnTo>
                    <a:lnTo>
                      <a:pt x="7320407" y="1535716"/>
                    </a:lnTo>
                    <a:lnTo>
                      <a:pt x="7453631" y="1495730"/>
                    </a:lnTo>
                    <a:lnTo>
                      <a:pt x="7586726" y="1446477"/>
                    </a:lnTo>
                    <a:lnTo>
                      <a:pt x="7719822" y="1389608"/>
                    </a:lnTo>
                    <a:lnTo>
                      <a:pt x="7852919" y="1327154"/>
                    </a:lnTo>
                    <a:lnTo>
                      <a:pt x="7986014" y="1260511"/>
                    </a:lnTo>
                    <a:lnTo>
                      <a:pt x="8119110" y="1191456"/>
                    </a:lnTo>
                    <a:lnTo>
                      <a:pt x="8252206" y="1121893"/>
                    </a:lnTo>
                    <a:lnTo>
                      <a:pt x="8385302" y="1053218"/>
                    </a:lnTo>
                    <a:lnTo>
                      <a:pt x="8518398" y="987464"/>
                    </a:lnTo>
                    <a:lnTo>
                      <a:pt x="8651494" y="926025"/>
                    </a:lnTo>
                    <a:lnTo>
                      <a:pt x="8784590" y="868140"/>
                    </a:lnTo>
                    <a:lnTo>
                      <a:pt x="8917686" y="810129"/>
                    </a:lnTo>
                    <a:lnTo>
                      <a:pt x="9050782" y="751990"/>
                    </a:lnTo>
                    <a:lnTo>
                      <a:pt x="9183878" y="693471"/>
                    </a:lnTo>
                    <a:lnTo>
                      <a:pt x="9316974" y="634317"/>
                    </a:lnTo>
                    <a:lnTo>
                      <a:pt x="9450070" y="574656"/>
                    </a:lnTo>
                    <a:lnTo>
                      <a:pt x="9583166" y="514106"/>
                    </a:lnTo>
                    <a:lnTo>
                      <a:pt x="9716262" y="452667"/>
                    </a:lnTo>
                    <a:lnTo>
                      <a:pt x="9849358" y="390213"/>
                    </a:lnTo>
                    <a:lnTo>
                      <a:pt x="9982454" y="326489"/>
                    </a:lnTo>
                    <a:lnTo>
                      <a:pt x="10115550" y="261369"/>
                    </a:lnTo>
                    <a:lnTo>
                      <a:pt x="10248646" y="194725"/>
                    </a:lnTo>
                    <a:lnTo>
                      <a:pt x="10381742" y="126559"/>
                    </a:lnTo>
                    <a:lnTo>
                      <a:pt x="10514838" y="56488"/>
                    </a:lnTo>
                  </a:path>
                </a:pathLst>
              </a:custGeom>
              <a:noFill/>
              <a:ln w="27051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EC5F4D-1251-9EE3-664A-5FC1BCEF02DF}"/>
                  </a:ext>
                </a:extLst>
              </p:cNvPr>
              <p:cNvSpPr txBox="1"/>
              <p:nvPr/>
            </p:nvSpPr>
            <p:spPr>
              <a:xfrm>
                <a:off x="1662049" y="5089436"/>
                <a:ext cx="797574" cy="333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8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61" name="Graphic 2">
              <a:extLst>
                <a:ext uri="{FF2B5EF4-FFF2-40B4-BE49-F238E27FC236}">
                  <a16:creationId xmlns:a16="http://schemas.microsoft.com/office/drawing/2014/main" id="{618884C5-D395-5A92-4457-DE40D3E3537A}"/>
                </a:ext>
              </a:extLst>
            </p:cNvPr>
            <p:cNvGrpSpPr/>
            <p:nvPr/>
          </p:nvGrpSpPr>
          <p:grpSpPr>
            <a:xfrm>
              <a:off x="-14606" y="62362"/>
              <a:ext cx="12133962" cy="6453535"/>
              <a:chOff x="-14606" y="62362"/>
              <a:chExt cx="12133962" cy="6453535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B7D102B-311C-EA03-0163-A9449F5F2830}"/>
                  </a:ext>
                </a:extLst>
              </p:cNvPr>
              <p:cNvSpPr/>
              <p:nvPr/>
            </p:nvSpPr>
            <p:spPr>
              <a:xfrm>
                <a:off x="552958" y="483619"/>
                <a:ext cx="12700" cy="5759124"/>
              </a:xfrm>
              <a:custGeom>
                <a:avLst/>
                <a:gdLst>
                  <a:gd name="connsiteX0" fmla="*/ 0 w 12700"/>
                  <a:gd name="connsiteY0" fmla="*/ 5759125 h 5759124"/>
                  <a:gd name="connsiteX1" fmla="*/ 0 w 12700"/>
                  <a:gd name="connsiteY1" fmla="*/ 0 h 575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5759124">
                    <a:moveTo>
                      <a:pt x="0" y="5759125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F11C4CA-ABAB-1811-C517-5B912CE36CD5}"/>
                  </a:ext>
                </a:extLst>
              </p:cNvPr>
              <p:cNvSpPr txBox="1"/>
              <p:nvPr/>
            </p:nvSpPr>
            <p:spPr>
              <a:xfrm>
                <a:off x="300023" y="6099739"/>
                <a:ext cx="28176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F408DB9-4EFE-209F-B1C4-D9C9689AF170}"/>
                  </a:ext>
                </a:extLst>
              </p:cNvPr>
              <p:cNvSpPr txBox="1"/>
              <p:nvPr/>
            </p:nvSpPr>
            <p:spPr>
              <a:xfrm>
                <a:off x="300023" y="4863474"/>
                <a:ext cx="28176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3ED9ABE-54E4-BD98-EBC0-DACD772D4E86}"/>
                  </a:ext>
                </a:extLst>
              </p:cNvPr>
              <p:cNvSpPr txBox="1"/>
              <p:nvPr/>
            </p:nvSpPr>
            <p:spPr>
              <a:xfrm>
                <a:off x="201139" y="3627209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0B02BC7-5D55-E498-6F55-F0CB88E765D7}"/>
                  </a:ext>
                </a:extLst>
              </p:cNvPr>
              <p:cNvSpPr txBox="1"/>
              <p:nvPr/>
            </p:nvSpPr>
            <p:spPr>
              <a:xfrm>
                <a:off x="201139" y="2390943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7093EA6-310E-4538-3E53-5A6B086071C2}"/>
                  </a:ext>
                </a:extLst>
              </p:cNvPr>
              <p:cNvSpPr txBox="1"/>
              <p:nvPr/>
            </p:nvSpPr>
            <p:spPr>
              <a:xfrm>
                <a:off x="201139" y="1154678"/>
                <a:ext cx="380647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FE47AB4-33E6-D3E8-C02F-3851069F4A66}"/>
                  </a:ext>
                </a:extLst>
              </p:cNvPr>
              <p:cNvSpPr/>
              <p:nvPr/>
            </p:nvSpPr>
            <p:spPr>
              <a:xfrm>
                <a:off x="518159" y="6242743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B5CDEDE-A9D1-2ACE-F5E7-AE49D29A19F3}"/>
                  </a:ext>
                </a:extLst>
              </p:cNvPr>
              <p:cNvSpPr/>
              <p:nvPr/>
            </p:nvSpPr>
            <p:spPr>
              <a:xfrm>
                <a:off x="518159" y="5006478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4E961E3-D89B-169E-5F0C-2EBE29C3659B}"/>
                  </a:ext>
                </a:extLst>
              </p:cNvPr>
              <p:cNvSpPr/>
              <p:nvPr/>
            </p:nvSpPr>
            <p:spPr>
              <a:xfrm>
                <a:off x="518159" y="3770213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7738834-DF71-2D9F-36D1-4E22B09E3DC5}"/>
                  </a:ext>
                </a:extLst>
              </p:cNvPr>
              <p:cNvSpPr/>
              <p:nvPr/>
            </p:nvSpPr>
            <p:spPr>
              <a:xfrm>
                <a:off x="518159" y="2533948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8B16B5C-0246-BDE4-AC72-2934D18408BB}"/>
                  </a:ext>
                </a:extLst>
              </p:cNvPr>
              <p:cNvSpPr/>
              <p:nvPr/>
            </p:nvSpPr>
            <p:spPr>
              <a:xfrm>
                <a:off x="518159" y="1297682"/>
                <a:ext cx="34798" cy="12693"/>
              </a:xfrm>
              <a:custGeom>
                <a:avLst/>
                <a:gdLst>
                  <a:gd name="connsiteX0" fmla="*/ 0 w 34798"/>
                  <a:gd name="connsiteY0" fmla="*/ 0 h 12693"/>
                  <a:gd name="connsiteX1" fmla="*/ 34798 w 347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798" h="12693">
                    <a:moveTo>
                      <a:pt x="0" y="0"/>
                    </a:moveTo>
                    <a:lnTo>
                      <a:pt x="34798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317A8FD-4373-E574-BE88-985287CD8049}"/>
                  </a:ext>
                </a:extLst>
              </p:cNvPr>
              <p:cNvSpPr/>
              <p:nvPr/>
            </p:nvSpPr>
            <p:spPr>
              <a:xfrm>
                <a:off x="552958" y="6242743"/>
                <a:ext cx="11566398" cy="12693"/>
              </a:xfrm>
              <a:custGeom>
                <a:avLst/>
                <a:gdLst>
                  <a:gd name="connsiteX0" fmla="*/ 0 w 11566398"/>
                  <a:gd name="connsiteY0" fmla="*/ 0 h 12693"/>
                  <a:gd name="connsiteX1" fmla="*/ 11566398 w 11566398"/>
                  <a:gd name="connsiteY1" fmla="*/ 0 h 12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66398" h="12693">
                    <a:moveTo>
                      <a:pt x="0" y="0"/>
                    </a:moveTo>
                    <a:lnTo>
                      <a:pt x="11566398" y="0"/>
                    </a:lnTo>
                  </a:path>
                </a:pathLst>
              </a:custGeom>
              <a:noFill/>
              <a:ln w="13589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365ED04-1B83-0E33-4030-ABEE7635247D}"/>
                  </a:ext>
                </a:extLst>
              </p:cNvPr>
              <p:cNvSpPr/>
              <p:nvPr/>
            </p:nvSpPr>
            <p:spPr>
              <a:xfrm>
                <a:off x="3551682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09913D0F-7FE2-D2DE-6CAE-0C90D19BC796}"/>
                  </a:ext>
                </a:extLst>
              </p:cNvPr>
              <p:cNvSpPr/>
              <p:nvPr/>
            </p:nvSpPr>
            <p:spPr>
              <a:xfrm>
                <a:off x="696861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0F9FF0E-F1F5-4058-1428-04023679E6BA}"/>
                  </a:ext>
                </a:extLst>
              </p:cNvPr>
              <p:cNvSpPr/>
              <p:nvPr/>
            </p:nvSpPr>
            <p:spPr>
              <a:xfrm>
                <a:off x="10442067" y="6242743"/>
                <a:ext cx="12700" cy="34781"/>
              </a:xfrm>
              <a:custGeom>
                <a:avLst/>
                <a:gdLst>
                  <a:gd name="connsiteX0" fmla="*/ 0 w 12700"/>
                  <a:gd name="connsiteY0" fmla="*/ 34781 h 34781"/>
                  <a:gd name="connsiteX1" fmla="*/ 0 w 12700"/>
                  <a:gd name="connsiteY1" fmla="*/ 0 h 3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0" h="34781">
                    <a:moveTo>
                      <a:pt x="0" y="34781"/>
                    </a:moveTo>
                    <a:lnTo>
                      <a:pt x="0" y="0"/>
                    </a:lnTo>
                  </a:path>
                </a:pathLst>
              </a:custGeom>
              <a:noFill/>
              <a:ln w="13589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E65399F-F137-9059-E361-9C92B8E22C90}"/>
                  </a:ext>
                </a:extLst>
              </p:cNvPr>
              <p:cNvSpPr txBox="1"/>
              <p:nvPr/>
            </p:nvSpPr>
            <p:spPr>
              <a:xfrm>
                <a:off x="3079595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FB94DE0-0C72-C96E-A913-84251D2879CC}"/>
                  </a:ext>
                </a:extLst>
              </p:cNvPr>
              <p:cNvSpPr txBox="1"/>
              <p:nvPr/>
            </p:nvSpPr>
            <p:spPr>
              <a:xfrm>
                <a:off x="6501609" y="6225916"/>
                <a:ext cx="934015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EDD1F2-94C3-765A-22F0-6A48D09F7F79}"/>
                  </a:ext>
                </a:extLst>
              </p:cNvPr>
              <p:cNvSpPr txBox="1"/>
              <p:nvPr/>
            </p:nvSpPr>
            <p:spPr>
              <a:xfrm>
                <a:off x="9969980" y="6225916"/>
                <a:ext cx="944173" cy="28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2025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39726D2-FE1E-754C-7554-E77AAA91E685}"/>
                  </a:ext>
                </a:extLst>
              </p:cNvPr>
              <p:cNvSpPr txBox="1"/>
              <p:nvPr/>
            </p:nvSpPr>
            <p:spPr>
              <a:xfrm rot="-5400000">
                <a:off x="-940401" y="3203945"/>
                <a:ext cx="2169933" cy="318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0F1B0A0-595C-6D93-1D74-4140D600CCA2}"/>
                  </a:ext>
                </a:extLst>
              </p:cNvPr>
              <p:cNvSpPr txBox="1"/>
              <p:nvPr/>
            </p:nvSpPr>
            <p:spPr>
              <a:xfrm>
                <a:off x="461518" y="62362"/>
                <a:ext cx="6548588" cy="341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1620" b="1" i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L.malabaricus</a:t>
                </a:r>
                <a:r>
                  <a:rPr lang="en-US" sz="1620" b="1" i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in MAR </a:t>
                </a:r>
                <a:r>
                  <a:rPr lang="en-US" sz="162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Bolaang</a:t>
                </a:r>
                <a:r>
                  <a:rPr lang="en-US" sz="162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</a:t>
                </a:r>
                <a:r>
                  <a:rPr lang="en-US" sz="162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Mongondow</a:t>
                </a:r>
                <a:endParaRPr lang="en-US" sz="162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28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0E04D-4BD8-1997-B575-558BCF649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6"/>
          </a:xfrm>
        </p:spPr>
      </p:pic>
    </p:spTree>
    <p:extLst>
      <p:ext uri="{BB962C8B-B14F-4D97-AF65-F5344CB8AC3E}">
        <p14:creationId xmlns:p14="http://schemas.microsoft.com/office/powerpoint/2010/main" val="313514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Bobara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Carangoides</a:t>
            </a:r>
            <a:r>
              <a:rPr lang="en-US" i="1" dirty="0"/>
              <a:t> </a:t>
            </a:r>
            <a:r>
              <a:rPr lang="en-US" i="1" dirty="0" err="1"/>
              <a:t>coeruleopinnatus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B24E7-80D2-E17C-DE71-BB0AEFCA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ntent Placeholder 5">
            <a:extLst>
              <a:ext uri="{FF2B5EF4-FFF2-40B4-BE49-F238E27FC236}">
                <a16:creationId xmlns:a16="http://schemas.microsoft.com/office/drawing/2014/main" id="{75DBA75F-7B67-37CE-DFE6-64D6ABC510A5}"/>
              </a:ext>
            </a:extLst>
          </p:cNvPr>
          <p:cNvGrpSpPr/>
          <p:nvPr/>
        </p:nvGrpSpPr>
        <p:grpSpPr>
          <a:xfrm>
            <a:off x="961062" y="612426"/>
            <a:ext cx="10250976" cy="5602107"/>
            <a:chOff x="961062" y="612426"/>
            <a:chExt cx="10250976" cy="560210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43571B-5029-2CB8-B9B0-DACCA01A843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00A1C7D-D332-605E-D610-F81AA48BFFA5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10" name="Content Placeholder 5">
              <a:extLst>
                <a:ext uri="{FF2B5EF4-FFF2-40B4-BE49-F238E27FC236}">
                  <a16:creationId xmlns:a16="http://schemas.microsoft.com/office/drawing/2014/main" id="{0D2C977E-9481-3587-BAC7-6DBC1DDDCEA7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C773C96-DD01-7851-C704-5862628E4BFB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16F4856-2EEB-D28B-2255-AE0E7DFEE5E9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916934 h 4805204"/>
                  <a:gd name="connsiteX1" fmla="*/ 111050 w 8773198"/>
                  <a:gd name="connsiteY1" fmla="*/ 2399795 h 4805204"/>
                  <a:gd name="connsiteX2" fmla="*/ 222101 w 8773198"/>
                  <a:gd name="connsiteY2" fmla="*/ 2670193 h 4805204"/>
                  <a:gd name="connsiteX3" fmla="*/ 333151 w 8773198"/>
                  <a:gd name="connsiteY3" fmla="*/ 2725375 h 4805204"/>
                  <a:gd name="connsiteX4" fmla="*/ 444202 w 8773198"/>
                  <a:gd name="connsiteY4" fmla="*/ 2656636 h 4805204"/>
                  <a:gd name="connsiteX5" fmla="*/ 555252 w 8773198"/>
                  <a:gd name="connsiteY5" fmla="*/ 2646786 h 4805204"/>
                  <a:gd name="connsiteX6" fmla="*/ 666303 w 8773198"/>
                  <a:gd name="connsiteY6" fmla="*/ 2668287 h 4805204"/>
                  <a:gd name="connsiteX7" fmla="*/ 777353 w 8773198"/>
                  <a:gd name="connsiteY7" fmla="*/ 2208621 h 4805204"/>
                  <a:gd name="connsiteX8" fmla="*/ 888404 w 8773198"/>
                  <a:gd name="connsiteY8" fmla="*/ 1429095 h 4805204"/>
                  <a:gd name="connsiteX9" fmla="*/ 999454 w 8773198"/>
                  <a:gd name="connsiteY9" fmla="*/ 694795 h 4805204"/>
                  <a:gd name="connsiteX10" fmla="*/ 1110505 w 8773198"/>
                  <a:gd name="connsiteY10" fmla="*/ 226867 h 4805204"/>
                  <a:gd name="connsiteX11" fmla="*/ 1221555 w 8773198"/>
                  <a:gd name="connsiteY11" fmla="*/ 0 h 4805204"/>
                  <a:gd name="connsiteX12" fmla="*/ 1332605 w 8773198"/>
                  <a:gd name="connsiteY12" fmla="*/ 74140 h 4805204"/>
                  <a:gd name="connsiteX13" fmla="*/ 1443656 w 8773198"/>
                  <a:gd name="connsiteY13" fmla="*/ 408298 h 4805204"/>
                  <a:gd name="connsiteX14" fmla="*/ 1554706 w 8773198"/>
                  <a:gd name="connsiteY14" fmla="*/ 744362 h 4805204"/>
                  <a:gd name="connsiteX15" fmla="*/ 1665757 w 8773198"/>
                  <a:gd name="connsiteY15" fmla="*/ 1324664 h 4805204"/>
                  <a:gd name="connsiteX16" fmla="*/ 1776807 w 8773198"/>
                  <a:gd name="connsiteY16" fmla="*/ 1914392 h 4805204"/>
                  <a:gd name="connsiteX17" fmla="*/ 1887858 w 8773198"/>
                  <a:gd name="connsiteY17" fmla="*/ 2240183 h 4805204"/>
                  <a:gd name="connsiteX18" fmla="*/ 1998908 w 8773198"/>
                  <a:gd name="connsiteY18" fmla="*/ 2520431 h 4805204"/>
                  <a:gd name="connsiteX19" fmla="*/ 2109959 w 8773198"/>
                  <a:gd name="connsiteY19" fmla="*/ 2705675 h 4805204"/>
                  <a:gd name="connsiteX20" fmla="*/ 2221009 w 8773198"/>
                  <a:gd name="connsiteY20" fmla="*/ 2757043 h 4805204"/>
                  <a:gd name="connsiteX21" fmla="*/ 2332060 w 8773198"/>
                  <a:gd name="connsiteY21" fmla="*/ 2713089 h 4805204"/>
                  <a:gd name="connsiteX22" fmla="*/ 2443110 w 8773198"/>
                  <a:gd name="connsiteY22" fmla="*/ 2549664 h 4805204"/>
                  <a:gd name="connsiteX23" fmla="*/ 2554161 w 8773198"/>
                  <a:gd name="connsiteY23" fmla="*/ 2250351 h 4805204"/>
                  <a:gd name="connsiteX24" fmla="*/ 2665211 w 8773198"/>
                  <a:gd name="connsiteY24" fmla="*/ 2141154 h 4805204"/>
                  <a:gd name="connsiteX25" fmla="*/ 2776262 w 8773198"/>
                  <a:gd name="connsiteY25" fmla="*/ 2044878 h 4805204"/>
                  <a:gd name="connsiteX26" fmla="*/ 2887312 w 8773198"/>
                  <a:gd name="connsiteY26" fmla="*/ 1937482 h 4805204"/>
                  <a:gd name="connsiteX27" fmla="*/ 2998362 w 8773198"/>
                  <a:gd name="connsiteY27" fmla="*/ 1837923 h 4805204"/>
                  <a:gd name="connsiteX28" fmla="*/ 3109519 w 8773198"/>
                  <a:gd name="connsiteY28" fmla="*/ 1782106 h 4805204"/>
                  <a:gd name="connsiteX29" fmla="*/ 3220569 w 8773198"/>
                  <a:gd name="connsiteY29" fmla="*/ 1767596 h 4805204"/>
                  <a:gd name="connsiteX30" fmla="*/ 3331620 w 8773198"/>
                  <a:gd name="connsiteY30" fmla="*/ 1738470 h 4805204"/>
                  <a:gd name="connsiteX31" fmla="*/ 3442670 w 8773198"/>
                  <a:gd name="connsiteY31" fmla="*/ 1711885 h 4805204"/>
                  <a:gd name="connsiteX32" fmla="*/ 3553721 w 8773198"/>
                  <a:gd name="connsiteY32" fmla="*/ 1703412 h 4805204"/>
                  <a:gd name="connsiteX33" fmla="*/ 3664771 w 8773198"/>
                  <a:gd name="connsiteY33" fmla="*/ 1694621 h 4805204"/>
                  <a:gd name="connsiteX34" fmla="*/ 3775822 w 8773198"/>
                  <a:gd name="connsiteY34" fmla="*/ 1685830 h 4805204"/>
                  <a:gd name="connsiteX35" fmla="*/ 3886872 w 8773198"/>
                  <a:gd name="connsiteY35" fmla="*/ 1678310 h 4805204"/>
                  <a:gd name="connsiteX36" fmla="*/ 3997923 w 8773198"/>
                  <a:gd name="connsiteY36" fmla="*/ 1673121 h 4805204"/>
                  <a:gd name="connsiteX37" fmla="*/ 4108973 w 8773198"/>
                  <a:gd name="connsiteY37" fmla="*/ 1670791 h 4805204"/>
                  <a:gd name="connsiteX38" fmla="*/ 4220024 w 8773198"/>
                  <a:gd name="connsiteY38" fmla="*/ 1671532 h 4805204"/>
                  <a:gd name="connsiteX39" fmla="*/ 4331074 w 8773198"/>
                  <a:gd name="connsiteY39" fmla="*/ 1675345 h 4805204"/>
                  <a:gd name="connsiteX40" fmla="*/ 4442124 w 8773198"/>
                  <a:gd name="connsiteY40" fmla="*/ 1682229 h 4805204"/>
                  <a:gd name="connsiteX41" fmla="*/ 4553175 w 8773198"/>
                  <a:gd name="connsiteY41" fmla="*/ 1692185 h 4805204"/>
                  <a:gd name="connsiteX42" fmla="*/ 4664225 w 8773198"/>
                  <a:gd name="connsiteY42" fmla="*/ 1704789 h 4805204"/>
                  <a:gd name="connsiteX43" fmla="*/ 4775276 w 8773198"/>
                  <a:gd name="connsiteY43" fmla="*/ 1720040 h 4805204"/>
                  <a:gd name="connsiteX44" fmla="*/ 4886326 w 8773198"/>
                  <a:gd name="connsiteY44" fmla="*/ 1737622 h 4805204"/>
                  <a:gd name="connsiteX45" fmla="*/ 4997377 w 8773198"/>
                  <a:gd name="connsiteY45" fmla="*/ 1757534 h 4805204"/>
                  <a:gd name="connsiteX46" fmla="*/ 5108428 w 8773198"/>
                  <a:gd name="connsiteY46" fmla="*/ 1779352 h 4805204"/>
                  <a:gd name="connsiteX47" fmla="*/ 5219478 w 8773198"/>
                  <a:gd name="connsiteY47" fmla="*/ 1803077 h 4805204"/>
                  <a:gd name="connsiteX48" fmla="*/ 5330528 w 8773198"/>
                  <a:gd name="connsiteY48" fmla="*/ 1828708 h 4805204"/>
                  <a:gd name="connsiteX49" fmla="*/ 5441578 w 8773198"/>
                  <a:gd name="connsiteY49" fmla="*/ 1856140 h 4805204"/>
                  <a:gd name="connsiteX50" fmla="*/ 5552629 w 8773198"/>
                  <a:gd name="connsiteY50" fmla="*/ 1885266 h 4805204"/>
                  <a:gd name="connsiteX51" fmla="*/ 5663679 w 8773198"/>
                  <a:gd name="connsiteY51" fmla="*/ 1916087 h 4805204"/>
                  <a:gd name="connsiteX52" fmla="*/ 5774730 w 8773198"/>
                  <a:gd name="connsiteY52" fmla="*/ 1948709 h 4805204"/>
                  <a:gd name="connsiteX53" fmla="*/ 5885781 w 8773198"/>
                  <a:gd name="connsiteY53" fmla="*/ 1983025 h 4805204"/>
                  <a:gd name="connsiteX54" fmla="*/ 5996831 w 8773198"/>
                  <a:gd name="connsiteY54" fmla="*/ 2019141 h 4805204"/>
                  <a:gd name="connsiteX55" fmla="*/ 6107881 w 8773198"/>
                  <a:gd name="connsiteY55" fmla="*/ 2056952 h 4805204"/>
                  <a:gd name="connsiteX56" fmla="*/ 6219038 w 8773198"/>
                  <a:gd name="connsiteY56" fmla="*/ 2096458 h 4805204"/>
                  <a:gd name="connsiteX57" fmla="*/ 6330088 w 8773198"/>
                  <a:gd name="connsiteY57" fmla="*/ 2137553 h 4805204"/>
                  <a:gd name="connsiteX58" fmla="*/ 6441139 w 8773198"/>
                  <a:gd name="connsiteY58" fmla="*/ 2180024 h 4805204"/>
                  <a:gd name="connsiteX59" fmla="*/ 6552189 w 8773198"/>
                  <a:gd name="connsiteY59" fmla="*/ 2223449 h 4805204"/>
                  <a:gd name="connsiteX60" fmla="*/ 6663240 w 8773198"/>
                  <a:gd name="connsiteY60" fmla="*/ 2267403 h 4805204"/>
                  <a:gd name="connsiteX61" fmla="*/ 6774290 w 8773198"/>
                  <a:gd name="connsiteY61" fmla="*/ 2311040 h 4805204"/>
                  <a:gd name="connsiteX62" fmla="*/ 6885340 w 8773198"/>
                  <a:gd name="connsiteY62" fmla="*/ 2353405 h 4805204"/>
                  <a:gd name="connsiteX63" fmla="*/ 6996391 w 8773198"/>
                  <a:gd name="connsiteY63" fmla="*/ 2393017 h 4805204"/>
                  <a:gd name="connsiteX64" fmla="*/ 7107441 w 8773198"/>
                  <a:gd name="connsiteY64" fmla="*/ 2428286 h 4805204"/>
                  <a:gd name="connsiteX65" fmla="*/ 7218492 w 8773198"/>
                  <a:gd name="connsiteY65" fmla="*/ 2457519 h 4805204"/>
                  <a:gd name="connsiteX66" fmla="*/ 7329543 w 8773198"/>
                  <a:gd name="connsiteY66" fmla="*/ 2478701 h 4805204"/>
                  <a:gd name="connsiteX67" fmla="*/ 7440593 w 8773198"/>
                  <a:gd name="connsiteY67" fmla="*/ 2490034 h 4805204"/>
                  <a:gd name="connsiteX68" fmla="*/ 7551643 w 8773198"/>
                  <a:gd name="connsiteY68" fmla="*/ 2489610 h 4805204"/>
                  <a:gd name="connsiteX69" fmla="*/ 7662694 w 8773198"/>
                  <a:gd name="connsiteY69" fmla="*/ 2475630 h 4805204"/>
                  <a:gd name="connsiteX70" fmla="*/ 7773744 w 8773198"/>
                  <a:gd name="connsiteY70" fmla="*/ 2446821 h 4805204"/>
                  <a:gd name="connsiteX71" fmla="*/ 7884794 w 8773198"/>
                  <a:gd name="connsiteY71" fmla="*/ 2402338 h 4805204"/>
                  <a:gd name="connsiteX72" fmla="*/ 7995845 w 8773198"/>
                  <a:gd name="connsiteY72" fmla="*/ 2341755 h 4805204"/>
                  <a:gd name="connsiteX73" fmla="*/ 8106896 w 8773198"/>
                  <a:gd name="connsiteY73" fmla="*/ 2264861 h 4805204"/>
                  <a:gd name="connsiteX74" fmla="*/ 8217946 w 8773198"/>
                  <a:gd name="connsiteY74" fmla="*/ 2172187 h 4805204"/>
                  <a:gd name="connsiteX75" fmla="*/ 8328997 w 8773198"/>
                  <a:gd name="connsiteY75" fmla="*/ 2064260 h 4805204"/>
                  <a:gd name="connsiteX76" fmla="*/ 8440047 w 8773198"/>
                  <a:gd name="connsiteY76" fmla="*/ 1941506 h 4805204"/>
                  <a:gd name="connsiteX77" fmla="*/ 8551097 w 8773198"/>
                  <a:gd name="connsiteY77" fmla="*/ 1804666 h 4805204"/>
                  <a:gd name="connsiteX78" fmla="*/ 8662148 w 8773198"/>
                  <a:gd name="connsiteY78" fmla="*/ 1654480 h 4805204"/>
                  <a:gd name="connsiteX79" fmla="*/ 8773198 w 8773198"/>
                  <a:gd name="connsiteY79" fmla="*/ 1491267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805204 h 4805204"/>
                  <a:gd name="connsiteX84" fmla="*/ 8328997 w 8773198"/>
                  <a:gd name="connsiteY84" fmla="*/ 4805204 h 4805204"/>
                  <a:gd name="connsiteX85" fmla="*/ 8217946 w 8773198"/>
                  <a:gd name="connsiteY85" fmla="*/ 4805204 h 4805204"/>
                  <a:gd name="connsiteX86" fmla="*/ 8106896 w 8773198"/>
                  <a:gd name="connsiteY86" fmla="*/ 4805204 h 4805204"/>
                  <a:gd name="connsiteX87" fmla="*/ 7995845 w 8773198"/>
                  <a:gd name="connsiteY87" fmla="*/ 4805204 h 4805204"/>
                  <a:gd name="connsiteX88" fmla="*/ 7884794 w 8773198"/>
                  <a:gd name="connsiteY88" fmla="*/ 4805204 h 4805204"/>
                  <a:gd name="connsiteX89" fmla="*/ 7773744 w 8773198"/>
                  <a:gd name="connsiteY89" fmla="*/ 4805204 h 4805204"/>
                  <a:gd name="connsiteX90" fmla="*/ 7662694 w 8773198"/>
                  <a:gd name="connsiteY90" fmla="*/ 4805204 h 4805204"/>
                  <a:gd name="connsiteX91" fmla="*/ 7551643 w 8773198"/>
                  <a:gd name="connsiteY91" fmla="*/ 4805204 h 4805204"/>
                  <a:gd name="connsiteX92" fmla="*/ 7440593 w 8773198"/>
                  <a:gd name="connsiteY92" fmla="*/ 4805204 h 4805204"/>
                  <a:gd name="connsiteX93" fmla="*/ 7329543 w 8773198"/>
                  <a:gd name="connsiteY93" fmla="*/ 4805204 h 4805204"/>
                  <a:gd name="connsiteX94" fmla="*/ 7218492 w 8773198"/>
                  <a:gd name="connsiteY94" fmla="*/ 4805204 h 4805204"/>
                  <a:gd name="connsiteX95" fmla="*/ 7107441 w 8773198"/>
                  <a:gd name="connsiteY95" fmla="*/ 4805204 h 4805204"/>
                  <a:gd name="connsiteX96" fmla="*/ 6996391 w 8773198"/>
                  <a:gd name="connsiteY96" fmla="*/ 4805204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805204 h 4805204"/>
                  <a:gd name="connsiteX101" fmla="*/ 6441139 w 8773198"/>
                  <a:gd name="connsiteY101" fmla="*/ 4805204 h 4805204"/>
                  <a:gd name="connsiteX102" fmla="*/ 6330088 w 8773198"/>
                  <a:gd name="connsiteY102" fmla="*/ 4805204 h 4805204"/>
                  <a:gd name="connsiteX103" fmla="*/ 6219038 w 8773198"/>
                  <a:gd name="connsiteY103" fmla="*/ 4800438 h 4805204"/>
                  <a:gd name="connsiteX104" fmla="*/ 6107881 w 8773198"/>
                  <a:gd name="connsiteY104" fmla="*/ 4772689 h 4805204"/>
                  <a:gd name="connsiteX105" fmla="*/ 5996831 w 8773198"/>
                  <a:gd name="connsiteY105" fmla="*/ 4739962 h 4805204"/>
                  <a:gd name="connsiteX106" fmla="*/ 5885781 w 8773198"/>
                  <a:gd name="connsiteY106" fmla="*/ 4702574 h 4805204"/>
                  <a:gd name="connsiteX107" fmla="*/ 5774730 w 8773198"/>
                  <a:gd name="connsiteY107" fmla="*/ 4661056 h 4805204"/>
                  <a:gd name="connsiteX108" fmla="*/ 5663679 w 8773198"/>
                  <a:gd name="connsiteY108" fmla="*/ 4615513 h 4805204"/>
                  <a:gd name="connsiteX109" fmla="*/ 5552629 w 8773198"/>
                  <a:gd name="connsiteY109" fmla="*/ 4566687 h 4805204"/>
                  <a:gd name="connsiteX110" fmla="*/ 5441578 w 8773198"/>
                  <a:gd name="connsiteY110" fmla="*/ 4514683 h 4805204"/>
                  <a:gd name="connsiteX111" fmla="*/ 5330528 w 8773198"/>
                  <a:gd name="connsiteY111" fmla="*/ 4459925 h 4805204"/>
                  <a:gd name="connsiteX112" fmla="*/ 5219478 w 8773198"/>
                  <a:gd name="connsiteY112" fmla="*/ 4402944 h 4805204"/>
                  <a:gd name="connsiteX113" fmla="*/ 5108428 w 8773198"/>
                  <a:gd name="connsiteY113" fmla="*/ 4343844 h 4805204"/>
                  <a:gd name="connsiteX114" fmla="*/ 4997377 w 8773198"/>
                  <a:gd name="connsiteY114" fmla="*/ 4283049 h 4805204"/>
                  <a:gd name="connsiteX115" fmla="*/ 4886326 w 8773198"/>
                  <a:gd name="connsiteY115" fmla="*/ 4220772 h 4805204"/>
                  <a:gd name="connsiteX116" fmla="*/ 4775276 w 8773198"/>
                  <a:gd name="connsiteY116" fmla="*/ 4157224 h 4805204"/>
                  <a:gd name="connsiteX117" fmla="*/ 4664225 w 8773198"/>
                  <a:gd name="connsiteY117" fmla="*/ 4092722 h 4805204"/>
                  <a:gd name="connsiteX118" fmla="*/ 4553175 w 8773198"/>
                  <a:gd name="connsiteY118" fmla="*/ 4027373 h 4805204"/>
                  <a:gd name="connsiteX119" fmla="*/ 4442124 w 8773198"/>
                  <a:gd name="connsiteY119" fmla="*/ 3961283 h 4805204"/>
                  <a:gd name="connsiteX120" fmla="*/ 4331074 w 8773198"/>
                  <a:gd name="connsiteY120" fmla="*/ 3894875 h 4805204"/>
                  <a:gd name="connsiteX121" fmla="*/ 4220024 w 8773198"/>
                  <a:gd name="connsiteY121" fmla="*/ 3828255 h 4805204"/>
                  <a:gd name="connsiteX122" fmla="*/ 4108973 w 8773198"/>
                  <a:gd name="connsiteY122" fmla="*/ 3761635 h 4805204"/>
                  <a:gd name="connsiteX123" fmla="*/ 3997923 w 8773198"/>
                  <a:gd name="connsiteY123" fmla="*/ 3695757 h 4805204"/>
                  <a:gd name="connsiteX124" fmla="*/ 3886872 w 8773198"/>
                  <a:gd name="connsiteY124" fmla="*/ 3631044 h 4805204"/>
                  <a:gd name="connsiteX125" fmla="*/ 3775822 w 8773198"/>
                  <a:gd name="connsiteY125" fmla="*/ 3568449 h 4805204"/>
                  <a:gd name="connsiteX126" fmla="*/ 3664771 w 8773198"/>
                  <a:gd name="connsiteY126" fmla="*/ 3509349 h 4805204"/>
                  <a:gd name="connsiteX127" fmla="*/ 3553721 w 8773198"/>
                  <a:gd name="connsiteY127" fmla="*/ 3455439 h 4805204"/>
                  <a:gd name="connsiteX128" fmla="*/ 3442670 w 8773198"/>
                  <a:gd name="connsiteY128" fmla="*/ 3409790 h 4805204"/>
                  <a:gd name="connsiteX129" fmla="*/ 3331620 w 8773198"/>
                  <a:gd name="connsiteY129" fmla="*/ 3381934 h 4805204"/>
                  <a:gd name="connsiteX130" fmla="*/ 3220569 w 8773198"/>
                  <a:gd name="connsiteY130" fmla="*/ 3375474 h 4805204"/>
                  <a:gd name="connsiteX131" fmla="*/ 3109519 w 8773198"/>
                  <a:gd name="connsiteY131" fmla="*/ 3384582 h 4805204"/>
                  <a:gd name="connsiteX132" fmla="*/ 2998362 w 8773198"/>
                  <a:gd name="connsiteY132" fmla="*/ 3440822 h 4805204"/>
                  <a:gd name="connsiteX133" fmla="*/ 2887312 w 8773198"/>
                  <a:gd name="connsiteY133" fmla="*/ 3555739 h 4805204"/>
                  <a:gd name="connsiteX134" fmla="*/ 2776262 w 8773198"/>
                  <a:gd name="connsiteY134" fmla="*/ 3709949 h 4805204"/>
                  <a:gd name="connsiteX135" fmla="*/ 2665211 w 8773198"/>
                  <a:gd name="connsiteY135" fmla="*/ 3867232 h 4805204"/>
                  <a:gd name="connsiteX136" fmla="*/ 2554161 w 8773198"/>
                  <a:gd name="connsiteY136" fmla="*/ 4005449 h 4805204"/>
                  <a:gd name="connsiteX137" fmla="*/ 2443110 w 8773198"/>
                  <a:gd name="connsiteY137" fmla="*/ 4329334 h 4805204"/>
                  <a:gd name="connsiteX138" fmla="*/ 2332060 w 8773198"/>
                  <a:gd name="connsiteY138" fmla="*/ 4530146 h 4805204"/>
                  <a:gd name="connsiteX139" fmla="*/ 2221009 w 8773198"/>
                  <a:gd name="connsiteY139" fmla="*/ 4508752 h 4805204"/>
                  <a:gd name="connsiteX140" fmla="*/ 2109959 w 8773198"/>
                  <a:gd name="connsiteY140" fmla="*/ 4416183 h 4805204"/>
                  <a:gd name="connsiteX141" fmla="*/ 1998908 w 8773198"/>
                  <a:gd name="connsiteY141" fmla="*/ 4306244 h 4805204"/>
                  <a:gd name="connsiteX142" fmla="*/ 1887858 w 8773198"/>
                  <a:gd name="connsiteY142" fmla="*/ 4155635 h 4805204"/>
                  <a:gd name="connsiteX143" fmla="*/ 1776807 w 8773198"/>
                  <a:gd name="connsiteY143" fmla="*/ 3851768 h 4805204"/>
                  <a:gd name="connsiteX144" fmla="*/ 1665757 w 8773198"/>
                  <a:gd name="connsiteY144" fmla="*/ 3172331 h 4805204"/>
                  <a:gd name="connsiteX145" fmla="*/ 1554706 w 8773198"/>
                  <a:gd name="connsiteY145" fmla="*/ 2590017 h 4805204"/>
                  <a:gd name="connsiteX146" fmla="*/ 1443656 w 8773198"/>
                  <a:gd name="connsiteY146" fmla="*/ 2085761 h 4805204"/>
                  <a:gd name="connsiteX147" fmla="*/ 1332605 w 8773198"/>
                  <a:gd name="connsiteY147" fmla="*/ 1585530 h 4805204"/>
                  <a:gd name="connsiteX148" fmla="*/ 1221555 w 8773198"/>
                  <a:gd name="connsiteY148" fmla="*/ 1447524 h 4805204"/>
                  <a:gd name="connsiteX149" fmla="*/ 1110505 w 8773198"/>
                  <a:gd name="connsiteY149" fmla="*/ 1629378 h 4805204"/>
                  <a:gd name="connsiteX150" fmla="*/ 999454 w 8773198"/>
                  <a:gd name="connsiteY150" fmla="*/ 2228956 h 4805204"/>
                  <a:gd name="connsiteX151" fmla="*/ 888404 w 8773198"/>
                  <a:gd name="connsiteY151" fmla="*/ 3159409 h 4805204"/>
                  <a:gd name="connsiteX152" fmla="*/ 777353 w 8773198"/>
                  <a:gd name="connsiteY152" fmla="*/ 3857064 h 4805204"/>
                  <a:gd name="connsiteX153" fmla="*/ 666303 w 8773198"/>
                  <a:gd name="connsiteY153" fmla="*/ 4430375 h 4805204"/>
                  <a:gd name="connsiteX154" fmla="*/ 555252 w 8773198"/>
                  <a:gd name="connsiteY154" fmla="*/ 4200860 h 4805204"/>
                  <a:gd name="connsiteX155" fmla="*/ 444202 w 8773198"/>
                  <a:gd name="connsiteY155" fmla="*/ 4142925 h 4805204"/>
                  <a:gd name="connsiteX156" fmla="*/ 333151 w 8773198"/>
                  <a:gd name="connsiteY156" fmla="*/ 4161778 h 4805204"/>
                  <a:gd name="connsiteX157" fmla="*/ 222101 w 8773198"/>
                  <a:gd name="connsiteY157" fmla="*/ 4275000 h 4805204"/>
                  <a:gd name="connsiteX158" fmla="*/ 111050 w 8773198"/>
                  <a:gd name="connsiteY158" fmla="*/ 4604498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916934"/>
                    </a:moveTo>
                    <a:lnTo>
                      <a:pt x="111050" y="2399795"/>
                    </a:lnTo>
                    <a:lnTo>
                      <a:pt x="222101" y="2670193"/>
                    </a:lnTo>
                    <a:lnTo>
                      <a:pt x="333151" y="2725375"/>
                    </a:lnTo>
                    <a:lnTo>
                      <a:pt x="444202" y="2656636"/>
                    </a:lnTo>
                    <a:lnTo>
                      <a:pt x="555252" y="2646786"/>
                    </a:lnTo>
                    <a:lnTo>
                      <a:pt x="666303" y="2668287"/>
                    </a:lnTo>
                    <a:lnTo>
                      <a:pt x="777353" y="2208621"/>
                    </a:lnTo>
                    <a:lnTo>
                      <a:pt x="888404" y="1429095"/>
                    </a:lnTo>
                    <a:lnTo>
                      <a:pt x="999454" y="694795"/>
                    </a:lnTo>
                    <a:lnTo>
                      <a:pt x="1110505" y="226867"/>
                    </a:lnTo>
                    <a:lnTo>
                      <a:pt x="1221555" y="0"/>
                    </a:lnTo>
                    <a:lnTo>
                      <a:pt x="1332605" y="74140"/>
                    </a:lnTo>
                    <a:lnTo>
                      <a:pt x="1443656" y="408298"/>
                    </a:lnTo>
                    <a:lnTo>
                      <a:pt x="1554706" y="744362"/>
                    </a:lnTo>
                    <a:lnTo>
                      <a:pt x="1665757" y="1324664"/>
                    </a:lnTo>
                    <a:lnTo>
                      <a:pt x="1776807" y="1914392"/>
                    </a:lnTo>
                    <a:lnTo>
                      <a:pt x="1887858" y="2240183"/>
                    </a:lnTo>
                    <a:lnTo>
                      <a:pt x="1998908" y="2520431"/>
                    </a:lnTo>
                    <a:lnTo>
                      <a:pt x="2109959" y="2705675"/>
                    </a:lnTo>
                    <a:lnTo>
                      <a:pt x="2221009" y="2757043"/>
                    </a:lnTo>
                    <a:lnTo>
                      <a:pt x="2332060" y="2713089"/>
                    </a:lnTo>
                    <a:lnTo>
                      <a:pt x="2443110" y="2549664"/>
                    </a:lnTo>
                    <a:lnTo>
                      <a:pt x="2554161" y="2250351"/>
                    </a:lnTo>
                    <a:lnTo>
                      <a:pt x="2665211" y="2141154"/>
                    </a:lnTo>
                    <a:lnTo>
                      <a:pt x="2776262" y="2044878"/>
                    </a:lnTo>
                    <a:lnTo>
                      <a:pt x="2887312" y="1937482"/>
                    </a:lnTo>
                    <a:lnTo>
                      <a:pt x="2998362" y="1837923"/>
                    </a:lnTo>
                    <a:lnTo>
                      <a:pt x="3109519" y="1782106"/>
                    </a:lnTo>
                    <a:lnTo>
                      <a:pt x="3220569" y="1767596"/>
                    </a:lnTo>
                    <a:lnTo>
                      <a:pt x="3331620" y="1738470"/>
                    </a:lnTo>
                    <a:lnTo>
                      <a:pt x="3442670" y="1711885"/>
                    </a:lnTo>
                    <a:lnTo>
                      <a:pt x="3553721" y="1703412"/>
                    </a:lnTo>
                    <a:lnTo>
                      <a:pt x="3664771" y="1694621"/>
                    </a:lnTo>
                    <a:lnTo>
                      <a:pt x="3775822" y="1685830"/>
                    </a:lnTo>
                    <a:lnTo>
                      <a:pt x="3886872" y="1678310"/>
                    </a:lnTo>
                    <a:lnTo>
                      <a:pt x="3997923" y="1673121"/>
                    </a:lnTo>
                    <a:lnTo>
                      <a:pt x="4108973" y="1670791"/>
                    </a:lnTo>
                    <a:lnTo>
                      <a:pt x="4220024" y="1671532"/>
                    </a:lnTo>
                    <a:lnTo>
                      <a:pt x="4331074" y="1675345"/>
                    </a:lnTo>
                    <a:lnTo>
                      <a:pt x="4442124" y="1682229"/>
                    </a:lnTo>
                    <a:lnTo>
                      <a:pt x="4553175" y="1692185"/>
                    </a:lnTo>
                    <a:lnTo>
                      <a:pt x="4664225" y="1704789"/>
                    </a:lnTo>
                    <a:lnTo>
                      <a:pt x="4775276" y="1720040"/>
                    </a:lnTo>
                    <a:lnTo>
                      <a:pt x="4886326" y="1737622"/>
                    </a:lnTo>
                    <a:lnTo>
                      <a:pt x="4997377" y="1757534"/>
                    </a:lnTo>
                    <a:lnTo>
                      <a:pt x="5108428" y="1779352"/>
                    </a:lnTo>
                    <a:lnTo>
                      <a:pt x="5219478" y="1803077"/>
                    </a:lnTo>
                    <a:lnTo>
                      <a:pt x="5330528" y="1828708"/>
                    </a:lnTo>
                    <a:lnTo>
                      <a:pt x="5441578" y="1856140"/>
                    </a:lnTo>
                    <a:lnTo>
                      <a:pt x="5552629" y="1885266"/>
                    </a:lnTo>
                    <a:lnTo>
                      <a:pt x="5663679" y="1916087"/>
                    </a:lnTo>
                    <a:lnTo>
                      <a:pt x="5774730" y="1948709"/>
                    </a:lnTo>
                    <a:lnTo>
                      <a:pt x="5885781" y="1983025"/>
                    </a:lnTo>
                    <a:lnTo>
                      <a:pt x="5996831" y="2019141"/>
                    </a:lnTo>
                    <a:lnTo>
                      <a:pt x="6107881" y="2056952"/>
                    </a:lnTo>
                    <a:lnTo>
                      <a:pt x="6219038" y="2096458"/>
                    </a:lnTo>
                    <a:lnTo>
                      <a:pt x="6330088" y="2137553"/>
                    </a:lnTo>
                    <a:lnTo>
                      <a:pt x="6441139" y="2180024"/>
                    </a:lnTo>
                    <a:lnTo>
                      <a:pt x="6552189" y="2223449"/>
                    </a:lnTo>
                    <a:lnTo>
                      <a:pt x="6663240" y="2267403"/>
                    </a:lnTo>
                    <a:lnTo>
                      <a:pt x="6774290" y="2311040"/>
                    </a:lnTo>
                    <a:lnTo>
                      <a:pt x="6885340" y="2353405"/>
                    </a:lnTo>
                    <a:lnTo>
                      <a:pt x="6996391" y="2393017"/>
                    </a:lnTo>
                    <a:lnTo>
                      <a:pt x="7107441" y="2428286"/>
                    </a:lnTo>
                    <a:lnTo>
                      <a:pt x="7218492" y="2457519"/>
                    </a:lnTo>
                    <a:lnTo>
                      <a:pt x="7329543" y="2478701"/>
                    </a:lnTo>
                    <a:lnTo>
                      <a:pt x="7440593" y="2490034"/>
                    </a:lnTo>
                    <a:lnTo>
                      <a:pt x="7551643" y="2489610"/>
                    </a:lnTo>
                    <a:lnTo>
                      <a:pt x="7662694" y="2475630"/>
                    </a:lnTo>
                    <a:lnTo>
                      <a:pt x="7773744" y="2446821"/>
                    </a:lnTo>
                    <a:lnTo>
                      <a:pt x="7884794" y="2402338"/>
                    </a:lnTo>
                    <a:lnTo>
                      <a:pt x="7995845" y="2341755"/>
                    </a:lnTo>
                    <a:lnTo>
                      <a:pt x="8106896" y="2264861"/>
                    </a:lnTo>
                    <a:lnTo>
                      <a:pt x="8217946" y="2172187"/>
                    </a:lnTo>
                    <a:lnTo>
                      <a:pt x="8328997" y="2064260"/>
                    </a:lnTo>
                    <a:lnTo>
                      <a:pt x="8440047" y="1941506"/>
                    </a:lnTo>
                    <a:lnTo>
                      <a:pt x="8551097" y="1804666"/>
                    </a:lnTo>
                    <a:lnTo>
                      <a:pt x="8662148" y="1654480"/>
                    </a:lnTo>
                    <a:lnTo>
                      <a:pt x="8773198" y="1491267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805204"/>
                    </a:lnTo>
                    <a:lnTo>
                      <a:pt x="8328997" y="4805204"/>
                    </a:lnTo>
                    <a:lnTo>
                      <a:pt x="8217946" y="4805204"/>
                    </a:lnTo>
                    <a:lnTo>
                      <a:pt x="8106896" y="4805204"/>
                    </a:lnTo>
                    <a:lnTo>
                      <a:pt x="7995845" y="4805204"/>
                    </a:lnTo>
                    <a:lnTo>
                      <a:pt x="7884794" y="4805204"/>
                    </a:lnTo>
                    <a:lnTo>
                      <a:pt x="7773744" y="4805204"/>
                    </a:lnTo>
                    <a:lnTo>
                      <a:pt x="7662694" y="4805204"/>
                    </a:lnTo>
                    <a:lnTo>
                      <a:pt x="7551643" y="4805204"/>
                    </a:lnTo>
                    <a:lnTo>
                      <a:pt x="7440593" y="4805204"/>
                    </a:lnTo>
                    <a:lnTo>
                      <a:pt x="7329543" y="4805204"/>
                    </a:lnTo>
                    <a:lnTo>
                      <a:pt x="7218492" y="4805204"/>
                    </a:lnTo>
                    <a:lnTo>
                      <a:pt x="7107441" y="4805204"/>
                    </a:lnTo>
                    <a:lnTo>
                      <a:pt x="6996391" y="4805204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805204"/>
                    </a:lnTo>
                    <a:lnTo>
                      <a:pt x="6441139" y="4805204"/>
                    </a:lnTo>
                    <a:lnTo>
                      <a:pt x="6330088" y="4805204"/>
                    </a:lnTo>
                    <a:lnTo>
                      <a:pt x="6219038" y="4800438"/>
                    </a:lnTo>
                    <a:lnTo>
                      <a:pt x="6107881" y="4772689"/>
                    </a:lnTo>
                    <a:lnTo>
                      <a:pt x="5996831" y="4739962"/>
                    </a:lnTo>
                    <a:lnTo>
                      <a:pt x="5885781" y="4702574"/>
                    </a:lnTo>
                    <a:lnTo>
                      <a:pt x="5774730" y="4661056"/>
                    </a:lnTo>
                    <a:lnTo>
                      <a:pt x="5663679" y="4615513"/>
                    </a:lnTo>
                    <a:lnTo>
                      <a:pt x="5552629" y="4566687"/>
                    </a:lnTo>
                    <a:lnTo>
                      <a:pt x="5441578" y="4514683"/>
                    </a:lnTo>
                    <a:lnTo>
                      <a:pt x="5330528" y="4459925"/>
                    </a:lnTo>
                    <a:lnTo>
                      <a:pt x="5219478" y="4402944"/>
                    </a:lnTo>
                    <a:lnTo>
                      <a:pt x="5108428" y="4343844"/>
                    </a:lnTo>
                    <a:lnTo>
                      <a:pt x="4997377" y="4283049"/>
                    </a:lnTo>
                    <a:lnTo>
                      <a:pt x="4886326" y="4220772"/>
                    </a:lnTo>
                    <a:lnTo>
                      <a:pt x="4775276" y="4157224"/>
                    </a:lnTo>
                    <a:lnTo>
                      <a:pt x="4664225" y="4092722"/>
                    </a:lnTo>
                    <a:lnTo>
                      <a:pt x="4553175" y="4027373"/>
                    </a:lnTo>
                    <a:lnTo>
                      <a:pt x="4442124" y="3961283"/>
                    </a:lnTo>
                    <a:lnTo>
                      <a:pt x="4331074" y="3894875"/>
                    </a:lnTo>
                    <a:lnTo>
                      <a:pt x="4220024" y="3828255"/>
                    </a:lnTo>
                    <a:lnTo>
                      <a:pt x="4108973" y="3761635"/>
                    </a:lnTo>
                    <a:lnTo>
                      <a:pt x="3997923" y="3695757"/>
                    </a:lnTo>
                    <a:lnTo>
                      <a:pt x="3886872" y="3631044"/>
                    </a:lnTo>
                    <a:lnTo>
                      <a:pt x="3775822" y="3568449"/>
                    </a:lnTo>
                    <a:lnTo>
                      <a:pt x="3664771" y="3509349"/>
                    </a:lnTo>
                    <a:lnTo>
                      <a:pt x="3553721" y="3455439"/>
                    </a:lnTo>
                    <a:lnTo>
                      <a:pt x="3442670" y="3409790"/>
                    </a:lnTo>
                    <a:lnTo>
                      <a:pt x="3331620" y="3381934"/>
                    </a:lnTo>
                    <a:lnTo>
                      <a:pt x="3220569" y="3375474"/>
                    </a:lnTo>
                    <a:lnTo>
                      <a:pt x="3109519" y="3384582"/>
                    </a:lnTo>
                    <a:lnTo>
                      <a:pt x="2998362" y="3440822"/>
                    </a:lnTo>
                    <a:lnTo>
                      <a:pt x="2887312" y="3555739"/>
                    </a:lnTo>
                    <a:lnTo>
                      <a:pt x="2776262" y="3709949"/>
                    </a:lnTo>
                    <a:lnTo>
                      <a:pt x="2665211" y="3867232"/>
                    </a:lnTo>
                    <a:lnTo>
                      <a:pt x="2554161" y="4005449"/>
                    </a:lnTo>
                    <a:lnTo>
                      <a:pt x="2443110" y="4329334"/>
                    </a:lnTo>
                    <a:lnTo>
                      <a:pt x="2332060" y="4530146"/>
                    </a:lnTo>
                    <a:lnTo>
                      <a:pt x="2221009" y="4508752"/>
                    </a:lnTo>
                    <a:lnTo>
                      <a:pt x="2109959" y="4416183"/>
                    </a:lnTo>
                    <a:lnTo>
                      <a:pt x="1998908" y="4306244"/>
                    </a:lnTo>
                    <a:lnTo>
                      <a:pt x="1887858" y="4155635"/>
                    </a:lnTo>
                    <a:lnTo>
                      <a:pt x="1776807" y="3851768"/>
                    </a:lnTo>
                    <a:lnTo>
                      <a:pt x="1665757" y="3172331"/>
                    </a:lnTo>
                    <a:lnTo>
                      <a:pt x="1554706" y="2590017"/>
                    </a:lnTo>
                    <a:lnTo>
                      <a:pt x="1443656" y="2085761"/>
                    </a:lnTo>
                    <a:lnTo>
                      <a:pt x="1332605" y="1585530"/>
                    </a:lnTo>
                    <a:lnTo>
                      <a:pt x="1221555" y="1447524"/>
                    </a:lnTo>
                    <a:lnTo>
                      <a:pt x="1110505" y="1629378"/>
                    </a:lnTo>
                    <a:lnTo>
                      <a:pt x="999454" y="2228956"/>
                    </a:lnTo>
                    <a:lnTo>
                      <a:pt x="888404" y="3159409"/>
                    </a:lnTo>
                    <a:lnTo>
                      <a:pt x="777353" y="3857064"/>
                    </a:lnTo>
                    <a:lnTo>
                      <a:pt x="666303" y="4430375"/>
                    </a:lnTo>
                    <a:lnTo>
                      <a:pt x="555252" y="4200860"/>
                    </a:lnTo>
                    <a:lnTo>
                      <a:pt x="444202" y="4142925"/>
                    </a:lnTo>
                    <a:lnTo>
                      <a:pt x="333151" y="4161778"/>
                    </a:lnTo>
                    <a:lnTo>
                      <a:pt x="222101" y="4275000"/>
                    </a:lnTo>
                    <a:lnTo>
                      <a:pt x="111050" y="4604498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F8D39AC-2ED6-4995-7ADA-61A418A8D416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757042"/>
              </a:xfrm>
              <a:custGeom>
                <a:avLst/>
                <a:gdLst>
                  <a:gd name="connsiteX0" fmla="*/ 0 w 8773198"/>
                  <a:gd name="connsiteY0" fmla="*/ 1916934 h 2757042"/>
                  <a:gd name="connsiteX1" fmla="*/ 111050 w 8773198"/>
                  <a:gd name="connsiteY1" fmla="*/ 2399795 h 2757042"/>
                  <a:gd name="connsiteX2" fmla="*/ 222101 w 8773198"/>
                  <a:gd name="connsiteY2" fmla="*/ 2670193 h 2757042"/>
                  <a:gd name="connsiteX3" fmla="*/ 333151 w 8773198"/>
                  <a:gd name="connsiteY3" fmla="*/ 2725375 h 2757042"/>
                  <a:gd name="connsiteX4" fmla="*/ 444202 w 8773198"/>
                  <a:gd name="connsiteY4" fmla="*/ 2656636 h 2757042"/>
                  <a:gd name="connsiteX5" fmla="*/ 555252 w 8773198"/>
                  <a:gd name="connsiteY5" fmla="*/ 2646786 h 2757042"/>
                  <a:gd name="connsiteX6" fmla="*/ 666303 w 8773198"/>
                  <a:gd name="connsiteY6" fmla="*/ 2668287 h 2757042"/>
                  <a:gd name="connsiteX7" fmla="*/ 777353 w 8773198"/>
                  <a:gd name="connsiteY7" fmla="*/ 2208621 h 2757042"/>
                  <a:gd name="connsiteX8" fmla="*/ 888404 w 8773198"/>
                  <a:gd name="connsiteY8" fmla="*/ 1429095 h 2757042"/>
                  <a:gd name="connsiteX9" fmla="*/ 999454 w 8773198"/>
                  <a:gd name="connsiteY9" fmla="*/ 694795 h 2757042"/>
                  <a:gd name="connsiteX10" fmla="*/ 1110505 w 8773198"/>
                  <a:gd name="connsiteY10" fmla="*/ 226867 h 2757042"/>
                  <a:gd name="connsiteX11" fmla="*/ 1221555 w 8773198"/>
                  <a:gd name="connsiteY11" fmla="*/ 0 h 2757042"/>
                  <a:gd name="connsiteX12" fmla="*/ 1332605 w 8773198"/>
                  <a:gd name="connsiteY12" fmla="*/ 74140 h 2757042"/>
                  <a:gd name="connsiteX13" fmla="*/ 1443656 w 8773198"/>
                  <a:gd name="connsiteY13" fmla="*/ 408298 h 2757042"/>
                  <a:gd name="connsiteX14" fmla="*/ 1554706 w 8773198"/>
                  <a:gd name="connsiteY14" fmla="*/ 744362 h 2757042"/>
                  <a:gd name="connsiteX15" fmla="*/ 1665757 w 8773198"/>
                  <a:gd name="connsiteY15" fmla="*/ 1324664 h 2757042"/>
                  <a:gd name="connsiteX16" fmla="*/ 1776807 w 8773198"/>
                  <a:gd name="connsiteY16" fmla="*/ 1914392 h 2757042"/>
                  <a:gd name="connsiteX17" fmla="*/ 1887858 w 8773198"/>
                  <a:gd name="connsiteY17" fmla="*/ 2240183 h 2757042"/>
                  <a:gd name="connsiteX18" fmla="*/ 1998908 w 8773198"/>
                  <a:gd name="connsiteY18" fmla="*/ 2520431 h 2757042"/>
                  <a:gd name="connsiteX19" fmla="*/ 2109959 w 8773198"/>
                  <a:gd name="connsiteY19" fmla="*/ 2705675 h 2757042"/>
                  <a:gd name="connsiteX20" fmla="*/ 2221009 w 8773198"/>
                  <a:gd name="connsiteY20" fmla="*/ 2757043 h 2757042"/>
                  <a:gd name="connsiteX21" fmla="*/ 2332060 w 8773198"/>
                  <a:gd name="connsiteY21" fmla="*/ 2713089 h 2757042"/>
                  <a:gd name="connsiteX22" fmla="*/ 2443110 w 8773198"/>
                  <a:gd name="connsiteY22" fmla="*/ 2549664 h 2757042"/>
                  <a:gd name="connsiteX23" fmla="*/ 2554161 w 8773198"/>
                  <a:gd name="connsiteY23" fmla="*/ 2250351 h 2757042"/>
                  <a:gd name="connsiteX24" fmla="*/ 2665211 w 8773198"/>
                  <a:gd name="connsiteY24" fmla="*/ 2141154 h 2757042"/>
                  <a:gd name="connsiteX25" fmla="*/ 2776262 w 8773198"/>
                  <a:gd name="connsiteY25" fmla="*/ 2044878 h 2757042"/>
                  <a:gd name="connsiteX26" fmla="*/ 2887312 w 8773198"/>
                  <a:gd name="connsiteY26" fmla="*/ 1937482 h 2757042"/>
                  <a:gd name="connsiteX27" fmla="*/ 2998362 w 8773198"/>
                  <a:gd name="connsiteY27" fmla="*/ 1837923 h 2757042"/>
                  <a:gd name="connsiteX28" fmla="*/ 3109519 w 8773198"/>
                  <a:gd name="connsiteY28" fmla="*/ 1782106 h 2757042"/>
                  <a:gd name="connsiteX29" fmla="*/ 3220569 w 8773198"/>
                  <a:gd name="connsiteY29" fmla="*/ 1767596 h 2757042"/>
                  <a:gd name="connsiteX30" fmla="*/ 3331620 w 8773198"/>
                  <a:gd name="connsiteY30" fmla="*/ 1738470 h 2757042"/>
                  <a:gd name="connsiteX31" fmla="*/ 3442670 w 8773198"/>
                  <a:gd name="connsiteY31" fmla="*/ 1711885 h 2757042"/>
                  <a:gd name="connsiteX32" fmla="*/ 3553721 w 8773198"/>
                  <a:gd name="connsiteY32" fmla="*/ 1703412 h 2757042"/>
                  <a:gd name="connsiteX33" fmla="*/ 3664771 w 8773198"/>
                  <a:gd name="connsiteY33" fmla="*/ 1694621 h 2757042"/>
                  <a:gd name="connsiteX34" fmla="*/ 3775822 w 8773198"/>
                  <a:gd name="connsiteY34" fmla="*/ 1685830 h 2757042"/>
                  <a:gd name="connsiteX35" fmla="*/ 3886872 w 8773198"/>
                  <a:gd name="connsiteY35" fmla="*/ 1678310 h 2757042"/>
                  <a:gd name="connsiteX36" fmla="*/ 3997923 w 8773198"/>
                  <a:gd name="connsiteY36" fmla="*/ 1673121 h 2757042"/>
                  <a:gd name="connsiteX37" fmla="*/ 4108973 w 8773198"/>
                  <a:gd name="connsiteY37" fmla="*/ 1670791 h 2757042"/>
                  <a:gd name="connsiteX38" fmla="*/ 4220024 w 8773198"/>
                  <a:gd name="connsiteY38" fmla="*/ 1671532 h 2757042"/>
                  <a:gd name="connsiteX39" fmla="*/ 4331074 w 8773198"/>
                  <a:gd name="connsiteY39" fmla="*/ 1675345 h 2757042"/>
                  <a:gd name="connsiteX40" fmla="*/ 4442124 w 8773198"/>
                  <a:gd name="connsiteY40" fmla="*/ 1682229 h 2757042"/>
                  <a:gd name="connsiteX41" fmla="*/ 4553175 w 8773198"/>
                  <a:gd name="connsiteY41" fmla="*/ 1692185 h 2757042"/>
                  <a:gd name="connsiteX42" fmla="*/ 4664225 w 8773198"/>
                  <a:gd name="connsiteY42" fmla="*/ 1704789 h 2757042"/>
                  <a:gd name="connsiteX43" fmla="*/ 4775276 w 8773198"/>
                  <a:gd name="connsiteY43" fmla="*/ 1720040 h 2757042"/>
                  <a:gd name="connsiteX44" fmla="*/ 4886326 w 8773198"/>
                  <a:gd name="connsiteY44" fmla="*/ 1737622 h 2757042"/>
                  <a:gd name="connsiteX45" fmla="*/ 4997377 w 8773198"/>
                  <a:gd name="connsiteY45" fmla="*/ 1757534 h 2757042"/>
                  <a:gd name="connsiteX46" fmla="*/ 5108428 w 8773198"/>
                  <a:gd name="connsiteY46" fmla="*/ 1779352 h 2757042"/>
                  <a:gd name="connsiteX47" fmla="*/ 5219478 w 8773198"/>
                  <a:gd name="connsiteY47" fmla="*/ 1803077 h 2757042"/>
                  <a:gd name="connsiteX48" fmla="*/ 5330528 w 8773198"/>
                  <a:gd name="connsiteY48" fmla="*/ 1828708 h 2757042"/>
                  <a:gd name="connsiteX49" fmla="*/ 5441578 w 8773198"/>
                  <a:gd name="connsiteY49" fmla="*/ 1856140 h 2757042"/>
                  <a:gd name="connsiteX50" fmla="*/ 5552629 w 8773198"/>
                  <a:gd name="connsiteY50" fmla="*/ 1885266 h 2757042"/>
                  <a:gd name="connsiteX51" fmla="*/ 5663679 w 8773198"/>
                  <a:gd name="connsiteY51" fmla="*/ 1916087 h 2757042"/>
                  <a:gd name="connsiteX52" fmla="*/ 5774730 w 8773198"/>
                  <a:gd name="connsiteY52" fmla="*/ 1948709 h 2757042"/>
                  <a:gd name="connsiteX53" fmla="*/ 5885781 w 8773198"/>
                  <a:gd name="connsiteY53" fmla="*/ 1983025 h 2757042"/>
                  <a:gd name="connsiteX54" fmla="*/ 5996831 w 8773198"/>
                  <a:gd name="connsiteY54" fmla="*/ 2019141 h 2757042"/>
                  <a:gd name="connsiteX55" fmla="*/ 6107881 w 8773198"/>
                  <a:gd name="connsiteY55" fmla="*/ 2056952 h 2757042"/>
                  <a:gd name="connsiteX56" fmla="*/ 6219038 w 8773198"/>
                  <a:gd name="connsiteY56" fmla="*/ 2096458 h 2757042"/>
                  <a:gd name="connsiteX57" fmla="*/ 6330088 w 8773198"/>
                  <a:gd name="connsiteY57" fmla="*/ 2137553 h 2757042"/>
                  <a:gd name="connsiteX58" fmla="*/ 6441139 w 8773198"/>
                  <a:gd name="connsiteY58" fmla="*/ 2180024 h 2757042"/>
                  <a:gd name="connsiteX59" fmla="*/ 6552189 w 8773198"/>
                  <a:gd name="connsiteY59" fmla="*/ 2223449 h 2757042"/>
                  <a:gd name="connsiteX60" fmla="*/ 6663240 w 8773198"/>
                  <a:gd name="connsiteY60" fmla="*/ 2267403 h 2757042"/>
                  <a:gd name="connsiteX61" fmla="*/ 6774290 w 8773198"/>
                  <a:gd name="connsiteY61" fmla="*/ 2311040 h 2757042"/>
                  <a:gd name="connsiteX62" fmla="*/ 6885340 w 8773198"/>
                  <a:gd name="connsiteY62" fmla="*/ 2353405 h 2757042"/>
                  <a:gd name="connsiteX63" fmla="*/ 6996391 w 8773198"/>
                  <a:gd name="connsiteY63" fmla="*/ 2393017 h 2757042"/>
                  <a:gd name="connsiteX64" fmla="*/ 7107441 w 8773198"/>
                  <a:gd name="connsiteY64" fmla="*/ 2428286 h 2757042"/>
                  <a:gd name="connsiteX65" fmla="*/ 7218492 w 8773198"/>
                  <a:gd name="connsiteY65" fmla="*/ 2457519 h 2757042"/>
                  <a:gd name="connsiteX66" fmla="*/ 7329543 w 8773198"/>
                  <a:gd name="connsiteY66" fmla="*/ 2478701 h 2757042"/>
                  <a:gd name="connsiteX67" fmla="*/ 7440593 w 8773198"/>
                  <a:gd name="connsiteY67" fmla="*/ 2490034 h 2757042"/>
                  <a:gd name="connsiteX68" fmla="*/ 7551643 w 8773198"/>
                  <a:gd name="connsiteY68" fmla="*/ 2489610 h 2757042"/>
                  <a:gd name="connsiteX69" fmla="*/ 7662694 w 8773198"/>
                  <a:gd name="connsiteY69" fmla="*/ 2475630 h 2757042"/>
                  <a:gd name="connsiteX70" fmla="*/ 7773744 w 8773198"/>
                  <a:gd name="connsiteY70" fmla="*/ 2446821 h 2757042"/>
                  <a:gd name="connsiteX71" fmla="*/ 7884794 w 8773198"/>
                  <a:gd name="connsiteY71" fmla="*/ 2402338 h 2757042"/>
                  <a:gd name="connsiteX72" fmla="*/ 7995845 w 8773198"/>
                  <a:gd name="connsiteY72" fmla="*/ 2341755 h 2757042"/>
                  <a:gd name="connsiteX73" fmla="*/ 8106896 w 8773198"/>
                  <a:gd name="connsiteY73" fmla="*/ 2264861 h 2757042"/>
                  <a:gd name="connsiteX74" fmla="*/ 8217946 w 8773198"/>
                  <a:gd name="connsiteY74" fmla="*/ 2172187 h 2757042"/>
                  <a:gd name="connsiteX75" fmla="*/ 8328997 w 8773198"/>
                  <a:gd name="connsiteY75" fmla="*/ 2064260 h 2757042"/>
                  <a:gd name="connsiteX76" fmla="*/ 8440047 w 8773198"/>
                  <a:gd name="connsiteY76" fmla="*/ 1941506 h 2757042"/>
                  <a:gd name="connsiteX77" fmla="*/ 8551097 w 8773198"/>
                  <a:gd name="connsiteY77" fmla="*/ 1804666 h 2757042"/>
                  <a:gd name="connsiteX78" fmla="*/ 8662148 w 8773198"/>
                  <a:gd name="connsiteY78" fmla="*/ 1654480 h 2757042"/>
                  <a:gd name="connsiteX79" fmla="*/ 8773198 w 8773198"/>
                  <a:gd name="connsiteY79" fmla="*/ 1491267 h 275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757042">
                    <a:moveTo>
                      <a:pt x="0" y="1916934"/>
                    </a:moveTo>
                    <a:lnTo>
                      <a:pt x="111050" y="2399795"/>
                    </a:lnTo>
                    <a:lnTo>
                      <a:pt x="222101" y="2670193"/>
                    </a:lnTo>
                    <a:lnTo>
                      <a:pt x="333151" y="2725375"/>
                    </a:lnTo>
                    <a:lnTo>
                      <a:pt x="444202" y="2656636"/>
                    </a:lnTo>
                    <a:lnTo>
                      <a:pt x="555252" y="2646786"/>
                    </a:lnTo>
                    <a:lnTo>
                      <a:pt x="666303" y="2668287"/>
                    </a:lnTo>
                    <a:lnTo>
                      <a:pt x="777353" y="2208621"/>
                    </a:lnTo>
                    <a:lnTo>
                      <a:pt x="888404" y="1429095"/>
                    </a:lnTo>
                    <a:lnTo>
                      <a:pt x="999454" y="694795"/>
                    </a:lnTo>
                    <a:lnTo>
                      <a:pt x="1110505" y="226867"/>
                    </a:lnTo>
                    <a:lnTo>
                      <a:pt x="1221555" y="0"/>
                    </a:lnTo>
                    <a:lnTo>
                      <a:pt x="1332605" y="74140"/>
                    </a:lnTo>
                    <a:lnTo>
                      <a:pt x="1443656" y="408298"/>
                    </a:lnTo>
                    <a:lnTo>
                      <a:pt x="1554706" y="744362"/>
                    </a:lnTo>
                    <a:lnTo>
                      <a:pt x="1665757" y="1324664"/>
                    </a:lnTo>
                    <a:lnTo>
                      <a:pt x="1776807" y="1914392"/>
                    </a:lnTo>
                    <a:lnTo>
                      <a:pt x="1887858" y="2240183"/>
                    </a:lnTo>
                    <a:lnTo>
                      <a:pt x="1998908" y="2520431"/>
                    </a:lnTo>
                    <a:lnTo>
                      <a:pt x="2109959" y="2705675"/>
                    </a:lnTo>
                    <a:lnTo>
                      <a:pt x="2221009" y="2757043"/>
                    </a:lnTo>
                    <a:lnTo>
                      <a:pt x="2332060" y="2713089"/>
                    </a:lnTo>
                    <a:lnTo>
                      <a:pt x="2443110" y="2549664"/>
                    </a:lnTo>
                    <a:lnTo>
                      <a:pt x="2554161" y="2250351"/>
                    </a:lnTo>
                    <a:lnTo>
                      <a:pt x="2665211" y="2141154"/>
                    </a:lnTo>
                    <a:lnTo>
                      <a:pt x="2776262" y="2044878"/>
                    </a:lnTo>
                    <a:lnTo>
                      <a:pt x="2887312" y="1937482"/>
                    </a:lnTo>
                    <a:lnTo>
                      <a:pt x="2998362" y="1837923"/>
                    </a:lnTo>
                    <a:lnTo>
                      <a:pt x="3109519" y="1782106"/>
                    </a:lnTo>
                    <a:lnTo>
                      <a:pt x="3220569" y="1767596"/>
                    </a:lnTo>
                    <a:lnTo>
                      <a:pt x="3331620" y="1738470"/>
                    </a:lnTo>
                    <a:lnTo>
                      <a:pt x="3442670" y="1711885"/>
                    </a:lnTo>
                    <a:lnTo>
                      <a:pt x="3553721" y="1703412"/>
                    </a:lnTo>
                    <a:lnTo>
                      <a:pt x="3664771" y="1694621"/>
                    </a:lnTo>
                    <a:lnTo>
                      <a:pt x="3775822" y="1685830"/>
                    </a:lnTo>
                    <a:lnTo>
                      <a:pt x="3886872" y="1678310"/>
                    </a:lnTo>
                    <a:lnTo>
                      <a:pt x="3997923" y="1673121"/>
                    </a:lnTo>
                    <a:lnTo>
                      <a:pt x="4108973" y="1670791"/>
                    </a:lnTo>
                    <a:lnTo>
                      <a:pt x="4220024" y="1671532"/>
                    </a:lnTo>
                    <a:lnTo>
                      <a:pt x="4331074" y="1675345"/>
                    </a:lnTo>
                    <a:lnTo>
                      <a:pt x="4442124" y="1682229"/>
                    </a:lnTo>
                    <a:lnTo>
                      <a:pt x="4553175" y="1692185"/>
                    </a:lnTo>
                    <a:lnTo>
                      <a:pt x="4664225" y="1704789"/>
                    </a:lnTo>
                    <a:lnTo>
                      <a:pt x="4775276" y="1720040"/>
                    </a:lnTo>
                    <a:lnTo>
                      <a:pt x="4886326" y="1737622"/>
                    </a:lnTo>
                    <a:lnTo>
                      <a:pt x="4997377" y="1757534"/>
                    </a:lnTo>
                    <a:lnTo>
                      <a:pt x="5108428" y="1779352"/>
                    </a:lnTo>
                    <a:lnTo>
                      <a:pt x="5219478" y="1803077"/>
                    </a:lnTo>
                    <a:lnTo>
                      <a:pt x="5330528" y="1828708"/>
                    </a:lnTo>
                    <a:lnTo>
                      <a:pt x="5441578" y="1856140"/>
                    </a:lnTo>
                    <a:lnTo>
                      <a:pt x="5552629" y="1885266"/>
                    </a:lnTo>
                    <a:lnTo>
                      <a:pt x="5663679" y="1916087"/>
                    </a:lnTo>
                    <a:lnTo>
                      <a:pt x="5774730" y="1948709"/>
                    </a:lnTo>
                    <a:lnTo>
                      <a:pt x="5885781" y="1983025"/>
                    </a:lnTo>
                    <a:lnTo>
                      <a:pt x="5996831" y="2019141"/>
                    </a:lnTo>
                    <a:lnTo>
                      <a:pt x="6107881" y="2056952"/>
                    </a:lnTo>
                    <a:lnTo>
                      <a:pt x="6219038" y="2096458"/>
                    </a:lnTo>
                    <a:lnTo>
                      <a:pt x="6330088" y="2137553"/>
                    </a:lnTo>
                    <a:lnTo>
                      <a:pt x="6441139" y="2180024"/>
                    </a:lnTo>
                    <a:lnTo>
                      <a:pt x="6552189" y="2223449"/>
                    </a:lnTo>
                    <a:lnTo>
                      <a:pt x="6663240" y="2267403"/>
                    </a:lnTo>
                    <a:lnTo>
                      <a:pt x="6774290" y="2311040"/>
                    </a:lnTo>
                    <a:lnTo>
                      <a:pt x="6885340" y="2353405"/>
                    </a:lnTo>
                    <a:lnTo>
                      <a:pt x="6996391" y="2393017"/>
                    </a:lnTo>
                    <a:lnTo>
                      <a:pt x="7107441" y="2428286"/>
                    </a:lnTo>
                    <a:lnTo>
                      <a:pt x="7218492" y="2457519"/>
                    </a:lnTo>
                    <a:lnTo>
                      <a:pt x="7329543" y="2478701"/>
                    </a:lnTo>
                    <a:lnTo>
                      <a:pt x="7440593" y="2490034"/>
                    </a:lnTo>
                    <a:lnTo>
                      <a:pt x="7551643" y="2489610"/>
                    </a:lnTo>
                    <a:lnTo>
                      <a:pt x="7662694" y="2475630"/>
                    </a:lnTo>
                    <a:lnTo>
                      <a:pt x="7773744" y="2446821"/>
                    </a:lnTo>
                    <a:lnTo>
                      <a:pt x="7884794" y="2402338"/>
                    </a:lnTo>
                    <a:lnTo>
                      <a:pt x="7995845" y="2341755"/>
                    </a:lnTo>
                    <a:lnTo>
                      <a:pt x="8106896" y="2264861"/>
                    </a:lnTo>
                    <a:lnTo>
                      <a:pt x="8217946" y="2172187"/>
                    </a:lnTo>
                    <a:lnTo>
                      <a:pt x="8328997" y="2064260"/>
                    </a:lnTo>
                    <a:lnTo>
                      <a:pt x="8440047" y="1941506"/>
                    </a:lnTo>
                    <a:lnTo>
                      <a:pt x="8551097" y="1804666"/>
                    </a:lnTo>
                    <a:lnTo>
                      <a:pt x="8662148" y="1654480"/>
                    </a:lnTo>
                    <a:lnTo>
                      <a:pt x="8773198" y="149126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D528B22-382E-D2E5-0710-497498EA2600}"/>
                  </a:ext>
                </a:extLst>
              </p:cNvPr>
              <p:cNvSpPr/>
              <p:nvPr/>
            </p:nvSpPr>
            <p:spPr>
              <a:xfrm>
                <a:off x="1909778" y="2419005"/>
                <a:ext cx="8773198" cy="3357680"/>
              </a:xfrm>
              <a:custGeom>
                <a:avLst/>
                <a:gdLst>
                  <a:gd name="connsiteX0" fmla="*/ 8773198 w 8773198"/>
                  <a:gd name="connsiteY0" fmla="*/ 3357680 h 3357680"/>
                  <a:gd name="connsiteX1" fmla="*/ 8662148 w 8773198"/>
                  <a:gd name="connsiteY1" fmla="*/ 3357680 h 3357680"/>
                  <a:gd name="connsiteX2" fmla="*/ 8551097 w 8773198"/>
                  <a:gd name="connsiteY2" fmla="*/ 3357680 h 3357680"/>
                  <a:gd name="connsiteX3" fmla="*/ 8440047 w 8773198"/>
                  <a:gd name="connsiteY3" fmla="*/ 3357680 h 3357680"/>
                  <a:gd name="connsiteX4" fmla="*/ 8328997 w 8773198"/>
                  <a:gd name="connsiteY4" fmla="*/ 3357680 h 3357680"/>
                  <a:gd name="connsiteX5" fmla="*/ 8217946 w 8773198"/>
                  <a:gd name="connsiteY5" fmla="*/ 3357680 h 3357680"/>
                  <a:gd name="connsiteX6" fmla="*/ 8106896 w 8773198"/>
                  <a:gd name="connsiteY6" fmla="*/ 3357680 h 3357680"/>
                  <a:gd name="connsiteX7" fmla="*/ 7995845 w 8773198"/>
                  <a:gd name="connsiteY7" fmla="*/ 3357680 h 3357680"/>
                  <a:gd name="connsiteX8" fmla="*/ 7884794 w 8773198"/>
                  <a:gd name="connsiteY8" fmla="*/ 3357680 h 3357680"/>
                  <a:gd name="connsiteX9" fmla="*/ 7773744 w 8773198"/>
                  <a:gd name="connsiteY9" fmla="*/ 3357680 h 3357680"/>
                  <a:gd name="connsiteX10" fmla="*/ 7662694 w 8773198"/>
                  <a:gd name="connsiteY10" fmla="*/ 3357680 h 3357680"/>
                  <a:gd name="connsiteX11" fmla="*/ 7551643 w 8773198"/>
                  <a:gd name="connsiteY11" fmla="*/ 3357680 h 3357680"/>
                  <a:gd name="connsiteX12" fmla="*/ 7440593 w 8773198"/>
                  <a:gd name="connsiteY12" fmla="*/ 3357680 h 3357680"/>
                  <a:gd name="connsiteX13" fmla="*/ 7329543 w 8773198"/>
                  <a:gd name="connsiteY13" fmla="*/ 3357680 h 3357680"/>
                  <a:gd name="connsiteX14" fmla="*/ 7218492 w 8773198"/>
                  <a:gd name="connsiteY14" fmla="*/ 3357680 h 3357680"/>
                  <a:gd name="connsiteX15" fmla="*/ 7107441 w 8773198"/>
                  <a:gd name="connsiteY15" fmla="*/ 3357680 h 3357680"/>
                  <a:gd name="connsiteX16" fmla="*/ 6996391 w 8773198"/>
                  <a:gd name="connsiteY16" fmla="*/ 3357680 h 3357680"/>
                  <a:gd name="connsiteX17" fmla="*/ 6885340 w 8773198"/>
                  <a:gd name="connsiteY17" fmla="*/ 3357680 h 3357680"/>
                  <a:gd name="connsiteX18" fmla="*/ 6774290 w 8773198"/>
                  <a:gd name="connsiteY18" fmla="*/ 3357680 h 3357680"/>
                  <a:gd name="connsiteX19" fmla="*/ 6663240 w 8773198"/>
                  <a:gd name="connsiteY19" fmla="*/ 3357680 h 3357680"/>
                  <a:gd name="connsiteX20" fmla="*/ 6552189 w 8773198"/>
                  <a:gd name="connsiteY20" fmla="*/ 3357680 h 3357680"/>
                  <a:gd name="connsiteX21" fmla="*/ 6441139 w 8773198"/>
                  <a:gd name="connsiteY21" fmla="*/ 3357680 h 3357680"/>
                  <a:gd name="connsiteX22" fmla="*/ 6330088 w 8773198"/>
                  <a:gd name="connsiteY22" fmla="*/ 3357680 h 3357680"/>
                  <a:gd name="connsiteX23" fmla="*/ 6219038 w 8773198"/>
                  <a:gd name="connsiteY23" fmla="*/ 3352914 h 3357680"/>
                  <a:gd name="connsiteX24" fmla="*/ 6107881 w 8773198"/>
                  <a:gd name="connsiteY24" fmla="*/ 3325165 h 3357680"/>
                  <a:gd name="connsiteX25" fmla="*/ 5996831 w 8773198"/>
                  <a:gd name="connsiteY25" fmla="*/ 3292437 h 3357680"/>
                  <a:gd name="connsiteX26" fmla="*/ 5885781 w 8773198"/>
                  <a:gd name="connsiteY26" fmla="*/ 3255050 h 3357680"/>
                  <a:gd name="connsiteX27" fmla="*/ 5774730 w 8773198"/>
                  <a:gd name="connsiteY27" fmla="*/ 3213531 h 3357680"/>
                  <a:gd name="connsiteX28" fmla="*/ 5663679 w 8773198"/>
                  <a:gd name="connsiteY28" fmla="*/ 3167988 h 3357680"/>
                  <a:gd name="connsiteX29" fmla="*/ 5552629 w 8773198"/>
                  <a:gd name="connsiteY29" fmla="*/ 3119162 h 3357680"/>
                  <a:gd name="connsiteX30" fmla="*/ 5441578 w 8773198"/>
                  <a:gd name="connsiteY30" fmla="*/ 3067159 h 3357680"/>
                  <a:gd name="connsiteX31" fmla="*/ 5330528 w 8773198"/>
                  <a:gd name="connsiteY31" fmla="*/ 3012401 h 3357680"/>
                  <a:gd name="connsiteX32" fmla="*/ 5219478 w 8773198"/>
                  <a:gd name="connsiteY32" fmla="*/ 2955419 h 3357680"/>
                  <a:gd name="connsiteX33" fmla="*/ 5108428 w 8773198"/>
                  <a:gd name="connsiteY33" fmla="*/ 2896320 h 3357680"/>
                  <a:gd name="connsiteX34" fmla="*/ 4997377 w 8773198"/>
                  <a:gd name="connsiteY34" fmla="*/ 2835525 h 3357680"/>
                  <a:gd name="connsiteX35" fmla="*/ 4886326 w 8773198"/>
                  <a:gd name="connsiteY35" fmla="*/ 2773248 h 3357680"/>
                  <a:gd name="connsiteX36" fmla="*/ 4775276 w 8773198"/>
                  <a:gd name="connsiteY36" fmla="*/ 2709699 h 3357680"/>
                  <a:gd name="connsiteX37" fmla="*/ 4664225 w 8773198"/>
                  <a:gd name="connsiteY37" fmla="*/ 2645198 h 3357680"/>
                  <a:gd name="connsiteX38" fmla="*/ 4553175 w 8773198"/>
                  <a:gd name="connsiteY38" fmla="*/ 2579849 h 3357680"/>
                  <a:gd name="connsiteX39" fmla="*/ 4442124 w 8773198"/>
                  <a:gd name="connsiteY39" fmla="*/ 2513759 h 3357680"/>
                  <a:gd name="connsiteX40" fmla="*/ 4331074 w 8773198"/>
                  <a:gd name="connsiteY40" fmla="*/ 2447351 h 3357680"/>
                  <a:gd name="connsiteX41" fmla="*/ 4220024 w 8773198"/>
                  <a:gd name="connsiteY41" fmla="*/ 2380731 h 3357680"/>
                  <a:gd name="connsiteX42" fmla="*/ 4108973 w 8773198"/>
                  <a:gd name="connsiteY42" fmla="*/ 2314111 h 3357680"/>
                  <a:gd name="connsiteX43" fmla="*/ 3997923 w 8773198"/>
                  <a:gd name="connsiteY43" fmla="*/ 2248233 h 3357680"/>
                  <a:gd name="connsiteX44" fmla="*/ 3886872 w 8773198"/>
                  <a:gd name="connsiteY44" fmla="*/ 2183519 h 3357680"/>
                  <a:gd name="connsiteX45" fmla="*/ 3775822 w 8773198"/>
                  <a:gd name="connsiteY45" fmla="*/ 2120925 h 3357680"/>
                  <a:gd name="connsiteX46" fmla="*/ 3664771 w 8773198"/>
                  <a:gd name="connsiteY46" fmla="*/ 2061824 h 3357680"/>
                  <a:gd name="connsiteX47" fmla="*/ 3553721 w 8773198"/>
                  <a:gd name="connsiteY47" fmla="*/ 2007914 h 3357680"/>
                  <a:gd name="connsiteX48" fmla="*/ 3442670 w 8773198"/>
                  <a:gd name="connsiteY48" fmla="*/ 1962265 h 3357680"/>
                  <a:gd name="connsiteX49" fmla="*/ 3331620 w 8773198"/>
                  <a:gd name="connsiteY49" fmla="*/ 1934410 h 3357680"/>
                  <a:gd name="connsiteX50" fmla="*/ 3220569 w 8773198"/>
                  <a:gd name="connsiteY50" fmla="*/ 1927950 h 3357680"/>
                  <a:gd name="connsiteX51" fmla="*/ 3109519 w 8773198"/>
                  <a:gd name="connsiteY51" fmla="*/ 1937058 h 3357680"/>
                  <a:gd name="connsiteX52" fmla="*/ 2998362 w 8773198"/>
                  <a:gd name="connsiteY52" fmla="*/ 1993298 h 3357680"/>
                  <a:gd name="connsiteX53" fmla="*/ 2887312 w 8773198"/>
                  <a:gd name="connsiteY53" fmla="*/ 2108215 h 3357680"/>
                  <a:gd name="connsiteX54" fmla="*/ 2776262 w 8773198"/>
                  <a:gd name="connsiteY54" fmla="*/ 2262425 h 3357680"/>
                  <a:gd name="connsiteX55" fmla="*/ 2665211 w 8773198"/>
                  <a:gd name="connsiteY55" fmla="*/ 2419707 h 3357680"/>
                  <a:gd name="connsiteX56" fmla="*/ 2554161 w 8773198"/>
                  <a:gd name="connsiteY56" fmla="*/ 2557925 h 3357680"/>
                  <a:gd name="connsiteX57" fmla="*/ 2443110 w 8773198"/>
                  <a:gd name="connsiteY57" fmla="*/ 2881809 h 3357680"/>
                  <a:gd name="connsiteX58" fmla="*/ 2332060 w 8773198"/>
                  <a:gd name="connsiteY58" fmla="*/ 3082622 h 3357680"/>
                  <a:gd name="connsiteX59" fmla="*/ 2221009 w 8773198"/>
                  <a:gd name="connsiteY59" fmla="*/ 3061227 h 3357680"/>
                  <a:gd name="connsiteX60" fmla="*/ 2109959 w 8773198"/>
                  <a:gd name="connsiteY60" fmla="*/ 2968659 h 3357680"/>
                  <a:gd name="connsiteX61" fmla="*/ 1998908 w 8773198"/>
                  <a:gd name="connsiteY61" fmla="*/ 2858720 h 3357680"/>
                  <a:gd name="connsiteX62" fmla="*/ 1887858 w 8773198"/>
                  <a:gd name="connsiteY62" fmla="*/ 2708110 h 3357680"/>
                  <a:gd name="connsiteX63" fmla="*/ 1776807 w 8773198"/>
                  <a:gd name="connsiteY63" fmla="*/ 2404244 h 3357680"/>
                  <a:gd name="connsiteX64" fmla="*/ 1665757 w 8773198"/>
                  <a:gd name="connsiteY64" fmla="*/ 1724807 h 3357680"/>
                  <a:gd name="connsiteX65" fmla="*/ 1554706 w 8773198"/>
                  <a:gd name="connsiteY65" fmla="*/ 1142493 h 3357680"/>
                  <a:gd name="connsiteX66" fmla="*/ 1443656 w 8773198"/>
                  <a:gd name="connsiteY66" fmla="*/ 638237 h 3357680"/>
                  <a:gd name="connsiteX67" fmla="*/ 1332605 w 8773198"/>
                  <a:gd name="connsiteY67" fmla="*/ 138006 h 3357680"/>
                  <a:gd name="connsiteX68" fmla="*/ 1221555 w 8773198"/>
                  <a:gd name="connsiteY68" fmla="*/ 0 h 3357680"/>
                  <a:gd name="connsiteX69" fmla="*/ 1110505 w 8773198"/>
                  <a:gd name="connsiteY69" fmla="*/ 181854 h 3357680"/>
                  <a:gd name="connsiteX70" fmla="*/ 999454 w 8773198"/>
                  <a:gd name="connsiteY70" fmla="*/ 781432 h 3357680"/>
                  <a:gd name="connsiteX71" fmla="*/ 888404 w 8773198"/>
                  <a:gd name="connsiteY71" fmla="*/ 1711885 h 3357680"/>
                  <a:gd name="connsiteX72" fmla="*/ 777353 w 8773198"/>
                  <a:gd name="connsiteY72" fmla="*/ 2409540 h 3357680"/>
                  <a:gd name="connsiteX73" fmla="*/ 666303 w 8773198"/>
                  <a:gd name="connsiteY73" fmla="*/ 2982851 h 3357680"/>
                  <a:gd name="connsiteX74" fmla="*/ 555252 w 8773198"/>
                  <a:gd name="connsiteY74" fmla="*/ 2753336 h 3357680"/>
                  <a:gd name="connsiteX75" fmla="*/ 444202 w 8773198"/>
                  <a:gd name="connsiteY75" fmla="*/ 2695401 h 3357680"/>
                  <a:gd name="connsiteX76" fmla="*/ 333151 w 8773198"/>
                  <a:gd name="connsiteY76" fmla="*/ 2714254 h 3357680"/>
                  <a:gd name="connsiteX77" fmla="*/ 222101 w 8773198"/>
                  <a:gd name="connsiteY77" fmla="*/ 2827476 h 3357680"/>
                  <a:gd name="connsiteX78" fmla="*/ 111050 w 8773198"/>
                  <a:gd name="connsiteY78" fmla="*/ 3156973 h 3357680"/>
                  <a:gd name="connsiteX79" fmla="*/ 0 w 8773198"/>
                  <a:gd name="connsiteY79" fmla="*/ 3357680 h 3357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357680">
                    <a:moveTo>
                      <a:pt x="8773198" y="3357680"/>
                    </a:moveTo>
                    <a:lnTo>
                      <a:pt x="8662148" y="3357680"/>
                    </a:lnTo>
                    <a:lnTo>
                      <a:pt x="8551097" y="3357680"/>
                    </a:lnTo>
                    <a:lnTo>
                      <a:pt x="8440047" y="3357680"/>
                    </a:lnTo>
                    <a:lnTo>
                      <a:pt x="8328997" y="3357680"/>
                    </a:lnTo>
                    <a:lnTo>
                      <a:pt x="8217946" y="3357680"/>
                    </a:lnTo>
                    <a:lnTo>
                      <a:pt x="8106896" y="3357680"/>
                    </a:lnTo>
                    <a:lnTo>
                      <a:pt x="7995845" y="3357680"/>
                    </a:lnTo>
                    <a:lnTo>
                      <a:pt x="7884794" y="3357680"/>
                    </a:lnTo>
                    <a:lnTo>
                      <a:pt x="7773744" y="3357680"/>
                    </a:lnTo>
                    <a:lnTo>
                      <a:pt x="7662694" y="3357680"/>
                    </a:lnTo>
                    <a:lnTo>
                      <a:pt x="7551643" y="3357680"/>
                    </a:lnTo>
                    <a:lnTo>
                      <a:pt x="7440593" y="3357680"/>
                    </a:lnTo>
                    <a:lnTo>
                      <a:pt x="7329543" y="3357680"/>
                    </a:lnTo>
                    <a:lnTo>
                      <a:pt x="7218492" y="3357680"/>
                    </a:lnTo>
                    <a:lnTo>
                      <a:pt x="7107441" y="3357680"/>
                    </a:lnTo>
                    <a:lnTo>
                      <a:pt x="6996391" y="3357680"/>
                    </a:lnTo>
                    <a:lnTo>
                      <a:pt x="6885340" y="3357680"/>
                    </a:lnTo>
                    <a:lnTo>
                      <a:pt x="6774290" y="3357680"/>
                    </a:lnTo>
                    <a:lnTo>
                      <a:pt x="6663240" y="3357680"/>
                    </a:lnTo>
                    <a:lnTo>
                      <a:pt x="6552189" y="3357680"/>
                    </a:lnTo>
                    <a:lnTo>
                      <a:pt x="6441139" y="3357680"/>
                    </a:lnTo>
                    <a:lnTo>
                      <a:pt x="6330088" y="3357680"/>
                    </a:lnTo>
                    <a:lnTo>
                      <a:pt x="6219038" y="3352914"/>
                    </a:lnTo>
                    <a:lnTo>
                      <a:pt x="6107881" y="3325165"/>
                    </a:lnTo>
                    <a:lnTo>
                      <a:pt x="5996831" y="3292437"/>
                    </a:lnTo>
                    <a:lnTo>
                      <a:pt x="5885781" y="3255050"/>
                    </a:lnTo>
                    <a:lnTo>
                      <a:pt x="5774730" y="3213531"/>
                    </a:lnTo>
                    <a:lnTo>
                      <a:pt x="5663679" y="3167988"/>
                    </a:lnTo>
                    <a:lnTo>
                      <a:pt x="5552629" y="3119162"/>
                    </a:lnTo>
                    <a:lnTo>
                      <a:pt x="5441578" y="3067159"/>
                    </a:lnTo>
                    <a:lnTo>
                      <a:pt x="5330528" y="3012401"/>
                    </a:lnTo>
                    <a:lnTo>
                      <a:pt x="5219478" y="2955419"/>
                    </a:lnTo>
                    <a:lnTo>
                      <a:pt x="5108428" y="2896320"/>
                    </a:lnTo>
                    <a:lnTo>
                      <a:pt x="4997377" y="2835525"/>
                    </a:lnTo>
                    <a:lnTo>
                      <a:pt x="4886326" y="2773248"/>
                    </a:lnTo>
                    <a:lnTo>
                      <a:pt x="4775276" y="2709699"/>
                    </a:lnTo>
                    <a:lnTo>
                      <a:pt x="4664225" y="2645198"/>
                    </a:lnTo>
                    <a:lnTo>
                      <a:pt x="4553175" y="2579849"/>
                    </a:lnTo>
                    <a:lnTo>
                      <a:pt x="4442124" y="2513759"/>
                    </a:lnTo>
                    <a:lnTo>
                      <a:pt x="4331074" y="2447351"/>
                    </a:lnTo>
                    <a:lnTo>
                      <a:pt x="4220024" y="2380731"/>
                    </a:lnTo>
                    <a:lnTo>
                      <a:pt x="4108973" y="2314111"/>
                    </a:lnTo>
                    <a:lnTo>
                      <a:pt x="3997923" y="2248233"/>
                    </a:lnTo>
                    <a:lnTo>
                      <a:pt x="3886872" y="2183519"/>
                    </a:lnTo>
                    <a:lnTo>
                      <a:pt x="3775822" y="2120925"/>
                    </a:lnTo>
                    <a:lnTo>
                      <a:pt x="3664771" y="2061824"/>
                    </a:lnTo>
                    <a:lnTo>
                      <a:pt x="3553721" y="2007914"/>
                    </a:lnTo>
                    <a:lnTo>
                      <a:pt x="3442670" y="1962265"/>
                    </a:lnTo>
                    <a:lnTo>
                      <a:pt x="3331620" y="1934410"/>
                    </a:lnTo>
                    <a:lnTo>
                      <a:pt x="3220569" y="1927950"/>
                    </a:lnTo>
                    <a:lnTo>
                      <a:pt x="3109519" y="1937058"/>
                    </a:lnTo>
                    <a:lnTo>
                      <a:pt x="2998362" y="1993298"/>
                    </a:lnTo>
                    <a:lnTo>
                      <a:pt x="2887312" y="2108215"/>
                    </a:lnTo>
                    <a:lnTo>
                      <a:pt x="2776262" y="2262425"/>
                    </a:lnTo>
                    <a:lnTo>
                      <a:pt x="2665211" y="2419707"/>
                    </a:lnTo>
                    <a:lnTo>
                      <a:pt x="2554161" y="2557925"/>
                    </a:lnTo>
                    <a:lnTo>
                      <a:pt x="2443110" y="2881809"/>
                    </a:lnTo>
                    <a:lnTo>
                      <a:pt x="2332060" y="3082622"/>
                    </a:lnTo>
                    <a:lnTo>
                      <a:pt x="2221009" y="3061227"/>
                    </a:lnTo>
                    <a:lnTo>
                      <a:pt x="2109959" y="2968659"/>
                    </a:lnTo>
                    <a:lnTo>
                      <a:pt x="1998908" y="2858720"/>
                    </a:lnTo>
                    <a:lnTo>
                      <a:pt x="1887858" y="2708110"/>
                    </a:lnTo>
                    <a:lnTo>
                      <a:pt x="1776807" y="2404244"/>
                    </a:lnTo>
                    <a:lnTo>
                      <a:pt x="1665757" y="1724807"/>
                    </a:lnTo>
                    <a:lnTo>
                      <a:pt x="1554706" y="1142493"/>
                    </a:lnTo>
                    <a:lnTo>
                      <a:pt x="1443656" y="638237"/>
                    </a:lnTo>
                    <a:lnTo>
                      <a:pt x="1332605" y="138006"/>
                    </a:lnTo>
                    <a:lnTo>
                      <a:pt x="1221555" y="0"/>
                    </a:lnTo>
                    <a:lnTo>
                      <a:pt x="1110505" y="181854"/>
                    </a:lnTo>
                    <a:lnTo>
                      <a:pt x="999454" y="781432"/>
                    </a:lnTo>
                    <a:lnTo>
                      <a:pt x="888404" y="1711885"/>
                    </a:lnTo>
                    <a:lnTo>
                      <a:pt x="777353" y="2409540"/>
                    </a:lnTo>
                    <a:lnTo>
                      <a:pt x="666303" y="2982851"/>
                    </a:lnTo>
                    <a:lnTo>
                      <a:pt x="555252" y="2753336"/>
                    </a:lnTo>
                    <a:lnTo>
                      <a:pt x="444202" y="2695401"/>
                    </a:lnTo>
                    <a:lnTo>
                      <a:pt x="333151" y="2714254"/>
                    </a:lnTo>
                    <a:lnTo>
                      <a:pt x="222101" y="2827476"/>
                    </a:lnTo>
                    <a:lnTo>
                      <a:pt x="111050" y="3156973"/>
                    </a:lnTo>
                    <a:lnTo>
                      <a:pt x="0" y="335768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6B3665-D515-8BC6-C2E3-D57CA7634701}"/>
                  </a:ext>
                </a:extLst>
              </p:cNvPr>
              <p:cNvSpPr/>
              <p:nvPr/>
            </p:nvSpPr>
            <p:spPr>
              <a:xfrm>
                <a:off x="1909778" y="1695296"/>
                <a:ext cx="8773198" cy="3058367"/>
              </a:xfrm>
              <a:custGeom>
                <a:avLst/>
                <a:gdLst>
                  <a:gd name="connsiteX0" fmla="*/ 0 w 8773198"/>
                  <a:gd name="connsiteY0" fmla="*/ 2829064 h 3058367"/>
                  <a:gd name="connsiteX1" fmla="*/ 111050 w 8773198"/>
                  <a:gd name="connsiteY1" fmla="*/ 2778332 h 3058367"/>
                  <a:gd name="connsiteX2" fmla="*/ 222101 w 8773198"/>
                  <a:gd name="connsiteY2" fmla="*/ 2748782 h 3058367"/>
                  <a:gd name="connsiteX3" fmla="*/ 333151 w 8773198"/>
                  <a:gd name="connsiteY3" fmla="*/ 2719761 h 3058367"/>
                  <a:gd name="connsiteX4" fmla="*/ 444202 w 8773198"/>
                  <a:gd name="connsiteY4" fmla="*/ 2675913 h 3058367"/>
                  <a:gd name="connsiteX5" fmla="*/ 555252 w 8773198"/>
                  <a:gd name="connsiteY5" fmla="*/ 2700061 h 3058367"/>
                  <a:gd name="connsiteX6" fmla="*/ 666303 w 8773198"/>
                  <a:gd name="connsiteY6" fmla="*/ 2825569 h 3058367"/>
                  <a:gd name="connsiteX7" fmla="*/ 777353 w 8773198"/>
                  <a:gd name="connsiteY7" fmla="*/ 2309027 h 3058367"/>
                  <a:gd name="connsiteX8" fmla="*/ 888404 w 8773198"/>
                  <a:gd name="connsiteY8" fmla="*/ 1570490 h 3058367"/>
                  <a:gd name="connsiteX9" fmla="*/ 999454 w 8773198"/>
                  <a:gd name="connsiteY9" fmla="*/ 738008 h 3058367"/>
                  <a:gd name="connsiteX10" fmla="*/ 1110505 w 8773198"/>
                  <a:gd name="connsiteY10" fmla="*/ 204308 h 3058367"/>
                  <a:gd name="connsiteX11" fmla="*/ 1221555 w 8773198"/>
                  <a:gd name="connsiteY11" fmla="*/ 0 h 3058367"/>
                  <a:gd name="connsiteX12" fmla="*/ 1332605 w 8773198"/>
                  <a:gd name="connsiteY12" fmla="*/ 106020 h 3058367"/>
                  <a:gd name="connsiteX13" fmla="*/ 1443656 w 8773198"/>
                  <a:gd name="connsiteY13" fmla="*/ 523214 h 3058367"/>
                  <a:gd name="connsiteX14" fmla="*/ 1554706 w 8773198"/>
                  <a:gd name="connsiteY14" fmla="*/ 943375 h 3058367"/>
                  <a:gd name="connsiteX15" fmla="*/ 1665757 w 8773198"/>
                  <a:gd name="connsiteY15" fmla="*/ 1524736 h 3058367"/>
                  <a:gd name="connsiteX16" fmla="*/ 1776807 w 8773198"/>
                  <a:gd name="connsiteY16" fmla="*/ 2159265 h 3058367"/>
                  <a:gd name="connsiteX17" fmla="*/ 1887858 w 8773198"/>
                  <a:gd name="connsiteY17" fmla="*/ 2474041 h 3058367"/>
                  <a:gd name="connsiteX18" fmla="*/ 1998908 w 8773198"/>
                  <a:gd name="connsiteY18" fmla="*/ 2689470 h 3058367"/>
                  <a:gd name="connsiteX19" fmla="*/ 2109959 w 8773198"/>
                  <a:gd name="connsiteY19" fmla="*/ 2837114 h 3058367"/>
                  <a:gd name="connsiteX20" fmla="*/ 2221009 w 8773198"/>
                  <a:gd name="connsiteY20" fmla="*/ 2909029 h 3058367"/>
                  <a:gd name="connsiteX21" fmla="*/ 2332060 w 8773198"/>
                  <a:gd name="connsiteY21" fmla="*/ 2897802 h 3058367"/>
                  <a:gd name="connsiteX22" fmla="*/ 2443110 w 8773198"/>
                  <a:gd name="connsiteY22" fmla="*/ 2715736 h 3058367"/>
                  <a:gd name="connsiteX23" fmla="*/ 2554161 w 8773198"/>
                  <a:gd name="connsiteY23" fmla="*/ 2404032 h 3058367"/>
                  <a:gd name="connsiteX24" fmla="*/ 2665211 w 8773198"/>
                  <a:gd name="connsiteY24" fmla="*/ 2280431 h 3058367"/>
                  <a:gd name="connsiteX25" fmla="*/ 2776262 w 8773198"/>
                  <a:gd name="connsiteY25" fmla="*/ 2153652 h 3058367"/>
                  <a:gd name="connsiteX26" fmla="*/ 2887312 w 8773198"/>
                  <a:gd name="connsiteY26" fmla="*/ 2022848 h 3058367"/>
                  <a:gd name="connsiteX27" fmla="*/ 2998362 w 8773198"/>
                  <a:gd name="connsiteY27" fmla="*/ 1915558 h 3058367"/>
                  <a:gd name="connsiteX28" fmla="*/ 3109519 w 8773198"/>
                  <a:gd name="connsiteY28" fmla="*/ 1859529 h 3058367"/>
                  <a:gd name="connsiteX29" fmla="*/ 3220569 w 8773198"/>
                  <a:gd name="connsiteY29" fmla="*/ 1847667 h 3058367"/>
                  <a:gd name="connsiteX30" fmla="*/ 3331620 w 8773198"/>
                  <a:gd name="connsiteY30" fmla="*/ 1836334 h 3058367"/>
                  <a:gd name="connsiteX31" fmla="*/ 3442670 w 8773198"/>
                  <a:gd name="connsiteY31" fmla="*/ 1837075 h 3058367"/>
                  <a:gd name="connsiteX32" fmla="*/ 3553721 w 8773198"/>
                  <a:gd name="connsiteY32" fmla="*/ 1855610 h 3058367"/>
                  <a:gd name="connsiteX33" fmla="*/ 3664771 w 8773198"/>
                  <a:gd name="connsiteY33" fmla="*/ 1878170 h 3058367"/>
                  <a:gd name="connsiteX34" fmla="*/ 3775822 w 8773198"/>
                  <a:gd name="connsiteY34" fmla="*/ 1903272 h 3058367"/>
                  <a:gd name="connsiteX35" fmla="*/ 3886872 w 8773198"/>
                  <a:gd name="connsiteY35" fmla="*/ 1930809 h 3058367"/>
                  <a:gd name="connsiteX36" fmla="*/ 3997923 w 8773198"/>
                  <a:gd name="connsiteY36" fmla="*/ 1960677 h 3058367"/>
                  <a:gd name="connsiteX37" fmla="*/ 4108973 w 8773198"/>
                  <a:gd name="connsiteY37" fmla="*/ 1992451 h 3058367"/>
                  <a:gd name="connsiteX38" fmla="*/ 4220024 w 8773198"/>
                  <a:gd name="connsiteY38" fmla="*/ 2026026 h 3058367"/>
                  <a:gd name="connsiteX39" fmla="*/ 4331074 w 8773198"/>
                  <a:gd name="connsiteY39" fmla="*/ 2061295 h 3058367"/>
                  <a:gd name="connsiteX40" fmla="*/ 4442124 w 8773198"/>
                  <a:gd name="connsiteY40" fmla="*/ 2097941 h 3058367"/>
                  <a:gd name="connsiteX41" fmla="*/ 4553175 w 8773198"/>
                  <a:gd name="connsiteY41" fmla="*/ 2135964 h 3058367"/>
                  <a:gd name="connsiteX42" fmla="*/ 4664225 w 8773198"/>
                  <a:gd name="connsiteY42" fmla="*/ 2174941 h 3058367"/>
                  <a:gd name="connsiteX43" fmla="*/ 4775276 w 8773198"/>
                  <a:gd name="connsiteY43" fmla="*/ 2214870 h 3058367"/>
                  <a:gd name="connsiteX44" fmla="*/ 4886326 w 8773198"/>
                  <a:gd name="connsiteY44" fmla="*/ 2255435 h 3058367"/>
                  <a:gd name="connsiteX45" fmla="*/ 4997377 w 8773198"/>
                  <a:gd name="connsiteY45" fmla="*/ 2296424 h 3058367"/>
                  <a:gd name="connsiteX46" fmla="*/ 5108428 w 8773198"/>
                  <a:gd name="connsiteY46" fmla="*/ 2337730 h 3058367"/>
                  <a:gd name="connsiteX47" fmla="*/ 5219478 w 8773198"/>
                  <a:gd name="connsiteY47" fmla="*/ 2379248 h 3058367"/>
                  <a:gd name="connsiteX48" fmla="*/ 5330528 w 8773198"/>
                  <a:gd name="connsiteY48" fmla="*/ 2420555 h 3058367"/>
                  <a:gd name="connsiteX49" fmla="*/ 5441578 w 8773198"/>
                  <a:gd name="connsiteY49" fmla="*/ 2461543 h 3058367"/>
                  <a:gd name="connsiteX50" fmla="*/ 5552629 w 8773198"/>
                  <a:gd name="connsiteY50" fmla="*/ 2502108 h 3058367"/>
                  <a:gd name="connsiteX51" fmla="*/ 5663679 w 8773198"/>
                  <a:gd name="connsiteY51" fmla="*/ 2542038 h 3058367"/>
                  <a:gd name="connsiteX52" fmla="*/ 5774730 w 8773198"/>
                  <a:gd name="connsiteY52" fmla="*/ 2581014 h 3058367"/>
                  <a:gd name="connsiteX53" fmla="*/ 5885781 w 8773198"/>
                  <a:gd name="connsiteY53" fmla="*/ 2619037 h 3058367"/>
                  <a:gd name="connsiteX54" fmla="*/ 5996831 w 8773198"/>
                  <a:gd name="connsiteY54" fmla="*/ 2655789 h 3058367"/>
                  <a:gd name="connsiteX55" fmla="*/ 6107881 w 8773198"/>
                  <a:gd name="connsiteY55" fmla="*/ 2691059 h 3058367"/>
                  <a:gd name="connsiteX56" fmla="*/ 6219038 w 8773198"/>
                  <a:gd name="connsiteY56" fmla="*/ 2724633 h 3058367"/>
                  <a:gd name="connsiteX57" fmla="*/ 6330088 w 8773198"/>
                  <a:gd name="connsiteY57" fmla="*/ 2756513 h 3058367"/>
                  <a:gd name="connsiteX58" fmla="*/ 6441139 w 8773198"/>
                  <a:gd name="connsiteY58" fmla="*/ 2786275 h 3058367"/>
                  <a:gd name="connsiteX59" fmla="*/ 6552189 w 8773198"/>
                  <a:gd name="connsiteY59" fmla="*/ 2813813 h 3058367"/>
                  <a:gd name="connsiteX60" fmla="*/ 6663240 w 8773198"/>
                  <a:gd name="connsiteY60" fmla="*/ 2839020 h 3058367"/>
                  <a:gd name="connsiteX61" fmla="*/ 6774290 w 8773198"/>
                  <a:gd name="connsiteY61" fmla="*/ 2861580 h 3058367"/>
                  <a:gd name="connsiteX62" fmla="*/ 6885340 w 8773198"/>
                  <a:gd name="connsiteY62" fmla="*/ 2881386 h 3058367"/>
                  <a:gd name="connsiteX63" fmla="*/ 6996391 w 8773198"/>
                  <a:gd name="connsiteY63" fmla="*/ 2898438 h 3058367"/>
                  <a:gd name="connsiteX64" fmla="*/ 7107441 w 8773198"/>
                  <a:gd name="connsiteY64" fmla="*/ 2914325 h 3058367"/>
                  <a:gd name="connsiteX65" fmla="*/ 7218492 w 8773198"/>
                  <a:gd name="connsiteY65" fmla="*/ 2929470 h 3058367"/>
                  <a:gd name="connsiteX66" fmla="*/ 7329543 w 8773198"/>
                  <a:gd name="connsiteY66" fmla="*/ 2943875 h 3058367"/>
                  <a:gd name="connsiteX67" fmla="*/ 7440593 w 8773198"/>
                  <a:gd name="connsiteY67" fmla="*/ 2957644 h 3058367"/>
                  <a:gd name="connsiteX68" fmla="*/ 7551643 w 8773198"/>
                  <a:gd name="connsiteY68" fmla="*/ 2970459 h 3058367"/>
                  <a:gd name="connsiteX69" fmla="*/ 7662694 w 8773198"/>
                  <a:gd name="connsiteY69" fmla="*/ 2982639 h 3058367"/>
                  <a:gd name="connsiteX70" fmla="*/ 7773744 w 8773198"/>
                  <a:gd name="connsiteY70" fmla="*/ 2993972 h 3058367"/>
                  <a:gd name="connsiteX71" fmla="*/ 7884794 w 8773198"/>
                  <a:gd name="connsiteY71" fmla="*/ 3004458 h 3058367"/>
                  <a:gd name="connsiteX72" fmla="*/ 7995845 w 8773198"/>
                  <a:gd name="connsiteY72" fmla="*/ 3014202 h 3058367"/>
                  <a:gd name="connsiteX73" fmla="*/ 8106896 w 8773198"/>
                  <a:gd name="connsiteY73" fmla="*/ 3023098 h 3058367"/>
                  <a:gd name="connsiteX74" fmla="*/ 8217946 w 8773198"/>
                  <a:gd name="connsiteY74" fmla="*/ 3031148 h 3058367"/>
                  <a:gd name="connsiteX75" fmla="*/ 8328997 w 8773198"/>
                  <a:gd name="connsiteY75" fmla="*/ 3038350 h 3058367"/>
                  <a:gd name="connsiteX76" fmla="*/ 8440047 w 8773198"/>
                  <a:gd name="connsiteY76" fmla="*/ 3044599 h 3058367"/>
                  <a:gd name="connsiteX77" fmla="*/ 8551097 w 8773198"/>
                  <a:gd name="connsiteY77" fmla="*/ 3050106 h 3058367"/>
                  <a:gd name="connsiteX78" fmla="*/ 8662148 w 8773198"/>
                  <a:gd name="connsiteY78" fmla="*/ 3054661 h 3058367"/>
                  <a:gd name="connsiteX79" fmla="*/ 8773198 w 8773198"/>
                  <a:gd name="connsiteY79" fmla="*/ 3058368 h 3058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058367">
                    <a:moveTo>
                      <a:pt x="0" y="2829064"/>
                    </a:moveTo>
                    <a:lnTo>
                      <a:pt x="111050" y="2778332"/>
                    </a:lnTo>
                    <a:lnTo>
                      <a:pt x="222101" y="2748782"/>
                    </a:lnTo>
                    <a:lnTo>
                      <a:pt x="333151" y="2719761"/>
                    </a:lnTo>
                    <a:lnTo>
                      <a:pt x="444202" y="2675913"/>
                    </a:lnTo>
                    <a:lnTo>
                      <a:pt x="555252" y="2700061"/>
                    </a:lnTo>
                    <a:lnTo>
                      <a:pt x="666303" y="2825569"/>
                    </a:lnTo>
                    <a:lnTo>
                      <a:pt x="777353" y="2309027"/>
                    </a:lnTo>
                    <a:lnTo>
                      <a:pt x="888404" y="1570490"/>
                    </a:lnTo>
                    <a:lnTo>
                      <a:pt x="999454" y="738008"/>
                    </a:lnTo>
                    <a:lnTo>
                      <a:pt x="1110505" y="204308"/>
                    </a:lnTo>
                    <a:lnTo>
                      <a:pt x="1221555" y="0"/>
                    </a:lnTo>
                    <a:lnTo>
                      <a:pt x="1332605" y="106020"/>
                    </a:lnTo>
                    <a:lnTo>
                      <a:pt x="1443656" y="523214"/>
                    </a:lnTo>
                    <a:lnTo>
                      <a:pt x="1554706" y="943375"/>
                    </a:lnTo>
                    <a:lnTo>
                      <a:pt x="1665757" y="1524736"/>
                    </a:lnTo>
                    <a:lnTo>
                      <a:pt x="1776807" y="2159265"/>
                    </a:lnTo>
                    <a:lnTo>
                      <a:pt x="1887858" y="2474041"/>
                    </a:lnTo>
                    <a:lnTo>
                      <a:pt x="1998908" y="2689470"/>
                    </a:lnTo>
                    <a:lnTo>
                      <a:pt x="2109959" y="2837114"/>
                    </a:lnTo>
                    <a:lnTo>
                      <a:pt x="2221009" y="2909029"/>
                    </a:lnTo>
                    <a:lnTo>
                      <a:pt x="2332060" y="2897802"/>
                    </a:lnTo>
                    <a:lnTo>
                      <a:pt x="2443110" y="2715736"/>
                    </a:lnTo>
                    <a:lnTo>
                      <a:pt x="2554161" y="2404032"/>
                    </a:lnTo>
                    <a:lnTo>
                      <a:pt x="2665211" y="2280431"/>
                    </a:lnTo>
                    <a:lnTo>
                      <a:pt x="2776262" y="2153652"/>
                    </a:lnTo>
                    <a:lnTo>
                      <a:pt x="2887312" y="2022848"/>
                    </a:lnTo>
                    <a:lnTo>
                      <a:pt x="2998362" y="1915558"/>
                    </a:lnTo>
                    <a:lnTo>
                      <a:pt x="3109519" y="1859529"/>
                    </a:lnTo>
                    <a:lnTo>
                      <a:pt x="3220569" y="1847667"/>
                    </a:lnTo>
                    <a:lnTo>
                      <a:pt x="3331620" y="1836334"/>
                    </a:lnTo>
                    <a:lnTo>
                      <a:pt x="3442670" y="1837075"/>
                    </a:lnTo>
                    <a:lnTo>
                      <a:pt x="3553721" y="1855610"/>
                    </a:lnTo>
                    <a:lnTo>
                      <a:pt x="3664771" y="1878170"/>
                    </a:lnTo>
                    <a:lnTo>
                      <a:pt x="3775822" y="1903272"/>
                    </a:lnTo>
                    <a:lnTo>
                      <a:pt x="3886872" y="1930809"/>
                    </a:lnTo>
                    <a:lnTo>
                      <a:pt x="3997923" y="1960677"/>
                    </a:lnTo>
                    <a:lnTo>
                      <a:pt x="4108973" y="1992451"/>
                    </a:lnTo>
                    <a:lnTo>
                      <a:pt x="4220024" y="2026026"/>
                    </a:lnTo>
                    <a:lnTo>
                      <a:pt x="4331074" y="2061295"/>
                    </a:lnTo>
                    <a:lnTo>
                      <a:pt x="4442124" y="2097941"/>
                    </a:lnTo>
                    <a:lnTo>
                      <a:pt x="4553175" y="2135964"/>
                    </a:lnTo>
                    <a:lnTo>
                      <a:pt x="4664225" y="2174941"/>
                    </a:lnTo>
                    <a:lnTo>
                      <a:pt x="4775276" y="2214870"/>
                    </a:lnTo>
                    <a:lnTo>
                      <a:pt x="4886326" y="2255435"/>
                    </a:lnTo>
                    <a:lnTo>
                      <a:pt x="4997377" y="2296424"/>
                    </a:lnTo>
                    <a:lnTo>
                      <a:pt x="5108428" y="2337730"/>
                    </a:lnTo>
                    <a:lnTo>
                      <a:pt x="5219478" y="2379248"/>
                    </a:lnTo>
                    <a:lnTo>
                      <a:pt x="5330528" y="2420555"/>
                    </a:lnTo>
                    <a:lnTo>
                      <a:pt x="5441578" y="2461543"/>
                    </a:lnTo>
                    <a:lnTo>
                      <a:pt x="5552629" y="2502108"/>
                    </a:lnTo>
                    <a:lnTo>
                      <a:pt x="5663679" y="2542038"/>
                    </a:lnTo>
                    <a:lnTo>
                      <a:pt x="5774730" y="2581014"/>
                    </a:lnTo>
                    <a:lnTo>
                      <a:pt x="5885781" y="2619037"/>
                    </a:lnTo>
                    <a:lnTo>
                      <a:pt x="5996831" y="2655789"/>
                    </a:lnTo>
                    <a:lnTo>
                      <a:pt x="6107881" y="2691059"/>
                    </a:lnTo>
                    <a:lnTo>
                      <a:pt x="6219038" y="2724633"/>
                    </a:lnTo>
                    <a:lnTo>
                      <a:pt x="6330088" y="2756513"/>
                    </a:lnTo>
                    <a:lnTo>
                      <a:pt x="6441139" y="2786275"/>
                    </a:lnTo>
                    <a:lnTo>
                      <a:pt x="6552189" y="2813813"/>
                    </a:lnTo>
                    <a:lnTo>
                      <a:pt x="6663240" y="2839020"/>
                    </a:lnTo>
                    <a:lnTo>
                      <a:pt x="6774290" y="2861580"/>
                    </a:lnTo>
                    <a:lnTo>
                      <a:pt x="6885340" y="2881386"/>
                    </a:lnTo>
                    <a:lnTo>
                      <a:pt x="6996391" y="2898438"/>
                    </a:lnTo>
                    <a:lnTo>
                      <a:pt x="7107441" y="2914325"/>
                    </a:lnTo>
                    <a:lnTo>
                      <a:pt x="7218492" y="2929470"/>
                    </a:lnTo>
                    <a:lnTo>
                      <a:pt x="7329543" y="2943875"/>
                    </a:lnTo>
                    <a:lnTo>
                      <a:pt x="7440593" y="2957644"/>
                    </a:lnTo>
                    <a:lnTo>
                      <a:pt x="7551643" y="2970459"/>
                    </a:lnTo>
                    <a:lnTo>
                      <a:pt x="7662694" y="2982639"/>
                    </a:lnTo>
                    <a:lnTo>
                      <a:pt x="7773744" y="2993972"/>
                    </a:lnTo>
                    <a:lnTo>
                      <a:pt x="7884794" y="3004458"/>
                    </a:lnTo>
                    <a:lnTo>
                      <a:pt x="7995845" y="3014202"/>
                    </a:lnTo>
                    <a:lnTo>
                      <a:pt x="8106896" y="3023098"/>
                    </a:lnTo>
                    <a:lnTo>
                      <a:pt x="8217946" y="3031148"/>
                    </a:lnTo>
                    <a:lnTo>
                      <a:pt x="8328997" y="3038350"/>
                    </a:lnTo>
                    <a:lnTo>
                      <a:pt x="8440047" y="3044599"/>
                    </a:lnTo>
                    <a:lnTo>
                      <a:pt x="8551097" y="3050106"/>
                    </a:lnTo>
                    <a:lnTo>
                      <a:pt x="8662148" y="3054661"/>
                    </a:lnTo>
                    <a:lnTo>
                      <a:pt x="8773198" y="3058368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0CF270-2B49-3AA7-F0C1-9E65D53AF036}"/>
                  </a:ext>
                </a:extLst>
              </p:cNvPr>
              <p:cNvSpPr txBox="1"/>
              <p:nvPr/>
            </p:nvSpPr>
            <p:spPr>
              <a:xfrm>
                <a:off x="6807661" y="1441847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7" name="Content Placeholder 5">
              <a:extLst>
                <a:ext uri="{FF2B5EF4-FFF2-40B4-BE49-F238E27FC236}">
                  <a16:creationId xmlns:a16="http://schemas.microsoft.com/office/drawing/2014/main" id="{329B65E9-CFFD-B3C9-5751-A4F6AA3B5389}"/>
                </a:ext>
              </a:extLst>
            </p:cNvPr>
            <p:cNvGrpSpPr/>
            <p:nvPr/>
          </p:nvGrpSpPr>
          <p:grpSpPr>
            <a:xfrm>
              <a:off x="961062" y="612426"/>
              <a:ext cx="10250976" cy="5419645"/>
              <a:chOff x="961062" y="612426"/>
              <a:chExt cx="10250976" cy="541964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2D09C4E-B8CB-821E-E21F-D09F998B6EC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A13BBE-AD3A-619F-42FB-43C2380273BF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2C934-0280-C552-28E4-B9C951BAF5C2}"/>
                  </a:ext>
                </a:extLst>
              </p:cNvPr>
              <p:cNvSpPr txBox="1"/>
              <p:nvPr/>
            </p:nvSpPr>
            <p:spPr>
              <a:xfrm>
                <a:off x="1244901" y="460230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B9A493-1562-2264-D0E0-3FA8C502DDE1}"/>
                  </a:ext>
                </a:extLst>
              </p:cNvPr>
              <p:cNvSpPr txBox="1"/>
              <p:nvPr/>
            </p:nvSpPr>
            <p:spPr>
              <a:xfrm>
                <a:off x="1162396" y="355471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315757-2BBE-C06F-B594-139302F54FCD}"/>
                  </a:ext>
                </a:extLst>
              </p:cNvPr>
              <p:cNvSpPr txBox="1"/>
              <p:nvPr/>
            </p:nvSpPr>
            <p:spPr>
              <a:xfrm>
                <a:off x="1162396" y="250722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1EF833-9804-492C-D02D-D81732D23A89}"/>
                  </a:ext>
                </a:extLst>
              </p:cNvPr>
              <p:cNvSpPr txBox="1"/>
              <p:nvPr/>
            </p:nvSpPr>
            <p:spPr>
              <a:xfrm>
                <a:off x="1162396" y="145973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A401A9-FDA7-E42B-0522-FC03F44BFB78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376030A-D9BB-BAB4-5518-E8589AFEDA35}"/>
                  </a:ext>
                </a:extLst>
              </p:cNvPr>
              <p:cNvSpPr/>
              <p:nvPr/>
            </p:nvSpPr>
            <p:spPr>
              <a:xfrm>
                <a:off x="1442052" y="472909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1FC6AE2-3623-3D77-39EC-530268F5B21D}"/>
                  </a:ext>
                </a:extLst>
              </p:cNvPr>
              <p:cNvSpPr/>
              <p:nvPr/>
            </p:nvSpPr>
            <p:spPr>
              <a:xfrm>
                <a:off x="1442052" y="368160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AFFDBB2-C7C4-660A-040C-BCD5792256A9}"/>
                  </a:ext>
                </a:extLst>
              </p:cNvPr>
              <p:cNvSpPr/>
              <p:nvPr/>
            </p:nvSpPr>
            <p:spPr>
              <a:xfrm>
                <a:off x="1442052" y="263411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ADB9C65-1C3D-7EA8-35D3-42E48C4D85E3}"/>
                  </a:ext>
                </a:extLst>
              </p:cNvPr>
              <p:cNvSpPr/>
              <p:nvPr/>
            </p:nvSpPr>
            <p:spPr>
              <a:xfrm>
                <a:off x="1442052" y="158662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99B22E7-2EDF-39F6-C503-53266D92F2A3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F25D9E5-9D2F-8631-F129-0199C4BB70E5}"/>
                  </a:ext>
                </a:extLst>
              </p:cNvPr>
              <p:cNvSpPr/>
              <p:nvPr/>
            </p:nvSpPr>
            <p:spPr>
              <a:xfrm>
                <a:off x="22773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4E38F76-89E9-7E39-4B0F-08B7DD4DD71B}"/>
                  </a:ext>
                </a:extLst>
              </p:cNvPr>
              <p:cNvSpPr/>
              <p:nvPr/>
            </p:nvSpPr>
            <p:spPr>
              <a:xfrm>
                <a:off x="31244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016AB4D-3512-197E-0912-E68FB32BE199}"/>
                  </a:ext>
                </a:extLst>
              </p:cNvPr>
              <p:cNvSpPr/>
              <p:nvPr/>
            </p:nvSpPr>
            <p:spPr>
              <a:xfrm>
                <a:off x="39808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9A7E959-58E2-8D78-737C-771A5ECAFD6F}"/>
                  </a:ext>
                </a:extLst>
              </p:cNvPr>
              <p:cNvSpPr/>
              <p:nvPr/>
            </p:nvSpPr>
            <p:spPr>
              <a:xfrm>
                <a:off x="48232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15807E4-3C0A-2ED1-DAB8-4776C3F47F3B}"/>
                  </a:ext>
                </a:extLst>
              </p:cNvPr>
              <p:cNvSpPr/>
              <p:nvPr/>
            </p:nvSpPr>
            <p:spPr>
              <a:xfrm>
                <a:off x="56796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41E90DC-3E4F-D75C-B0D9-E6EFCE4536B0}"/>
                  </a:ext>
                </a:extLst>
              </p:cNvPr>
              <p:cNvSpPr/>
              <p:nvPr/>
            </p:nvSpPr>
            <p:spPr>
              <a:xfrm>
                <a:off x="65220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CDC17D6-A8EE-3918-D12F-639AA3C67558}"/>
                  </a:ext>
                </a:extLst>
              </p:cNvPr>
              <p:cNvSpPr/>
              <p:nvPr/>
            </p:nvSpPr>
            <p:spPr>
              <a:xfrm>
                <a:off x="73784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CBDC0B8-B3AE-D083-C598-D62BCE8492A7}"/>
                  </a:ext>
                </a:extLst>
              </p:cNvPr>
              <p:cNvSpPr/>
              <p:nvPr/>
            </p:nvSpPr>
            <p:spPr>
              <a:xfrm>
                <a:off x="822089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7B3C129-8BF4-A67A-D9AE-3E6BF27B2A14}"/>
                  </a:ext>
                </a:extLst>
              </p:cNvPr>
              <p:cNvSpPr/>
              <p:nvPr/>
            </p:nvSpPr>
            <p:spPr>
              <a:xfrm>
                <a:off x="907730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9E30B7E-5C1A-3F10-835B-B90803985401}"/>
                  </a:ext>
                </a:extLst>
              </p:cNvPr>
              <p:cNvSpPr/>
              <p:nvPr/>
            </p:nvSpPr>
            <p:spPr>
              <a:xfrm>
                <a:off x="992437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3FE4A73-AD37-724B-FC5D-9FB5B1280BAC}"/>
                  </a:ext>
                </a:extLst>
              </p:cNvPr>
              <p:cNvSpPr/>
              <p:nvPr/>
            </p:nvSpPr>
            <p:spPr>
              <a:xfrm>
                <a:off x="10780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468EE5-DDF1-0F56-8F61-8FB867343114}"/>
                  </a:ext>
                </a:extLst>
              </p:cNvPr>
              <p:cNvSpPr txBox="1"/>
              <p:nvPr/>
            </p:nvSpPr>
            <p:spPr>
              <a:xfrm>
                <a:off x="186833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07F33D-5847-23A0-895D-7ADBC8DE4A25}"/>
                  </a:ext>
                </a:extLst>
              </p:cNvPr>
              <p:cNvSpPr txBox="1"/>
              <p:nvPr/>
            </p:nvSpPr>
            <p:spPr>
              <a:xfrm>
                <a:off x="271964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B9EBAE-AE2B-C511-3DE6-0E6DE45023EF}"/>
                  </a:ext>
                </a:extLst>
              </p:cNvPr>
              <p:cNvSpPr txBox="1"/>
              <p:nvPr/>
            </p:nvSpPr>
            <p:spPr>
              <a:xfrm>
                <a:off x="35718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EE0CB7-30B9-82C9-1990-6B13D52A18B0}"/>
                  </a:ext>
                </a:extLst>
              </p:cNvPr>
              <p:cNvSpPr txBox="1"/>
              <p:nvPr/>
            </p:nvSpPr>
            <p:spPr>
              <a:xfrm>
                <a:off x="441846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8A29D8-2C59-370B-4F0E-80EF321D0E9E}"/>
                  </a:ext>
                </a:extLst>
              </p:cNvPr>
              <p:cNvSpPr txBox="1"/>
              <p:nvPr/>
            </p:nvSpPr>
            <p:spPr>
              <a:xfrm>
                <a:off x="527062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EA52A9F-C8EE-5BE5-23A0-FD38E8BE17A5}"/>
                  </a:ext>
                </a:extLst>
              </p:cNvPr>
              <p:cNvSpPr txBox="1"/>
              <p:nvPr/>
            </p:nvSpPr>
            <p:spPr>
              <a:xfrm>
                <a:off x="611728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663DA8E-EAE8-54E2-8CC4-DA335930A922}"/>
                  </a:ext>
                </a:extLst>
              </p:cNvPr>
              <p:cNvSpPr txBox="1"/>
              <p:nvPr/>
            </p:nvSpPr>
            <p:spPr>
              <a:xfrm>
                <a:off x="69694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4CBB55-1253-C331-BE03-D9AE69A38017}"/>
                  </a:ext>
                </a:extLst>
              </p:cNvPr>
              <p:cNvSpPr txBox="1"/>
              <p:nvPr/>
            </p:nvSpPr>
            <p:spPr>
              <a:xfrm>
                <a:off x="7816099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83A6D9-E7EF-C5F4-3E1D-5B1BCF3C2B67}"/>
                  </a:ext>
                </a:extLst>
              </p:cNvPr>
              <p:cNvSpPr txBox="1"/>
              <p:nvPr/>
            </p:nvSpPr>
            <p:spPr>
              <a:xfrm>
                <a:off x="866826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22F47B-5954-A46B-5875-928548D5CBBF}"/>
                  </a:ext>
                </a:extLst>
              </p:cNvPr>
              <p:cNvSpPr txBox="1"/>
              <p:nvPr/>
            </p:nvSpPr>
            <p:spPr>
              <a:xfrm>
                <a:off x="951957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B432E5B-6B8A-2D6F-8DDC-6294D64F7CC4}"/>
                  </a:ext>
                </a:extLst>
              </p:cNvPr>
              <p:cNvSpPr txBox="1"/>
              <p:nvPr/>
            </p:nvSpPr>
            <p:spPr>
              <a:xfrm>
                <a:off x="1037174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B6A7552-9AE4-1A9D-4421-10158350C267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6238B4-B03A-473E-C8CE-CB29F84A2BF6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871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L.malabaricus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Sang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Tombolang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87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E7ADE-B629-7E8D-2E71-99817BB9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2000" cy="68580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F60E3B-A956-B7FE-9C80-41AD965D4639}"/>
              </a:ext>
            </a:extLst>
          </p:cNvPr>
          <p:cNvSpPr/>
          <p:nvPr/>
        </p:nvSpPr>
        <p:spPr>
          <a:xfrm>
            <a:off x="7857" y="-1"/>
            <a:ext cx="2224725" cy="190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Fish Functional Diversity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390D40-2752-5465-FB80-44EA2682AB79}"/>
              </a:ext>
            </a:extLst>
          </p:cNvPr>
          <p:cNvSpPr/>
          <p:nvPr/>
        </p:nvSpPr>
        <p:spPr>
          <a:xfrm>
            <a:off x="4983637" y="-2"/>
            <a:ext cx="2224725" cy="190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Fish Susceptibility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6E9209-E245-B1E4-7294-47439EC556F4}"/>
              </a:ext>
            </a:extLst>
          </p:cNvPr>
          <p:cNvSpPr/>
          <p:nvPr/>
        </p:nvSpPr>
        <p:spPr>
          <a:xfrm>
            <a:off x="9975132" y="-3"/>
            <a:ext cx="2224725" cy="19042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Livelihood Insecurity Perception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8CA7A3-F62B-7A38-69BE-443630D4C2FB}"/>
              </a:ext>
            </a:extLst>
          </p:cNvPr>
          <p:cNvCxnSpPr>
            <a:stCxn id="4" idx="6"/>
            <a:endCxn id="5" idx="2"/>
          </p:cNvCxnSpPr>
          <p:nvPr/>
        </p:nvCxnSpPr>
        <p:spPr>
          <a:xfrm flipV="1">
            <a:off x="2232582" y="952106"/>
            <a:ext cx="2751055" cy="1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FFC2382-D968-7123-6B7B-872F32055A2C}"/>
              </a:ext>
            </a:extLst>
          </p:cNvPr>
          <p:cNvSpPr/>
          <p:nvPr/>
        </p:nvSpPr>
        <p:spPr>
          <a:xfrm>
            <a:off x="348006" y="3471418"/>
            <a:ext cx="2630078" cy="2601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/>
              <a:t>Look at Ecological Survey</a:t>
            </a:r>
          </a:p>
          <a:p>
            <a:pPr marL="342900" indent="-342900" algn="ctr">
              <a:buAutoNum type="arabicPeriod"/>
            </a:pPr>
            <a:r>
              <a:rPr lang="en-US" dirty="0"/>
              <a:t>Look at Fish Transaction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Look at all the fish species, grouping into functional groups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46F61B-BF51-C743-4F79-C4E1F28597C5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7208362" y="952105"/>
            <a:ext cx="2766770" cy="1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45B704-EFD3-B20E-3787-EAB994253EC5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>
            <a:off x="1120220" y="1904214"/>
            <a:ext cx="542825" cy="1567204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18C35C5-A008-3C47-0433-EED358CBDA1A}"/>
              </a:ext>
            </a:extLst>
          </p:cNvPr>
          <p:cNvSpPr/>
          <p:nvPr/>
        </p:nvSpPr>
        <p:spPr>
          <a:xfrm>
            <a:off x="3547619" y="3279348"/>
            <a:ext cx="5096760" cy="27938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/>
              <a:t>After grouping into functional groups, identify each species’ Susceptibility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Need weighted (?) calculations to determine each groups value (based on biomass and density)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Calculate the state of fisheries functional groups’ susceptibility towards climate change, based on (2)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609E23-A83B-3403-7A43-89DB2B1C76FE}"/>
              </a:ext>
            </a:extLst>
          </p:cNvPr>
          <p:cNvCxnSpPr>
            <a:cxnSpLocks/>
            <a:stCxn id="5" idx="4"/>
            <a:endCxn id="18" idx="0"/>
          </p:cNvCxnSpPr>
          <p:nvPr/>
        </p:nvCxnSpPr>
        <p:spPr>
          <a:xfrm flipH="1">
            <a:off x="6095999" y="1904213"/>
            <a:ext cx="1" cy="1375135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8401F-FEA2-FC17-FB4A-E365168A7D4F}"/>
              </a:ext>
            </a:extLst>
          </p:cNvPr>
          <p:cNvSpPr/>
          <p:nvPr/>
        </p:nvSpPr>
        <p:spPr>
          <a:xfrm>
            <a:off x="9268906" y="2571167"/>
            <a:ext cx="2630078" cy="3876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/>
              <a:t>Compared the state of fisheries functional groups’ susceptibility with CCVA’s scores of Livelihood Insecurity Perception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Determine whether they are overestimating, underestimating, or is this an alarmed for them to take action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333585-B759-4DCD-E20D-41E0F8CB3AF9}"/>
              </a:ext>
            </a:extLst>
          </p:cNvPr>
          <p:cNvCxnSpPr>
            <a:cxnSpLocks/>
            <a:stCxn id="7" idx="4"/>
            <a:endCxn id="23" idx="0"/>
          </p:cNvCxnSpPr>
          <p:nvPr/>
        </p:nvCxnSpPr>
        <p:spPr>
          <a:xfrm flipH="1">
            <a:off x="10583945" y="1904212"/>
            <a:ext cx="503550" cy="666955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150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862A9-83FE-4EB8-8F41-EE579073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AC7B7B19-C7F0-5BF8-44F7-9FBA0EEA8A50}"/>
              </a:ext>
            </a:extLst>
          </p:cNvPr>
          <p:cNvGrpSpPr/>
          <p:nvPr/>
        </p:nvGrpSpPr>
        <p:grpSpPr>
          <a:xfrm>
            <a:off x="961062" y="612426"/>
            <a:ext cx="10248010" cy="5602107"/>
            <a:chOff x="961062" y="612426"/>
            <a:chExt cx="10248010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D8CE4A-44CD-EC51-3B6B-634F67F41E0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D5F0BBD-7B51-BFC1-6707-3A1D4ACCCC1D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AAA0F27E-AEA2-46BD-BDB8-56DEEAF53D30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7BE4696-1572-98C5-345E-0B18A6D9B47B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93337B1-7D33-0C58-8D32-2CA0ECB6AAC5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4137523"/>
              </a:xfrm>
              <a:custGeom>
                <a:avLst/>
                <a:gdLst>
                  <a:gd name="connsiteX0" fmla="*/ 0 w 8848221"/>
                  <a:gd name="connsiteY0" fmla="*/ 1502494 h 4137523"/>
                  <a:gd name="connsiteX1" fmla="*/ 112004 w 8848221"/>
                  <a:gd name="connsiteY1" fmla="*/ 1574727 h 4137523"/>
                  <a:gd name="connsiteX2" fmla="*/ 224008 w 8848221"/>
                  <a:gd name="connsiteY2" fmla="*/ 1511178 h 4137523"/>
                  <a:gd name="connsiteX3" fmla="*/ 336012 w 8848221"/>
                  <a:gd name="connsiteY3" fmla="*/ 1321063 h 4137523"/>
                  <a:gd name="connsiteX4" fmla="*/ 448017 w 8848221"/>
                  <a:gd name="connsiteY4" fmla="*/ 1090383 h 4137523"/>
                  <a:gd name="connsiteX5" fmla="*/ 560021 w 8848221"/>
                  <a:gd name="connsiteY5" fmla="*/ 986375 h 4137523"/>
                  <a:gd name="connsiteX6" fmla="*/ 672025 w 8848221"/>
                  <a:gd name="connsiteY6" fmla="*/ 856949 h 4137523"/>
                  <a:gd name="connsiteX7" fmla="*/ 784029 w 8848221"/>
                  <a:gd name="connsiteY7" fmla="*/ 671070 h 4137523"/>
                  <a:gd name="connsiteX8" fmla="*/ 896033 w 8848221"/>
                  <a:gd name="connsiteY8" fmla="*/ 377583 h 4137523"/>
                  <a:gd name="connsiteX9" fmla="*/ 1008037 w 8848221"/>
                  <a:gd name="connsiteY9" fmla="*/ 173169 h 4137523"/>
                  <a:gd name="connsiteX10" fmla="*/ 1120041 w 8848221"/>
                  <a:gd name="connsiteY10" fmla="*/ 107291 h 4137523"/>
                  <a:gd name="connsiteX11" fmla="*/ 1232046 w 8848221"/>
                  <a:gd name="connsiteY11" fmla="*/ 0 h 4137523"/>
                  <a:gd name="connsiteX12" fmla="*/ 1344050 w 8848221"/>
                  <a:gd name="connsiteY12" fmla="*/ 72869 h 4137523"/>
                  <a:gd name="connsiteX13" fmla="*/ 1456054 w 8848221"/>
                  <a:gd name="connsiteY13" fmla="*/ 465597 h 4137523"/>
                  <a:gd name="connsiteX14" fmla="*/ 1568058 w 8848221"/>
                  <a:gd name="connsiteY14" fmla="*/ 828034 h 4137523"/>
                  <a:gd name="connsiteX15" fmla="*/ 1680062 w 8848221"/>
                  <a:gd name="connsiteY15" fmla="*/ 1155838 h 4137523"/>
                  <a:gd name="connsiteX16" fmla="*/ 1792066 w 8848221"/>
                  <a:gd name="connsiteY16" fmla="*/ 1331337 h 4137523"/>
                  <a:gd name="connsiteX17" fmla="*/ 1904070 w 8848221"/>
                  <a:gd name="connsiteY17" fmla="*/ 1430366 h 4137523"/>
                  <a:gd name="connsiteX18" fmla="*/ 2016074 w 8848221"/>
                  <a:gd name="connsiteY18" fmla="*/ 1479722 h 4137523"/>
                  <a:gd name="connsiteX19" fmla="*/ 2128079 w 8848221"/>
                  <a:gd name="connsiteY19" fmla="*/ 1461505 h 4137523"/>
                  <a:gd name="connsiteX20" fmla="*/ 2240083 w 8848221"/>
                  <a:gd name="connsiteY20" fmla="*/ 1377727 h 4137523"/>
                  <a:gd name="connsiteX21" fmla="*/ 2352087 w 8848221"/>
                  <a:gd name="connsiteY21" fmla="*/ 1262387 h 4137523"/>
                  <a:gd name="connsiteX22" fmla="*/ 2464091 w 8848221"/>
                  <a:gd name="connsiteY22" fmla="*/ 1159121 h 4137523"/>
                  <a:gd name="connsiteX23" fmla="*/ 2576095 w 8848221"/>
                  <a:gd name="connsiteY23" fmla="*/ 1032024 h 4137523"/>
                  <a:gd name="connsiteX24" fmla="*/ 2688099 w 8848221"/>
                  <a:gd name="connsiteY24" fmla="*/ 869023 h 4137523"/>
                  <a:gd name="connsiteX25" fmla="*/ 2800104 w 8848221"/>
                  <a:gd name="connsiteY25" fmla="*/ 691935 h 4137523"/>
                  <a:gd name="connsiteX26" fmla="*/ 2912107 w 8848221"/>
                  <a:gd name="connsiteY26" fmla="*/ 554141 h 4137523"/>
                  <a:gd name="connsiteX27" fmla="*/ 3024006 w 8848221"/>
                  <a:gd name="connsiteY27" fmla="*/ 511140 h 4137523"/>
                  <a:gd name="connsiteX28" fmla="*/ 3136010 w 8848221"/>
                  <a:gd name="connsiteY28" fmla="*/ 481378 h 4137523"/>
                  <a:gd name="connsiteX29" fmla="*/ 3248014 w 8848221"/>
                  <a:gd name="connsiteY29" fmla="*/ 440813 h 4137523"/>
                  <a:gd name="connsiteX30" fmla="*/ 3360018 w 8848221"/>
                  <a:gd name="connsiteY30" fmla="*/ 403002 h 4137523"/>
                  <a:gd name="connsiteX31" fmla="*/ 3472022 w 8848221"/>
                  <a:gd name="connsiteY31" fmla="*/ 376312 h 4137523"/>
                  <a:gd name="connsiteX32" fmla="*/ 3584026 w 8848221"/>
                  <a:gd name="connsiteY32" fmla="*/ 363708 h 4137523"/>
                  <a:gd name="connsiteX33" fmla="*/ 3696031 w 8848221"/>
                  <a:gd name="connsiteY33" fmla="*/ 364555 h 4137523"/>
                  <a:gd name="connsiteX34" fmla="*/ 3808035 w 8848221"/>
                  <a:gd name="connsiteY34" fmla="*/ 376947 h 4137523"/>
                  <a:gd name="connsiteX35" fmla="*/ 3920039 w 8848221"/>
                  <a:gd name="connsiteY35" fmla="*/ 398342 h 4137523"/>
                  <a:gd name="connsiteX36" fmla="*/ 4032043 w 8848221"/>
                  <a:gd name="connsiteY36" fmla="*/ 426197 h 4137523"/>
                  <a:gd name="connsiteX37" fmla="*/ 4144047 w 8848221"/>
                  <a:gd name="connsiteY37" fmla="*/ 450028 h 4137523"/>
                  <a:gd name="connsiteX38" fmla="*/ 4256051 w 8848221"/>
                  <a:gd name="connsiteY38" fmla="*/ 468139 h 4137523"/>
                  <a:gd name="connsiteX39" fmla="*/ 4368056 w 8848221"/>
                  <a:gd name="connsiteY39" fmla="*/ 482437 h 4137523"/>
                  <a:gd name="connsiteX40" fmla="*/ 4480060 w 8848221"/>
                  <a:gd name="connsiteY40" fmla="*/ 494723 h 4137523"/>
                  <a:gd name="connsiteX41" fmla="*/ 4592064 w 8848221"/>
                  <a:gd name="connsiteY41" fmla="*/ 505950 h 4137523"/>
                  <a:gd name="connsiteX42" fmla="*/ 4704068 w 8848221"/>
                  <a:gd name="connsiteY42" fmla="*/ 516965 h 4137523"/>
                  <a:gd name="connsiteX43" fmla="*/ 4816072 w 8848221"/>
                  <a:gd name="connsiteY43" fmla="*/ 528404 h 4137523"/>
                  <a:gd name="connsiteX44" fmla="*/ 4928076 w 8848221"/>
                  <a:gd name="connsiteY44" fmla="*/ 540690 h 4137523"/>
                  <a:gd name="connsiteX45" fmla="*/ 5040081 w 8848221"/>
                  <a:gd name="connsiteY45" fmla="*/ 553929 h 4137523"/>
                  <a:gd name="connsiteX46" fmla="*/ 5152084 w 8848221"/>
                  <a:gd name="connsiteY46" fmla="*/ 568545 h 4137523"/>
                  <a:gd name="connsiteX47" fmla="*/ 5264088 w 8848221"/>
                  <a:gd name="connsiteY47" fmla="*/ 584644 h 4137523"/>
                  <a:gd name="connsiteX48" fmla="*/ 5376093 w 8848221"/>
                  <a:gd name="connsiteY48" fmla="*/ 602332 h 4137523"/>
                  <a:gd name="connsiteX49" fmla="*/ 5488097 w 8848221"/>
                  <a:gd name="connsiteY49" fmla="*/ 621608 h 4137523"/>
                  <a:gd name="connsiteX50" fmla="*/ 5600101 w 8848221"/>
                  <a:gd name="connsiteY50" fmla="*/ 642473 h 4137523"/>
                  <a:gd name="connsiteX51" fmla="*/ 5712105 w 8848221"/>
                  <a:gd name="connsiteY51" fmla="*/ 665033 h 4137523"/>
                  <a:gd name="connsiteX52" fmla="*/ 5824109 w 8848221"/>
                  <a:gd name="connsiteY52" fmla="*/ 689075 h 4137523"/>
                  <a:gd name="connsiteX53" fmla="*/ 5936114 w 8848221"/>
                  <a:gd name="connsiteY53" fmla="*/ 714601 h 4137523"/>
                  <a:gd name="connsiteX54" fmla="*/ 6048118 w 8848221"/>
                  <a:gd name="connsiteY54" fmla="*/ 741503 h 4137523"/>
                  <a:gd name="connsiteX55" fmla="*/ 6160121 w 8848221"/>
                  <a:gd name="connsiteY55" fmla="*/ 769570 h 4137523"/>
                  <a:gd name="connsiteX56" fmla="*/ 6272126 w 8848221"/>
                  <a:gd name="connsiteY56" fmla="*/ 798484 h 4137523"/>
                  <a:gd name="connsiteX57" fmla="*/ 6384130 w 8848221"/>
                  <a:gd name="connsiteY57" fmla="*/ 828034 h 4137523"/>
                  <a:gd name="connsiteX58" fmla="*/ 6496134 w 8848221"/>
                  <a:gd name="connsiteY58" fmla="*/ 857690 h 4137523"/>
                  <a:gd name="connsiteX59" fmla="*/ 6608138 w 8848221"/>
                  <a:gd name="connsiteY59" fmla="*/ 887240 h 4137523"/>
                  <a:gd name="connsiteX60" fmla="*/ 6720143 w 8848221"/>
                  <a:gd name="connsiteY60" fmla="*/ 915837 h 4137523"/>
                  <a:gd name="connsiteX61" fmla="*/ 6832147 w 8848221"/>
                  <a:gd name="connsiteY61" fmla="*/ 942951 h 4137523"/>
                  <a:gd name="connsiteX62" fmla="*/ 6944151 w 8848221"/>
                  <a:gd name="connsiteY62" fmla="*/ 967523 h 4137523"/>
                  <a:gd name="connsiteX63" fmla="*/ 7056154 w 8848221"/>
                  <a:gd name="connsiteY63" fmla="*/ 988811 h 4137523"/>
                  <a:gd name="connsiteX64" fmla="*/ 7168159 w 8848221"/>
                  <a:gd name="connsiteY64" fmla="*/ 1005652 h 4137523"/>
                  <a:gd name="connsiteX65" fmla="*/ 7280163 w 8848221"/>
                  <a:gd name="connsiteY65" fmla="*/ 1016773 h 4137523"/>
                  <a:gd name="connsiteX66" fmla="*/ 7392167 w 8848221"/>
                  <a:gd name="connsiteY66" fmla="*/ 1021009 h 4137523"/>
                  <a:gd name="connsiteX67" fmla="*/ 7504171 w 8848221"/>
                  <a:gd name="connsiteY67" fmla="*/ 1017090 h 4137523"/>
                  <a:gd name="connsiteX68" fmla="*/ 7616176 w 8848221"/>
                  <a:gd name="connsiteY68" fmla="*/ 1003745 h 4137523"/>
                  <a:gd name="connsiteX69" fmla="*/ 7728180 w 8848221"/>
                  <a:gd name="connsiteY69" fmla="*/ 980338 h 4137523"/>
                  <a:gd name="connsiteX70" fmla="*/ 7840184 w 8848221"/>
                  <a:gd name="connsiteY70" fmla="*/ 945916 h 4137523"/>
                  <a:gd name="connsiteX71" fmla="*/ 7952188 w 8848221"/>
                  <a:gd name="connsiteY71" fmla="*/ 900373 h 4137523"/>
                  <a:gd name="connsiteX72" fmla="*/ 8064192 w 8848221"/>
                  <a:gd name="connsiteY72" fmla="*/ 843392 h 4137523"/>
                  <a:gd name="connsiteX73" fmla="*/ 8176196 w 8848221"/>
                  <a:gd name="connsiteY73" fmla="*/ 775289 h 4137523"/>
                  <a:gd name="connsiteX74" fmla="*/ 8288200 w 8848221"/>
                  <a:gd name="connsiteY74" fmla="*/ 696383 h 4137523"/>
                  <a:gd name="connsiteX75" fmla="*/ 8400204 w 8848221"/>
                  <a:gd name="connsiteY75" fmla="*/ 607204 h 4137523"/>
                  <a:gd name="connsiteX76" fmla="*/ 8512208 w 8848221"/>
                  <a:gd name="connsiteY76" fmla="*/ 508175 h 4137523"/>
                  <a:gd name="connsiteX77" fmla="*/ 8624213 w 8848221"/>
                  <a:gd name="connsiteY77" fmla="*/ 399825 h 4137523"/>
                  <a:gd name="connsiteX78" fmla="*/ 8736217 w 8848221"/>
                  <a:gd name="connsiteY78" fmla="*/ 282684 h 4137523"/>
                  <a:gd name="connsiteX79" fmla="*/ 8848221 w 8848221"/>
                  <a:gd name="connsiteY79" fmla="*/ 157282 h 4137523"/>
                  <a:gd name="connsiteX80" fmla="*/ 8848221 w 8848221"/>
                  <a:gd name="connsiteY80" fmla="*/ 4137524 h 4137523"/>
                  <a:gd name="connsiteX81" fmla="*/ 8736217 w 8848221"/>
                  <a:gd name="connsiteY81" fmla="*/ 3988291 h 4137523"/>
                  <a:gd name="connsiteX82" fmla="*/ 8624213 w 8848221"/>
                  <a:gd name="connsiteY82" fmla="*/ 3849968 h 4137523"/>
                  <a:gd name="connsiteX83" fmla="*/ 8512208 w 8848221"/>
                  <a:gd name="connsiteY83" fmla="*/ 3722765 h 4137523"/>
                  <a:gd name="connsiteX84" fmla="*/ 8400204 w 8848221"/>
                  <a:gd name="connsiteY84" fmla="*/ 3607001 h 4137523"/>
                  <a:gd name="connsiteX85" fmla="*/ 8288200 w 8848221"/>
                  <a:gd name="connsiteY85" fmla="*/ 3502782 h 4137523"/>
                  <a:gd name="connsiteX86" fmla="*/ 8176196 w 8848221"/>
                  <a:gd name="connsiteY86" fmla="*/ 3410531 h 4137523"/>
                  <a:gd name="connsiteX87" fmla="*/ 8064192 w 8848221"/>
                  <a:gd name="connsiteY87" fmla="*/ 3330354 h 4137523"/>
                  <a:gd name="connsiteX88" fmla="*/ 7952188 w 8848221"/>
                  <a:gd name="connsiteY88" fmla="*/ 3262252 h 4137523"/>
                  <a:gd name="connsiteX89" fmla="*/ 7840184 w 8848221"/>
                  <a:gd name="connsiteY89" fmla="*/ 3206329 h 4137523"/>
                  <a:gd name="connsiteX90" fmla="*/ 7728180 w 8848221"/>
                  <a:gd name="connsiteY90" fmla="*/ 3162163 h 4137523"/>
                  <a:gd name="connsiteX91" fmla="*/ 7616176 w 8848221"/>
                  <a:gd name="connsiteY91" fmla="*/ 3129012 h 4137523"/>
                  <a:gd name="connsiteX92" fmla="*/ 7504171 w 8848221"/>
                  <a:gd name="connsiteY92" fmla="*/ 3106135 h 4137523"/>
                  <a:gd name="connsiteX93" fmla="*/ 7392167 w 8848221"/>
                  <a:gd name="connsiteY93" fmla="*/ 3092260 h 4137523"/>
                  <a:gd name="connsiteX94" fmla="*/ 7280163 w 8848221"/>
                  <a:gd name="connsiteY94" fmla="*/ 3086011 h 4137523"/>
                  <a:gd name="connsiteX95" fmla="*/ 7168159 w 8848221"/>
                  <a:gd name="connsiteY95" fmla="*/ 3085905 h 4137523"/>
                  <a:gd name="connsiteX96" fmla="*/ 7056154 w 8848221"/>
                  <a:gd name="connsiteY96" fmla="*/ 3090354 h 4137523"/>
                  <a:gd name="connsiteX97" fmla="*/ 6944151 w 8848221"/>
                  <a:gd name="connsiteY97" fmla="*/ 3097979 h 4137523"/>
                  <a:gd name="connsiteX98" fmla="*/ 6832147 w 8848221"/>
                  <a:gd name="connsiteY98" fmla="*/ 3107406 h 4137523"/>
                  <a:gd name="connsiteX99" fmla="*/ 6720143 w 8848221"/>
                  <a:gd name="connsiteY99" fmla="*/ 3117256 h 4137523"/>
                  <a:gd name="connsiteX100" fmla="*/ 6608138 w 8848221"/>
                  <a:gd name="connsiteY100" fmla="*/ 3126682 h 4137523"/>
                  <a:gd name="connsiteX101" fmla="*/ 6496134 w 8848221"/>
                  <a:gd name="connsiteY101" fmla="*/ 3134520 h 4137523"/>
                  <a:gd name="connsiteX102" fmla="*/ 6384130 w 8848221"/>
                  <a:gd name="connsiteY102" fmla="*/ 3139921 h 4137523"/>
                  <a:gd name="connsiteX103" fmla="*/ 6272126 w 8848221"/>
                  <a:gd name="connsiteY103" fmla="*/ 3142251 h 4137523"/>
                  <a:gd name="connsiteX104" fmla="*/ 6160121 w 8848221"/>
                  <a:gd name="connsiteY104" fmla="*/ 3140874 h 4137523"/>
                  <a:gd name="connsiteX105" fmla="*/ 6048118 w 8848221"/>
                  <a:gd name="connsiteY105" fmla="*/ 3135049 h 4137523"/>
                  <a:gd name="connsiteX106" fmla="*/ 5936114 w 8848221"/>
                  <a:gd name="connsiteY106" fmla="*/ 3124458 h 4137523"/>
                  <a:gd name="connsiteX107" fmla="*/ 5824109 w 8848221"/>
                  <a:gd name="connsiteY107" fmla="*/ 3108571 h 4137523"/>
                  <a:gd name="connsiteX108" fmla="*/ 5712105 w 8848221"/>
                  <a:gd name="connsiteY108" fmla="*/ 3086964 h 4137523"/>
                  <a:gd name="connsiteX109" fmla="*/ 5600101 w 8848221"/>
                  <a:gd name="connsiteY109" fmla="*/ 3059321 h 4137523"/>
                  <a:gd name="connsiteX110" fmla="*/ 5488097 w 8848221"/>
                  <a:gd name="connsiteY110" fmla="*/ 3025428 h 4137523"/>
                  <a:gd name="connsiteX111" fmla="*/ 5376093 w 8848221"/>
                  <a:gd name="connsiteY111" fmla="*/ 2984758 h 4137523"/>
                  <a:gd name="connsiteX112" fmla="*/ 5264088 w 8848221"/>
                  <a:gd name="connsiteY112" fmla="*/ 2937202 h 4137523"/>
                  <a:gd name="connsiteX113" fmla="*/ 5152084 w 8848221"/>
                  <a:gd name="connsiteY113" fmla="*/ 2882657 h 4137523"/>
                  <a:gd name="connsiteX114" fmla="*/ 5040081 w 8848221"/>
                  <a:gd name="connsiteY114" fmla="*/ 2820697 h 4137523"/>
                  <a:gd name="connsiteX115" fmla="*/ 4928076 w 8848221"/>
                  <a:gd name="connsiteY115" fmla="*/ 2751535 h 4137523"/>
                  <a:gd name="connsiteX116" fmla="*/ 4816072 w 8848221"/>
                  <a:gd name="connsiteY116" fmla="*/ 2674854 h 4137523"/>
                  <a:gd name="connsiteX117" fmla="*/ 4704068 w 8848221"/>
                  <a:gd name="connsiteY117" fmla="*/ 2590864 h 4137523"/>
                  <a:gd name="connsiteX118" fmla="*/ 4592064 w 8848221"/>
                  <a:gd name="connsiteY118" fmla="*/ 2499566 h 4137523"/>
                  <a:gd name="connsiteX119" fmla="*/ 4480060 w 8848221"/>
                  <a:gd name="connsiteY119" fmla="*/ 2401490 h 4137523"/>
                  <a:gd name="connsiteX120" fmla="*/ 4368056 w 8848221"/>
                  <a:gd name="connsiteY120" fmla="*/ 2296953 h 4137523"/>
                  <a:gd name="connsiteX121" fmla="*/ 4256051 w 8848221"/>
                  <a:gd name="connsiteY121" fmla="*/ 2186909 h 4137523"/>
                  <a:gd name="connsiteX122" fmla="*/ 4144047 w 8848221"/>
                  <a:gd name="connsiteY122" fmla="*/ 2072734 h 4137523"/>
                  <a:gd name="connsiteX123" fmla="*/ 4032043 w 8848221"/>
                  <a:gd name="connsiteY123" fmla="*/ 1956122 h 4137523"/>
                  <a:gd name="connsiteX124" fmla="*/ 3920039 w 8848221"/>
                  <a:gd name="connsiteY124" fmla="*/ 1845866 h 4137523"/>
                  <a:gd name="connsiteX125" fmla="*/ 3808035 w 8848221"/>
                  <a:gd name="connsiteY125" fmla="*/ 1757534 h 4137523"/>
                  <a:gd name="connsiteX126" fmla="*/ 3696031 w 8848221"/>
                  <a:gd name="connsiteY126" fmla="*/ 1689749 h 4137523"/>
                  <a:gd name="connsiteX127" fmla="*/ 3584026 w 8848221"/>
                  <a:gd name="connsiteY127" fmla="*/ 1640605 h 4137523"/>
                  <a:gd name="connsiteX128" fmla="*/ 3472022 w 8848221"/>
                  <a:gd name="connsiteY128" fmla="*/ 1608302 h 4137523"/>
                  <a:gd name="connsiteX129" fmla="*/ 3360018 w 8848221"/>
                  <a:gd name="connsiteY129" fmla="*/ 1592308 h 4137523"/>
                  <a:gd name="connsiteX130" fmla="*/ 3248014 w 8848221"/>
                  <a:gd name="connsiteY130" fmla="*/ 1595804 h 4137523"/>
                  <a:gd name="connsiteX131" fmla="*/ 3136010 w 8848221"/>
                  <a:gd name="connsiteY131" fmla="*/ 1622706 h 4137523"/>
                  <a:gd name="connsiteX132" fmla="*/ 3024006 w 8848221"/>
                  <a:gd name="connsiteY132" fmla="*/ 1674815 h 4137523"/>
                  <a:gd name="connsiteX133" fmla="*/ 2912107 w 8848221"/>
                  <a:gd name="connsiteY133" fmla="*/ 1757004 h 4137523"/>
                  <a:gd name="connsiteX134" fmla="*/ 2800104 w 8848221"/>
                  <a:gd name="connsiteY134" fmla="*/ 1930703 h 4137523"/>
                  <a:gd name="connsiteX135" fmla="*/ 2688099 w 8848221"/>
                  <a:gd name="connsiteY135" fmla="*/ 2183414 h 4137523"/>
                  <a:gd name="connsiteX136" fmla="*/ 2576095 w 8848221"/>
                  <a:gd name="connsiteY136" fmla="*/ 2463344 h 4137523"/>
                  <a:gd name="connsiteX137" fmla="*/ 2464091 w 8848221"/>
                  <a:gd name="connsiteY137" fmla="*/ 2687775 h 4137523"/>
                  <a:gd name="connsiteX138" fmla="*/ 2352087 w 8848221"/>
                  <a:gd name="connsiteY138" fmla="*/ 2795066 h 4137523"/>
                  <a:gd name="connsiteX139" fmla="*/ 2240083 w 8848221"/>
                  <a:gd name="connsiteY139" fmla="*/ 2843045 h 4137523"/>
                  <a:gd name="connsiteX140" fmla="*/ 2128079 w 8848221"/>
                  <a:gd name="connsiteY140" fmla="*/ 2866770 h 4137523"/>
                  <a:gd name="connsiteX141" fmla="*/ 2016074 w 8848221"/>
                  <a:gd name="connsiteY141" fmla="*/ 2883610 h 4137523"/>
                  <a:gd name="connsiteX142" fmla="*/ 1904070 w 8848221"/>
                  <a:gd name="connsiteY142" fmla="*/ 2879055 h 4137523"/>
                  <a:gd name="connsiteX143" fmla="*/ 1792066 w 8848221"/>
                  <a:gd name="connsiteY143" fmla="*/ 2818790 h 4137523"/>
                  <a:gd name="connsiteX144" fmla="*/ 1680062 w 8848221"/>
                  <a:gd name="connsiteY144" fmla="*/ 2582285 h 4137523"/>
                  <a:gd name="connsiteX145" fmla="*/ 1568058 w 8848221"/>
                  <a:gd name="connsiteY145" fmla="*/ 2226838 h 4137523"/>
                  <a:gd name="connsiteX146" fmla="*/ 1456054 w 8848221"/>
                  <a:gd name="connsiteY146" fmla="*/ 1750650 h 4137523"/>
                  <a:gd name="connsiteX147" fmla="*/ 1344050 w 8848221"/>
                  <a:gd name="connsiteY147" fmla="*/ 1219915 h 4137523"/>
                  <a:gd name="connsiteX148" fmla="*/ 1232046 w 8848221"/>
                  <a:gd name="connsiteY148" fmla="*/ 945493 h 4137523"/>
                  <a:gd name="connsiteX149" fmla="*/ 1120041 w 8848221"/>
                  <a:gd name="connsiteY149" fmla="*/ 961380 h 4137523"/>
                  <a:gd name="connsiteX150" fmla="*/ 1008037 w 8848221"/>
                  <a:gd name="connsiteY150" fmla="*/ 1288759 h 4137523"/>
                  <a:gd name="connsiteX151" fmla="*/ 896033 w 8848221"/>
                  <a:gd name="connsiteY151" fmla="*/ 1670367 h 4137523"/>
                  <a:gd name="connsiteX152" fmla="*/ 784029 w 8848221"/>
                  <a:gd name="connsiteY152" fmla="*/ 1883148 h 4137523"/>
                  <a:gd name="connsiteX153" fmla="*/ 672025 w 8848221"/>
                  <a:gd name="connsiteY153" fmla="*/ 2154287 h 4137523"/>
                  <a:gd name="connsiteX154" fmla="*/ 560021 w 8848221"/>
                  <a:gd name="connsiteY154" fmla="*/ 2276300 h 4137523"/>
                  <a:gd name="connsiteX155" fmla="*/ 448017 w 8848221"/>
                  <a:gd name="connsiteY155" fmla="*/ 2267721 h 4137523"/>
                  <a:gd name="connsiteX156" fmla="*/ 336012 w 8848221"/>
                  <a:gd name="connsiteY156" fmla="*/ 2434747 h 4137523"/>
                  <a:gd name="connsiteX157" fmla="*/ 224008 w 8848221"/>
                  <a:gd name="connsiteY157" fmla="*/ 2739461 h 4137523"/>
                  <a:gd name="connsiteX158" fmla="*/ 112004 w 8848221"/>
                  <a:gd name="connsiteY158" fmla="*/ 3279516 h 4137523"/>
                  <a:gd name="connsiteX159" fmla="*/ 0 w 8848221"/>
                  <a:gd name="connsiteY159" fmla="*/ 4058512 h 41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848221" h="4137523">
                    <a:moveTo>
                      <a:pt x="0" y="1502494"/>
                    </a:moveTo>
                    <a:lnTo>
                      <a:pt x="112004" y="1574727"/>
                    </a:lnTo>
                    <a:lnTo>
                      <a:pt x="224008" y="1511178"/>
                    </a:lnTo>
                    <a:lnTo>
                      <a:pt x="336012" y="1321063"/>
                    </a:lnTo>
                    <a:lnTo>
                      <a:pt x="448017" y="1090383"/>
                    </a:lnTo>
                    <a:lnTo>
                      <a:pt x="560021" y="986375"/>
                    </a:lnTo>
                    <a:lnTo>
                      <a:pt x="672025" y="856949"/>
                    </a:lnTo>
                    <a:lnTo>
                      <a:pt x="784029" y="671070"/>
                    </a:lnTo>
                    <a:lnTo>
                      <a:pt x="896033" y="377583"/>
                    </a:lnTo>
                    <a:lnTo>
                      <a:pt x="1008037" y="173169"/>
                    </a:lnTo>
                    <a:lnTo>
                      <a:pt x="1120041" y="107291"/>
                    </a:lnTo>
                    <a:lnTo>
                      <a:pt x="1232046" y="0"/>
                    </a:lnTo>
                    <a:lnTo>
                      <a:pt x="1344050" y="72869"/>
                    </a:lnTo>
                    <a:lnTo>
                      <a:pt x="1456054" y="465597"/>
                    </a:lnTo>
                    <a:lnTo>
                      <a:pt x="1568058" y="828034"/>
                    </a:lnTo>
                    <a:lnTo>
                      <a:pt x="1680062" y="1155838"/>
                    </a:lnTo>
                    <a:lnTo>
                      <a:pt x="1792066" y="1331337"/>
                    </a:lnTo>
                    <a:lnTo>
                      <a:pt x="1904070" y="1430366"/>
                    </a:lnTo>
                    <a:lnTo>
                      <a:pt x="2016074" y="1479722"/>
                    </a:lnTo>
                    <a:lnTo>
                      <a:pt x="2128079" y="1461505"/>
                    </a:lnTo>
                    <a:lnTo>
                      <a:pt x="2240083" y="1377727"/>
                    </a:lnTo>
                    <a:lnTo>
                      <a:pt x="2352087" y="1262387"/>
                    </a:lnTo>
                    <a:lnTo>
                      <a:pt x="2464091" y="1159121"/>
                    </a:lnTo>
                    <a:lnTo>
                      <a:pt x="2576095" y="1032024"/>
                    </a:lnTo>
                    <a:lnTo>
                      <a:pt x="2688099" y="869023"/>
                    </a:lnTo>
                    <a:lnTo>
                      <a:pt x="2800104" y="691935"/>
                    </a:lnTo>
                    <a:lnTo>
                      <a:pt x="2912107" y="554141"/>
                    </a:lnTo>
                    <a:lnTo>
                      <a:pt x="3024006" y="511140"/>
                    </a:lnTo>
                    <a:lnTo>
                      <a:pt x="3136010" y="481378"/>
                    </a:lnTo>
                    <a:lnTo>
                      <a:pt x="3248014" y="440813"/>
                    </a:lnTo>
                    <a:lnTo>
                      <a:pt x="3360018" y="403002"/>
                    </a:lnTo>
                    <a:lnTo>
                      <a:pt x="3472022" y="376312"/>
                    </a:lnTo>
                    <a:lnTo>
                      <a:pt x="3584026" y="363708"/>
                    </a:lnTo>
                    <a:lnTo>
                      <a:pt x="3696031" y="364555"/>
                    </a:lnTo>
                    <a:lnTo>
                      <a:pt x="3808035" y="376947"/>
                    </a:lnTo>
                    <a:lnTo>
                      <a:pt x="3920039" y="398342"/>
                    </a:lnTo>
                    <a:lnTo>
                      <a:pt x="4032043" y="426197"/>
                    </a:lnTo>
                    <a:lnTo>
                      <a:pt x="4144047" y="450028"/>
                    </a:lnTo>
                    <a:lnTo>
                      <a:pt x="4256051" y="468139"/>
                    </a:lnTo>
                    <a:lnTo>
                      <a:pt x="4368056" y="482437"/>
                    </a:lnTo>
                    <a:lnTo>
                      <a:pt x="4480060" y="494723"/>
                    </a:lnTo>
                    <a:lnTo>
                      <a:pt x="4592064" y="505950"/>
                    </a:lnTo>
                    <a:lnTo>
                      <a:pt x="4704068" y="516965"/>
                    </a:lnTo>
                    <a:lnTo>
                      <a:pt x="4816072" y="528404"/>
                    </a:lnTo>
                    <a:lnTo>
                      <a:pt x="4928076" y="540690"/>
                    </a:lnTo>
                    <a:lnTo>
                      <a:pt x="5040081" y="553929"/>
                    </a:lnTo>
                    <a:lnTo>
                      <a:pt x="5152084" y="568545"/>
                    </a:lnTo>
                    <a:lnTo>
                      <a:pt x="5264088" y="584644"/>
                    </a:lnTo>
                    <a:lnTo>
                      <a:pt x="5376093" y="602332"/>
                    </a:lnTo>
                    <a:lnTo>
                      <a:pt x="5488097" y="621608"/>
                    </a:lnTo>
                    <a:lnTo>
                      <a:pt x="5600101" y="642473"/>
                    </a:lnTo>
                    <a:lnTo>
                      <a:pt x="5712105" y="665033"/>
                    </a:lnTo>
                    <a:lnTo>
                      <a:pt x="5824109" y="689075"/>
                    </a:lnTo>
                    <a:lnTo>
                      <a:pt x="5936114" y="714601"/>
                    </a:lnTo>
                    <a:lnTo>
                      <a:pt x="6048118" y="741503"/>
                    </a:lnTo>
                    <a:lnTo>
                      <a:pt x="6160121" y="769570"/>
                    </a:lnTo>
                    <a:lnTo>
                      <a:pt x="6272126" y="798484"/>
                    </a:lnTo>
                    <a:lnTo>
                      <a:pt x="6384130" y="828034"/>
                    </a:lnTo>
                    <a:lnTo>
                      <a:pt x="6496134" y="857690"/>
                    </a:lnTo>
                    <a:lnTo>
                      <a:pt x="6608138" y="887240"/>
                    </a:lnTo>
                    <a:lnTo>
                      <a:pt x="6720143" y="915837"/>
                    </a:lnTo>
                    <a:lnTo>
                      <a:pt x="6832147" y="942951"/>
                    </a:lnTo>
                    <a:lnTo>
                      <a:pt x="6944151" y="967523"/>
                    </a:lnTo>
                    <a:lnTo>
                      <a:pt x="7056154" y="988811"/>
                    </a:lnTo>
                    <a:lnTo>
                      <a:pt x="7168159" y="1005652"/>
                    </a:lnTo>
                    <a:lnTo>
                      <a:pt x="7280163" y="1016773"/>
                    </a:lnTo>
                    <a:lnTo>
                      <a:pt x="7392167" y="1021009"/>
                    </a:lnTo>
                    <a:lnTo>
                      <a:pt x="7504171" y="1017090"/>
                    </a:lnTo>
                    <a:lnTo>
                      <a:pt x="7616176" y="1003745"/>
                    </a:lnTo>
                    <a:lnTo>
                      <a:pt x="7728180" y="980338"/>
                    </a:lnTo>
                    <a:lnTo>
                      <a:pt x="7840184" y="945916"/>
                    </a:lnTo>
                    <a:lnTo>
                      <a:pt x="7952188" y="900373"/>
                    </a:lnTo>
                    <a:lnTo>
                      <a:pt x="8064192" y="843392"/>
                    </a:lnTo>
                    <a:lnTo>
                      <a:pt x="8176196" y="775289"/>
                    </a:lnTo>
                    <a:lnTo>
                      <a:pt x="8288200" y="696383"/>
                    </a:lnTo>
                    <a:lnTo>
                      <a:pt x="8400204" y="607204"/>
                    </a:lnTo>
                    <a:lnTo>
                      <a:pt x="8512208" y="508175"/>
                    </a:lnTo>
                    <a:lnTo>
                      <a:pt x="8624213" y="399825"/>
                    </a:lnTo>
                    <a:lnTo>
                      <a:pt x="8736217" y="282684"/>
                    </a:lnTo>
                    <a:lnTo>
                      <a:pt x="8848221" y="157282"/>
                    </a:lnTo>
                    <a:lnTo>
                      <a:pt x="8848221" y="4137524"/>
                    </a:lnTo>
                    <a:lnTo>
                      <a:pt x="8736217" y="3988291"/>
                    </a:lnTo>
                    <a:lnTo>
                      <a:pt x="8624213" y="3849968"/>
                    </a:lnTo>
                    <a:lnTo>
                      <a:pt x="8512208" y="3722765"/>
                    </a:lnTo>
                    <a:lnTo>
                      <a:pt x="8400204" y="3607001"/>
                    </a:lnTo>
                    <a:lnTo>
                      <a:pt x="8288200" y="3502782"/>
                    </a:lnTo>
                    <a:lnTo>
                      <a:pt x="8176196" y="3410531"/>
                    </a:lnTo>
                    <a:lnTo>
                      <a:pt x="8064192" y="3330354"/>
                    </a:lnTo>
                    <a:lnTo>
                      <a:pt x="7952188" y="3262252"/>
                    </a:lnTo>
                    <a:lnTo>
                      <a:pt x="7840184" y="3206329"/>
                    </a:lnTo>
                    <a:lnTo>
                      <a:pt x="7728180" y="3162163"/>
                    </a:lnTo>
                    <a:lnTo>
                      <a:pt x="7616176" y="3129012"/>
                    </a:lnTo>
                    <a:lnTo>
                      <a:pt x="7504171" y="3106135"/>
                    </a:lnTo>
                    <a:lnTo>
                      <a:pt x="7392167" y="3092260"/>
                    </a:lnTo>
                    <a:lnTo>
                      <a:pt x="7280163" y="3086011"/>
                    </a:lnTo>
                    <a:lnTo>
                      <a:pt x="7168159" y="3085905"/>
                    </a:lnTo>
                    <a:lnTo>
                      <a:pt x="7056154" y="3090354"/>
                    </a:lnTo>
                    <a:lnTo>
                      <a:pt x="6944151" y="3097979"/>
                    </a:lnTo>
                    <a:lnTo>
                      <a:pt x="6832147" y="3107406"/>
                    </a:lnTo>
                    <a:lnTo>
                      <a:pt x="6720143" y="3117256"/>
                    </a:lnTo>
                    <a:lnTo>
                      <a:pt x="6608138" y="3126682"/>
                    </a:lnTo>
                    <a:lnTo>
                      <a:pt x="6496134" y="3134520"/>
                    </a:lnTo>
                    <a:lnTo>
                      <a:pt x="6384130" y="3139921"/>
                    </a:lnTo>
                    <a:lnTo>
                      <a:pt x="6272126" y="3142251"/>
                    </a:lnTo>
                    <a:lnTo>
                      <a:pt x="6160121" y="3140874"/>
                    </a:lnTo>
                    <a:lnTo>
                      <a:pt x="6048118" y="3135049"/>
                    </a:lnTo>
                    <a:lnTo>
                      <a:pt x="5936114" y="3124458"/>
                    </a:lnTo>
                    <a:lnTo>
                      <a:pt x="5824109" y="3108571"/>
                    </a:lnTo>
                    <a:lnTo>
                      <a:pt x="5712105" y="3086964"/>
                    </a:lnTo>
                    <a:lnTo>
                      <a:pt x="5600101" y="3059321"/>
                    </a:lnTo>
                    <a:lnTo>
                      <a:pt x="5488097" y="3025428"/>
                    </a:lnTo>
                    <a:lnTo>
                      <a:pt x="5376093" y="2984758"/>
                    </a:lnTo>
                    <a:lnTo>
                      <a:pt x="5264088" y="2937202"/>
                    </a:lnTo>
                    <a:lnTo>
                      <a:pt x="5152084" y="2882657"/>
                    </a:lnTo>
                    <a:lnTo>
                      <a:pt x="5040081" y="2820697"/>
                    </a:lnTo>
                    <a:lnTo>
                      <a:pt x="4928076" y="2751535"/>
                    </a:lnTo>
                    <a:lnTo>
                      <a:pt x="4816072" y="2674854"/>
                    </a:lnTo>
                    <a:lnTo>
                      <a:pt x="4704068" y="2590864"/>
                    </a:lnTo>
                    <a:lnTo>
                      <a:pt x="4592064" y="2499566"/>
                    </a:lnTo>
                    <a:lnTo>
                      <a:pt x="4480060" y="2401490"/>
                    </a:lnTo>
                    <a:lnTo>
                      <a:pt x="4368056" y="2296953"/>
                    </a:lnTo>
                    <a:lnTo>
                      <a:pt x="4256051" y="2186909"/>
                    </a:lnTo>
                    <a:lnTo>
                      <a:pt x="4144047" y="2072734"/>
                    </a:lnTo>
                    <a:lnTo>
                      <a:pt x="4032043" y="1956122"/>
                    </a:lnTo>
                    <a:lnTo>
                      <a:pt x="3920039" y="1845866"/>
                    </a:lnTo>
                    <a:lnTo>
                      <a:pt x="3808035" y="1757534"/>
                    </a:lnTo>
                    <a:lnTo>
                      <a:pt x="3696031" y="1689749"/>
                    </a:lnTo>
                    <a:lnTo>
                      <a:pt x="3584026" y="1640605"/>
                    </a:lnTo>
                    <a:lnTo>
                      <a:pt x="3472022" y="1608302"/>
                    </a:lnTo>
                    <a:lnTo>
                      <a:pt x="3360018" y="1592308"/>
                    </a:lnTo>
                    <a:lnTo>
                      <a:pt x="3248014" y="1595804"/>
                    </a:lnTo>
                    <a:lnTo>
                      <a:pt x="3136010" y="1622706"/>
                    </a:lnTo>
                    <a:lnTo>
                      <a:pt x="3024006" y="1674815"/>
                    </a:lnTo>
                    <a:lnTo>
                      <a:pt x="2912107" y="1757004"/>
                    </a:lnTo>
                    <a:lnTo>
                      <a:pt x="2800104" y="1930703"/>
                    </a:lnTo>
                    <a:lnTo>
                      <a:pt x="2688099" y="2183414"/>
                    </a:lnTo>
                    <a:lnTo>
                      <a:pt x="2576095" y="2463344"/>
                    </a:lnTo>
                    <a:lnTo>
                      <a:pt x="2464091" y="2687775"/>
                    </a:lnTo>
                    <a:lnTo>
                      <a:pt x="2352087" y="2795066"/>
                    </a:lnTo>
                    <a:lnTo>
                      <a:pt x="2240083" y="2843045"/>
                    </a:lnTo>
                    <a:lnTo>
                      <a:pt x="2128079" y="2866770"/>
                    </a:lnTo>
                    <a:lnTo>
                      <a:pt x="2016074" y="2883610"/>
                    </a:lnTo>
                    <a:lnTo>
                      <a:pt x="1904070" y="2879055"/>
                    </a:lnTo>
                    <a:lnTo>
                      <a:pt x="1792066" y="2818790"/>
                    </a:lnTo>
                    <a:lnTo>
                      <a:pt x="1680062" y="2582285"/>
                    </a:lnTo>
                    <a:lnTo>
                      <a:pt x="1568058" y="2226838"/>
                    </a:lnTo>
                    <a:lnTo>
                      <a:pt x="1456054" y="1750650"/>
                    </a:lnTo>
                    <a:lnTo>
                      <a:pt x="1344050" y="1219915"/>
                    </a:lnTo>
                    <a:lnTo>
                      <a:pt x="1232046" y="945493"/>
                    </a:lnTo>
                    <a:lnTo>
                      <a:pt x="1120041" y="961380"/>
                    </a:lnTo>
                    <a:lnTo>
                      <a:pt x="1008037" y="1288759"/>
                    </a:lnTo>
                    <a:lnTo>
                      <a:pt x="896033" y="1670367"/>
                    </a:lnTo>
                    <a:lnTo>
                      <a:pt x="784029" y="1883148"/>
                    </a:lnTo>
                    <a:lnTo>
                      <a:pt x="672025" y="2154287"/>
                    </a:lnTo>
                    <a:lnTo>
                      <a:pt x="560021" y="2276300"/>
                    </a:lnTo>
                    <a:lnTo>
                      <a:pt x="448017" y="2267721"/>
                    </a:lnTo>
                    <a:lnTo>
                      <a:pt x="336012" y="2434747"/>
                    </a:lnTo>
                    <a:lnTo>
                      <a:pt x="224008" y="2739461"/>
                    </a:lnTo>
                    <a:lnTo>
                      <a:pt x="112004" y="3279516"/>
                    </a:lnTo>
                    <a:lnTo>
                      <a:pt x="0" y="4058512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524C53D-BE3F-FC77-B1EF-4E015D4699B3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1574726"/>
              </a:xfrm>
              <a:custGeom>
                <a:avLst/>
                <a:gdLst>
                  <a:gd name="connsiteX0" fmla="*/ 0 w 8848221"/>
                  <a:gd name="connsiteY0" fmla="*/ 1502494 h 1574726"/>
                  <a:gd name="connsiteX1" fmla="*/ 112004 w 8848221"/>
                  <a:gd name="connsiteY1" fmla="*/ 1574727 h 1574726"/>
                  <a:gd name="connsiteX2" fmla="*/ 224008 w 8848221"/>
                  <a:gd name="connsiteY2" fmla="*/ 1511178 h 1574726"/>
                  <a:gd name="connsiteX3" fmla="*/ 336012 w 8848221"/>
                  <a:gd name="connsiteY3" fmla="*/ 1321063 h 1574726"/>
                  <a:gd name="connsiteX4" fmla="*/ 448017 w 8848221"/>
                  <a:gd name="connsiteY4" fmla="*/ 1090383 h 1574726"/>
                  <a:gd name="connsiteX5" fmla="*/ 560021 w 8848221"/>
                  <a:gd name="connsiteY5" fmla="*/ 986375 h 1574726"/>
                  <a:gd name="connsiteX6" fmla="*/ 672025 w 8848221"/>
                  <a:gd name="connsiteY6" fmla="*/ 856949 h 1574726"/>
                  <a:gd name="connsiteX7" fmla="*/ 784029 w 8848221"/>
                  <a:gd name="connsiteY7" fmla="*/ 671070 h 1574726"/>
                  <a:gd name="connsiteX8" fmla="*/ 896033 w 8848221"/>
                  <a:gd name="connsiteY8" fmla="*/ 377583 h 1574726"/>
                  <a:gd name="connsiteX9" fmla="*/ 1008037 w 8848221"/>
                  <a:gd name="connsiteY9" fmla="*/ 173169 h 1574726"/>
                  <a:gd name="connsiteX10" fmla="*/ 1120041 w 8848221"/>
                  <a:gd name="connsiteY10" fmla="*/ 107291 h 1574726"/>
                  <a:gd name="connsiteX11" fmla="*/ 1232046 w 8848221"/>
                  <a:gd name="connsiteY11" fmla="*/ 0 h 1574726"/>
                  <a:gd name="connsiteX12" fmla="*/ 1344050 w 8848221"/>
                  <a:gd name="connsiteY12" fmla="*/ 72869 h 1574726"/>
                  <a:gd name="connsiteX13" fmla="*/ 1456054 w 8848221"/>
                  <a:gd name="connsiteY13" fmla="*/ 465597 h 1574726"/>
                  <a:gd name="connsiteX14" fmla="*/ 1568058 w 8848221"/>
                  <a:gd name="connsiteY14" fmla="*/ 828034 h 1574726"/>
                  <a:gd name="connsiteX15" fmla="*/ 1680062 w 8848221"/>
                  <a:gd name="connsiteY15" fmla="*/ 1155838 h 1574726"/>
                  <a:gd name="connsiteX16" fmla="*/ 1792066 w 8848221"/>
                  <a:gd name="connsiteY16" fmla="*/ 1331337 h 1574726"/>
                  <a:gd name="connsiteX17" fmla="*/ 1904070 w 8848221"/>
                  <a:gd name="connsiteY17" fmla="*/ 1430366 h 1574726"/>
                  <a:gd name="connsiteX18" fmla="*/ 2016074 w 8848221"/>
                  <a:gd name="connsiteY18" fmla="*/ 1479722 h 1574726"/>
                  <a:gd name="connsiteX19" fmla="*/ 2128079 w 8848221"/>
                  <a:gd name="connsiteY19" fmla="*/ 1461505 h 1574726"/>
                  <a:gd name="connsiteX20" fmla="*/ 2240083 w 8848221"/>
                  <a:gd name="connsiteY20" fmla="*/ 1377727 h 1574726"/>
                  <a:gd name="connsiteX21" fmla="*/ 2352087 w 8848221"/>
                  <a:gd name="connsiteY21" fmla="*/ 1262387 h 1574726"/>
                  <a:gd name="connsiteX22" fmla="*/ 2464091 w 8848221"/>
                  <a:gd name="connsiteY22" fmla="*/ 1159121 h 1574726"/>
                  <a:gd name="connsiteX23" fmla="*/ 2576095 w 8848221"/>
                  <a:gd name="connsiteY23" fmla="*/ 1032024 h 1574726"/>
                  <a:gd name="connsiteX24" fmla="*/ 2688099 w 8848221"/>
                  <a:gd name="connsiteY24" fmla="*/ 869023 h 1574726"/>
                  <a:gd name="connsiteX25" fmla="*/ 2800104 w 8848221"/>
                  <a:gd name="connsiteY25" fmla="*/ 691935 h 1574726"/>
                  <a:gd name="connsiteX26" fmla="*/ 2912107 w 8848221"/>
                  <a:gd name="connsiteY26" fmla="*/ 554141 h 1574726"/>
                  <a:gd name="connsiteX27" fmla="*/ 3024006 w 8848221"/>
                  <a:gd name="connsiteY27" fmla="*/ 511140 h 1574726"/>
                  <a:gd name="connsiteX28" fmla="*/ 3136010 w 8848221"/>
                  <a:gd name="connsiteY28" fmla="*/ 481378 h 1574726"/>
                  <a:gd name="connsiteX29" fmla="*/ 3248014 w 8848221"/>
                  <a:gd name="connsiteY29" fmla="*/ 440813 h 1574726"/>
                  <a:gd name="connsiteX30" fmla="*/ 3360018 w 8848221"/>
                  <a:gd name="connsiteY30" fmla="*/ 403002 h 1574726"/>
                  <a:gd name="connsiteX31" fmla="*/ 3472022 w 8848221"/>
                  <a:gd name="connsiteY31" fmla="*/ 376312 h 1574726"/>
                  <a:gd name="connsiteX32" fmla="*/ 3584026 w 8848221"/>
                  <a:gd name="connsiteY32" fmla="*/ 363708 h 1574726"/>
                  <a:gd name="connsiteX33" fmla="*/ 3696031 w 8848221"/>
                  <a:gd name="connsiteY33" fmla="*/ 364555 h 1574726"/>
                  <a:gd name="connsiteX34" fmla="*/ 3808035 w 8848221"/>
                  <a:gd name="connsiteY34" fmla="*/ 376947 h 1574726"/>
                  <a:gd name="connsiteX35" fmla="*/ 3920039 w 8848221"/>
                  <a:gd name="connsiteY35" fmla="*/ 398342 h 1574726"/>
                  <a:gd name="connsiteX36" fmla="*/ 4032043 w 8848221"/>
                  <a:gd name="connsiteY36" fmla="*/ 426197 h 1574726"/>
                  <a:gd name="connsiteX37" fmla="*/ 4144047 w 8848221"/>
                  <a:gd name="connsiteY37" fmla="*/ 450028 h 1574726"/>
                  <a:gd name="connsiteX38" fmla="*/ 4256051 w 8848221"/>
                  <a:gd name="connsiteY38" fmla="*/ 468139 h 1574726"/>
                  <a:gd name="connsiteX39" fmla="*/ 4368056 w 8848221"/>
                  <a:gd name="connsiteY39" fmla="*/ 482437 h 1574726"/>
                  <a:gd name="connsiteX40" fmla="*/ 4480060 w 8848221"/>
                  <a:gd name="connsiteY40" fmla="*/ 494723 h 1574726"/>
                  <a:gd name="connsiteX41" fmla="*/ 4592064 w 8848221"/>
                  <a:gd name="connsiteY41" fmla="*/ 505950 h 1574726"/>
                  <a:gd name="connsiteX42" fmla="*/ 4704068 w 8848221"/>
                  <a:gd name="connsiteY42" fmla="*/ 516965 h 1574726"/>
                  <a:gd name="connsiteX43" fmla="*/ 4816072 w 8848221"/>
                  <a:gd name="connsiteY43" fmla="*/ 528404 h 1574726"/>
                  <a:gd name="connsiteX44" fmla="*/ 4928076 w 8848221"/>
                  <a:gd name="connsiteY44" fmla="*/ 540690 h 1574726"/>
                  <a:gd name="connsiteX45" fmla="*/ 5040081 w 8848221"/>
                  <a:gd name="connsiteY45" fmla="*/ 553929 h 1574726"/>
                  <a:gd name="connsiteX46" fmla="*/ 5152084 w 8848221"/>
                  <a:gd name="connsiteY46" fmla="*/ 568545 h 1574726"/>
                  <a:gd name="connsiteX47" fmla="*/ 5264088 w 8848221"/>
                  <a:gd name="connsiteY47" fmla="*/ 584644 h 1574726"/>
                  <a:gd name="connsiteX48" fmla="*/ 5376093 w 8848221"/>
                  <a:gd name="connsiteY48" fmla="*/ 602332 h 1574726"/>
                  <a:gd name="connsiteX49" fmla="*/ 5488097 w 8848221"/>
                  <a:gd name="connsiteY49" fmla="*/ 621608 h 1574726"/>
                  <a:gd name="connsiteX50" fmla="*/ 5600101 w 8848221"/>
                  <a:gd name="connsiteY50" fmla="*/ 642473 h 1574726"/>
                  <a:gd name="connsiteX51" fmla="*/ 5712105 w 8848221"/>
                  <a:gd name="connsiteY51" fmla="*/ 665033 h 1574726"/>
                  <a:gd name="connsiteX52" fmla="*/ 5824109 w 8848221"/>
                  <a:gd name="connsiteY52" fmla="*/ 689075 h 1574726"/>
                  <a:gd name="connsiteX53" fmla="*/ 5936114 w 8848221"/>
                  <a:gd name="connsiteY53" fmla="*/ 714601 h 1574726"/>
                  <a:gd name="connsiteX54" fmla="*/ 6048118 w 8848221"/>
                  <a:gd name="connsiteY54" fmla="*/ 741503 h 1574726"/>
                  <a:gd name="connsiteX55" fmla="*/ 6160121 w 8848221"/>
                  <a:gd name="connsiteY55" fmla="*/ 769570 h 1574726"/>
                  <a:gd name="connsiteX56" fmla="*/ 6272126 w 8848221"/>
                  <a:gd name="connsiteY56" fmla="*/ 798484 h 1574726"/>
                  <a:gd name="connsiteX57" fmla="*/ 6384130 w 8848221"/>
                  <a:gd name="connsiteY57" fmla="*/ 828034 h 1574726"/>
                  <a:gd name="connsiteX58" fmla="*/ 6496134 w 8848221"/>
                  <a:gd name="connsiteY58" fmla="*/ 857690 h 1574726"/>
                  <a:gd name="connsiteX59" fmla="*/ 6608138 w 8848221"/>
                  <a:gd name="connsiteY59" fmla="*/ 887240 h 1574726"/>
                  <a:gd name="connsiteX60" fmla="*/ 6720143 w 8848221"/>
                  <a:gd name="connsiteY60" fmla="*/ 915837 h 1574726"/>
                  <a:gd name="connsiteX61" fmla="*/ 6832147 w 8848221"/>
                  <a:gd name="connsiteY61" fmla="*/ 942951 h 1574726"/>
                  <a:gd name="connsiteX62" fmla="*/ 6944151 w 8848221"/>
                  <a:gd name="connsiteY62" fmla="*/ 967523 h 1574726"/>
                  <a:gd name="connsiteX63" fmla="*/ 7056154 w 8848221"/>
                  <a:gd name="connsiteY63" fmla="*/ 988811 h 1574726"/>
                  <a:gd name="connsiteX64" fmla="*/ 7168159 w 8848221"/>
                  <a:gd name="connsiteY64" fmla="*/ 1005652 h 1574726"/>
                  <a:gd name="connsiteX65" fmla="*/ 7280163 w 8848221"/>
                  <a:gd name="connsiteY65" fmla="*/ 1016773 h 1574726"/>
                  <a:gd name="connsiteX66" fmla="*/ 7392167 w 8848221"/>
                  <a:gd name="connsiteY66" fmla="*/ 1021009 h 1574726"/>
                  <a:gd name="connsiteX67" fmla="*/ 7504171 w 8848221"/>
                  <a:gd name="connsiteY67" fmla="*/ 1017090 h 1574726"/>
                  <a:gd name="connsiteX68" fmla="*/ 7616176 w 8848221"/>
                  <a:gd name="connsiteY68" fmla="*/ 1003745 h 1574726"/>
                  <a:gd name="connsiteX69" fmla="*/ 7728180 w 8848221"/>
                  <a:gd name="connsiteY69" fmla="*/ 980338 h 1574726"/>
                  <a:gd name="connsiteX70" fmla="*/ 7840184 w 8848221"/>
                  <a:gd name="connsiteY70" fmla="*/ 945916 h 1574726"/>
                  <a:gd name="connsiteX71" fmla="*/ 7952188 w 8848221"/>
                  <a:gd name="connsiteY71" fmla="*/ 900373 h 1574726"/>
                  <a:gd name="connsiteX72" fmla="*/ 8064192 w 8848221"/>
                  <a:gd name="connsiteY72" fmla="*/ 843392 h 1574726"/>
                  <a:gd name="connsiteX73" fmla="*/ 8176196 w 8848221"/>
                  <a:gd name="connsiteY73" fmla="*/ 775289 h 1574726"/>
                  <a:gd name="connsiteX74" fmla="*/ 8288200 w 8848221"/>
                  <a:gd name="connsiteY74" fmla="*/ 696383 h 1574726"/>
                  <a:gd name="connsiteX75" fmla="*/ 8400204 w 8848221"/>
                  <a:gd name="connsiteY75" fmla="*/ 607204 h 1574726"/>
                  <a:gd name="connsiteX76" fmla="*/ 8512208 w 8848221"/>
                  <a:gd name="connsiteY76" fmla="*/ 508175 h 1574726"/>
                  <a:gd name="connsiteX77" fmla="*/ 8624213 w 8848221"/>
                  <a:gd name="connsiteY77" fmla="*/ 399825 h 1574726"/>
                  <a:gd name="connsiteX78" fmla="*/ 8736217 w 8848221"/>
                  <a:gd name="connsiteY78" fmla="*/ 282684 h 1574726"/>
                  <a:gd name="connsiteX79" fmla="*/ 8848221 w 8848221"/>
                  <a:gd name="connsiteY79" fmla="*/ 157282 h 1574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1574726">
                    <a:moveTo>
                      <a:pt x="0" y="1502494"/>
                    </a:moveTo>
                    <a:lnTo>
                      <a:pt x="112004" y="1574727"/>
                    </a:lnTo>
                    <a:lnTo>
                      <a:pt x="224008" y="1511178"/>
                    </a:lnTo>
                    <a:lnTo>
                      <a:pt x="336012" y="1321063"/>
                    </a:lnTo>
                    <a:lnTo>
                      <a:pt x="448017" y="1090383"/>
                    </a:lnTo>
                    <a:lnTo>
                      <a:pt x="560021" y="986375"/>
                    </a:lnTo>
                    <a:lnTo>
                      <a:pt x="672025" y="856949"/>
                    </a:lnTo>
                    <a:lnTo>
                      <a:pt x="784029" y="671070"/>
                    </a:lnTo>
                    <a:lnTo>
                      <a:pt x="896033" y="377583"/>
                    </a:lnTo>
                    <a:lnTo>
                      <a:pt x="1008037" y="173169"/>
                    </a:lnTo>
                    <a:lnTo>
                      <a:pt x="1120041" y="107291"/>
                    </a:lnTo>
                    <a:lnTo>
                      <a:pt x="1232046" y="0"/>
                    </a:lnTo>
                    <a:lnTo>
                      <a:pt x="1344050" y="72869"/>
                    </a:lnTo>
                    <a:lnTo>
                      <a:pt x="1456054" y="465597"/>
                    </a:lnTo>
                    <a:lnTo>
                      <a:pt x="1568058" y="828034"/>
                    </a:lnTo>
                    <a:lnTo>
                      <a:pt x="1680062" y="1155838"/>
                    </a:lnTo>
                    <a:lnTo>
                      <a:pt x="1792066" y="1331337"/>
                    </a:lnTo>
                    <a:lnTo>
                      <a:pt x="1904070" y="1430366"/>
                    </a:lnTo>
                    <a:lnTo>
                      <a:pt x="2016074" y="1479722"/>
                    </a:lnTo>
                    <a:lnTo>
                      <a:pt x="2128079" y="1461505"/>
                    </a:lnTo>
                    <a:lnTo>
                      <a:pt x="2240083" y="1377727"/>
                    </a:lnTo>
                    <a:lnTo>
                      <a:pt x="2352087" y="1262387"/>
                    </a:lnTo>
                    <a:lnTo>
                      <a:pt x="2464091" y="1159121"/>
                    </a:lnTo>
                    <a:lnTo>
                      <a:pt x="2576095" y="1032024"/>
                    </a:lnTo>
                    <a:lnTo>
                      <a:pt x="2688099" y="869023"/>
                    </a:lnTo>
                    <a:lnTo>
                      <a:pt x="2800104" y="691935"/>
                    </a:lnTo>
                    <a:lnTo>
                      <a:pt x="2912107" y="554141"/>
                    </a:lnTo>
                    <a:lnTo>
                      <a:pt x="3024006" y="511140"/>
                    </a:lnTo>
                    <a:lnTo>
                      <a:pt x="3136010" y="481378"/>
                    </a:lnTo>
                    <a:lnTo>
                      <a:pt x="3248014" y="440813"/>
                    </a:lnTo>
                    <a:lnTo>
                      <a:pt x="3360018" y="403002"/>
                    </a:lnTo>
                    <a:lnTo>
                      <a:pt x="3472022" y="376312"/>
                    </a:lnTo>
                    <a:lnTo>
                      <a:pt x="3584026" y="363708"/>
                    </a:lnTo>
                    <a:lnTo>
                      <a:pt x="3696031" y="364555"/>
                    </a:lnTo>
                    <a:lnTo>
                      <a:pt x="3808035" y="376947"/>
                    </a:lnTo>
                    <a:lnTo>
                      <a:pt x="3920039" y="398342"/>
                    </a:lnTo>
                    <a:lnTo>
                      <a:pt x="4032043" y="426197"/>
                    </a:lnTo>
                    <a:lnTo>
                      <a:pt x="4144047" y="450028"/>
                    </a:lnTo>
                    <a:lnTo>
                      <a:pt x="4256051" y="468139"/>
                    </a:lnTo>
                    <a:lnTo>
                      <a:pt x="4368056" y="482437"/>
                    </a:lnTo>
                    <a:lnTo>
                      <a:pt x="4480060" y="494723"/>
                    </a:lnTo>
                    <a:lnTo>
                      <a:pt x="4592064" y="505950"/>
                    </a:lnTo>
                    <a:lnTo>
                      <a:pt x="4704068" y="516965"/>
                    </a:lnTo>
                    <a:lnTo>
                      <a:pt x="4816072" y="528404"/>
                    </a:lnTo>
                    <a:lnTo>
                      <a:pt x="4928076" y="540690"/>
                    </a:lnTo>
                    <a:lnTo>
                      <a:pt x="5040081" y="553929"/>
                    </a:lnTo>
                    <a:lnTo>
                      <a:pt x="5152084" y="568545"/>
                    </a:lnTo>
                    <a:lnTo>
                      <a:pt x="5264088" y="584644"/>
                    </a:lnTo>
                    <a:lnTo>
                      <a:pt x="5376093" y="602332"/>
                    </a:lnTo>
                    <a:lnTo>
                      <a:pt x="5488097" y="621608"/>
                    </a:lnTo>
                    <a:lnTo>
                      <a:pt x="5600101" y="642473"/>
                    </a:lnTo>
                    <a:lnTo>
                      <a:pt x="5712105" y="665033"/>
                    </a:lnTo>
                    <a:lnTo>
                      <a:pt x="5824109" y="689075"/>
                    </a:lnTo>
                    <a:lnTo>
                      <a:pt x="5936114" y="714601"/>
                    </a:lnTo>
                    <a:lnTo>
                      <a:pt x="6048118" y="741503"/>
                    </a:lnTo>
                    <a:lnTo>
                      <a:pt x="6160121" y="769570"/>
                    </a:lnTo>
                    <a:lnTo>
                      <a:pt x="6272126" y="798484"/>
                    </a:lnTo>
                    <a:lnTo>
                      <a:pt x="6384130" y="828034"/>
                    </a:lnTo>
                    <a:lnTo>
                      <a:pt x="6496134" y="857690"/>
                    </a:lnTo>
                    <a:lnTo>
                      <a:pt x="6608138" y="887240"/>
                    </a:lnTo>
                    <a:lnTo>
                      <a:pt x="6720143" y="915837"/>
                    </a:lnTo>
                    <a:lnTo>
                      <a:pt x="6832147" y="942951"/>
                    </a:lnTo>
                    <a:lnTo>
                      <a:pt x="6944151" y="967523"/>
                    </a:lnTo>
                    <a:lnTo>
                      <a:pt x="7056154" y="988811"/>
                    </a:lnTo>
                    <a:lnTo>
                      <a:pt x="7168159" y="1005652"/>
                    </a:lnTo>
                    <a:lnTo>
                      <a:pt x="7280163" y="1016773"/>
                    </a:lnTo>
                    <a:lnTo>
                      <a:pt x="7392167" y="1021009"/>
                    </a:lnTo>
                    <a:lnTo>
                      <a:pt x="7504171" y="1017090"/>
                    </a:lnTo>
                    <a:lnTo>
                      <a:pt x="7616176" y="1003745"/>
                    </a:lnTo>
                    <a:lnTo>
                      <a:pt x="7728180" y="980338"/>
                    </a:lnTo>
                    <a:lnTo>
                      <a:pt x="7840184" y="945916"/>
                    </a:lnTo>
                    <a:lnTo>
                      <a:pt x="7952188" y="900373"/>
                    </a:lnTo>
                    <a:lnTo>
                      <a:pt x="8064192" y="843392"/>
                    </a:lnTo>
                    <a:lnTo>
                      <a:pt x="8176196" y="775289"/>
                    </a:lnTo>
                    <a:lnTo>
                      <a:pt x="8288200" y="696383"/>
                    </a:lnTo>
                    <a:lnTo>
                      <a:pt x="8400204" y="607204"/>
                    </a:lnTo>
                    <a:lnTo>
                      <a:pt x="8512208" y="508175"/>
                    </a:lnTo>
                    <a:lnTo>
                      <a:pt x="8624213" y="399825"/>
                    </a:lnTo>
                    <a:lnTo>
                      <a:pt x="8736217" y="282684"/>
                    </a:lnTo>
                    <a:lnTo>
                      <a:pt x="8848221" y="15728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9B0916F-6C99-E0D5-E314-09D0F4DC34B8}"/>
                  </a:ext>
                </a:extLst>
              </p:cNvPr>
              <p:cNvSpPr/>
              <p:nvPr/>
            </p:nvSpPr>
            <p:spPr>
              <a:xfrm>
                <a:off x="1831047" y="1916973"/>
                <a:ext cx="8848221" cy="3192030"/>
              </a:xfrm>
              <a:custGeom>
                <a:avLst/>
                <a:gdLst>
                  <a:gd name="connsiteX0" fmla="*/ 8848221 w 8848221"/>
                  <a:gd name="connsiteY0" fmla="*/ 3192031 h 3192030"/>
                  <a:gd name="connsiteX1" fmla="*/ 8736217 w 8848221"/>
                  <a:gd name="connsiteY1" fmla="*/ 3042798 h 3192030"/>
                  <a:gd name="connsiteX2" fmla="*/ 8624213 w 8848221"/>
                  <a:gd name="connsiteY2" fmla="*/ 2904475 h 3192030"/>
                  <a:gd name="connsiteX3" fmla="*/ 8512208 w 8848221"/>
                  <a:gd name="connsiteY3" fmla="*/ 2777272 h 3192030"/>
                  <a:gd name="connsiteX4" fmla="*/ 8400204 w 8848221"/>
                  <a:gd name="connsiteY4" fmla="*/ 2661509 h 3192030"/>
                  <a:gd name="connsiteX5" fmla="*/ 8288200 w 8848221"/>
                  <a:gd name="connsiteY5" fmla="*/ 2557289 h 3192030"/>
                  <a:gd name="connsiteX6" fmla="*/ 8176196 w 8848221"/>
                  <a:gd name="connsiteY6" fmla="*/ 2465039 h 3192030"/>
                  <a:gd name="connsiteX7" fmla="*/ 8064192 w 8848221"/>
                  <a:gd name="connsiteY7" fmla="*/ 2384862 h 3192030"/>
                  <a:gd name="connsiteX8" fmla="*/ 7952188 w 8848221"/>
                  <a:gd name="connsiteY8" fmla="*/ 2316759 h 3192030"/>
                  <a:gd name="connsiteX9" fmla="*/ 7840184 w 8848221"/>
                  <a:gd name="connsiteY9" fmla="*/ 2260837 h 3192030"/>
                  <a:gd name="connsiteX10" fmla="*/ 7728180 w 8848221"/>
                  <a:gd name="connsiteY10" fmla="*/ 2216671 h 3192030"/>
                  <a:gd name="connsiteX11" fmla="*/ 7616176 w 8848221"/>
                  <a:gd name="connsiteY11" fmla="*/ 2183519 h 3192030"/>
                  <a:gd name="connsiteX12" fmla="*/ 7504171 w 8848221"/>
                  <a:gd name="connsiteY12" fmla="*/ 2160642 h 3192030"/>
                  <a:gd name="connsiteX13" fmla="*/ 7392167 w 8848221"/>
                  <a:gd name="connsiteY13" fmla="*/ 2146767 h 3192030"/>
                  <a:gd name="connsiteX14" fmla="*/ 7280163 w 8848221"/>
                  <a:gd name="connsiteY14" fmla="*/ 2140518 h 3192030"/>
                  <a:gd name="connsiteX15" fmla="*/ 7168159 w 8848221"/>
                  <a:gd name="connsiteY15" fmla="*/ 2140412 h 3192030"/>
                  <a:gd name="connsiteX16" fmla="*/ 7056154 w 8848221"/>
                  <a:gd name="connsiteY16" fmla="*/ 2144861 h 3192030"/>
                  <a:gd name="connsiteX17" fmla="*/ 6944151 w 8848221"/>
                  <a:gd name="connsiteY17" fmla="*/ 2152487 h 3192030"/>
                  <a:gd name="connsiteX18" fmla="*/ 6832147 w 8848221"/>
                  <a:gd name="connsiteY18" fmla="*/ 2161913 h 3192030"/>
                  <a:gd name="connsiteX19" fmla="*/ 6720143 w 8848221"/>
                  <a:gd name="connsiteY19" fmla="*/ 2171763 h 3192030"/>
                  <a:gd name="connsiteX20" fmla="*/ 6608138 w 8848221"/>
                  <a:gd name="connsiteY20" fmla="*/ 2181189 h 3192030"/>
                  <a:gd name="connsiteX21" fmla="*/ 6496134 w 8848221"/>
                  <a:gd name="connsiteY21" fmla="*/ 2189027 h 3192030"/>
                  <a:gd name="connsiteX22" fmla="*/ 6384130 w 8848221"/>
                  <a:gd name="connsiteY22" fmla="*/ 2194429 h 3192030"/>
                  <a:gd name="connsiteX23" fmla="*/ 6272126 w 8848221"/>
                  <a:gd name="connsiteY23" fmla="*/ 2196759 h 3192030"/>
                  <a:gd name="connsiteX24" fmla="*/ 6160121 w 8848221"/>
                  <a:gd name="connsiteY24" fmla="*/ 2195382 h 3192030"/>
                  <a:gd name="connsiteX25" fmla="*/ 6048118 w 8848221"/>
                  <a:gd name="connsiteY25" fmla="*/ 2189557 h 3192030"/>
                  <a:gd name="connsiteX26" fmla="*/ 5936114 w 8848221"/>
                  <a:gd name="connsiteY26" fmla="*/ 2178965 h 3192030"/>
                  <a:gd name="connsiteX27" fmla="*/ 5824109 w 8848221"/>
                  <a:gd name="connsiteY27" fmla="*/ 2163078 h 3192030"/>
                  <a:gd name="connsiteX28" fmla="*/ 5712105 w 8848221"/>
                  <a:gd name="connsiteY28" fmla="*/ 2141472 h 3192030"/>
                  <a:gd name="connsiteX29" fmla="*/ 5600101 w 8848221"/>
                  <a:gd name="connsiteY29" fmla="*/ 2113828 h 3192030"/>
                  <a:gd name="connsiteX30" fmla="*/ 5488097 w 8848221"/>
                  <a:gd name="connsiteY30" fmla="*/ 2079936 h 3192030"/>
                  <a:gd name="connsiteX31" fmla="*/ 5376093 w 8848221"/>
                  <a:gd name="connsiteY31" fmla="*/ 2039265 h 3192030"/>
                  <a:gd name="connsiteX32" fmla="*/ 5264088 w 8848221"/>
                  <a:gd name="connsiteY32" fmla="*/ 1991710 h 3192030"/>
                  <a:gd name="connsiteX33" fmla="*/ 5152084 w 8848221"/>
                  <a:gd name="connsiteY33" fmla="*/ 1937164 h 3192030"/>
                  <a:gd name="connsiteX34" fmla="*/ 5040081 w 8848221"/>
                  <a:gd name="connsiteY34" fmla="*/ 1875204 h 3192030"/>
                  <a:gd name="connsiteX35" fmla="*/ 4928076 w 8848221"/>
                  <a:gd name="connsiteY35" fmla="*/ 1806043 h 3192030"/>
                  <a:gd name="connsiteX36" fmla="*/ 4816072 w 8848221"/>
                  <a:gd name="connsiteY36" fmla="*/ 1729361 h 3192030"/>
                  <a:gd name="connsiteX37" fmla="*/ 4704068 w 8848221"/>
                  <a:gd name="connsiteY37" fmla="*/ 1645371 h 3192030"/>
                  <a:gd name="connsiteX38" fmla="*/ 4592064 w 8848221"/>
                  <a:gd name="connsiteY38" fmla="*/ 1554074 h 3192030"/>
                  <a:gd name="connsiteX39" fmla="*/ 4480060 w 8848221"/>
                  <a:gd name="connsiteY39" fmla="*/ 1455997 h 3192030"/>
                  <a:gd name="connsiteX40" fmla="*/ 4368056 w 8848221"/>
                  <a:gd name="connsiteY40" fmla="*/ 1351460 h 3192030"/>
                  <a:gd name="connsiteX41" fmla="*/ 4256051 w 8848221"/>
                  <a:gd name="connsiteY41" fmla="*/ 1241416 h 3192030"/>
                  <a:gd name="connsiteX42" fmla="*/ 4144047 w 8848221"/>
                  <a:gd name="connsiteY42" fmla="*/ 1127241 h 3192030"/>
                  <a:gd name="connsiteX43" fmla="*/ 4032043 w 8848221"/>
                  <a:gd name="connsiteY43" fmla="*/ 1010630 h 3192030"/>
                  <a:gd name="connsiteX44" fmla="*/ 3920039 w 8848221"/>
                  <a:gd name="connsiteY44" fmla="*/ 900373 h 3192030"/>
                  <a:gd name="connsiteX45" fmla="*/ 3808035 w 8848221"/>
                  <a:gd name="connsiteY45" fmla="*/ 812041 h 3192030"/>
                  <a:gd name="connsiteX46" fmla="*/ 3696031 w 8848221"/>
                  <a:gd name="connsiteY46" fmla="*/ 744256 h 3192030"/>
                  <a:gd name="connsiteX47" fmla="*/ 3584026 w 8848221"/>
                  <a:gd name="connsiteY47" fmla="*/ 695112 h 3192030"/>
                  <a:gd name="connsiteX48" fmla="*/ 3472022 w 8848221"/>
                  <a:gd name="connsiteY48" fmla="*/ 662809 h 3192030"/>
                  <a:gd name="connsiteX49" fmla="*/ 3360018 w 8848221"/>
                  <a:gd name="connsiteY49" fmla="*/ 646816 h 3192030"/>
                  <a:gd name="connsiteX50" fmla="*/ 3248014 w 8848221"/>
                  <a:gd name="connsiteY50" fmla="*/ 650311 h 3192030"/>
                  <a:gd name="connsiteX51" fmla="*/ 3136010 w 8848221"/>
                  <a:gd name="connsiteY51" fmla="*/ 677213 h 3192030"/>
                  <a:gd name="connsiteX52" fmla="*/ 3024006 w 8848221"/>
                  <a:gd name="connsiteY52" fmla="*/ 729323 h 3192030"/>
                  <a:gd name="connsiteX53" fmla="*/ 2912107 w 8848221"/>
                  <a:gd name="connsiteY53" fmla="*/ 811512 h 3192030"/>
                  <a:gd name="connsiteX54" fmla="*/ 2800104 w 8848221"/>
                  <a:gd name="connsiteY54" fmla="*/ 985210 h 3192030"/>
                  <a:gd name="connsiteX55" fmla="*/ 2688099 w 8848221"/>
                  <a:gd name="connsiteY55" fmla="*/ 1237921 h 3192030"/>
                  <a:gd name="connsiteX56" fmla="*/ 2576095 w 8848221"/>
                  <a:gd name="connsiteY56" fmla="*/ 1517851 h 3192030"/>
                  <a:gd name="connsiteX57" fmla="*/ 2464091 w 8848221"/>
                  <a:gd name="connsiteY57" fmla="*/ 1742282 h 3192030"/>
                  <a:gd name="connsiteX58" fmla="*/ 2352087 w 8848221"/>
                  <a:gd name="connsiteY58" fmla="*/ 1849573 h 3192030"/>
                  <a:gd name="connsiteX59" fmla="*/ 2240083 w 8848221"/>
                  <a:gd name="connsiteY59" fmla="*/ 1897552 h 3192030"/>
                  <a:gd name="connsiteX60" fmla="*/ 2128079 w 8848221"/>
                  <a:gd name="connsiteY60" fmla="*/ 1921277 h 3192030"/>
                  <a:gd name="connsiteX61" fmla="*/ 2016074 w 8848221"/>
                  <a:gd name="connsiteY61" fmla="*/ 1938117 h 3192030"/>
                  <a:gd name="connsiteX62" fmla="*/ 1904070 w 8848221"/>
                  <a:gd name="connsiteY62" fmla="*/ 1933563 h 3192030"/>
                  <a:gd name="connsiteX63" fmla="*/ 1792066 w 8848221"/>
                  <a:gd name="connsiteY63" fmla="*/ 1873298 h 3192030"/>
                  <a:gd name="connsiteX64" fmla="*/ 1680062 w 8848221"/>
                  <a:gd name="connsiteY64" fmla="*/ 1636792 h 3192030"/>
                  <a:gd name="connsiteX65" fmla="*/ 1568058 w 8848221"/>
                  <a:gd name="connsiteY65" fmla="*/ 1281346 h 3192030"/>
                  <a:gd name="connsiteX66" fmla="*/ 1456054 w 8848221"/>
                  <a:gd name="connsiteY66" fmla="*/ 805157 h 3192030"/>
                  <a:gd name="connsiteX67" fmla="*/ 1344050 w 8848221"/>
                  <a:gd name="connsiteY67" fmla="*/ 274423 h 3192030"/>
                  <a:gd name="connsiteX68" fmla="*/ 1232046 w 8848221"/>
                  <a:gd name="connsiteY68" fmla="*/ 0 h 3192030"/>
                  <a:gd name="connsiteX69" fmla="*/ 1120041 w 8848221"/>
                  <a:gd name="connsiteY69" fmla="*/ 15887 h 3192030"/>
                  <a:gd name="connsiteX70" fmla="*/ 1008037 w 8848221"/>
                  <a:gd name="connsiteY70" fmla="*/ 343267 h 3192030"/>
                  <a:gd name="connsiteX71" fmla="*/ 896033 w 8848221"/>
                  <a:gd name="connsiteY71" fmla="*/ 724874 h 3192030"/>
                  <a:gd name="connsiteX72" fmla="*/ 784029 w 8848221"/>
                  <a:gd name="connsiteY72" fmla="*/ 937655 h 3192030"/>
                  <a:gd name="connsiteX73" fmla="*/ 672025 w 8848221"/>
                  <a:gd name="connsiteY73" fmla="*/ 1208794 h 3192030"/>
                  <a:gd name="connsiteX74" fmla="*/ 560021 w 8848221"/>
                  <a:gd name="connsiteY74" fmla="*/ 1330807 h 3192030"/>
                  <a:gd name="connsiteX75" fmla="*/ 448017 w 8848221"/>
                  <a:gd name="connsiteY75" fmla="*/ 1322228 h 3192030"/>
                  <a:gd name="connsiteX76" fmla="*/ 336012 w 8848221"/>
                  <a:gd name="connsiteY76" fmla="*/ 1489254 h 3192030"/>
                  <a:gd name="connsiteX77" fmla="*/ 224008 w 8848221"/>
                  <a:gd name="connsiteY77" fmla="*/ 1793968 h 3192030"/>
                  <a:gd name="connsiteX78" fmla="*/ 112004 w 8848221"/>
                  <a:gd name="connsiteY78" fmla="*/ 2334023 h 3192030"/>
                  <a:gd name="connsiteX79" fmla="*/ 0 w 8848221"/>
                  <a:gd name="connsiteY79" fmla="*/ 3113019 h 3192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3192030">
                    <a:moveTo>
                      <a:pt x="8848221" y="3192031"/>
                    </a:moveTo>
                    <a:lnTo>
                      <a:pt x="8736217" y="3042798"/>
                    </a:lnTo>
                    <a:lnTo>
                      <a:pt x="8624213" y="2904475"/>
                    </a:lnTo>
                    <a:lnTo>
                      <a:pt x="8512208" y="2777272"/>
                    </a:lnTo>
                    <a:lnTo>
                      <a:pt x="8400204" y="2661509"/>
                    </a:lnTo>
                    <a:lnTo>
                      <a:pt x="8288200" y="2557289"/>
                    </a:lnTo>
                    <a:lnTo>
                      <a:pt x="8176196" y="2465039"/>
                    </a:lnTo>
                    <a:lnTo>
                      <a:pt x="8064192" y="2384862"/>
                    </a:lnTo>
                    <a:lnTo>
                      <a:pt x="7952188" y="2316759"/>
                    </a:lnTo>
                    <a:lnTo>
                      <a:pt x="7840184" y="2260837"/>
                    </a:lnTo>
                    <a:lnTo>
                      <a:pt x="7728180" y="2216671"/>
                    </a:lnTo>
                    <a:lnTo>
                      <a:pt x="7616176" y="2183519"/>
                    </a:lnTo>
                    <a:lnTo>
                      <a:pt x="7504171" y="2160642"/>
                    </a:lnTo>
                    <a:lnTo>
                      <a:pt x="7392167" y="2146767"/>
                    </a:lnTo>
                    <a:lnTo>
                      <a:pt x="7280163" y="2140518"/>
                    </a:lnTo>
                    <a:lnTo>
                      <a:pt x="7168159" y="2140412"/>
                    </a:lnTo>
                    <a:lnTo>
                      <a:pt x="7056154" y="2144861"/>
                    </a:lnTo>
                    <a:lnTo>
                      <a:pt x="6944151" y="2152487"/>
                    </a:lnTo>
                    <a:lnTo>
                      <a:pt x="6832147" y="2161913"/>
                    </a:lnTo>
                    <a:lnTo>
                      <a:pt x="6720143" y="2171763"/>
                    </a:lnTo>
                    <a:lnTo>
                      <a:pt x="6608138" y="2181189"/>
                    </a:lnTo>
                    <a:lnTo>
                      <a:pt x="6496134" y="2189027"/>
                    </a:lnTo>
                    <a:lnTo>
                      <a:pt x="6384130" y="2194429"/>
                    </a:lnTo>
                    <a:lnTo>
                      <a:pt x="6272126" y="2196759"/>
                    </a:lnTo>
                    <a:lnTo>
                      <a:pt x="6160121" y="2195382"/>
                    </a:lnTo>
                    <a:lnTo>
                      <a:pt x="6048118" y="2189557"/>
                    </a:lnTo>
                    <a:lnTo>
                      <a:pt x="5936114" y="2178965"/>
                    </a:lnTo>
                    <a:lnTo>
                      <a:pt x="5824109" y="2163078"/>
                    </a:lnTo>
                    <a:lnTo>
                      <a:pt x="5712105" y="2141472"/>
                    </a:lnTo>
                    <a:lnTo>
                      <a:pt x="5600101" y="2113828"/>
                    </a:lnTo>
                    <a:lnTo>
                      <a:pt x="5488097" y="2079936"/>
                    </a:lnTo>
                    <a:lnTo>
                      <a:pt x="5376093" y="2039265"/>
                    </a:lnTo>
                    <a:lnTo>
                      <a:pt x="5264088" y="1991710"/>
                    </a:lnTo>
                    <a:lnTo>
                      <a:pt x="5152084" y="1937164"/>
                    </a:lnTo>
                    <a:lnTo>
                      <a:pt x="5040081" y="1875204"/>
                    </a:lnTo>
                    <a:lnTo>
                      <a:pt x="4928076" y="1806043"/>
                    </a:lnTo>
                    <a:lnTo>
                      <a:pt x="4816072" y="1729361"/>
                    </a:lnTo>
                    <a:lnTo>
                      <a:pt x="4704068" y="1645371"/>
                    </a:lnTo>
                    <a:lnTo>
                      <a:pt x="4592064" y="1554074"/>
                    </a:lnTo>
                    <a:lnTo>
                      <a:pt x="4480060" y="1455997"/>
                    </a:lnTo>
                    <a:lnTo>
                      <a:pt x="4368056" y="1351460"/>
                    </a:lnTo>
                    <a:lnTo>
                      <a:pt x="4256051" y="1241416"/>
                    </a:lnTo>
                    <a:lnTo>
                      <a:pt x="4144047" y="1127241"/>
                    </a:lnTo>
                    <a:lnTo>
                      <a:pt x="4032043" y="1010630"/>
                    </a:lnTo>
                    <a:lnTo>
                      <a:pt x="3920039" y="900373"/>
                    </a:lnTo>
                    <a:lnTo>
                      <a:pt x="3808035" y="812041"/>
                    </a:lnTo>
                    <a:lnTo>
                      <a:pt x="3696031" y="744256"/>
                    </a:lnTo>
                    <a:lnTo>
                      <a:pt x="3584026" y="695112"/>
                    </a:lnTo>
                    <a:lnTo>
                      <a:pt x="3472022" y="662809"/>
                    </a:lnTo>
                    <a:lnTo>
                      <a:pt x="3360018" y="646816"/>
                    </a:lnTo>
                    <a:lnTo>
                      <a:pt x="3248014" y="650311"/>
                    </a:lnTo>
                    <a:lnTo>
                      <a:pt x="3136010" y="677213"/>
                    </a:lnTo>
                    <a:lnTo>
                      <a:pt x="3024006" y="729323"/>
                    </a:lnTo>
                    <a:lnTo>
                      <a:pt x="2912107" y="811512"/>
                    </a:lnTo>
                    <a:lnTo>
                      <a:pt x="2800104" y="985210"/>
                    </a:lnTo>
                    <a:lnTo>
                      <a:pt x="2688099" y="1237921"/>
                    </a:lnTo>
                    <a:lnTo>
                      <a:pt x="2576095" y="1517851"/>
                    </a:lnTo>
                    <a:lnTo>
                      <a:pt x="2464091" y="1742282"/>
                    </a:lnTo>
                    <a:lnTo>
                      <a:pt x="2352087" y="1849573"/>
                    </a:lnTo>
                    <a:lnTo>
                      <a:pt x="2240083" y="1897552"/>
                    </a:lnTo>
                    <a:lnTo>
                      <a:pt x="2128079" y="1921277"/>
                    </a:lnTo>
                    <a:lnTo>
                      <a:pt x="2016074" y="1938117"/>
                    </a:lnTo>
                    <a:lnTo>
                      <a:pt x="1904070" y="1933563"/>
                    </a:lnTo>
                    <a:lnTo>
                      <a:pt x="1792066" y="1873298"/>
                    </a:lnTo>
                    <a:lnTo>
                      <a:pt x="1680062" y="1636792"/>
                    </a:lnTo>
                    <a:lnTo>
                      <a:pt x="1568058" y="1281346"/>
                    </a:lnTo>
                    <a:lnTo>
                      <a:pt x="1456054" y="805157"/>
                    </a:lnTo>
                    <a:lnTo>
                      <a:pt x="1344050" y="274423"/>
                    </a:lnTo>
                    <a:lnTo>
                      <a:pt x="1232046" y="0"/>
                    </a:lnTo>
                    <a:lnTo>
                      <a:pt x="1120041" y="15887"/>
                    </a:lnTo>
                    <a:lnTo>
                      <a:pt x="1008037" y="343267"/>
                    </a:lnTo>
                    <a:lnTo>
                      <a:pt x="896033" y="724874"/>
                    </a:lnTo>
                    <a:lnTo>
                      <a:pt x="784029" y="937655"/>
                    </a:lnTo>
                    <a:lnTo>
                      <a:pt x="672025" y="1208794"/>
                    </a:lnTo>
                    <a:lnTo>
                      <a:pt x="560021" y="1330807"/>
                    </a:lnTo>
                    <a:lnTo>
                      <a:pt x="448017" y="1322228"/>
                    </a:lnTo>
                    <a:lnTo>
                      <a:pt x="336012" y="1489254"/>
                    </a:lnTo>
                    <a:lnTo>
                      <a:pt x="224008" y="1793968"/>
                    </a:lnTo>
                    <a:lnTo>
                      <a:pt x="112004" y="2334023"/>
                    </a:lnTo>
                    <a:lnTo>
                      <a:pt x="0" y="311301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8003ED7-DB7A-E4A2-0F71-7B8F960C69D8}"/>
                  </a:ext>
                </a:extLst>
              </p:cNvPr>
              <p:cNvSpPr/>
              <p:nvPr/>
            </p:nvSpPr>
            <p:spPr>
              <a:xfrm>
                <a:off x="1831047" y="1444174"/>
                <a:ext cx="8848221" cy="2307862"/>
              </a:xfrm>
              <a:custGeom>
                <a:avLst/>
                <a:gdLst>
                  <a:gd name="connsiteX0" fmla="*/ 0 w 8848221"/>
                  <a:gd name="connsiteY0" fmla="*/ 2307862 h 2307862"/>
                  <a:gd name="connsiteX1" fmla="*/ 112004 w 8848221"/>
                  <a:gd name="connsiteY1" fmla="*/ 1954428 h 2307862"/>
                  <a:gd name="connsiteX2" fmla="*/ 224008 w 8848221"/>
                  <a:gd name="connsiteY2" fmla="*/ 1652679 h 2307862"/>
                  <a:gd name="connsiteX3" fmla="*/ 336012 w 8848221"/>
                  <a:gd name="connsiteY3" fmla="*/ 1405265 h 2307862"/>
                  <a:gd name="connsiteX4" fmla="*/ 448017 w 8848221"/>
                  <a:gd name="connsiteY4" fmla="*/ 1206359 h 2307862"/>
                  <a:gd name="connsiteX5" fmla="*/ 560021 w 8848221"/>
                  <a:gd name="connsiteY5" fmla="*/ 1158697 h 2307862"/>
                  <a:gd name="connsiteX6" fmla="*/ 672025 w 8848221"/>
                  <a:gd name="connsiteY6" fmla="*/ 1032978 h 2307862"/>
                  <a:gd name="connsiteX7" fmla="*/ 784029 w 8848221"/>
                  <a:gd name="connsiteY7" fmla="*/ 804416 h 2307862"/>
                  <a:gd name="connsiteX8" fmla="*/ 896033 w 8848221"/>
                  <a:gd name="connsiteY8" fmla="*/ 551282 h 2307862"/>
                  <a:gd name="connsiteX9" fmla="*/ 1008037 w 8848221"/>
                  <a:gd name="connsiteY9" fmla="*/ 258218 h 2307862"/>
                  <a:gd name="connsiteX10" fmla="*/ 1120041 w 8848221"/>
                  <a:gd name="connsiteY10" fmla="*/ 61642 h 2307862"/>
                  <a:gd name="connsiteX11" fmla="*/ 1232046 w 8848221"/>
                  <a:gd name="connsiteY11" fmla="*/ 0 h 2307862"/>
                  <a:gd name="connsiteX12" fmla="*/ 1344050 w 8848221"/>
                  <a:gd name="connsiteY12" fmla="*/ 173699 h 2307862"/>
                  <a:gd name="connsiteX13" fmla="*/ 1456054 w 8848221"/>
                  <a:gd name="connsiteY13" fmla="*/ 635377 h 2307862"/>
                  <a:gd name="connsiteX14" fmla="*/ 1568058 w 8848221"/>
                  <a:gd name="connsiteY14" fmla="*/ 1054690 h 2307862"/>
                  <a:gd name="connsiteX15" fmla="*/ 1680062 w 8848221"/>
                  <a:gd name="connsiteY15" fmla="*/ 1396368 h 2307862"/>
                  <a:gd name="connsiteX16" fmla="*/ 1792066 w 8848221"/>
                  <a:gd name="connsiteY16" fmla="*/ 1602370 h 2307862"/>
                  <a:gd name="connsiteX17" fmla="*/ 1904070 w 8848221"/>
                  <a:gd name="connsiteY17" fmla="*/ 1682018 h 2307862"/>
                  <a:gd name="connsiteX18" fmla="*/ 2016074 w 8848221"/>
                  <a:gd name="connsiteY18" fmla="*/ 1709026 h 2307862"/>
                  <a:gd name="connsiteX19" fmla="*/ 2128079 w 8848221"/>
                  <a:gd name="connsiteY19" fmla="*/ 1691444 h 2307862"/>
                  <a:gd name="connsiteX20" fmla="*/ 2240083 w 8848221"/>
                  <a:gd name="connsiteY20" fmla="*/ 1637640 h 2307862"/>
                  <a:gd name="connsiteX21" fmla="*/ 2352087 w 8848221"/>
                  <a:gd name="connsiteY21" fmla="*/ 1556086 h 2307862"/>
                  <a:gd name="connsiteX22" fmla="*/ 2464091 w 8848221"/>
                  <a:gd name="connsiteY22" fmla="*/ 1450702 h 2307862"/>
                  <a:gd name="connsiteX23" fmla="*/ 2576095 w 8848221"/>
                  <a:gd name="connsiteY23" fmla="*/ 1274991 h 2307862"/>
                  <a:gd name="connsiteX24" fmla="*/ 2688099 w 8848221"/>
                  <a:gd name="connsiteY24" fmla="*/ 1053525 h 2307862"/>
                  <a:gd name="connsiteX25" fmla="*/ 2800104 w 8848221"/>
                  <a:gd name="connsiteY25" fmla="*/ 838626 h 2307862"/>
                  <a:gd name="connsiteX26" fmla="*/ 2912107 w 8848221"/>
                  <a:gd name="connsiteY26" fmla="*/ 682827 h 2307862"/>
                  <a:gd name="connsiteX27" fmla="*/ 3024006 w 8848221"/>
                  <a:gd name="connsiteY27" fmla="*/ 620231 h 2307862"/>
                  <a:gd name="connsiteX28" fmla="*/ 3136010 w 8848221"/>
                  <a:gd name="connsiteY28" fmla="*/ 579349 h 2307862"/>
                  <a:gd name="connsiteX29" fmla="*/ 3248014 w 8848221"/>
                  <a:gd name="connsiteY29" fmla="*/ 545668 h 2307862"/>
                  <a:gd name="connsiteX30" fmla="*/ 3360018 w 8848221"/>
                  <a:gd name="connsiteY30" fmla="*/ 525015 h 2307862"/>
                  <a:gd name="connsiteX31" fmla="*/ 3472022 w 8848221"/>
                  <a:gd name="connsiteY31" fmla="*/ 519613 h 2307862"/>
                  <a:gd name="connsiteX32" fmla="*/ 3584026 w 8848221"/>
                  <a:gd name="connsiteY32" fmla="*/ 529463 h 2307862"/>
                  <a:gd name="connsiteX33" fmla="*/ 3696031 w 8848221"/>
                  <a:gd name="connsiteY33" fmla="*/ 554459 h 2307862"/>
                  <a:gd name="connsiteX34" fmla="*/ 3808035 w 8848221"/>
                  <a:gd name="connsiteY34" fmla="*/ 594494 h 2307862"/>
                  <a:gd name="connsiteX35" fmla="*/ 3920039 w 8848221"/>
                  <a:gd name="connsiteY35" fmla="*/ 649358 h 2307862"/>
                  <a:gd name="connsiteX36" fmla="*/ 4032043 w 8848221"/>
                  <a:gd name="connsiteY36" fmla="*/ 718519 h 2307862"/>
                  <a:gd name="connsiteX37" fmla="*/ 4144047 w 8848221"/>
                  <a:gd name="connsiteY37" fmla="*/ 788740 h 2307862"/>
                  <a:gd name="connsiteX38" fmla="*/ 4256051 w 8848221"/>
                  <a:gd name="connsiteY38" fmla="*/ 854830 h 2307862"/>
                  <a:gd name="connsiteX39" fmla="*/ 4368056 w 8848221"/>
                  <a:gd name="connsiteY39" fmla="*/ 917002 h 2307862"/>
                  <a:gd name="connsiteX40" fmla="*/ 4480060 w 8848221"/>
                  <a:gd name="connsiteY40" fmla="*/ 975360 h 2307862"/>
                  <a:gd name="connsiteX41" fmla="*/ 4592064 w 8848221"/>
                  <a:gd name="connsiteY41" fmla="*/ 1030118 h 2307862"/>
                  <a:gd name="connsiteX42" fmla="*/ 4704068 w 8848221"/>
                  <a:gd name="connsiteY42" fmla="*/ 1081274 h 2307862"/>
                  <a:gd name="connsiteX43" fmla="*/ 4816072 w 8848221"/>
                  <a:gd name="connsiteY43" fmla="*/ 1128936 h 2307862"/>
                  <a:gd name="connsiteX44" fmla="*/ 4928076 w 8848221"/>
                  <a:gd name="connsiteY44" fmla="*/ 1173419 h 2307862"/>
                  <a:gd name="connsiteX45" fmla="*/ 5040081 w 8848221"/>
                  <a:gd name="connsiteY45" fmla="*/ 1214620 h 2307862"/>
                  <a:gd name="connsiteX46" fmla="*/ 5152084 w 8848221"/>
                  <a:gd name="connsiteY46" fmla="*/ 1252855 h 2307862"/>
                  <a:gd name="connsiteX47" fmla="*/ 5264088 w 8848221"/>
                  <a:gd name="connsiteY47" fmla="*/ 1288230 h 2307862"/>
                  <a:gd name="connsiteX48" fmla="*/ 5376093 w 8848221"/>
                  <a:gd name="connsiteY48" fmla="*/ 1320851 h 2307862"/>
                  <a:gd name="connsiteX49" fmla="*/ 5488097 w 8848221"/>
                  <a:gd name="connsiteY49" fmla="*/ 1350825 h 2307862"/>
                  <a:gd name="connsiteX50" fmla="*/ 5600101 w 8848221"/>
                  <a:gd name="connsiteY50" fmla="*/ 1378257 h 2307862"/>
                  <a:gd name="connsiteX51" fmla="*/ 5712105 w 8848221"/>
                  <a:gd name="connsiteY51" fmla="*/ 1403358 h 2307862"/>
                  <a:gd name="connsiteX52" fmla="*/ 5824109 w 8848221"/>
                  <a:gd name="connsiteY52" fmla="*/ 1426130 h 2307862"/>
                  <a:gd name="connsiteX53" fmla="*/ 5936114 w 8848221"/>
                  <a:gd name="connsiteY53" fmla="*/ 1446889 h 2307862"/>
                  <a:gd name="connsiteX54" fmla="*/ 6048118 w 8848221"/>
                  <a:gd name="connsiteY54" fmla="*/ 1465635 h 2307862"/>
                  <a:gd name="connsiteX55" fmla="*/ 6160121 w 8848221"/>
                  <a:gd name="connsiteY55" fmla="*/ 1482476 h 2307862"/>
                  <a:gd name="connsiteX56" fmla="*/ 6272126 w 8848221"/>
                  <a:gd name="connsiteY56" fmla="*/ 1497727 h 2307862"/>
                  <a:gd name="connsiteX57" fmla="*/ 6384130 w 8848221"/>
                  <a:gd name="connsiteY57" fmla="*/ 1511284 h 2307862"/>
                  <a:gd name="connsiteX58" fmla="*/ 6496134 w 8848221"/>
                  <a:gd name="connsiteY58" fmla="*/ 1523465 h 2307862"/>
                  <a:gd name="connsiteX59" fmla="*/ 6608138 w 8848221"/>
                  <a:gd name="connsiteY59" fmla="*/ 1534268 h 2307862"/>
                  <a:gd name="connsiteX60" fmla="*/ 6720143 w 8848221"/>
                  <a:gd name="connsiteY60" fmla="*/ 1543906 h 2307862"/>
                  <a:gd name="connsiteX61" fmla="*/ 6832147 w 8848221"/>
                  <a:gd name="connsiteY61" fmla="*/ 1552485 h 2307862"/>
                  <a:gd name="connsiteX62" fmla="*/ 6944151 w 8848221"/>
                  <a:gd name="connsiteY62" fmla="*/ 1560111 h 2307862"/>
                  <a:gd name="connsiteX63" fmla="*/ 7056154 w 8848221"/>
                  <a:gd name="connsiteY63" fmla="*/ 1566889 h 2307862"/>
                  <a:gd name="connsiteX64" fmla="*/ 7168159 w 8848221"/>
                  <a:gd name="connsiteY64" fmla="*/ 1573138 h 2307862"/>
                  <a:gd name="connsiteX65" fmla="*/ 7280163 w 8848221"/>
                  <a:gd name="connsiteY65" fmla="*/ 1578752 h 2307862"/>
                  <a:gd name="connsiteX66" fmla="*/ 7392167 w 8848221"/>
                  <a:gd name="connsiteY66" fmla="*/ 1583941 h 2307862"/>
                  <a:gd name="connsiteX67" fmla="*/ 7504171 w 8848221"/>
                  <a:gd name="connsiteY67" fmla="*/ 1588919 h 2307862"/>
                  <a:gd name="connsiteX68" fmla="*/ 7616176 w 8848221"/>
                  <a:gd name="connsiteY68" fmla="*/ 1593685 h 2307862"/>
                  <a:gd name="connsiteX69" fmla="*/ 7728180 w 8848221"/>
                  <a:gd name="connsiteY69" fmla="*/ 1598557 h 2307862"/>
                  <a:gd name="connsiteX70" fmla="*/ 7840184 w 8848221"/>
                  <a:gd name="connsiteY70" fmla="*/ 1603429 h 2307862"/>
                  <a:gd name="connsiteX71" fmla="*/ 7952188 w 8848221"/>
                  <a:gd name="connsiteY71" fmla="*/ 1608619 h 2307862"/>
                  <a:gd name="connsiteX72" fmla="*/ 8064192 w 8848221"/>
                  <a:gd name="connsiteY72" fmla="*/ 1614127 h 2307862"/>
                  <a:gd name="connsiteX73" fmla="*/ 8176196 w 8848221"/>
                  <a:gd name="connsiteY73" fmla="*/ 1620270 h 2307862"/>
                  <a:gd name="connsiteX74" fmla="*/ 8288200 w 8848221"/>
                  <a:gd name="connsiteY74" fmla="*/ 1626942 h 2307862"/>
                  <a:gd name="connsiteX75" fmla="*/ 8400204 w 8848221"/>
                  <a:gd name="connsiteY75" fmla="*/ 1634356 h 2307862"/>
                  <a:gd name="connsiteX76" fmla="*/ 8512208 w 8848221"/>
                  <a:gd name="connsiteY76" fmla="*/ 1642829 h 2307862"/>
                  <a:gd name="connsiteX77" fmla="*/ 8624213 w 8848221"/>
                  <a:gd name="connsiteY77" fmla="*/ 1652256 h 2307862"/>
                  <a:gd name="connsiteX78" fmla="*/ 8736217 w 8848221"/>
                  <a:gd name="connsiteY78" fmla="*/ 1662847 h 2307862"/>
                  <a:gd name="connsiteX79" fmla="*/ 8848221 w 8848221"/>
                  <a:gd name="connsiteY79" fmla="*/ 1674709 h 230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307862">
                    <a:moveTo>
                      <a:pt x="0" y="2307862"/>
                    </a:moveTo>
                    <a:lnTo>
                      <a:pt x="112004" y="1954428"/>
                    </a:lnTo>
                    <a:lnTo>
                      <a:pt x="224008" y="1652679"/>
                    </a:lnTo>
                    <a:lnTo>
                      <a:pt x="336012" y="1405265"/>
                    </a:lnTo>
                    <a:lnTo>
                      <a:pt x="448017" y="1206359"/>
                    </a:lnTo>
                    <a:lnTo>
                      <a:pt x="560021" y="1158697"/>
                    </a:lnTo>
                    <a:lnTo>
                      <a:pt x="672025" y="1032978"/>
                    </a:lnTo>
                    <a:lnTo>
                      <a:pt x="784029" y="804416"/>
                    </a:lnTo>
                    <a:lnTo>
                      <a:pt x="896033" y="551282"/>
                    </a:lnTo>
                    <a:lnTo>
                      <a:pt x="1008037" y="258218"/>
                    </a:lnTo>
                    <a:lnTo>
                      <a:pt x="1120041" y="61642"/>
                    </a:lnTo>
                    <a:lnTo>
                      <a:pt x="1232046" y="0"/>
                    </a:lnTo>
                    <a:lnTo>
                      <a:pt x="1344050" y="173699"/>
                    </a:lnTo>
                    <a:lnTo>
                      <a:pt x="1456054" y="635377"/>
                    </a:lnTo>
                    <a:lnTo>
                      <a:pt x="1568058" y="1054690"/>
                    </a:lnTo>
                    <a:lnTo>
                      <a:pt x="1680062" y="1396368"/>
                    </a:lnTo>
                    <a:lnTo>
                      <a:pt x="1792066" y="1602370"/>
                    </a:lnTo>
                    <a:lnTo>
                      <a:pt x="1904070" y="1682018"/>
                    </a:lnTo>
                    <a:lnTo>
                      <a:pt x="2016074" y="1709026"/>
                    </a:lnTo>
                    <a:lnTo>
                      <a:pt x="2128079" y="1691444"/>
                    </a:lnTo>
                    <a:lnTo>
                      <a:pt x="2240083" y="1637640"/>
                    </a:lnTo>
                    <a:lnTo>
                      <a:pt x="2352087" y="1556086"/>
                    </a:lnTo>
                    <a:lnTo>
                      <a:pt x="2464091" y="1450702"/>
                    </a:lnTo>
                    <a:lnTo>
                      <a:pt x="2576095" y="1274991"/>
                    </a:lnTo>
                    <a:lnTo>
                      <a:pt x="2688099" y="1053525"/>
                    </a:lnTo>
                    <a:lnTo>
                      <a:pt x="2800104" y="838626"/>
                    </a:lnTo>
                    <a:lnTo>
                      <a:pt x="2912107" y="682827"/>
                    </a:lnTo>
                    <a:lnTo>
                      <a:pt x="3024006" y="620231"/>
                    </a:lnTo>
                    <a:lnTo>
                      <a:pt x="3136010" y="579349"/>
                    </a:lnTo>
                    <a:lnTo>
                      <a:pt x="3248014" y="545668"/>
                    </a:lnTo>
                    <a:lnTo>
                      <a:pt x="3360018" y="525015"/>
                    </a:lnTo>
                    <a:lnTo>
                      <a:pt x="3472022" y="519613"/>
                    </a:lnTo>
                    <a:lnTo>
                      <a:pt x="3584026" y="529463"/>
                    </a:lnTo>
                    <a:lnTo>
                      <a:pt x="3696031" y="554459"/>
                    </a:lnTo>
                    <a:lnTo>
                      <a:pt x="3808035" y="594494"/>
                    </a:lnTo>
                    <a:lnTo>
                      <a:pt x="3920039" y="649358"/>
                    </a:lnTo>
                    <a:lnTo>
                      <a:pt x="4032043" y="718519"/>
                    </a:lnTo>
                    <a:lnTo>
                      <a:pt x="4144047" y="788740"/>
                    </a:lnTo>
                    <a:lnTo>
                      <a:pt x="4256051" y="854830"/>
                    </a:lnTo>
                    <a:lnTo>
                      <a:pt x="4368056" y="917002"/>
                    </a:lnTo>
                    <a:lnTo>
                      <a:pt x="4480060" y="975360"/>
                    </a:lnTo>
                    <a:lnTo>
                      <a:pt x="4592064" y="1030118"/>
                    </a:lnTo>
                    <a:lnTo>
                      <a:pt x="4704068" y="1081274"/>
                    </a:lnTo>
                    <a:lnTo>
                      <a:pt x="4816072" y="1128936"/>
                    </a:lnTo>
                    <a:lnTo>
                      <a:pt x="4928076" y="1173419"/>
                    </a:lnTo>
                    <a:lnTo>
                      <a:pt x="5040081" y="1214620"/>
                    </a:lnTo>
                    <a:lnTo>
                      <a:pt x="5152084" y="1252855"/>
                    </a:lnTo>
                    <a:lnTo>
                      <a:pt x="5264088" y="1288230"/>
                    </a:lnTo>
                    <a:lnTo>
                      <a:pt x="5376093" y="1320851"/>
                    </a:lnTo>
                    <a:lnTo>
                      <a:pt x="5488097" y="1350825"/>
                    </a:lnTo>
                    <a:lnTo>
                      <a:pt x="5600101" y="1378257"/>
                    </a:lnTo>
                    <a:lnTo>
                      <a:pt x="5712105" y="1403358"/>
                    </a:lnTo>
                    <a:lnTo>
                      <a:pt x="5824109" y="1426130"/>
                    </a:lnTo>
                    <a:lnTo>
                      <a:pt x="5936114" y="1446889"/>
                    </a:lnTo>
                    <a:lnTo>
                      <a:pt x="6048118" y="1465635"/>
                    </a:lnTo>
                    <a:lnTo>
                      <a:pt x="6160121" y="1482476"/>
                    </a:lnTo>
                    <a:lnTo>
                      <a:pt x="6272126" y="1497727"/>
                    </a:lnTo>
                    <a:lnTo>
                      <a:pt x="6384130" y="1511284"/>
                    </a:lnTo>
                    <a:lnTo>
                      <a:pt x="6496134" y="1523465"/>
                    </a:lnTo>
                    <a:lnTo>
                      <a:pt x="6608138" y="1534268"/>
                    </a:lnTo>
                    <a:lnTo>
                      <a:pt x="6720143" y="1543906"/>
                    </a:lnTo>
                    <a:lnTo>
                      <a:pt x="6832147" y="1552485"/>
                    </a:lnTo>
                    <a:lnTo>
                      <a:pt x="6944151" y="1560111"/>
                    </a:lnTo>
                    <a:lnTo>
                      <a:pt x="7056154" y="1566889"/>
                    </a:lnTo>
                    <a:lnTo>
                      <a:pt x="7168159" y="1573138"/>
                    </a:lnTo>
                    <a:lnTo>
                      <a:pt x="7280163" y="1578752"/>
                    </a:lnTo>
                    <a:lnTo>
                      <a:pt x="7392167" y="1583941"/>
                    </a:lnTo>
                    <a:lnTo>
                      <a:pt x="7504171" y="1588919"/>
                    </a:lnTo>
                    <a:lnTo>
                      <a:pt x="7616176" y="1593685"/>
                    </a:lnTo>
                    <a:lnTo>
                      <a:pt x="7728180" y="1598557"/>
                    </a:lnTo>
                    <a:lnTo>
                      <a:pt x="7840184" y="1603429"/>
                    </a:lnTo>
                    <a:lnTo>
                      <a:pt x="7952188" y="1608619"/>
                    </a:lnTo>
                    <a:lnTo>
                      <a:pt x="8064192" y="1614127"/>
                    </a:lnTo>
                    <a:lnTo>
                      <a:pt x="8176196" y="1620270"/>
                    </a:lnTo>
                    <a:lnTo>
                      <a:pt x="8288200" y="1626942"/>
                    </a:lnTo>
                    <a:lnTo>
                      <a:pt x="8400204" y="1634356"/>
                    </a:lnTo>
                    <a:lnTo>
                      <a:pt x="8512208" y="1642829"/>
                    </a:lnTo>
                    <a:lnTo>
                      <a:pt x="8624213" y="1652256"/>
                    </a:lnTo>
                    <a:lnTo>
                      <a:pt x="8736217" y="1662847"/>
                    </a:lnTo>
                    <a:lnTo>
                      <a:pt x="8848221" y="1674709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070A78-AF0D-7E9D-77FC-E2DF527760D1}"/>
                  </a:ext>
                </a:extLst>
              </p:cNvPr>
              <p:cNvSpPr txBox="1"/>
              <p:nvPr/>
            </p:nvSpPr>
            <p:spPr>
              <a:xfrm>
                <a:off x="6771951" y="1042022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E3ACC558-D098-9EAB-8701-0F920EF5F3C1}"/>
                </a:ext>
              </a:extLst>
            </p:cNvPr>
            <p:cNvGrpSpPr/>
            <p:nvPr/>
          </p:nvGrpSpPr>
          <p:grpSpPr>
            <a:xfrm>
              <a:off x="961062" y="612426"/>
              <a:ext cx="10248010" cy="5419645"/>
              <a:chOff x="961062" y="612426"/>
              <a:chExt cx="10248010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BD51BD3-3B11-D056-4EFC-0822E84EF0DE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E5A550-DFDE-2FBB-27C1-8D7E47C18039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B74A8A-0229-78AA-40D5-06054B43C142}"/>
                  </a:ext>
                </a:extLst>
              </p:cNvPr>
              <p:cNvSpPr txBox="1"/>
              <p:nvPr/>
            </p:nvSpPr>
            <p:spPr>
              <a:xfrm>
                <a:off x="1162461" y="4338369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51CF13-5FBB-B572-2E08-A3875DB5E5E5}"/>
                  </a:ext>
                </a:extLst>
              </p:cNvPr>
              <p:cNvSpPr txBox="1"/>
              <p:nvPr/>
            </p:nvSpPr>
            <p:spPr>
              <a:xfrm>
                <a:off x="1162461" y="302694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3A594C-C62B-45CD-E95D-5F4A4984E4EB}"/>
                  </a:ext>
                </a:extLst>
              </p:cNvPr>
              <p:cNvSpPr txBox="1"/>
              <p:nvPr/>
            </p:nvSpPr>
            <p:spPr>
              <a:xfrm>
                <a:off x="1162461" y="1715519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D72C8BB-8641-9886-9BED-26C053D6C2F6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C7F092D-345F-F308-31CE-37CD847AF8C0}"/>
                  </a:ext>
                </a:extLst>
              </p:cNvPr>
              <p:cNvSpPr/>
              <p:nvPr/>
            </p:nvSpPr>
            <p:spPr>
              <a:xfrm>
                <a:off x="1359612" y="446526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CE4D1AC-67EE-8C4F-A6A6-9FB2D668A827}"/>
                  </a:ext>
                </a:extLst>
              </p:cNvPr>
              <p:cNvSpPr/>
              <p:nvPr/>
            </p:nvSpPr>
            <p:spPr>
              <a:xfrm>
                <a:off x="1359612" y="315383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793C7AE-772B-4E8A-8164-78DCDBBA34E8}"/>
                  </a:ext>
                </a:extLst>
              </p:cNvPr>
              <p:cNvSpPr/>
              <p:nvPr/>
            </p:nvSpPr>
            <p:spPr>
              <a:xfrm>
                <a:off x="1359612" y="184241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4B6DEAE-DB9E-8BDD-57EA-D4ED23D7D980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5044500-9226-75D6-19C2-1FC14BDD2036}"/>
                  </a:ext>
                </a:extLst>
              </p:cNvPr>
              <p:cNvSpPr/>
              <p:nvPr/>
            </p:nvSpPr>
            <p:spPr>
              <a:xfrm>
                <a:off x="220181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6107040-E591-FE4D-D537-855F17ECFE8A}"/>
                  </a:ext>
                </a:extLst>
              </p:cNvPr>
              <p:cNvSpPr/>
              <p:nvPr/>
            </p:nvSpPr>
            <p:spPr>
              <a:xfrm>
                <a:off x="305620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6DD67EC-2EE6-3A4C-1AA2-FE1D9D41077E}"/>
                  </a:ext>
                </a:extLst>
              </p:cNvPr>
              <p:cNvSpPr/>
              <p:nvPr/>
            </p:nvSpPr>
            <p:spPr>
              <a:xfrm>
                <a:off x="39198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017FE7E-3628-72B0-0ECE-AD33718F6BC3}"/>
                  </a:ext>
                </a:extLst>
              </p:cNvPr>
              <p:cNvSpPr/>
              <p:nvPr/>
            </p:nvSpPr>
            <p:spPr>
              <a:xfrm>
                <a:off x="47694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C938854-C7B0-0CEB-C0EE-67A012FBB470}"/>
                  </a:ext>
                </a:extLst>
              </p:cNvPr>
              <p:cNvSpPr/>
              <p:nvPr/>
            </p:nvSpPr>
            <p:spPr>
              <a:xfrm>
                <a:off x="56331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80E9962-9A32-7E96-E6A4-94B40F16E73F}"/>
                  </a:ext>
                </a:extLst>
              </p:cNvPr>
              <p:cNvSpPr/>
              <p:nvPr/>
            </p:nvSpPr>
            <p:spPr>
              <a:xfrm>
                <a:off x="64827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E2ACC4E-6178-8922-C74C-8584B34634D1}"/>
                  </a:ext>
                </a:extLst>
              </p:cNvPr>
              <p:cNvSpPr/>
              <p:nvPr/>
            </p:nvSpPr>
            <p:spPr>
              <a:xfrm>
                <a:off x="7346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B0D319C-1DAA-F675-0532-E106FA41578F}"/>
                  </a:ext>
                </a:extLst>
              </p:cNvPr>
              <p:cNvSpPr/>
              <p:nvPr/>
            </p:nvSpPr>
            <p:spPr>
              <a:xfrm>
                <a:off x="819610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1BA219B-8556-94A0-7D26-F7D8C56C26B4}"/>
                  </a:ext>
                </a:extLst>
              </p:cNvPr>
              <p:cNvSpPr/>
              <p:nvPr/>
            </p:nvSpPr>
            <p:spPr>
              <a:xfrm>
                <a:off x="905981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C62FCF7-86CA-5D68-DE24-73F3BBEF2E01}"/>
                  </a:ext>
                </a:extLst>
              </p:cNvPr>
              <p:cNvSpPr/>
              <p:nvPr/>
            </p:nvSpPr>
            <p:spPr>
              <a:xfrm>
                <a:off x="991410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1A5377A-846C-A44A-30BC-83F290324BC2}"/>
                  </a:ext>
                </a:extLst>
              </p:cNvPr>
              <p:cNvSpPr/>
              <p:nvPr/>
            </p:nvSpPr>
            <p:spPr>
              <a:xfrm>
                <a:off x="1077781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0A3C0F-7026-880E-1114-1AE32C0EBDEF}"/>
                  </a:ext>
                </a:extLst>
              </p:cNvPr>
              <p:cNvSpPr txBox="1"/>
              <p:nvPr/>
            </p:nvSpPr>
            <p:spPr>
              <a:xfrm>
                <a:off x="179277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B49CF3-BB5C-C064-2B28-509ADB5A05DA}"/>
                  </a:ext>
                </a:extLst>
              </p:cNvPr>
              <p:cNvSpPr txBox="1"/>
              <p:nvPr/>
            </p:nvSpPr>
            <p:spPr>
              <a:xfrm>
                <a:off x="2651405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8C16D8-1495-B113-9E89-B35A9FA20B26}"/>
                  </a:ext>
                </a:extLst>
              </p:cNvPr>
              <p:cNvSpPr txBox="1"/>
              <p:nvPr/>
            </p:nvSpPr>
            <p:spPr>
              <a:xfrm>
                <a:off x="351077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82805D-316F-D831-FC0F-E4D19C93E120}"/>
                  </a:ext>
                </a:extLst>
              </p:cNvPr>
              <p:cNvSpPr txBox="1"/>
              <p:nvPr/>
            </p:nvSpPr>
            <p:spPr>
              <a:xfrm>
                <a:off x="436463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45B7F1-363C-AA5C-F88D-A4439B550096}"/>
                  </a:ext>
                </a:extLst>
              </p:cNvPr>
              <p:cNvSpPr txBox="1"/>
              <p:nvPr/>
            </p:nvSpPr>
            <p:spPr>
              <a:xfrm>
                <a:off x="52241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9982268-BA15-690B-ACF7-351F294EF18A}"/>
                  </a:ext>
                </a:extLst>
              </p:cNvPr>
              <p:cNvSpPr txBox="1"/>
              <p:nvPr/>
            </p:nvSpPr>
            <p:spPr>
              <a:xfrm>
                <a:off x="607796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29180B-F353-3D7B-B435-0D3436006642}"/>
                  </a:ext>
                </a:extLst>
              </p:cNvPr>
              <p:cNvSpPr txBox="1"/>
              <p:nvPr/>
            </p:nvSpPr>
            <p:spPr>
              <a:xfrm>
                <a:off x="693744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3842A22-CE6B-A353-C21A-6DDFD52BAD92}"/>
                  </a:ext>
                </a:extLst>
              </p:cNvPr>
              <p:cNvSpPr txBox="1"/>
              <p:nvPr/>
            </p:nvSpPr>
            <p:spPr>
              <a:xfrm>
                <a:off x="779130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EC3B83-B21B-56C4-A395-745DE8B5C8A2}"/>
                  </a:ext>
                </a:extLst>
              </p:cNvPr>
              <p:cNvSpPr txBox="1"/>
              <p:nvPr/>
            </p:nvSpPr>
            <p:spPr>
              <a:xfrm>
                <a:off x="86507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CDC64E-62F1-F3CD-FC6D-F62599325CD6}"/>
                  </a:ext>
                </a:extLst>
              </p:cNvPr>
              <p:cNvSpPr txBox="1"/>
              <p:nvPr/>
            </p:nvSpPr>
            <p:spPr>
              <a:xfrm>
                <a:off x="950930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E56009-866B-CE4F-7054-4E7A1068A1EE}"/>
                  </a:ext>
                </a:extLst>
              </p:cNvPr>
              <p:cNvSpPr txBox="1"/>
              <p:nvPr/>
            </p:nvSpPr>
            <p:spPr>
              <a:xfrm>
                <a:off x="1036877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4E8C0B-7660-8D73-A01B-0D076D42F0AA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1D30A5-5669-1350-E910-3CB97168B2AF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7585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L.malabaricus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Sang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Tombolang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944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980E0-8512-E49A-CAD0-C403F110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ADC2FB-BFDA-7112-EA4A-AA0D6975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1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Gurita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Octopus vulgaris</a:t>
            </a:r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A73AF-1F17-1FBF-4555-0AB8EB2D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aphic 2">
            <a:extLst>
              <a:ext uri="{FF2B5EF4-FFF2-40B4-BE49-F238E27FC236}">
                <a16:creationId xmlns:a16="http://schemas.microsoft.com/office/drawing/2014/main" id="{FDC39735-6E82-19FC-A372-BEF2643B2E7E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E20807C-E206-5EBD-C88E-6B23E432A99B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5B9856-9C9A-62EA-0C80-15C18E4213B9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F3E7734F-3331-1212-4798-7C79B4C8669D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435E55D-58C7-0413-A17D-CEE6F436737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6B54205-6982-6E6E-D977-D3B333BEAE94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637330"/>
              </a:xfrm>
              <a:custGeom>
                <a:avLst/>
                <a:gdLst>
                  <a:gd name="connsiteX0" fmla="*/ 0 w 8773198"/>
                  <a:gd name="connsiteY0" fmla="*/ 2666487 h 4637330"/>
                  <a:gd name="connsiteX1" fmla="*/ 111050 w 8773198"/>
                  <a:gd name="connsiteY1" fmla="*/ 2345885 h 4637330"/>
                  <a:gd name="connsiteX2" fmla="*/ 222101 w 8773198"/>
                  <a:gd name="connsiteY2" fmla="*/ 2027614 h 4637330"/>
                  <a:gd name="connsiteX3" fmla="*/ 333151 w 8773198"/>
                  <a:gd name="connsiteY3" fmla="*/ 1714639 h 4637330"/>
                  <a:gd name="connsiteX4" fmla="*/ 444202 w 8773198"/>
                  <a:gd name="connsiteY4" fmla="*/ 1418398 h 4637330"/>
                  <a:gd name="connsiteX5" fmla="*/ 555252 w 8773198"/>
                  <a:gd name="connsiteY5" fmla="*/ 1156367 h 4637330"/>
                  <a:gd name="connsiteX6" fmla="*/ 666303 w 8773198"/>
                  <a:gd name="connsiteY6" fmla="*/ 958414 h 4637330"/>
                  <a:gd name="connsiteX7" fmla="*/ 777353 w 8773198"/>
                  <a:gd name="connsiteY7" fmla="*/ 833648 h 4637330"/>
                  <a:gd name="connsiteX8" fmla="*/ 888404 w 8773198"/>
                  <a:gd name="connsiteY8" fmla="*/ 775925 h 4637330"/>
                  <a:gd name="connsiteX9" fmla="*/ 999454 w 8773198"/>
                  <a:gd name="connsiteY9" fmla="*/ 789482 h 4637330"/>
                  <a:gd name="connsiteX10" fmla="*/ 1110505 w 8773198"/>
                  <a:gd name="connsiteY10" fmla="*/ 904186 h 4637330"/>
                  <a:gd name="connsiteX11" fmla="*/ 1221555 w 8773198"/>
                  <a:gd name="connsiteY11" fmla="*/ 1202863 h 4637330"/>
                  <a:gd name="connsiteX12" fmla="*/ 1332605 w 8773198"/>
                  <a:gd name="connsiteY12" fmla="*/ 1492432 h 4637330"/>
                  <a:gd name="connsiteX13" fmla="*/ 1443656 w 8773198"/>
                  <a:gd name="connsiteY13" fmla="*/ 1656810 h 4637330"/>
                  <a:gd name="connsiteX14" fmla="*/ 1554706 w 8773198"/>
                  <a:gd name="connsiteY14" fmla="*/ 1777234 h 4637330"/>
                  <a:gd name="connsiteX15" fmla="*/ 1665757 w 8773198"/>
                  <a:gd name="connsiteY15" fmla="*/ 1846713 h 4637330"/>
                  <a:gd name="connsiteX16" fmla="*/ 1776807 w 8773198"/>
                  <a:gd name="connsiteY16" fmla="*/ 1868002 h 4637330"/>
                  <a:gd name="connsiteX17" fmla="*/ 1887858 w 8773198"/>
                  <a:gd name="connsiteY17" fmla="*/ 1842265 h 4637330"/>
                  <a:gd name="connsiteX18" fmla="*/ 1998908 w 8773198"/>
                  <a:gd name="connsiteY18" fmla="*/ 1757534 h 4637330"/>
                  <a:gd name="connsiteX19" fmla="*/ 2109959 w 8773198"/>
                  <a:gd name="connsiteY19" fmla="*/ 1637851 h 4637330"/>
                  <a:gd name="connsiteX20" fmla="*/ 2221009 w 8773198"/>
                  <a:gd name="connsiteY20" fmla="*/ 1551426 h 4637330"/>
                  <a:gd name="connsiteX21" fmla="*/ 2332060 w 8773198"/>
                  <a:gd name="connsiteY21" fmla="*/ 1428989 h 4637330"/>
                  <a:gd name="connsiteX22" fmla="*/ 2443110 w 8773198"/>
                  <a:gd name="connsiteY22" fmla="*/ 1250842 h 4637330"/>
                  <a:gd name="connsiteX23" fmla="*/ 2554161 w 8773198"/>
                  <a:gd name="connsiteY23" fmla="*/ 1124169 h 4637330"/>
                  <a:gd name="connsiteX24" fmla="*/ 2665211 w 8773198"/>
                  <a:gd name="connsiteY24" fmla="*/ 1035202 h 4637330"/>
                  <a:gd name="connsiteX25" fmla="*/ 2776262 w 8773198"/>
                  <a:gd name="connsiteY25" fmla="*/ 938714 h 4637330"/>
                  <a:gd name="connsiteX26" fmla="*/ 2887312 w 8773198"/>
                  <a:gd name="connsiteY26" fmla="*/ 858961 h 4637330"/>
                  <a:gd name="connsiteX27" fmla="*/ 2998362 w 8773198"/>
                  <a:gd name="connsiteY27" fmla="*/ 850700 h 4637330"/>
                  <a:gd name="connsiteX28" fmla="*/ 3109519 w 8773198"/>
                  <a:gd name="connsiteY28" fmla="*/ 896455 h 4637330"/>
                  <a:gd name="connsiteX29" fmla="*/ 3220569 w 8773198"/>
                  <a:gd name="connsiteY29" fmla="*/ 958626 h 4637330"/>
                  <a:gd name="connsiteX30" fmla="*/ 3331620 w 8773198"/>
                  <a:gd name="connsiteY30" fmla="*/ 1026517 h 4637330"/>
                  <a:gd name="connsiteX31" fmla="*/ 3442670 w 8773198"/>
                  <a:gd name="connsiteY31" fmla="*/ 1116544 h 4637330"/>
                  <a:gd name="connsiteX32" fmla="*/ 3553721 w 8773198"/>
                  <a:gd name="connsiteY32" fmla="*/ 1258892 h 4637330"/>
                  <a:gd name="connsiteX33" fmla="*/ 3664771 w 8773198"/>
                  <a:gd name="connsiteY33" fmla="*/ 1416597 h 4637330"/>
                  <a:gd name="connsiteX34" fmla="*/ 3775822 w 8773198"/>
                  <a:gd name="connsiteY34" fmla="*/ 1559369 h 4637330"/>
                  <a:gd name="connsiteX35" fmla="*/ 3886872 w 8773198"/>
                  <a:gd name="connsiteY35" fmla="*/ 1676298 h 4637330"/>
                  <a:gd name="connsiteX36" fmla="*/ 3997923 w 8773198"/>
                  <a:gd name="connsiteY36" fmla="*/ 1790367 h 4637330"/>
                  <a:gd name="connsiteX37" fmla="*/ 4108973 w 8773198"/>
                  <a:gd name="connsiteY37" fmla="*/ 1908461 h 4637330"/>
                  <a:gd name="connsiteX38" fmla="*/ 4220024 w 8773198"/>
                  <a:gd name="connsiteY38" fmla="*/ 2009609 h 4637330"/>
                  <a:gd name="connsiteX39" fmla="*/ 4331074 w 8773198"/>
                  <a:gd name="connsiteY39" fmla="*/ 2087350 h 4637330"/>
                  <a:gd name="connsiteX40" fmla="*/ 4442124 w 8773198"/>
                  <a:gd name="connsiteY40" fmla="*/ 2168374 h 4637330"/>
                  <a:gd name="connsiteX41" fmla="*/ 4553175 w 8773198"/>
                  <a:gd name="connsiteY41" fmla="*/ 2252681 h 4637330"/>
                  <a:gd name="connsiteX42" fmla="*/ 4664225 w 8773198"/>
                  <a:gd name="connsiteY42" fmla="*/ 2335188 h 4637330"/>
                  <a:gd name="connsiteX43" fmla="*/ 4775276 w 8773198"/>
                  <a:gd name="connsiteY43" fmla="*/ 2411234 h 4637330"/>
                  <a:gd name="connsiteX44" fmla="*/ 4886326 w 8773198"/>
                  <a:gd name="connsiteY44" fmla="*/ 2477536 h 4637330"/>
                  <a:gd name="connsiteX45" fmla="*/ 4997377 w 8773198"/>
                  <a:gd name="connsiteY45" fmla="*/ 2532400 h 4637330"/>
                  <a:gd name="connsiteX46" fmla="*/ 5108428 w 8773198"/>
                  <a:gd name="connsiteY46" fmla="*/ 2575507 h 4637330"/>
                  <a:gd name="connsiteX47" fmla="*/ 5219478 w 8773198"/>
                  <a:gd name="connsiteY47" fmla="*/ 2607493 h 4637330"/>
                  <a:gd name="connsiteX48" fmla="*/ 5330528 w 8773198"/>
                  <a:gd name="connsiteY48" fmla="*/ 2629840 h 4637330"/>
                  <a:gd name="connsiteX49" fmla="*/ 5441578 w 8773198"/>
                  <a:gd name="connsiteY49" fmla="*/ 2643927 h 4637330"/>
                  <a:gd name="connsiteX50" fmla="*/ 5552629 w 8773198"/>
                  <a:gd name="connsiteY50" fmla="*/ 2650600 h 4637330"/>
                  <a:gd name="connsiteX51" fmla="*/ 5663679 w 8773198"/>
                  <a:gd name="connsiteY51" fmla="*/ 2649752 h 4637330"/>
                  <a:gd name="connsiteX52" fmla="*/ 5774730 w 8773198"/>
                  <a:gd name="connsiteY52" fmla="*/ 2641385 h 4637330"/>
                  <a:gd name="connsiteX53" fmla="*/ 5885781 w 8773198"/>
                  <a:gd name="connsiteY53" fmla="*/ 2626133 h 4637330"/>
                  <a:gd name="connsiteX54" fmla="*/ 5996831 w 8773198"/>
                  <a:gd name="connsiteY54" fmla="*/ 2604421 h 4637330"/>
                  <a:gd name="connsiteX55" fmla="*/ 6107881 w 8773198"/>
                  <a:gd name="connsiteY55" fmla="*/ 2577095 h 4637330"/>
                  <a:gd name="connsiteX56" fmla="*/ 6219038 w 8773198"/>
                  <a:gd name="connsiteY56" fmla="*/ 2545003 h 4637330"/>
                  <a:gd name="connsiteX57" fmla="*/ 6330088 w 8773198"/>
                  <a:gd name="connsiteY57" fmla="*/ 2508992 h 4637330"/>
                  <a:gd name="connsiteX58" fmla="*/ 6441139 w 8773198"/>
                  <a:gd name="connsiteY58" fmla="*/ 2470122 h 4637330"/>
                  <a:gd name="connsiteX59" fmla="*/ 6552189 w 8773198"/>
                  <a:gd name="connsiteY59" fmla="*/ 2429345 h 4637330"/>
                  <a:gd name="connsiteX60" fmla="*/ 6663240 w 8773198"/>
                  <a:gd name="connsiteY60" fmla="*/ 2387510 h 4637330"/>
                  <a:gd name="connsiteX61" fmla="*/ 6774290 w 8773198"/>
                  <a:gd name="connsiteY61" fmla="*/ 2345250 h 4637330"/>
                  <a:gd name="connsiteX62" fmla="*/ 6885340 w 8773198"/>
                  <a:gd name="connsiteY62" fmla="*/ 2301825 h 4637330"/>
                  <a:gd name="connsiteX63" fmla="*/ 6996391 w 8773198"/>
                  <a:gd name="connsiteY63" fmla="*/ 2252152 h 4637330"/>
                  <a:gd name="connsiteX64" fmla="*/ 7107441 w 8773198"/>
                  <a:gd name="connsiteY64" fmla="*/ 2194217 h 4637330"/>
                  <a:gd name="connsiteX65" fmla="*/ 7218492 w 8773198"/>
                  <a:gd name="connsiteY65" fmla="*/ 2126644 h 4637330"/>
                  <a:gd name="connsiteX66" fmla="*/ 7329543 w 8773198"/>
                  <a:gd name="connsiteY66" fmla="*/ 2048267 h 4637330"/>
                  <a:gd name="connsiteX67" fmla="*/ 7440593 w 8773198"/>
                  <a:gd name="connsiteY67" fmla="*/ 1958664 h 4637330"/>
                  <a:gd name="connsiteX68" fmla="*/ 7551643 w 8773198"/>
                  <a:gd name="connsiteY68" fmla="*/ 1857199 h 4637330"/>
                  <a:gd name="connsiteX69" fmla="*/ 7662694 w 8773198"/>
                  <a:gd name="connsiteY69" fmla="*/ 1743977 h 4637330"/>
                  <a:gd name="connsiteX70" fmla="*/ 7773744 w 8773198"/>
                  <a:gd name="connsiteY70" fmla="*/ 1618893 h 4637330"/>
                  <a:gd name="connsiteX71" fmla="*/ 7884794 w 8773198"/>
                  <a:gd name="connsiteY71" fmla="*/ 1482264 h 4637330"/>
                  <a:gd name="connsiteX72" fmla="*/ 7995845 w 8773198"/>
                  <a:gd name="connsiteY72" fmla="*/ 1334302 h 4637330"/>
                  <a:gd name="connsiteX73" fmla="*/ 8106896 w 8773198"/>
                  <a:gd name="connsiteY73" fmla="*/ 1175326 h 4637330"/>
                  <a:gd name="connsiteX74" fmla="*/ 8217946 w 8773198"/>
                  <a:gd name="connsiteY74" fmla="*/ 1005440 h 4637330"/>
                  <a:gd name="connsiteX75" fmla="*/ 8328997 w 8773198"/>
                  <a:gd name="connsiteY75" fmla="*/ 824857 h 4637330"/>
                  <a:gd name="connsiteX76" fmla="*/ 8440047 w 8773198"/>
                  <a:gd name="connsiteY76" fmla="*/ 634000 h 4637330"/>
                  <a:gd name="connsiteX77" fmla="*/ 8551097 w 8773198"/>
                  <a:gd name="connsiteY77" fmla="*/ 432764 h 4637330"/>
                  <a:gd name="connsiteX78" fmla="*/ 8662148 w 8773198"/>
                  <a:gd name="connsiteY78" fmla="*/ 221360 h 4637330"/>
                  <a:gd name="connsiteX79" fmla="*/ 8773198 w 8773198"/>
                  <a:gd name="connsiteY79" fmla="*/ 0 h 4637330"/>
                  <a:gd name="connsiteX80" fmla="*/ 8773198 w 8773198"/>
                  <a:gd name="connsiteY80" fmla="*/ 4637331 h 4637330"/>
                  <a:gd name="connsiteX81" fmla="*/ 8662148 w 8773198"/>
                  <a:gd name="connsiteY81" fmla="*/ 4528769 h 4637330"/>
                  <a:gd name="connsiteX82" fmla="*/ 8551097 w 8773198"/>
                  <a:gd name="connsiteY82" fmla="*/ 4424868 h 4637330"/>
                  <a:gd name="connsiteX83" fmla="*/ 8440047 w 8773198"/>
                  <a:gd name="connsiteY83" fmla="*/ 4325838 h 4637330"/>
                  <a:gd name="connsiteX84" fmla="*/ 8328997 w 8773198"/>
                  <a:gd name="connsiteY84" fmla="*/ 4232211 h 4637330"/>
                  <a:gd name="connsiteX85" fmla="*/ 8217946 w 8773198"/>
                  <a:gd name="connsiteY85" fmla="*/ 4144514 h 4637330"/>
                  <a:gd name="connsiteX86" fmla="*/ 8106896 w 8773198"/>
                  <a:gd name="connsiteY86" fmla="*/ 4063172 h 4637330"/>
                  <a:gd name="connsiteX87" fmla="*/ 7995845 w 8773198"/>
                  <a:gd name="connsiteY87" fmla="*/ 3988715 h 4637330"/>
                  <a:gd name="connsiteX88" fmla="*/ 7884794 w 8773198"/>
                  <a:gd name="connsiteY88" fmla="*/ 3921777 h 4637330"/>
                  <a:gd name="connsiteX89" fmla="*/ 7773744 w 8773198"/>
                  <a:gd name="connsiteY89" fmla="*/ 3862889 h 4637330"/>
                  <a:gd name="connsiteX90" fmla="*/ 7662694 w 8773198"/>
                  <a:gd name="connsiteY90" fmla="*/ 3812580 h 4637330"/>
                  <a:gd name="connsiteX91" fmla="*/ 7551643 w 8773198"/>
                  <a:gd name="connsiteY91" fmla="*/ 3771485 h 4637330"/>
                  <a:gd name="connsiteX92" fmla="*/ 7440593 w 8773198"/>
                  <a:gd name="connsiteY92" fmla="*/ 3739817 h 4637330"/>
                  <a:gd name="connsiteX93" fmla="*/ 7329543 w 8773198"/>
                  <a:gd name="connsiteY93" fmla="*/ 3717999 h 4637330"/>
                  <a:gd name="connsiteX94" fmla="*/ 7218492 w 8773198"/>
                  <a:gd name="connsiteY94" fmla="*/ 3705819 h 4637330"/>
                  <a:gd name="connsiteX95" fmla="*/ 7107441 w 8773198"/>
                  <a:gd name="connsiteY95" fmla="*/ 3702959 h 4637330"/>
                  <a:gd name="connsiteX96" fmla="*/ 6996391 w 8773198"/>
                  <a:gd name="connsiteY96" fmla="*/ 3708679 h 4637330"/>
                  <a:gd name="connsiteX97" fmla="*/ 6885340 w 8773198"/>
                  <a:gd name="connsiteY97" fmla="*/ 3722024 h 4637330"/>
                  <a:gd name="connsiteX98" fmla="*/ 6774290 w 8773198"/>
                  <a:gd name="connsiteY98" fmla="*/ 3741935 h 4637330"/>
                  <a:gd name="connsiteX99" fmla="*/ 6663240 w 8773198"/>
                  <a:gd name="connsiteY99" fmla="*/ 3769049 h 4637330"/>
                  <a:gd name="connsiteX100" fmla="*/ 6552189 w 8773198"/>
                  <a:gd name="connsiteY100" fmla="*/ 3801353 h 4637330"/>
                  <a:gd name="connsiteX101" fmla="*/ 6441139 w 8773198"/>
                  <a:gd name="connsiteY101" fmla="*/ 3837046 h 4637330"/>
                  <a:gd name="connsiteX102" fmla="*/ 6330088 w 8773198"/>
                  <a:gd name="connsiteY102" fmla="*/ 3874328 h 4637330"/>
                  <a:gd name="connsiteX103" fmla="*/ 6219038 w 8773198"/>
                  <a:gd name="connsiteY103" fmla="*/ 3911715 h 4637330"/>
                  <a:gd name="connsiteX104" fmla="*/ 6107881 w 8773198"/>
                  <a:gd name="connsiteY104" fmla="*/ 3947726 h 4637330"/>
                  <a:gd name="connsiteX105" fmla="*/ 5996831 w 8773198"/>
                  <a:gd name="connsiteY105" fmla="*/ 3980771 h 4637330"/>
                  <a:gd name="connsiteX106" fmla="*/ 5885781 w 8773198"/>
                  <a:gd name="connsiteY106" fmla="*/ 4009156 h 4637330"/>
                  <a:gd name="connsiteX107" fmla="*/ 5774730 w 8773198"/>
                  <a:gd name="connsiteY107" fmla="*/ 4030974 h 4637330"/>
                  <a:gd name="connsiteX108" fmla="*/ 5663679 w 8773198"/>
                  <a:gd name="connsiteY108" fmla="*/ 4044319 h 4637330"/>
                  <a:gd name="connsiteX109" fmla="*/ 5552629 w 8773198"/>
                  <a:gd name="connsiteY109" fmla="*/ 4047285 h 4637330"/>
                  <a:gd name="connsiteX110" fmla="*/ 5441578 w 8773198"/>
                  <a:gd name="connsiteY110" fmla="*/ 4033410 h 4637330"/>
                  <a:gd name="connsiteX111" fmla="*/ 5330528 w 8773198"/>
                  <a:gd name="connsiteY111" fmla="*/ 3995281 h 4637330"/>
                  <a:gd name="connsiteX112" fmla="*/ 5219478 w 8773198"/>
                  <a:gd name="connsiteY112" fmla="*/ 3937770 h 4637330"/>
                  <a:gd name="connsiteX113" fmla="*/ 5108428 w 8773198"/>
                  <a:gd name="connsiteY113" fmla="*/ 3865855 h 4637330"/>
                  <a:gd name="connsiteX114" fmla="*/ 4997377 w 8773198"/>
                  <a:gd name="connsiteY114" fmla="*/ 3784936 h 4637330"/>
                  <a:gd name="connsiteX115" fmla="*/ 4886326 w 8773198"/>
                  <a:gd name="connsiteY115" fmla="*/ 3699464 h 4637330"/>
                  <a:gd name="connsiteX116" fmla="*/ 4775276 w 8773198"/>
                  <a:gd name="connsiteY116" fmla="*/ 3613250 h 4637330"/>
                  <a:gd name="connsiteX117" fmla="*/ 4664225 w 8773198"/>
                  <a:gd name="connsiteY117" fmla="*/ 3528201 h 4637330"/>
                  <a:gd name="connsiteX118" fmla="*/ 4553175 w 8773198"/>
                  <a:gd name="connsiteY118" fmla="*/ 3444953 h 4637330"/>
                  <a:gd name="connsiteX119" fmla="*/ 4442124 w 8773198"/>
                  <a:gd name="connsiteY119" fmla="*/ 3362764 h 4637330"/>
                  <a:gd name="connsiteX120" fmla="*/ 4331074 w 8773198"/>
                  <a:gd name="connsiteY120" fmla="*/ 3280363 h 4637330"/>
                  <a:gd name="connsiteX121" fmla="*/ 4220024 w 8773198"/>
                  <a:gd name="connsiteY121" fmla="*/ 3190548 h 4637330"/>
                  <a:gd name="connsiteX122" fmla="*/ 4108973 w 8773198"/>
                  <a:gd name="connsiteY122" fmla="*/ 3069277 h 4637330"/>
                  <a:gd name="connsiteX123" fmla="*/ 3997923 w 8773198"/>
                  <a:gd name="connsiteY123" fmla="*/ 2939532 h 4637330"/>
                  <a:gd name="connsiteX124" fmla="*/ 3886872 w 8773198"/>
                  <a:gd name="connsiteY124" fmla="*/ 2822921 h 4637330"/>
                  <a:gd name="connsiteX125" fmla="*/ 3775822 w 8773198"/>
                  <a:gd name="connsiteY125" fmla="*/ 2691694 h 4637330"/>
                  <a:gd name="connsiteX126" fmla="*/ 3664771 w 8773198"/>
                  <a:gd name="connsiteY126" fmla="*/ 2539813 h 4637330"/>
                  <a:gd name="connsiteX127" fmla="*/ 3553721 w 8773198"/>
                  <a:gd name="connsiteY127" fmla="*/ 2404985 h 4637330"/>
                  <a:gd name="connsiteX128" fmla="*/ 3442670 w 8773198"/>
                  <a:gd name="connsiteY128" fmla="*/ 2305109 h 4637330"/>
                  <a:gd name="connsiteX129" fmla="*/ 3331620 w 8773198"/>
                  <a:gd name="connsiteY129" fmla="*/ 2234252 h 4637330"/>
                  <a:gd name="connsiteX130" fmla="*/ 3220569 w 8773198"/>
                  <a:gd name="connsiteY130" fmla="*/ 2153228 h 4637330"/>
                  <a:gd name="connsiteX131" fmla="*/ 3109519 w 8773198"/>
                  <a:gd name="connsiteY131" fmla="*/ 2087879 h 4637330"/>
                  <a:gd name="connsiteX132" fmla="*/ 2998362 w 8773198"/>
                  <a:gd name="connsiteY132" fmla="*/ 2054940 h 4637330"/>
                  <a:gd name="connsiteX133" fmla="*/ 2887312 w 8773198"/>
                  <a:gd name="connsiteY133" fmla="*/ 2056211 h 4637330"/>
                  <a:gd name="connsiteX134" fmla="*/ 2776262 w 8773198"/>
                  <a:gd name="connsiteY134" fmla="*/ 2122089 h 4637330"/>
                  <a:gd name="connsiteX135" fmla="*/ 2665211 w 8773198"/>
                  <a:gd name="connsiteY135" fmla="*/ 2242937 h 4637330"/>
                  <a:gd name="connsiteX136" fmla="*/ 2554161 w 8773198"/>
                  <a:gd name="connsiteY136" fmla="*/ 2366327 h 4637330"/>
                  <a:gd name="connsiteX137" fmla="*/ 2443110 w 8773198"/>
                  <a:gd name="connsiteY137" fmla="*/ 2461226 h 4637330"/>
                  <a:gd name="connsiteX138" fmla="*/ 2332060 w 8773198"/>
                  <a:gd name="connsiteY138" fmla="*/ 2598490 h 4637330"/>
                  <a:gd name="connsiteX139" fmla="*/ 2221009 w 8773198"/>
                  <a:gd name="connsiteY139" fmla="*/ 2735225 h 4637330"/>
                  <a:gd name="connsiteX140" fmla="*/ 2109959 w 8773198"/>
                  <a:gd name="connsiteY140" fmla="*/ 2821650 h 4637330"/>
                  <a:gd name="connsiteX141" fmla="*/ 1998908 w 8773198"/>
                  <a:gd name="connsiteY141" fmla="*/ 2949276 h 4637330"/>
                  <a:gd name="connsiteX142" fmla="*/ 1887858 w 8773198"/>
                  <a:gd name="connsiteY142" fmla="*/ 3098933 h 4637330"/>
                  <a:gd name="connsiteX143" fmla="*/ 1776807 w 8773198"/>
                  <a:gd name="connsiteY143" fmla="*/ 3197009 h 4637330"/>
                  <a:gd name="connsiteX144" fmla="*/ 1665757 w 8773198"/>
                  <a:gd name="connsiteY144" fmla="*/ 3159304 h 4637330"/>
                  <a:gd name="connsiteX145" fmla="*/ 1554706 w 8773198"/>
                  <a:gd name="connsiteY145" fmla="*/ 3048412 h 4637330"/>
                  <a:gd name="connsiteX146" fmla="*/ 1443656 w 8773198"/>
                  <a:gd name="connsiteY146" fmla="*/ 2933284 h 4637330"/>
                  <a:gd name="connsiteX147" fmla="*/ 1332605 w 8773198"/>
                  <a:gd name="connsiteY147" fmla="*/ 2698790 h 4637330"/>
                  <a:gd name="connsiteX148" fmla="*/ 1221555 w 8773198"/>
                  <a:gd name="connsiteY148" fmla="*/ 2331693 h 4637330"/>
                  <a:gd name="connsiteX149" fmla="*/ 1110505 w 8773198"/>
                  <a:gd name="connsiteY149" fmla="*/ 2053351 h 4637330"/>
                  <a:gd name="connsiteX150" fmla="*/ 999454 w 8773198"/>
                  <a:gd name="connsiteY150" fmla="*/ 1951356 h 4637330"/>
                  <a:gd name="connsiteX151" fmla="*/ 888404 w 8773198"/>
                  <a:gd name="connsiteY151" fmla="*/ 1925513 h 4637330"/>
                  <a:gd name="connsiteX152" fmla="*/ 777353 w 8773198"/>
                  <a:gd name="connsiteY152" fmla="*/ 1960571 h 4637330"/>
                  <a:gd name="connsiteX153" fmla="*/ 666303 w 8773198"/>
                  <a:gd name="connsiteY153" fmla="*/ 2043290 h 4637330"/>
                  <a:gd name="connsiteX154" fmla="*/ 555252 w 8773198"/>
                  <a:gd name="connsiteY154" fmla="*/ 2183202 h 4637330"/>
                  <a:gd name="connsiteX155" fmla="*/ 444202 w 8773198"/>
                  <a:gd name="connsiteY155" fmla="*/ 2389839 h 4637330"/>
                  <a:gd name="connsiteX156" fmla="*/ 333151 w 8773198"/>
                  <a:gd name="connsiteY156" fmla="*/ 2684174 h 4637330"/>
                  <a:gd name="connsiteX157" fmla="*/ 222101 w 8773198"/>
                  <a:gd name="connsiteY157" fmla="*/ 3099886 h 4637330"/>
                  <a:gd name="connsiteX158" fmla="*/ 111050 w 8773198"/>
                  <a:gd name="connsiteY158" fmla="*/ 3660382 h 4637330"/>
                  <a:gd name="connsiteX159" fmla="*/ 0 w 8773198"/>
                  <a:gd name="connsiteY159" fmla="*/ 4365662 h 4637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637330">
                    <a:moveTo>
                      <a:pt x="0" y="2666487"/>
                    </a:moveTo>
                    <a:lnTo>
                      <a:pt x="111050" y="2345885"/>
                    </a:lnTo>
                    <a:lnTo>
                      <a:pt x="222101" y="2027614"/>
                    </a:lnTo>
                    <a:lnTo>
                      <a:pt x="333151" y="1714639"/>
                    </a:lnTo>
                    <a:lnTo>
                      <a:pt x="444202" y="1418398"/>
                    </a:lnTo>
                    <a:lnTo>
                      <a:pt x="555252" y="1156367"/>
                    </a:lnTo>
                    <a:lnTo>
                      <a:pt x="666303" y="958414"/>
                    </a:lnTo>
                    <a:lnTo>
                      <a:pt x="777353" y="833648"/>
                    </a:lnTo>
                    <a:lnTo>
                      <a:pt x="888404" y="775925"/>
                    </a:lnTo>
                    <a:lnTo>
                      <a:pt x="999454" y="789482"/>
                    </a:lnTo>
                    <a:lnTo>
                      <a:pt x="1110505" y="904186"/>
                    </a:lnTo>
                    <a:lnTo>
                      <a:pt x="1221555" y="1202863"/>
                    </a:lnTo>
                    <a:lnTo>
                      <a:pt x="1332605" y="1492432"/>
                    </a:lnTo>
                    <a:lnTo>
                      <a:pt x="1443656" y="1656810"/>
                    </a:lnTo>
                    <a:lnTo>
                      <a:pt x="1554706" y="1777234"/>
                    </a:lnTo>
                    <a:lnTo>
                      <a:pt x="1665757" y="1846713"/>
                    </a:lnTo>
                    <a:lnTo>
                      <a:pt x="1776807" y="1868002"/>
                    </a:lnTo>
                    <a:lnTo>
                      <a:pt x="1887858" y="1842265"/>
                    </a:lnTo>
                    <a:lnTo>
                      <a:pt x="1998908" y="1757534"/>
                    </a:lnTo>
                    <a:lnTo>
                      <a:pt x="2109959" y="1637851"/>
                    </a:lnTo>
                    <a:lnTo>
                      <a:pt x="2221009" y="1551426"/>
                    </a:lnTo>
                    <a:lnTo>
                      <a:pt x="2332060" y="1428989"/>
                    </a:lnTo>
                    <a:lnTo>
                      <a:pt x="2443110" y="1250842"/>
                    </a:lnTo>
                    <a:lnTo>
                      <a:pt x="2554161" y="1124169"/>
                    </a:lnTo>
                    <a:lnTo>
                      <a:pt x="2665211" y="1035202"/>
                    </a:lnTo>
                    <a:lnTo>
                      <a:pt x="2776262" y="938714"/>
                    </a:lnTo>
                    <a:lnTo>
                      <a:pt x="2887312" y="858961"/>
                    </a:lnTo>
                    <a:lnTo>
                      <a:pt x="2998362" y="850700"/>
                    </a:lnTo>
                    <a:lnTo>
                      <a:pt x="3109519" y="896455"/>
                    </a:lnTo>
                    <a:lnTo>
                      <a:pt x="3220569" y="958626"/>
                    </a:lnTo>
                    <a:lnTo>
                      <a:pt x="3331620" y="1026517"/>
                    </a:lnTo>
                    <a:lnTo>
                      <a:pt x="3442670" y="1116544"/>
                    </a:lnTo>
                    <a:lnTo>
                      <a:pt x="3553721" y="1258892"/>
                    </a:lnTo>
                    <a:lnTo>
                      <a:pt x="3664771" y="1416597"/>
                    </a:lnTo>
                    <a:lnTo>
                      <a:pt x="3775822" y="1559369"/>
                    </a:lnTo>
                    <a:lnTo>
                      <a:pt x="3886872" y="1676298"/>
                    </a:lnTo>
                    <a:lnTo>
                      <a:pt x="3997923" y="1790367"/>
                    </a:lnTo>
                    <a:lnTo>
                      <a:pt x="4108973" y="1908461"/>
                    </a:lnTo>
                    <a:lnTo>
                      <a:pt x="4220024" y="2009609"/>
                    </a:lnTo>
                    <a:lnTo>
                      <a:pt x="4331074" y="2087350"/>
                    </a:lnTo>
                    <a:lnTo>
                      <a:pt x="4442124" y="2168374"/>
                    </a:lnTo>
                    <a:lnTo>
                      <a:pt x="4553175" y="2252681"/>
                    </a:lnTo>
                    <a:lnTo>
                      <a:pt x="4664225" y="2335188"/>
                    </a:lnTo>
                    <a:lnTo>
                      <a:pt x="4775276" y="2411234"/>
                    </a:lnTo>
                    <a:lnTo>
                      <a:pt x="4886326" y="2477536"/>
                    </a:lnTo>
                    <a:lnTo>
                      <a:pt x="4997377" y="2532400"/>
                    </a:lnTo>
                    <a:lnTo>
                      <a:pt x="5108428" y="2575507"/>
                    </a:lnTo>
                    <a:lnTo>
                      <a:pt x="5219478" y="2607493"/>
                    </a:lnTo>
                    <a:lnTo>
                      <a:pt x="5330528" y="2629840"/>
                    </a:lnTo>
                    <a:lnTo>
                      <a:pt x="5441578" y="2643927"/>
                    </a:lnTo>
                    <a:lnTo>
                      <a:pt x="5552629" y="2650600"/>
                    </a:lnTo>
                    <a:lnTo>
                      <a:pt x="5663679" y="2649752"/>
                    </a:lnTo>
                    <a:lnTo>
                      <a:pt x="5774730" y="2641385"/>
                    </a:lnTo>
                    <a:lnTo>
                      <a:pt x="5885781" y="2626133"/>
                    </a:lnTo>
                    <a:lnTo>
                      <a:pt x="5996831" y="2604421"/>
                    </a:lnTo>
                    <a:lnTo>
                      <a:pt x="6107881" y="2577095"/>
                    </a:lnTo>
                    <a:lnTo>
                      <a:pt x="6219038" y="2545003"/>
                    </a:lnTo>
                    <a:lnTo>
                      <a:pt x="6330088" y="2508992"/>
                    </a:lnTo>
                    <a:lnTo>
                      <a:pt x="6441139" y="2470122"/>
                    </a:lnTo>
                    <a:lnTo>
                      <a:pt x="6552189" y="2429345"/>
                    </a:lnTo>
                    <a:lnTo>
                      <a:pt x="6663240" y="2387510"/>
                    </a:lnTo>
                    <a:lnTo>
                      <a:pt x="6774290" y="2345250"/>
                    </a:lnTo>
                    <a:lnTo>
                      <a:pt x="6885340" y="2301825"/>
                    </a:lnTo>
                    <a:lnTo>
                      <a:pt x="6996391" y="2252152"/>
                    </a:lnTo>
                    <a:lnTo>
                      <a:pt x="7107441" y="2194217"/>
                    </a:lnTo>
                    <a:lnTo>
                      <a:pt x="7218492" y="2126644"/>
                    </a:lnTo>
                    <a:lnTo>
                      <a:pt x="7329543" y="2048267"/>
                    </a:lnTo>
                    <a:lnTo>
                      <a:pt x="7440593" y="1958664"/>
                    </a:lnTo>
                    <a:lnTo>
                      <a:pt x="7551643" y="1857199"/>
                    </a:lnTo>
                    <a:lnTo>
                      <a:pt x="7662694" y="1743977"/>
                    </a:lnTo>
                    <a:lnTo>
                      <a:pt x="7773744" y="1618893"/>
                    </a:lnTo>
                    <a:lnTo>
                      <a:pt x="7884794" y="1482264"/>
                    </a:lnTo>
                    <a:lnTo>
                      <a:pt x="7995845" y="1334302"/>
                    </a:lnTo>
                    <a:lnTo>
                      <a:pt x="8106896" y="1175326"/>
                    </a:lnTo>
                    <a:lnTo>
                      <a:pt x="8217946" y="1005440"/>
                    </a:lnTo>
                    <a:lnTo>
                      <a:pt x="8328997" y="824857"/>
                    </a:lnTo>
                    <a:lnTo>
                      <a:pt x="8440047" y="634000"/>
                    </a:lnTo>
                    <a:lnTo>
                      <a:pt x="8551097" y="432764"/>
                    </a:lnTo>
                    <a:lnTo>
                      <a:pt x="8662148" y="221360"/>
                    </a:lnTo>
                    <a:lnTo>
                      <a:pt x="8773198" y="0"/>
                    </a:lnTo>
                    <a:lnTo>
                      <a:pt x="8773198" y="4637331"/>
                    </a:lnTo>
                    <a:lnTo>
                      <a:pt x="8662148" y="4528769"/>
                    </a:lnTo>
                    <a:lnTo>
                      <a:pt x="8551097" y="4424868"/>
                    </a:lnTo>
                    <a:lnTo>
                      <a:pt x="8440047" y="4325838"/>
                    </a:lnTo>
                    <a:lnTo>
                      <a:pt x="8328997" y="4232211"/>
                    </a:lnTo>
                    <a:lnTo>
                      <a:pt x="8217946" y="4144514"/>
                    </a:lnTo>
                    <a:lnTo>
                      <a:pt x="8106896" y="4063172"/>
                    </a:lnTo>
                    <a:lnTo>
                      <a:pt x="7995845" y="3988715"/>
                    </a:lnTo>
                    <a:lnTo>
                      <a:pt x="7884794" y="3921777"/>
                    </a:lnTo>
                    <a:lnTo>
                      <a:pt x="7773744" y="3862889"/>
                    </a:lnTo>
                    <a:lnTo>
                      <a:pt x="7662694" y="3812580"/>
                    </a:lnTo>
                    <a:lnTo>
                      <a:pt x="7551643" y="3771485"/>
                    </a:lnTo>
                    <a:lnTo>
                      <a:pt x="7440593" y="3739817"/>
                    </a:lnTo>
                    <a:lnTo>
                      <a:pt x="7329543" y="3717999"/>
                    </a:lnTo>
                    <a:lnTo>
                      <a:pt x="7218492" y="3705819"/>
                    </a:lnTo>
                    <a:lnTo>
                      <a:pt x="7107441" y="3702959"/>
                    </a:lnTo>
                    <a:lnTo>
                      <a:pt x="6996391" y="3708679"/>
                    </a:lnTo>
                    <a:lnTo>
                      <a:pt x="6885340" y="3722024"/>
                    </a:lnTo>
                    <a:lnTo>
                      <a:pt x="6774290" y="3741935"/>
                    </a:lnTo>
                    <a:lnTo>
                      <a:pt x="6663240" y="3769049"/>
                    </a:lnTo>
                    <a:lnTo>
                      <a:pt x="6552189" y="3801353"/>
                    </a:lnTo>
                    <a:lnTo>
                      <a:pt x="6441139" y="3837046"/>
                    </a:lnTo>
                    <a:lnTo>
                      <a:pt x="6330088" y="3874328"/>
                    </a:lnTo>
                    <a:lnTo>
                      <a:pt x="6219038" y="3911715"/>
                    </a:lnTo>
                    <a:lnTo>
                      <a:pt x="6107881" y="3947726"/>
                    </a:lnTo>
                    <a:lnTo>
                      <a:pt x="5996831" y="3980771"/>
                    </a:lnTo>
                    <a:lnTo>
                      <a:pt x="5885781" y="4009156"/>
                    </a:lnTo>
                    <a:lnTo>
                      <a:pt x="5774730" y="4030974"/>
                    </a:lnTo>
                    <a:lnTo>
                      <a:pt x="5663679" y="4044319"/>
                    </a:lnTo>
                    <a:lnTo>
                      <a:pt x="5552629" y="4047285"/>
                    </a:lnTo>
                    <a:lnTo>
                      <a:pt x="5441578" y="4033410"/>
                    </a:lnTo>
                    <a:lnTo>
                      <a:pt x="5330528" y="3995281"/>
                    </a:lnTo>
                    <a:lnTo>
                      <a:pt x="5219478" y="3937770"/>
                    </a:lnTo>
                    <a:lnTo>
                      <a:pt x="5108428" y="3865855"/>
                    </a:lnTo>
                    <a:lnTo>
                      <a:pt x="4997377" y="3784936"/>
                    </a:lnTo>
                    <a:lnTo>
                      <a:pt x="4886326" y="3699464"/>
                    </a:lnTo>
                    <a:lnTo>
                      <a:pt x="4775276" y="3613250"/>
                    </a:lnTo>
                    <a:lnTo>
                      <a:pt x="4664225" y="3528201"/>
                    </a:lnTo>
                    <a:lnTo>
                      <a:pt x="4553175" y="3444953"/>
                    </a:lnTo>
                    <a:lnTo>
                      <a:pt x="4442124" y="3362764"/>
                    </a:lnTo>
                    <a:lnTo>
                      <a:pt x="4331074" y="3280363"/>
                    </a:lnTo>
                    <a:lnTo>
                      <a:pt x="4220024" y="3190548"/>
                    </a:lnTo>
                    <a:lnTo>
                      <a:pt x="4108973" y="3069277"/>
                    </a:lnTo>
                    <a:lnTo>
                      <a:pt x="3997923" y="2939532"/>
                    </a:lnTo>
                    <a:lnTo>
                      <a:pt x="3886872" y="2822921"/>
                    </a:lnTo>
                    <a:lnTo>
                      <a:pt x="3775822" y="2691694"/>
                    </a:lnTo>
                    <a:lnTo>
                      <a:pt x="3664771" y="2539813"/>
                    </a:lnTo>
                    <a:lnTo>
                      <a:pt x="3553721" y="2404985"/>
                    </a:lnTo>
                    <a:lnTo>
                      <a:pt x="3442670" y="2305109"/>
                    </a:lnTo>
                    <a:lnTo>
                      <a:pt x="3331620" y="2234252"/>
                    </a:lnTo>
                    <a:lnTo>
                      <a:pt x="3220569" y="2153228"/>
                    </a:lnTo>
                    <a:lnTo>
                      <a:pt x="3109519" y="2087879"/>
                    </a:lnTo>
                    <a:lnTo>
                      <a:pt x="2998362" y="2054940"/>
                    </a:lnTo>
                    <a:lnTo>
                      <a:pt x="2887312" y="2056211"/>
                    </a:lnTo>
                    <a:lnTo>
                      <a:pt x="2776262" y="2122089"/>
                    </a:lnTo>
                    <a:lnTo>
                      <a:pt x="2665211" y="2242937"/>
                    </a:lnTo>
                    <a:lnTo>
                      <a:pt x="2554161" y="2366327"/>
                    </a:lnTo>
                    <a:lnTo>
                      <a:pt x="2443110" y="2461226"/>
                    </a:lnTo>
                    <a:lnTo>
                      <a:pt x="2332060" y="2598490"/>
                    </a:lnTo>
                    <a:lnTo>
                      <a:pt x="2221009" y="2735225"/>
                    </a:lnTo>
                    <a:lnTo>
                      <a:pt x="2109959" y="2821650"/>
                    </a:lnTo>
                    <a:lnTo>
                      <a:pt x="1998908" y="2949276"/>
                    </a:lnTo>
                    <a:lnTo>
                      <a:pt x="1887858" y="3098933"/>
                    </a:lnTo>
                    <a:lnTo>
                      <a:pt x="1776807" y="3197009"/>
                    </a:lnTo>
                    <a:lnTo>
                      <a:pt x="1665757" y="3159304"/>
                    </a:lnTo>
                    <a:lnTo>
                      <a:pt x="1554706" y="3048412"/>
                    </a:lnTo>
                    <a:lnTo>
                      <a:pt x="1443656" y="2933284"/>
                    </a:lnTo>
                    <a:lnTo>
                      <a:pt x="1332605" y="2698790"/>
                    </a:lnTo>
                    <a:lnTo>
                      <a:pt x="1221555" y="2331693"/>
                    </a:lnTo>
                    <a:lnTo>
                      <a:pt x="1110505" y="2053351"/>
                    </a:lnTo>
                    <a:lnTo>
                      <a:pt x="999454" y="1951356"/>
                    </a:lnTo>
                    <a:lnTo>
                      <a:pt x="888404" y="1925513"/>
                    </a:lnTo>
                    <a:lnTo>
                      <a:pt x="777353" y="1960571"/>
                    </a:lnTo>
                    <a:lnTo>
                      <a:pt x="666303" y="2043290"/>
                    </a:lnTo>
                    <a:lnTo>
                      <a:pt x="555252" y="2183202"/>
                    </a:lnTo>
                    <a:lnTo>
                      <a:pt x="444202" y="2389839"/>
                    </a:lnTo>
                    <a:lnTo>
                      <a:pt x="333151" y="2684174"/>
                    </a:lnTo>
                    <a:lnTo>
                      <a:pt x="222101" y="3099886"/>
                    </a:lnTo>
                    <a:lnTo>
                      <a:pt x="111050" y="3660382"/>
                    </a:lnTo>
                    <a:lnTo>
                      <a:pt x="0" y="4365662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F68F4A1-1166-DED3-F8A4-6FDB56911720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666486"/>
              </a:xfrm>
              <a:custGeom>
                <a:avLst/>
                <a:gdLst>
                  <a:gd name="connsiteX0" fmla="*/ 0 w 8773198"/>
                  <a:gd name="connsiteY0" fmla="*/ 2666487 h 2666486"/>
                  <a:gd name="connsiteX1" fmla="*/ 111050 w 8773198"/>
                  <a:gd name="connsiteY1" fmla="*/ 2345885 h 2666486"/>
                  <a:gd name="connsiteX2" fmla="*/ 222101 w 8773198"/>
                  <a:gd name="connsiteY2" fmla="*/ 2027614 h 2666486"/>
                  <a:gd name="connsiteX3" fmla="*/ 333151 w 8773198"/>
                  <a:gd name="connsiteY3" fmla="*/ 1714639 h 2666486"/>
                  <a:gd name="connsiteX4" fmla="*/ 444202 w 8773198"/>
                  <a:gd name="connsiteY4" fmla="*/ 1418398 h 2666486"/>
                  <a:gd name="connsiteX5" fmla="*/ 555252 w 8773198"/>
                  <a:gd name="connsiteY5" fmla="*/ 1156367 h 2666486"/>
                  <a:gd name="connsiteX6" fmla="*/ 666303 w 8773198"/>
                  <a:gd name="connsiteY6" fmla="*/ 958414 h 2666486"/>
                  <a:gd name="connsiteX7" fmla="*/ 777353 w 8773198"/>
                  <a:gd name="connsiteY7" fmla="*/ 833648 h 2666486"/>
                  <a:gd name="connsiteX8" fmla="*/ 888404 w 8773198"/>
                  <a:gd name="connsiteY8" fmla="*/ 775925 h 2666486"/>
                  <a:gd name="connsiteX9" fmla="*/ 999454 w 8773198"/>
                  <a:gd name="connsiteY9" fmla="*/ 789482 h 2666486"/>
                  <a:gd name="connsiteX10" fmla="*/ 1110505 w 8773198"/>
                  <a:gd name="connsiteY10" fmla="*/ 904186 h 2666486"/>
                  <a:gd name="connsiteX11" fmla="*/ 1221555 w 8773198"/>
                  <a:gd name="connsiteY11" fmla="*/ 1202863 h 2666486"/>
                  <a:gd name="connsiteX12" fmla="*/ 1332605 w 8773198"/>
                  <a:gd name="connsiteY12" fmla="*/ 1492432 h 2666486"/>
                  <a:gd name="connsiteX13" fmla="*/ 1443656 w 8773198"/>
                  <a:gd name="connsiteY13" fmla="*/ 1656810 h 2666486"/>
                  <a:gd name="connsiteX14" fmla="*/ 1554706 w 8773198"/>
                  <a:gd name="connsiteY14" fmla="*/ 1777234 h 2666486"/>
                  <a:gd name="connsiteX15" fmla="*/ 1665757 w 8773198"/>
                  <a:gd name="connsiteY15" fmla="*/ 1846713 h 2666486"/>
                  <a:gd name="connsiteX16" fmla="*/ 1776807 w 8773198"/>
                  <a:gd name="connsiteY16" fmla="*/ 1868002 h 2666486"/>
                  <a:gd name="connsiteX17" fmla="*/ 1887858 w 8773198"/>
                  <a:gd name="connsiteY17" fmla="*/ 1842265 h 2666486"/>
                  <a:gd name="connsiteX18" fmla="*/ 1998908 w 8773198"/>
                  <a:gd name="connsiteY18" fmla="*/ 1757534 h 2666486"/>
                  <a:gd name="connsiteX19" fmla="*/ 2109959 w 8773198"/>
                  <a:gd name="connsiteY19" fmla="*/ 1637851 h 2666486"/>
                  <a:gd name="connsiteX20" fmla="*/ 2221009 w 8773198"/>
                  <a:gd name="connsiteY20" fmla="*/ 1551426 h 2666486"/>
                  <a:gd name="connsiteX21" fmla="*/ 2332060 w 8773198"/>
                  <a:gd name="connsiteY21" fmla="*/ 1428989 h 2666486"/>
                  <a:gd name="connsiteX22" fmla="*/ 2443110 w 8773198"/>
                  <a:gd name="connsiteY22" fmla="*/ 1250842 h 2666486"/>
                  <a:gd name="connsiteX23" fmla="*/ 2554161 w 8773198"/>
                  <a:gd name="connsiteY23" fmla="*/ 1124169 h 2666486"/>
                  <a:gd name="connsiteX24" fmla="*/ 2665211 w 8773198"/>
                  <a:gd name="connsiteY24" fmla="*/ 1035202 h 2666486"/>
                  <a:gd name="connsiteX25" fmla="*/ 2776262 w 8773198"/>
                  <a:gd name="connsiteY25" fmla="*/ 938714 h 2666486"/>
                  <a:gd name="connsiteX26" fmla="*/ 2887312 w 8773198"/>
                  <a:gd name="connsiteY26" fmla="*/ 858961 h 2666486"/>
                  <a:gd name="connsiteX27" fmla="*/ 2998362 w 8773198"/>
                  <a:gd name="connsiteY27" fmla="*/ 850700 h 2666486"/>
                  <a:gd name="connsiteX28" fmla="*/ 3109519 w 8773198"/>
                  <a:gd name="connsiteY28" fmla="*/ 896455 h 2666486"/>
                  <a:gd name="connsiteX29" fmla="*/ 3220569 w 8773198"/>
                  <a:gd name="connsiteY29" fmla="*/ 958626 h 2666486"/>
                  <a:gd name="connsiteX30" fmla="*/ 3331620 w 8773198"/>
                  <a:gd name="connsiteY30" fmla="*/ 1026517 h 2666486"/>
                  <a:gd name="connsiteX31" fmla="*/ 3442670 w 8773198"/>
                  <a:gd name="connsiteY31" fmla="*/ 1116544 h 2666486"/>
                  <a:gd name="connsiteX32" fmla="*/ 3553721 w 8773198"/>
                  <a:gd name="connsiteY32" fmla="*/ 1258892 h 2666486"/>
                  <a:gd name="connsiteX33" fmla="*/ 3664771 w 8773198"/>
                  <a:gd name="connsiteY33" fmla="*/ 1416597 h 2666486"/>
                  <a:gd name="connsiteX34" fmla="*/ 3775822 w 8773198"/>
                  <a:gd name="connsiteY34" fmla="*/ 1559369 h 2666486"/>
                  <a:gd name="connsiteX35" fmla="*/ 3886872 w 8773198"/>
                  <a:gd name="connsiteY35" fmla="*/ 1676298 h 2666486"/>
                  <a:gd name="connsiteX36" fmla="*/ 3997923 w 8773198"/>
                  <a:gd name="connsiteY36" fmla="*/ 1790367 h 2666486"/>
                  <a:gd name="connsiteX37" fmla="*/ 4108973 w 8773198"/>
                  <a:gd name="connsiteY37" fmla="*/ 1908461 h 2666486"/>
                  <a:gd name="connsiteX38" fmla="*/ 4220024 w 8773198"/>
                  <a:gd name="connsiteY38" fmla="*/ 2009609 h 2666486"/>
                  <a:gd name="connsiteX39" fmla="*/ 4331074 w 8773198"/>
                  <a:gd name="connsiteY39" fmla="*/ 2087350 h 2666486"/>
                  <a:gd name="connsiteX40" fmla="*/ 4442124 w 8773198"/>
                  <a:gd name="connsiteY40" fmla="*/ 2168374 h 2666486"/>
                  <a:gd name="connsiteX41" fmla="*/ 4553175 w 8773198"/>
                  <a:gd name="connsiteY41" fmla="*/ 2252681 h 2666486"/>
                  <a:gd name="connsiteX42" fmla="*/ 4664225 w 8773198"/>
                  <a:gd name="connsiteY42" fmla="*/ 2335188 h 2666486"/>
                  <a:gd name="connsiteX43" fmla="*/ 4775276 w 8773198"/>
                  <a:gd name="connsiteY43" fmla="*/ 2411234 h 2666486"/>
                  <a:gd name="connsiteX44" fmla="*/ 4886326 w 8773198"/>
                  <a:gd name="connsiteY44" fmla="*/ 2477536 h 2666486"/>
                  <a:gd name="connsiteX45" fmla="*/ 4997377 w 8773198"/>
                  <a:gd name="connsiteY45" fmla="*/ 2532400 h 2666486"/>
                  <a:gd name="connsiteX46" fmla="*/ 5108428 w 8773198"/>
                  <a:gd name="connsiteY46" fmla="*/ 2575507 h 2666486"/>
                  <a:gd name="connsiteX47" fmla="*/ 5219478 w 8773198"/>
                  <a:gd name="connsiteY47" fmla="*/ 2607493 h 2666486"/>
                  <a:gd name="connsiteX48" fmla="*/ 5330528 w 8773198"/>
                  <a:gd name="connsiteY48" fmla="*/ 2629840 h 2666486"/>
                  <a:gd name="connsiteX49" fmla="*/ 5441578 w 8773198"/>
                  <a:gd name="connsiteY49" fmla="*/ 2643927 h 2666486"/>
                  <a:gd name="connsiteX50" fmla="*/ 5552629 w 8773198"/>
                  <a:gd name="connsiteY50" fmla="*/ 2650600 h 2666486"/>
                  <a:gd name="connsiteX51" fmla="*/ 5663679 w 8773198"/>
                  <a:gd name="connsiteY51" fmla="*/ 2649752 h 2666486"/>
                  <a:gd name="connsiteX52" fmla="*/ 5774730 w 8773198"/>
                  <a:gd name="connsiteY52" fmla="*/ 2641385 h 2666486"/>
                  <a:gd name="connsiteX53" fmla="*/ 5885781 w 8773198"/>
                  <a:gd name="connsiteY53" fmla="*/ 2626133 h 2666486"/>
                  <a:gd name="connsiteX54" fmla="*/ 5996831 w 8773198"/>
                  <a:gd name="connsiteY54" fmla="*/ 2604421 h 2666486"/>
                  <a:gd name="connsiteX55" fmla="*/ 6107881 w 8773198"/>
                  <a:gd name="connsiteY55" fmla="*/ 2577095 h 2666486"/>
                  <a:gd name="connsiteX56" fmla="*/ 6219038 w 8773198"/>
                  <a:gd name="connsiteY56" fmla="*/ 2545003 h 2666486"/>
                  <a:gd name="connsiteX57" fmla="*/ 6330088 w 8773198"/>
                  <a:gd name="connsiteY57" fmla="*/ 2508992 h 2666486"/>
                  <a:gd name="connsiteX58" fmla="*/ 6441139 w 8773198"/>
                  <a:gd name="connsiteY58" fmla="*/ 2470122 h 2666486"/>
                  <a:gd name="connsiteX59" fmla="*/ 6552189 w 8773198"/>
                  <a:gd name="connsiteY59" fmla="*/ 2429345 h 2666486"/>
                  <a:gd name="connsiteX60" fmla="*/ 6663240 w 8773198"/>
                  <a:gd name="connsiteY60" fmla="*/ 2387510 h 2666486"/>
                  <a:gd name="connsiteX61" fmla="*/ 6774290 w 8773198"/>
                  <a:gd name="connsiteY61" fmla="*/ 2345250 h 2666486"/>
                  <a:gd name="connsiteX62" fmla="*/ 6885340 w 8773198"/>
                  <a:gd name="connsiteY62" fmla="*/ 2301825 h 2666486"/>
                  <a:gd name="connsiteX63" fmla="*/ 6996391 w 8773198"/>
                  <a:gd name="connsiteY63" fmla="*/ 2252152 h 2666486"/>
                  <a:gd name="connsiteX64" fmla="*/ 7107441 w 8773198"/>
                  <a:gd name="connsiteY64" fmla="*/ 2194217 h 2666486"/>
                  <a:gd name="connsiteX65" fmla="*/ 7218492 w 8773198"/>
                  <a:gd name="connsiteY65" fmla="*/ 2126644 h 2666486"/>
                  <a:gd name="connsiteX66" fmla="*/ 7329543 w 8773198"/>
                  <a:gd name="connsiteY66" fmla="*/ 2048267 h 2666486"/>
                  <a:gd name="connsiteX67" fmla="*/ 7440593 w 8773198"/>
                  <a:gd name="connsiteY67" fmla="*/ 1958664 h 2666486"/>
                  <a:gd name="connsiteX68" fmla="*/ 7551643 w 8773198"/>
                  <a:gd name="connsiteY68" fmla="*/ 1857199 h 2666486"/>
                  <a:gd name="connsiteX69" fmla="*/ 7662694 w 8773198"/>
                  <a:gd name="connsiteY69" fmla="*/ 1743977 h 2666486"/>
                  <a:gd name="connsiteX70" fmla="*/ 7773744 w 8773198"/>
                  <a:gd name="connsiteY70" fmla="*/ 1618893 h 2666486"/>
                  <a:gd name="connsiteX71" fmla="*/ 7884794 w 8773198"/>
                  <a:gd name="connsiteY71" fmla="*/ 1482264 h 2666486"/>
                  <a:gd name="connsiteX72" fmla="*/ 7995845 w 8773198"/>
                  <a:gd name="connsiteY72" fmla="*/ 1334302 h 2666486"/>
                  <a:gd name="connsiteX73" fmla="*/ 8106896 w 8773198"/>
                  <a:gd name="connsiteY73" fmla="*/ 1175326 h 2666486"/>
                  <a:gd name="connsiteX74" fmla="*/ 8217946 w 8773198"/>
                  <a:gd name="connsiteY74" fmla="*/ 1005440 h 2666486"/>
                  <a:gd name="connsiteX75" fmla="*/ 8328997 w 8773198"/>
                  <a:gd name="connsiteY75" fmla="*/ 824857 h 2666486"/>
                  <a:gd name="connsiteX76" fmla="*/ 8440047 w 8773198"/>
                  <a:gd name="connsiteY76" fmla="*/ 634000 h 2666486"/>
                  <a:gd name="connsiteX77" fmla="*/ 8551097 w 8773198"/>
                  <a:gd name="connsiteY77" fmla="*/ 432764 h 2666486"/>
                  <a:gd name="connsiteX78" fmla="*/ 8662148 w 8773198"/>
                  <a:gd name="connsiteY78" fmla="*/ 221360 h 2666486"/>
                  <a:gd name="connsiteX79" fmla="*/ 8773198 w 8773198"/>
                  <a:gd name="connsiteY79" fmla="*/ 0 h 2666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666486">
                    <a:moveTo>
                      <a:pt x="0" y="2666487"/>
                    </a:moveTo>
                    <a:lnTo>
                      <a:pt x="111050" y="2345885"/>
                    </a:lnTo>
                    <a:lnTo>
                      <a:pt x="222101" y="2027614"/>
                    </a:lnTo>
                    <a:lnTo>
                      <a:pt x="333151" y="1714639"/>
                    </a:lnTo>
                    <a:lnTo>
                      <a:pt x="444202" y="1418398"/>
                    </a:lnTo>
                    <a:lnTo>
                      <a:pt x="555252" y="1156367"/>
                    </a:lnTo>
                    <a:lnTo>
                      <a:pt x="666303" y="958414"/>
                    </a:lnTo>
                    <a:lnTo>
                      <a:pt x="777353" y="833648"/>
                    </a:lnTo>
                    <a:lnTo>
                      <a:pt x="888404" y="775925"/>
                    </a:lnTo>
                    <a:lnTo>
                      <a:pt x="999454" y="789482"/>
                    </a:lnTo>
                    <a:lnTo>
                      <a:pt x="1110505" y="904186"/>
                    </a:lnTo>
                    <a:lnTo>
                      <a:pt x="1221555" y="1202863"/>
                    </a:lnTo>
                    <a:lnTo>
                      <a:pt x="1332605" y="1492432"/>
                    </a:lnTo>
                    <a:lnTo>
                      <a:pt x="1443656" y="1656810"/>
                    </a:lnTo>
                    <a:lnTo>
                      <a:pt x="1554706" y="1777234"/>
                    </a:lnTo>
                    <a:lnTo>
                      <a:pt x="1665757" y="1846713"/>
                    </a:lnTo>
                    <a:lnTo>
                      <a:pt x="1776807" y="1868002"/>
                    </a:lnTo>
                    <a:lnTo>
                      <a:pt x="1887858" y="1842265"/>
                    </a:lnTo>
                    <a:lnTo>
                      <a:pt x="1998908" y="1757534"/>
                    </a:lnTo>
                    <a:lnTo>
                      <a:pt x="2109959" y="1637851"/>
                    </a:lnTo>
                    <a:lnTo>
                      <a:pt x="2221009" y="1551426"/>
                    </a:lnTo>
                    <a:lnTo>
                      <a:pt x="2332060" y="1428989"/>
                    </a:lnTo>
                    <a:lnTo>
                      <a:pt x="2443110" y="1250842"/>
                    </a:lnTo>
                    <a:lnTo>
                      <a:pt x="2554161" y="1124169"/>
                    </a:lnTo>
                    <a:lnTo>
                      <a:pt x="2665211" y="1035202"/>
                    </a:lnTo>
                    <a:lnTo>
                      <a:pt x="2776262" y="938714"/>
                    </a:lnTo>
                    <a:lnTo>
                      <a:pt x="2887312" y="858961"/>
                    </a:lnTo>
                    <a:lnTo>
                      <a:pt x="2998362" y="850700"/>
                    </a:lnTo>
                    <a:lnTo>
                      <a:pt x="3109519" y="896455"/>
                    </a:lnTo>
                    <a:lnTo>
                      <a:pt x="3220569" y="958626"/>
                    </a:lnTo>
                    <a:lnTo>
                      <a:pt x="3331620" y="1026517"/>
                    </a:lnTo>
                    <a:lnTo>
                      <a:pt x="3442670" y="1116544"/>
                    </a:lnTo>
                    <a:lnTo>
                      <a:pt x="3553721" y="1258892"/>
                    </a:lnTo>
                    <a:lnTo>
                      <a:pt x="3664771" y="1416597"/>
                    </a:lnTo>
                    <a:lnTo>
                      <a:pt x="3775822" y="1559369"/>
                    </a:lnTo>
                    <a:lnTo>
                      <a:pt x="3886872" y="1676298"/>
                    </a:lnTo>
                    <a:lnTo>
                      <a:pt x="3997923" y="1790367"/>
                    </a:lnTo>
                    <a:lnTo>
                      <a:pt x="4108973" y="1908461"/>
                    </a:lnTo>
                    <a:lnTo>
                      <a:pt x="4220024" y="2009609"/>
                    </a:lnTo>
                    <a:lnTo>
                      <a:pt x="4331074" y="2087350"/>
                    </a:lnTo>
                    <a:lnTo>
                      <a:pt x="4442124" y="2168374"/>
                    </a:lnTo>
                    <a:lnTo>
                      <a:pt x="4553175" y="2252681"/>
                    </a:lnTo>
                    <a:lnTo>
                      <a:pt x="4664225" y="2335188"/>
                    </a:lnTo>
                    <a:lnTo>
                      <a:pt x="4775276" y="2411234"/>
                    </a:lnTo>
                    <a:lnTo>
                      <a:pt x="4886326" y="2477536"/>
                    </a:lnTo>
                    <a:lnTo>
                      <a:pt x="4997377" y="2532400"/>
                    </a:lnTo>
                    <a:lnTo>
                      <a:pt x="5108428" y="2575507"/>
                    </a:lnTo>
                    <a:lnTo>
                      <a:pt x="5219478" y="2607493"/>
                    </a:lnTo>
                    <a:lnTo>
                      <a:pt x="5330528" y="2629840"/>
                    </a:lnTo>
                    <a:lnTo>
                      <a:pt x="5441578" y="2643927"/>
                    </a:lnTo>
                    <a:lnTo>
                      <a:pt x="5552629" y="2650600"/>
                    </a:lnTo>
                    <a:lnTo>
                      <a:pt x="5663679" y="2649752"/>
                    </a:lnTo>
                    <a:lnTo>
                      <a:pt x="5774730" y="2641385"/>
                    </a:lnTo>
                    <a:lnTo>
                      <a:pt x="5885781" y="2626133"/>
                    </a:lnTo>
                    <a:lnTo>
                      <a:pt x="5996831" y="2604421"/>
                    </a:lnTo>
                    <a:lnTo>
                      <a:pt x="6107881" y="2577095"/>
                    </a:lnTo>
                    <a:lnTo>
                      <a:pt x="6219038" y="2545003"/>
                    </a:lnTo>
                    <a:lnTo>
                      <a:pt x="6330088" y="2508992"/>
                    </a:lnTo>
                    <a:lnTo>
                      <a:pt x="6441139" y="2470122"/>
                    </a:lnTo>
                    <a:lnTo>
                      <a:pt x="6552189" y="2429345"/>
                    </a:lnTo>
                    <a:lnTo>
                      <a:pt x="6663240" y="2387510"/>
                    </a:lnTo>
                    <a:lnTo>
                      <a:pt x="6774290" y="2345250"/>
                    </a:lnTo>
                    <a:lnTo>
                      <a:pt x="6885340" y="2301825"/>
                    </a:lnTo>
                    <a:lnTo>
                      <a:pt x="6996391" y="2252152"/>
                    </a:lnTo>
                    <a:lnTo>
                      <a:pt x="7107441" y="2194217"/>
                    </a:lnTo>
                    <a:lnTo>
                      <a:pt x="7218492" y="2126644"/>
                    </a:lnTo>
                    <a:lnTo>
                      <a:pt x="7329543" y="2048267"/>
                    </a:lnTo>
                    <a:lnTo>
                      <a:pt x="7440593" y="1958664"/>
                    </a:lnTo>
                    <a:lnTo>
                      <a:pt x="7551643" y="1857199"/>
                    </a:lnTo>
                    <a:lnTo>
                      <a:pt x="7662694" y="1743977"/>
                    </a:lnTo>
                    <a:lnTo>
                      <a:pt x="7773744" y="1618893"/>
                    </a:lnTo>
                    <a:lnTo>
                      <a:pt x="7884794" y="1482264"/>
                    </a:lnTo>
                    <a:lnTo>
                      <a:pt x="7995845" y="1334302"/>
                    </a:lnTo>
                    <a:lnTo>
                      <a:pt x="8106896" y="1175326"/>
                    </a:lnTo>
                    <a:lnTo>
                      <a:pt x="8217946" y="1005440"/>
                    </a:lnTo>
                    <a:lnTo>
                      <a:pt x="8328997" y="824857"/>
                    </a:lnTo>
                    <a:lnTo>
                      <a:pt x="8440047" y="634000"/>
                    </a:lnTo>
                    <a:lnTo>
                      <a:pt x="8551097" y="432764"/>
                    </a:lnTo>
                    <a:lnTo>
                      <a:pt x="8662148" y="221360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32E6AE-C43A-166D-5A16-160A4BE668EA}"/>
                  </a:ext>
                </a:extLst>
              </p:cNvPr>
              <p:cNvSpPr/>
              <p:nvPr/>
            </p:nvSpPr>
            <p:spPr>
              <a:xfrm>
                <a:off x="1909778" y="2896994"/>
                <a:ext cx="8773198" cy="2711817"/>
              </a:xfrm>
              <a:custGeom>
                <a:avLst/>
                <a:gdLst>
                  <a:gd name="connsiteX0" fmla="*/ 8773198 w 8773198"/>
                  <a:gd name="connsiteY0" fmla="*/ 2711818 h 2711817"/>
                  <a:gd name="connsiteX1" fmla="*/ 8662148 w 8773198"/>
                  <a:gd name="connsiteY1" fmla="*/ 2603256 h 2711817"/>
                  <a:gd name="connsiteX2" fmla="*/ 8551097 w 8773198"/>
                  <a:gd name="connsiteY2" fmla="*/ 2499354 h 2711817"/>
                  <a:gd name="connsiteX3" fmla="*/ 8440047 w 8773198"/>
                  <a:gd name="connsiteY3" fmla="*/ 2400325 h 2711817"/>
                  <a:gd name="connsiteX4" fmla="*/ 8328997 w 8773198"/>
                  <a:gd name="connsiteY4" fmla="*/ 2306697 h 2711817"/>
                  <a:gd name="connsiteX5" fmla="*/ 8217946 w 8773198"/>
                  <a:gd name="connsiteY5" fmla="*/ 2219001 h 2711817"/>
                  <a:gd name="connsiteX6" fmla="*/ 8106896 w 8773198"/>
                  <a:gd name="connsiteY6" fmla="*/ 2137659 h 2711817"/>
                  <a:gd name="connsiteX7" fmla="*/ 7995845 w 8773198"/>
                  <a:gd name="connsiteY7" fmla="*/ 2063201 h 2711817"/>
                  <a:gd name="connsiteX8" fmla="*/ 7884794 w 8773198"/>
                  <a:gd name="connsiteY8" fmla="*/ 1996264 h 2711817"/>
                  <a:gd name="connsiteX9" fmla="*/ 7773744 w 8773198"/>
                  <a:gd name="connsiteY9" fmla="*/ 1937376 h 2711817"/>
                  <a:gd name="connsiteX10" fmla="*/ 7662694 w 8773198"/>
                  <a:gd name="connsiteY10" fmla="*/ 1887067 h 2711817"/>
                  <a:gd name="connsiteX11" fmla="*/ 7551643 w 8773198"/>
                  <a:gd name="connsiteY11" fmla="*/ 1845972 h 2711817"/>
                  <a:gd name="connsiteX12" fmla="*/ 7440593 w 8773198"/>
                  <a:gd name="connsiteY12" fmla="*/ 1814304 h 2711817"/>
                  <a:gd name="connsiteX13" fmla="*/ 7329543 w 8773198"/>
                  <a:gd name="connsiteY13" fmla="*/ 1792486 h 2711817"/>
                  <a:gd name="connsiteX14" fmla="*/ 7218492 w 8773198"/>
                  <a:gd name="connsiteY14" fmla="*/ 1780305 h 2711817"/>
                  <a:gd name="connsiteX15" fmla="*/ 7107441 w 8773198"/>
                  <a:gd name="connsiteY15" fmla="*/ 1777446 h 2711817"/>
                  <a:gd name="connsiteX16" fmla="*/ 6996391 w 8773198"/>
                  <a:gd name="connsiteY16" fmla="*/ 1783165 h 2711817"/>
                  <a:gd name="connsiteX17" fmla="*/ 6885340 w 8773198"/>
                  <a:gd name="connsiteY17" fmla="*/ 1796510 h 2711817"/>
                  <a:gd name="connsiteX18" fmla="*/ 6774290 w 8773198"/>
                  <a:gd name="connsiteY18" fmla="*/ 1816422 h 2711817"/>
                  <a:gd name="connsiteX19" fmla="*/ 6663240 w 8773198"/>
                  <a:gd name="connsiteY19" fmla="*/ 1843536 h 2711817"/>
                  <a:gd name="connsiteX20" fmla="*/ 6552189 w 8773198"/>
                  <a:gd name="connsiteY20" fmla="*/ 1875840 h 2711817"/>
                  <a:gd name="connsiteX21" fmla="*/ 6441139 w 8773198"/>
                  <a:gd name="connsiteY21" fmla="*/ 1911533 h 2711817"/>
                  <a:gd name="connsiteX22" fmla="*/ 6330088 w 8773198"/>
                  <a:gd name="connsiteY22" fmla="*/ 1948814 h 2711817"/>
                  <a:gd name="connsiteX23" fmla="*/ 6219038 w 8773198"/>
                  <a:gd name="connsiteY23" fmla="*/ 1986202 h 2711817"/>
                  <a:gd name="connsiteX24" fmla="*/ 6107881 w 8773198"/>
                  <a:gd name="connsiteY24" fmla="*/ 2022213 h 2711817"/>
                  <a:gd name="connsiteX25" fmla="*/ 5996831 w 8773198"/>
                  <a:gd name="connsiteY25" fmla="*/ 2055258 h 2711817"/>
                  <a:gd name="connsiteX26" fmla="*/ 5885781 w 8773198"/>
                  <a:gd name="connsiteY26" fmla="*/ 2083643 h 2711817"/>
                  <a:gd name="connsiteX27" fmla="*/ 5774730 w 8773198"/>
                  <a:gd name="connsiteY27" fmla="*/ 2105461 h 2711817"/>
                  <a:gd name="connsiteX28" fmla="*/ 5663679 w 8773198"/>
                  <a:gd name="connsiteY28" fmla="*/ 2118806 h 2711817"/>
                  <a:gd name="connsiteX29" fmla="*/ 5552629 w 8773198"/>
                  <a:gd name="connsiteY29" fmla="*/ 2121772 h 2711817"/>
                  <a:gd name="connsiteX30" fmla="*/ 5441578 w 8773198"/>
                  <a:gd name="connsiteY30" fmla="*/ 2107897 h 2711817"/>
                  <a:gd name="connsiteX31" fmla="*/ 5330528 w 8773198"/>
                  <a:gd name="connsiteY31" fmla="*/ 2069768 h 2711817"/>
                  <a:gd name="connsiteX32" fmla="*/ 5219478 w 8773198"/>
                  <a:gd name="connsiteY32" fmla="*/ 2012257 h 2711817"/>
                  <a:gd name="connsiteX33" fmla="*/ 5108428 w 8773198"/>
                  <a:gd name="connsiteY33" fmla="*/ 1940341 h 2711817"/>
                  <a:gd name="connsiteX34" fmla="*/ 4997377 w 8773198"/>
                  <a:gd name="connsiteY34" fmla="*/ 1859423 h 2711817"/>
                  <a:gd name="connsiteX35" fmla="*/ 4886326 w 8773198"/>
                  <a:gd name="connsiteY35" fmla="*/ 1773951 h 2711817"/>
                  <a:gd name="connsiteX36" fmla="*/ 4775276 w 8773198"/>
                  <a:gd name="connsiteY36" fmla="*/ 1687737 h 2711817"/>
                  <a:gd name="connsiteX37" fmla="*/ 4664225 w 8773198"/>
                  <a:gd name="connsiteY37" fmla="*/ 1602688 h 2711817"/>
                  <a:gd name="connsiteX38" fmla="*/ 4553175 w 8773198"/>
                  <a:gd name="connsiteY38" fmla="*/ 1519440 h 2711817"/>
                  <a:gd name="connsiteX39" fmla="*/ 4442124 w 8773198"/>
                  <a:gd name="connsiteY39" fmla="*/ 1437251 h 2711817"/>
                  <a:gd name="connsiteX40" fmla="*/ 4331074 w 8773198"/>
                  <a:gd name="connsiteY40" fmla="*/ 1354850 h 2711817"/>
                  <a:gd name="connsiteX41" fmla="*/ 4220024 w 8773198"/>
                  <a:gd name="connsiteY41" fmla="*/ 1265035 h 2711817"/>
                  <a:gd name="connsiteX42" fmla="*/ 4108973 w 8773198"/>
                  <a:gd name="connsiteY42" fmla="*/ 1143763 h 2711817"/>
                  <a:gd name="connsiteX43" fmla="*/ 3997923 w 8773198"/>
                  <a:gd name="connsiteY43" fmla="*/ 1014019 h 2711817"/>
                  <a:gd name="connsiteX44" fmla="*/ 3886872 w 8773198"/>
                  <a:gd name="connsiteY44" fmla="*/ 897408 h 2711817"/>
                  <a:gd name="connsiteX45" fmla="*/ 3775822 w 8773198"/>
                  <a:gd name="connsiteY45" fmla="*/ 766180 h 2711817"/>
                  <a:gd name="connsiteX46" fmla="*/ 3664771 w 8773198"/>
                  <a:gd name="connsiteY46" fmla="*/ 614300 h 2711817"/>
                  <a:gd name="connsiteX47" fmla="*/ 3553721 w 8773198"/>
                  <a:gd name="connsiteY47" fmla="*/ 479472 h 2711817"/>
                  <a:gd name="connsiteX48" fmla="*/ 3442670 w 8773198"/>
                  <a:gd name="connsiteY48" fmla="*/ 379595 h 2711817"/>
                  <a:gd name="connsiteX49" fmla="*/ 3331620 w 8773198"/>
                  <a:gd name="connsiteY49" fmla="*/ 308739 h 2711817"/>
                  <a:gd name="connsiteX50" fmla="*/ 3220569 w 8773198"/>
                  <a:gd name="connsiteY50" fmla="*/ 227715 h 2711817"/>
                  <a:gd name="connsiteX51" fmla="*/ 3109519 w 8773198"/>
                  <a:gd name="connsiteY51" fmla="*/ 162366 h 2711817"/>
                  <a:gd name="connsiteX52" fmla="*/ 2998362 w 8773198"/>
                  <a:gd name="connsiteY52" fmla="*/ 129427 h 2711817"/>
                  <a:gd name="connsiteX53" fmla="*/ 2887312 w 8773198"/>
                  <a:gd name="connsiteY53" fmla="*/ 130698 h 2711817"/>
                  <a:gd name="connsiteX54" fmla="*/ 2776262 w 8773198"/>
                  <a:gd name="connsiteY54" fmla="*/ 196576 h 2711817"/>
                  <a:gd name="connsiteX55" fmla="*/ 2665211 w 8773198"/>
                  <a:gd name="connsiteY55" fmla="*/ 317424 h 2711817"/>
                  <a:gd name="connsiteX56" fmla="*/ 2554161 w 8773198"/>
                  <a:gd name="connsiteY56" fmla="*/ 440813 h 2711817"/>
                  <a:gd name="connsiteX57" fmla="*/ 2443110 w 8773198"/>
                  <a:gd name="connsiteY57" fmla="*/ 535712 h 2711817"/>
                  <a:gd name="connsiteX58" fmla="*/ 2332060 w 8773198"/>
                  <a:gd name="connsiteY58" fmla="*/ 672976 h 2711817"/>
                  <a:gd name="connsiteX59" fmla="*/ 2221009 w 8773198"/>
                  <a:gd name="connsiteY59" fmla="*/ 809711 h 2711817"/>
                  <a:gd name="connsiteX60" fmla="*/ 2109959 w 8773198"/>
                  <a:gd name="connsiteY60" fmla="*/ 896137 h 2711817"/>
                  <a:gd name="connsiteX61" fmla="*/ 1998908 w 8773198"/>
                  <a:gd name="connsiteY61" fmla="*/ 1023763 h 2711817"/>
                  <a:gd name="connsiteX62" fmla="*/ 1887858 w 8773198"/>
                  <a:gd name="connsiteY62" fmla="*/ 1173419 h 2711817"/>
                  <a:gd name="connsiteX63" fmla="*/ 1776807 w 8773198"/>
                  <a:gd name="connsiteY63" fmla="*/ 1271496 h 2711817"/>
                  <a:gd name="connsiteX64" fmla="*/ 1665757 w 8773198"/>
                  <a:gd name="connsiteY64" fmla="*/ 1233790 h 2711817"/>
                  <a:gd name="connsiteX65" fmla="*/ 1554706 w 8773198"/>
                  <a:gd name="connsiteY65" fmla="*/ 1122898 h 2711817"/>
                  <a:gd name="connsiteX66" fmla="*/ 1443656 w 8773198"/>
                  <a:gd name="connsiteY66" fmla="*/ 1007770 h 2711817"/>
                  <a:gd name="connsiteX67" fmla="*/ 1332605 w 8773198"/>
                  <a:gd name="connsiteY67" fmla="*/ 773277 h 2711817"/>
                  <a:gd name="connsiteX68" fmla="*/ 1221555 w 8773198"/>
                  <a:gd name="connsiteY68" fmla="*/ 406179 h 2711817"/>
                  <a:gd name="connsiteX69" fmla="*/ 1110505 w 8773198"/>
                  <a:gd name="connsiteY69" fmla="*/ 127838 h 2711817"/>
                  <a:gd name="connsiteX70" fmla="*/ 999454 w 8773198"/>
                  <a:gd name="connsiteY70" fmla="*/ 25843 h 2711817"/>
                  <a:gd name="connsiteX71" fmla="*/ 888404 w 8773198"/>
                  <a:gd name="connsiteY71" fmla="*/ 0 h 2711817"/>
                  <a:gd name="connsiteX72" fmla="*/ 777353 w 8773198"/>
                  <a:gd name="connsiteY72" fmla="*/ 35057 h 2711817"/>
                  <a:gd name="connsiteX73" fmla="*/ 666303 w 8773198"/>
                  <a:gd name="connsiteY73" fmla="*/ 117776 h 2711817"/>
                  <a:gd name="connsiteX74" fmla="*/ 555252 w 8773198"/>
                  <a:gd name="connsiteY74" fmla="*/ 257688 h 2711817"/>
                  <a:gd name="connsiteX75" fmla="*/ 444202 w 8773198"/>
                  <a:gd name="connsiteY75" fmla="*/ 464326 h 2711817"/>
                  <a:gd name="connsiteX76" fmla="*/ 333151 w 8773198"/>
                  <a:gd name="connsiteY76" fmla="*/ 758661 h 2711817"/>
                  <a:gd name="connsiteX77" fmla="*/ 222101 w 8773198"/>
                  <a:gd name="connsiteY77" fmla="*/ 1174372 h 2711817"/>
                  <a:gd name="connsiteX78" fmla="*/ 111050 w 8773198"/>
                  <a:gd name="connsiteY78" fmla="*/ 1734868 h 2711817"/>
                  <a:gd name="connsiteX79" fmla="*/ 0 w 8773198"/>
                  <a:gd name="connsiteY79" fmla="*/ 2440149 h 2711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711817">
                    <a:moveTo>
                      <a:pt x="8773198" y="2711818"/>
                    </a:moveTo>
                    <a:lnTo>
                      <a:pt x="8662148" y="2603256"/>
                    </a:lnTo>
                    <a:lnTo>
                      <a:pt x="8551097" y="2499354"/>
                    </a:lnTo>
                    <a:lnTo>
                      <a:pt x="8440047" y="2400325"/>
                    </a:lnTo>
                    <a:lnTo>
                      <a:pt x="8328997" y="2306697"/>
                    </a:lnTo>
                    <a:lnTo>
                      <a:pt x="8217946" y="2219001"/>
                    </a:lnTo>
                    <a:lnTo>
                      <a:pt x="8106896" y="2137659"/>
                    </a:lnTo>
                    <a:lnTo>
                      <a:pt x="7995845" y="2063201"/>
                    </a:lnTo>
                    <a:lnTo>
                      <a:pt x="7884794" y="1996264"/>
                    </a:lnTo>
                    <a:lnTo>
                      <a:pt x="7773744" y="1937376"/>
                    </a:lnTo>
                    <a:lnTo>
                      <a:pt x="7662694" y="1887067"/>
                    </a:lnTo>
                    <a:lnTo>
                      <a:pt x="7551643" y="1845972"/>
                    </a:lnTo>
                    <a:lnTo>
                      <a:pt x="7440593" y="1814304"/>
                    </a:lnTo>
                    <a:lnTo>
                      <a:pt x="7329543" y="1792486"/>
                    </a:lnTo>
                    <a:lnTo>
                      <a:pt x="7218492" y="1780305"/>
                    </a:lnTo>
                    <a:lnTo>
                      <a:pt x="7107441" y="1777446"/>
                    </a:lnTo>
                    <a:lnTo>
                      <a:pt x="6996391" y="1783165"/>
                    </a:lnTo>
                    <a:lnTo>
                      <a:pt x="6885340" y="1796510"/>
                    </a:lnTo>
                    <a:lnTo>
                      <a:pt x="6774290" y="1816422"/>
                    </a:lnTo>
                    <a:lnTo>
                      <a:pt x="6663240" y="1843536"/>
                    </a:lnTo>
                    <a:lnTo>
                      <a:pt x="6552189" y="1875840"/>
                    </a:lnTo>
                    <a:lnTo>
                      <a:pt x="6441139" y="1911533"/>
                    </a:lnTo>
                    <a:lnTo>
                      <a:pt x="6330088" y="1948814"/>
                    </a:lnTo>
                    <a:lnTo>
                      <a:pt x="6219038" y="1986202"/>
                    </a:lnTo>
                    <a:lnTo>
                      <a:pt x="6107881" y="2022213"/>
                    </a:lnTo>
                    <a:lnTo>
                      <a:pt x="5996831" y="2055258"/>
                    </a:lnTo>
                    <a:lnTo>
                      <a:pt x="5885781" y="2083643"/>
                    </a:lnTo>
                    <a:lnTo>
                      <a:pt x="5774730" y="2105461"/>
                    </a:lnTo>
                    <a:lnTo>
                      <a:pt x="5663679" y="2118806"/>
                    </a:lnTo>
                    <a:lnTo>
                      <a:pt x="5552629" y="2121772"/>
                    </a:lnTo>
                    <a:lnTo>
                      <a:pt x="5441578" y="2107897"/>
                    </a:lnTo>
                    <a:lnTo>
                      <a:pt x="5330528" y="2069768"/>
                    </a:lnTo>
                    <a:lnTo>
                      <a:pt x="5219478" y="2012257"/>
                    </a:lnTo>
                    <a:lnTo>
                      <a:pt x="5108428" y="1940341"/>
                    </a:lnTo>
                    <a:lnTo>
                      <a:pt x="4997377" y="1859423"/>
                    </a:lnTo>
                    <a:lnTo>
                      <a:pt x="4886326" y="1773951"/>
                    </a:lnTo>
                    <a:lnTo>
                      <a:pt x="4775276" y="1687737"/>
                    </a:lnTo>
                    <a:lnTo>
                      <a:pt x="4664225" y="1602688"/>
                    </a:lnTo>
                    <a:lnTo>
                      <a:pt x="4553175" y="1519440"/>
                    </a:lnTo>
                    <a:lnTo>
                      <a:pt x="4442124" y="1437251"/>
                    </a:lnTo>
                    <a:lnTo>
                      <a:pt x="4331074" y="1354850"/>
                    </a:lnTo>
                    <a:lnTo>
                      <a:pt x="4220024" y="1265035"/>
                    </a:lnTo>
                    <a:lnTo>
                      <a:pt x="4108973" y="1143763"/>
                    </a:lnTo>
                    <a:lnTo>
                      <a:pt x="3997923" y="1014019"/>
                    </a:lnTo>
                    <a:lnTo>
                      <a:pt x="3886872" y="897408"/>
                    </a:lnTo>
                    <a:lnTo>
                      <a:pt x="3775822" y="766180"/>
                    </a:lnTo>
                    <a:lnTo>
                      <a:pt x="3664771" y="614300"/>
                    </a:lnTo>
                    <a:lnTo>
                      <a:pt x="3553721" y="479472"/>
                    </a:lnTo>
                    <a:lnTo>
                      <a:pt x="3442670" y="379595"/>
                    </a:lnTo>
                    <a:lnTo>
                      <a:pt x="3331620" y="308739"/>
                    </a:lnTo>
                    <a:lnTo>
                      <a:pt x="3220569" y="227715"/>
                    </a:lnTo>
                    <a:lnTo>
                      <a:pt x="3109519" y="162366"/>
                    </a:lnTo>
                    <a:lnTo>
                      <a:pt x="2998362" y="129427"/>
                    </a:lnTo>
                    <a:lnTo>
                      <a:pt x="2887312" y="130698"/>
                    </a:lnTo>
                    <a:lnTo>
                      <a:pt x="2776262" y="196576"/>
                    </a:lnTo>
                    <a:lnTo>
                      <a:pt x="2665211" y="317424"/>
                    </a:lnTo>
                    <a:lnTo>
                      <a:pt x="2554161" y="440813"/>
                    </a:lnTo>
                    <a:lnTo>
                      <a:pt x="2443110" y="535712"/>
                    </a:lnTo>
                    <a:lnTo>
                      <a:pt x="2332060" y="672976"/>
                    </a:lnTo>
                    <a:lnTo>
                      <a:pt x="2221009" y="809711"/>
                    </a:lnTo>
                    <a:lnTo>
                      <a:pt x="2109959" y="896137"/>
                    </a:lnTo>
                    <a:lnTo>
                      <a:pt x="1998908" y="1023763"/>
                    </a:lnTo>
                    <a:lnTo>
                      <a:pt x="1887858" y="1173419"/>
                    </a:lnTo>
                    <a:lnTo>
                      <a:pt x="1776807" y="1271496"/>
                    </a:lnTo>
                    <a:lnTo>
                      <a:pt x="1665757" y="1233790"/>
                    </a:lnTo>
                    <a:lnTo>
                      <a:pt x="1554706" y="1122898"/>
                    </a:lnTo>
                    <a:lnTo>
                      <a:pt x="1443656" y="1007770"/>
                    </a:lnTo>
                    <a:lnTo>
                      <a:pt x="1332605" y="773277"/>
                    </a:lnTo>
                    <a:lnTo>
                      <a:pt x="1221555" y="406179"/>
                    </a:lnTo>
                    <a:lnTo>
                      <a:pt x="1110505" y="127838"/>
                    </a:lnTo>
                    <a:lnTo>
                      <a:pt x="999454" y="25843"/>
                    </a:lnTo>
                    <a:lnTo>
                      <a:pt x="888404" y="0"/>
                    </a:lnTo>
                    <a:lnTo>
                      <a:pt x="777353" y="35057"/>
                    </a:lnTo>
                    <a:lnTo>
                      <a:pt x="666303" y="117776"/>
                    </a:lnTo>
                    <a:lnTo>
                      <a:pt x="555252" y="257688"/>
                    </a:lnTo>
                    <a:lnTo>
                      <a:pt x="444202" y="464326"/>
                    </a:lnTo>
                    <a:lnTo>
                      <a:pt x="333151" y="758661"/>
                    </a:lnTo>
                    <a:lnTo>
                      <a:pt x="222101" y="1174372"/>
                    </a:lnTo>
                    <a:lnTo>
                      <a:pt x="111050" y="1734868"/>
                    </a:lnTo>
                    <a:lnTo>
                      <a:pt x="0" y="244014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33DD52C-D4FC-9F4A-805D-79B9EC319520}"/>
                  </a:ext>
                </a:extLst>
              </p:cNvPr>
              <p:cNvSpPr/>
              <p:nvPr/>
            </p:nvSpPr>
            <p:spPr>
              <a:xfrm>
                <a:off x="1909778" y="2322200"/>
                <a:ext cx="8773198" cy="2165302"/>
              </a:xfrm>
              <a:custGeom>
                <a:avLst/>
                <a:gdLst>
                  <a:gd name="connsiteX0" fmla="*/ 0 w 8773198"/>
                  <a:gd name="connsiteY0" fmla="*/ 2165302 h 2165302"/>
                  <a:gd name="connsiteX1" fmla="*/ 111050 w 8773198"/>
                  <a:gd name="connsiteY1" fmla="*/ 1652467 h 2165302"/>
                  <a:gd name="connsiteX2" fmla="*/ 222101 w 8773198"/>
                  <a:gd name="connsiteY2" fmla="*/ 1213031 h 2165302"/>
                  <a:gd name="connsiteX3" fmla="*/ 333151 w 8773198"/>
                  <a:gd name="connsiteY3" fmla="*/ 848688 h 2165302"/>
                  <a:gd name="connsiteX4" fmla="*/ 444202 w 8773198"/>
                  <a:gd name="connsiteY4" fmla="*/ 553400 h 2165302"/>
                  <a:gd name="connsiteX5" fmla="*/ 555252 w 8773198"/>
                  <a:gd name="connsiteY5" fmla="*/ 319118 h 2165302"/>
                  <a:gd name="connsiteX6" fmla="*/ 666303 w 8773198"/>
                  <a:gd name="connsiteY6" fmla="*/ 150186 h 2165302"/>
                  <a:gd name="connsiteX7" fmla="*/ 777353 w 8773198"/>
                  <a:gd name="connsiteY7" fmla="*/ 46390 h 2165302"/>
                  <a:gd name="connsiteX8" fmla="*/ 888404 w 8773198"/>
                  <a:gd name="connsiteY8" fmla="*/ 0 h 2165302"/>
                  <a:gd name="connsiteX9" fmla="*/ 999454 w 8773198"/>
                  <a:gd name="connsiteY9" fmla="*/ 19700 h 2165302"/>
                  <a:gd name="connsiteX10" fmla="*/ 1110505 w 8773198"/>
                  <a:gd name="connsiteY10" fmla="*/ 128050 h 2165302"/>
                  <a:gd name="connsiteX11" fmla="*/ 1221555 w 8773198"/>
                  <a:gd name="connsiteY11" fmla="*/ 416559 h 2165302"/>
                  <a:gd name="connsiteX12" fmla="*/ 1332605 w 8773198"/>
                  <a:gd name="connsiteY12" fmla="*/ 744892 h 2165302"/>
                  <a:gd name="connsiteX13" fmla="*/ 1443656 w 8773198"/>
                  <a:gd name="connsiteY13" fmla="*/ 944328 h 2165302"/>
                  <a:gd name="connsiteX14" fmla="*/ 1554706 w 8773198"/>
                  <a:gd name="connsiteY14" fmla="*/ 1062104 h 2165302"/>
                  <a:gd name="connsiteX15" fmla="*/ 1665757 w 8773198"/>
                  <a:gd name="connsiteY15" fmla="*/ 1152342 h 2165302"/>
                  <a:gd name="connsiteX16" fmla="*/ 1776807 w 8773198"/>
                  <a:gd name="connsiteY16" fmla="*/ 1181786 h 2165302"/>
                  <a:gd name="connsiteX17" fmla="*/ 1887858 w 8773198"/>
                  <a:gd name="connsiteY17" fmla="*/ 1119827 h 2165302"/>
                  <a:gd name="connsiteX18" fmla="*/ 1998908 w 8773198"/>
                  <a:gd name="connsiteY18" fmla="*/ 1002686 h 2165302"/>
                  <a:gd name="connsiteX19" fmla="*/ 2109959 w 8773198"/>
                  <a:gd name="connsiteY19" fmla="*/ 879085 h 2165302"/>
                  <a:gd name="connsiteX20" fmla="*/ 2221009 w 8773198"/>
                  <a:gd name="connsiteY20" fmla="*/ 792659 h 2165302"/>
                  <a:gd name="connsiteX21" fmla="*/ 2332060 w 8773198"/>
                  <a:gd name="connsiteY21" fmla="*/ 663021 h 2165302"/>
                  <a:gd name="connsiteX22" fmla="*/ 2443110 w 8773198"/>
                  <a:gd name="connsiteY22" fmla="*/ 505315 h 2165302"/>
                  <a:gd name="connsiteX23" fmla="*/ 2554161 w 8773198"/>
                  <a:gd name="connsiteY23" fmla="*/ 394529 h 2165302"/>
                  <a:gd name="connsiteX24" fmla="*/ 2665211 w 8773198"/>
                  <a:gd name="connsiteY24" fmla="*/ 288297 h 2165302"/>
                  <a:gd name="connsiteX25" fmla="*/ 2776262 w 8773198"/>
                  <a:gd name="connsiteY25" fmla="*/ 179736 h 2165302"/>
                  <a:gd name="connsiteX26" fmla="*/ 2887312 w 8773198"/>
                  <a:gd name="connsiteY26" fmla="*/ 106867 h 2165302"/>
                  <a:gd name="connsiteX27" fmla="*/ 2998362 w 8773198"/>
                  <a:gd name="connsiteY27" fmla="*/ 102101 h 2165302"/>
                  <a:gd name="connsiteX28" fmla="*/ 3109519 w 8773198"/>
                  <a:gd name="connsiteY28" fmla="*/ 141501 h 2165302"/>
                  <a:gd name="connsiteX29" fmla="*/ 3220569 w 8773198"/>
                  <a:gd name="connsiteY29" fmla="*/ 205155 h 2165302"/>
                  <a:gd name="connsiteX30" fmla="*/ 3331620 w 8773198"/>
                  <a:gd name="connsiteY30" fmla="*/ 279612 h 2165302"/>
                  <a:gd name="connsiteX31" fmla="*/ 3442670 w 8773198"/>
                  <a:gd name="connsiteY31" fmla="*/ 360107 h 2165302"/>
                  <a:gd name="connsiteX32" fmla="*/ 3553721 w 8773198"/>
                  <a:gd name="connsiteY32" fmla="*/ 481166 h 2165302"/>
                  <a:gd name="connsiteX33" fmla="*/ 3664771 w 8773198"/>
                  <a:gd name="connsiteY33" fmla="*/ 627434 h 2165302"/>
                  <a:gd name="connsiteX34" fmla="*/ 3775822 w 8773198"/>
                  <a:gd name="connsiteY34" fmla="*/ 774760 h 2165302"/>
                  <a:gd name="connsiteX35" fmla="*/ 3886872 w 8773198"/>
                  <a:gd name="connsiteY35" fmla="*/ 898891 h 2165302"/>
                  <a:gd name="connsiteX36" fmla="*/ 3997923 w 8773198"/>
                  <a:gd name="connsiteY36" fmla="*/ 1014231 h 2165302"/>
                  <a:gd name="connsiteX37" fmla="*/ 4108973 w 8773198"/>
                  <a:gd name="connsiteY37" fmla="*/ 1138150 h 2165302"/>
                  <a:gd name="connsiteX38" fmla="*/ 4220024 w 8773198"/>
                  <a:gd name="connsiteY38" fmla="*/ 1249359 h 2165302"/>
                  <a:gd name="connsiteX39" fmla="*/ 4331074 w 8773198"/>
                  <a:gd name="connsiteY39" fmla="*/ 1333137 h 2165302"/>
                  <a:gd name="connsiteX40" fmla="*/ 4442124 w 8773198"/>
                  <a:gd name="connsiteY40" fmla="*/ 1414903 h 2165302"/>
                  <a:gd name="connsiteX41" fmla="*/ 4553175 w 8773198"/>
                  <a:gd name="connsiteY41" fmla="*/ 1498045 h 2165302"/>
                  <a:gd name="connsiteX42" fmla="*/ 4664225 w 8773198"/>
                  <a:gd name="connsiteY42" fmla="*/ 1580976 h 2165302"/>
                  <a:gd name="connsiteX43" fmla="*/ 4775276 w 8773198"/>
                  <a:gd name="connsiteY43" fmla="*/ 1661470 h 2165302"/>
                  <a:gd name="connsiteX44" fmla="*/ 4886326 w 8773198"/>
                  <a:gd name="connsiteY44" fmla="*/ 1737834 h 2165302"/>
                  <a:gd name="connsiteX45" fmla="*/ 4997377 w 8773198"/>
                  <a:gd name="connsiteY45" fmla="*/ 1807949 h 2165302"/>
                  <a:gd name="connsiteX46" fmla="*/ 5108428 w 8773198"/>
                  <a:gd name="connsiteY46" fmla="*/ 1869908 h 2165302"/>
                  <a:gd name="connsiteX47" fmla="*/ 5219478 w 8773198"/>
                  <a:gd name="connsiteY47" fmla="*/ 1921912 h 2165302"/>
                  <a:gd name="connsiteX48" fmla="*/ 5330528 w 8773198"/>
                  <a:gd name="connsiteY48" fmla="*/ 1961842 h 2165302"/>
                  <a:gd name="connsiteX49" fmla="*/ 5441578 w 8773198"/>
                  <a:gd name="connsiteY49" fmla="*/ 1987897 h 2165302"/>
                  <a:gd name="connsiteX50" fmla="*/ 5552629 w 8773198"/>
                  <a:gd name="connsiteY50" fmla="*/ 1998276 h 2165302"/>
                  <a:gd name="connsiteX51" fmla="*/ 5663679 w 8773198"/>
                  <a:gd name="connsiteY51" fmla="*/ 1996370 h 2165302"/>
                  <a:gd name="connsiteX52" fmla="*/ 5774730 w 8773198"/>
                  <a:gd name="connsiteY52" fmla="*/ 1985460 h 2165302"/>
                  <a:gd name="connsiteX53" fmla="*/ 5885781 w 8773198"/>
                  <a:gd name="connsiteY53" fmla="*/ 1966926 h 2165302"/>
                  <a:gd name="connsiteX54" fmla="*/ 5996831 w 8773198"/>
                  <a:gd name="connsiteY54" fmla="*/ 1941930 h 2165302"/>
                  <a:gd name="connsiteX55" fmla="*/ 6107881 w 8773198"/>
                  <a:gd name="connsiteY55" fmla="*/ 1911745 h 2165302"/>
                  <a:gd name="connsiteX56" fmla="*/ 6219038 w 8773198"/>
                  <a:gd name="connsiteY56" fmla="*/ 1877640 h 2165302"/>
                  <a:gd name="connsiteX57" fmla="*/ 6330088 w 8773198"/>
                  <a:gd name="connsiteY57" fmla="*/ 1840888 h 2165302"/>
                  <a:gd name="connsiteX58" fmla="*/ 6441139 w 8773198"/>
                  <a:gd name="connsiteY58" fmla="*/ 1802865 h 2165302"/>
                  <a:gd name="connsiteX59" fmla="*/ 6552189 w 8773198"/>
                  <a:gd name="connsiteY59" fmla="*/ 1764630 h 2165302"/>
                  <a:gd name="connsiteX60" fmla="*/ 6663240 w 8773198"/>
                  <a:gd name="connsiteY60" fmla="*/ 1727560 h 2165302"/>
                  <a:gd name="connsiteX61" fmla="*/ 6774290 w 8773198"/>
                  <a:gd name="connsiteY61" fmla="*/ 1692927 h 2165302"/>
                  <a:gd name="connsiteX62" fmla="*/ 6885340 w 8773198"/>
                  <a:gd name="connsiteY62" fmla="*/ 1661258 h 2165302"/>
                  <a:gd name="connsiteX63" fmla="*/ 6996391 w 8773198"/>
                  <a:gd name="connsiteY63" fmla="*/ 1629696 h 2165302"/>
                  <a:gd name="connsiteX64" fmla="*/ 7107441 w 8773198"/>
                  <a:gd name="connsiteY64" fmla="*/ 1597922 h 2165302"/>
                  <a:gd name="connsiteX65" fmla="*/ 7218492 w 8773198"/>
                  <a:gd name="connsiteY65" fmla="*/ 1565512 h 2165302"/>
                  <a:gd name="connsiteX66" fmla="*/ 7329543 w 8773198"/>
                  <a:gd name="connsiteY66" fmla="*/ 1532467 h 2165302"/>
                  <a:gd name="connsiteX67" fmla="*/ 7440593 w 8773198"/>
                  <a:gd name="connsiteY67" fmla="*/ 1498575 h 2165302"/>
                  <a:gd name="connsiteX68" fmla="*/ 7551643 w 8773198"/>
                  <a:gd name="connsiteY68" fmla="*/ 1463623 h 2165302"/>
                  <a:gd name="connsiteX69" fmla="*/ 7662694 w 8773198"/>
                  <a:gd name="connsiteY69" fmla="*/ 1427613 h 2165302"/>
                  <a:gd name="connsiteX70" fmla="*/ 7773744 w 8773198"/>
                  <a:gd name="connsiteY70" fmla="*/ 1390225 h 2165302"/>
                  <a:gd name="connsiteX71" fmla="*/ 7884794 w 8773198"/>
                  <a:gd name="connsiteY71" fmla="*/ 1351354 h 2165302"/>
                  <a:gd name="connsiteX72" fmla="*/ 7995845 w 8773198"/>
                  <a:gd name="connsiteY72" fmla="*/ 1310790 h 2165302"/>
                  <a:gd name="connsiteX73" fmla="*/ 8106896 w 8773198"/>
                  <a:gd name="connsiteY73" fmla="*/ 1268530 h 2165302"/>
                  <a:gd name="connsiteX74" fmla="*/ 8217946 w 8773198"/>
                  <a:gd name="connsiteY74" fmla="*/ 1224258 h 2165302"/>
                  <a:gd name="connsiteX75" fmla="*/ 8328997 w 8773198"/>
                  <a:gd name="connsiteY75" fmla="*/ 1177868 h 2165302"/>
                  <a:gd name="connsiteX76" fmla="*/ 8440047 w 8773198"/>
                  <a:gd name="connsiteY76" fmla="*/ 1129147 h 2165302"/>
                  <a:gd name="connsiteX77" fmla="*/ 8551097 w 8773198"/>
                  <a:gd name="connsiteY77" fmla="*/ 1078097 h 2165302"/>
                  <a:gd name="connsiteX78" fmla="*/ 8662148 w 8773198"/>
                  <a:gd name="connsiteY78" fmla="*/ 1024399 h 2165302"/>
                  <a:gd name="connsiteX79" fmla="*/ 8773198 w 8773198"/>
                  <a:gd name="connsiteY79" fmla="*/ 967946 h 2165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165302">
                    <a:moveTo>
                      <a:pt x="0" y="2165302"/>
                    </a:moveTo>
                    <a:lnTo>
                      <a:pt x="111050" y="1652467"/>
                    </a:lnTo>
                    <a:lnTo>
                      <a:pt x="222101" y="1213031"/>
                    </a:lnTo>
                    <a:lnTo>
                      <a:pt x="333151" y="848688"/>
                    </a:lnTo>
                    <a:lnTo>
                      <a:pt x="444202" y="553400"/>
                    </a:lnTo>
                    <a:lnTo>
                      <a:pt x="555252" y="319118"/>
                    </a:lnTo>
                    <a:lnTo>
                      <a:pt x="666303" y="150186"/>
                    </a:lnTo>
                    <a:lnTo>
                      <a:pt x="777353" y="46390"/>
                    </a:lnTo>
                    <a:lnTo>
                      <a:pt x="888404" y="0"/>
                    </a:lnTo>
                    <a:lnTo>
                      <a:pt x="999454" y="19700"/>
                    </a:lnTo>
                    <a:lnTo>
                      <a:pt x="1110505" y="128050"/>
                    </a:lnTo>
                    <a:lnTo>
                      <a:pt x="1221555" y="416559"/>
                    </a:lnTo>
                    <a:lnTo>
                      <a:pt x="1332605" y="744892"/>
                    </a:lnTo>
                    <a:lnTo>
                      <a:pt x="1443656" y="944328"/>
                    </a:lnTo>
                    <a:lnTo>
                      <a:pt x="1554706" y="1062104"/>
                    </a:lnTo>
                    <a:lnTo>
                      <a:pt x="1665757" y="1152342"/>
                    </a:lnTo>
                    <a:lnTo>
                      <a:pt x="1776807" y="1181786"/>
                    </a:lnTo>
                    <a:lnTo>
                      <a:pt x="1887858" y="1119827"/>
                    </a:lnTo>
                    <a:lnTo>
                      <a:pt x="1998908" y="1002686"/>
                    </a:lnTo>
                    <a:lnTo>
                      <a:pt x="2109959" y="879085"/>
                    </a:lnTo>
                    <a:lnTo>
                      <a:pt x="2221009" y="792659"/>
                    </a:lnTo>
                    <a:lnTo>
                      <a:pt x="2332060" y="663021"/>
                    </a:lnTo>
                    <a:lnTo>
                      <a:pt x="2443110" y="505315"/>
                    </a:lnTo>
                    <a:lnTo>
                      <a:pt x="2554161" y="394529"/>
                    </a:lnTo>
                    <a:lnTo>
                      <a:pt x="2665211" y="288297"/>
                    </a:lnTo>
                    <a:lnTo>
                      <a:pt x="2776262" y="179736"/>
                    </a:lnTo>
                    <a:lnTo>
                      <a:pt x="2887312" y="106867"/>
                    </a:lnTo>
                    <a:lnTo>
                      <a:pt x="2998362" y="102101"/>
                    </a:lnTo>
                    <a:lnTo>
                      <a:pt x="3109519" y="141501"/>
                    </a:lnTo>
                    <a:lnTo>
                      <a:pt x="3220569" y="205155"/>
                    </a:lnTo>
                    <a:lnTo>
                      <a:pt x="3331620" y="279612"/>
                    </a:lnTo>
                    <a:lnTo>
                      <a:pt x="3442670" y="360107"/>
                    </a:lnTo>
                    <a:lnTo>
                      <a:pt x="3553721" y="481166"/>
                    </a:lnTo>
                    <a:lnTo>
                      <a:pt x="3664771" y="627434"/>
                    </a:lnTo>
                    <a:lnTo>
                      <a:pt x="3775822" y="774760"/>
                    </a:lnTo>
                    <a:lnTo>
                      <a:pt x="3886872" y="898891"/>
                    </a:lnTo>
                    <a:lnTo>
                      <a:pt x="3997923" y="1014231"/>
                    </a:lnTo>
                    <a:lnTo>
                      <a:pt x="4108973" y="1138150"/>
                    </a:lnTo>
                    <a:lnTo>
                      <a:pt x="4220024" y="1249359"/>
                    </a:lnTo>
                    <a:lnTo>
                      <a:pt x="4331074" y="1333137"/>
                    </a:lnTo>
                    <a:lnTo>
                      <a:pt x="4442124" y="1414903"/>
                    </a:lnTo>
                    <a:lnTo>
                      <a:pt x="4553175" y="1498045"/>
                    </a:lnTo>
                    <a:lnTo>
                      <a:pt x="4664225" y="1580976"/>
                    </a:lnTo>
                    <a:lnTo>
                      <a:pt x="4775276" y="1661470"/>
                    </a:lnTo>
                    <a:lnTo>
                      <a:pt x="4886326" y="1737834"/>
                    </a:lnTo>
                    <a:lnTo>
                      <a:pt x="4997377" y="1807949"/>
                    </a:lnTo>
                    <a:lnTo>
                      <a:pt x="5108428" y="1869908"/>
                    </a:lnTo>
                    <a:lnTo>
                      <a:pt x="5219478" y="1921912"/>
                    </a:lnTo>
                    <a:lnTo>
                      <a:pt x="5330528" y="1961842"/>
                    </a:lnTo>
                    <a:lnTo>
                      <a:pt x="5441578" y="1987897"/>
                    </a:lnTo>
                    <a:lnTo>
                      <a:pt x="5552629" y="1998276"/>
                    </a:lnTo>
                    <a:lnTo>
                      <a:pt x="5663679" y="1996370"/>
                    </a:lnTo>
                    <a:lnTo>
                      <a:pt x="5774730" y="1985460"/>
                    </a:lnTo>
                    <a:lnTo>
                      <a:pt x="5885781" y="1966926"/>
                    </a:lnTo>
                    <a:lnTo>
                      <a:pt x="5996831" y="1941930"/>
                    </a:lnTo>
                    <a:lnTo>
                      <a:pt x="6107881" y="1911745"/>
                    </a:lnTo>
                    <a:lnTo>
                      <a:pt x="6219038" y="1877640"/>
                    </a:lnTo>
                    <a:lnTo>
                      <a:pt x="6330088" y="1840888"/>
                    </a:lnTo>
                    <a:lnTo>
                      <a:pt x="6441139" y="1802865"/>
                    </a:lnTo>
                    <a:lnTo>
                      <a:pt x="6552189" y="1764630"/>
                    </a:lnTo>
                    <a:lnTo>
                      <a:pt x="6663240" y="1727560"/>
                    </a:lnTo>
                    <a:lnTo>
                      <a:pt x="6774290" y="1692927"/>
                    </a:lnTo>
                    <a:lnTo>
                      <a:pt x="6885340" y="1661258"/>
                    </a:lnTo>
                    <a:lnTo>
                      <a:pt x="6996391" y="1629696"/>
                    </a:lnTo>
                    <a:lnTo>
                      <a:pt x="7107441" y="1597922"/>
                    </a:lnTo>
                    <a:lnTo>
                      <a:pt x="7218492" y="1565512"/>
                    </a:lnTo>
                    <a:lnTo>
                      <a:pt x="7329543" y="1532467"/>
                    </a:lnTo>
                    <a:lnTo>
                      <a:pt x="7440593" y="1498575"/>
                    </a:lnTo>
                    <a:lnTo>
                      <a:pt x="7551643" y="1463623"/>
                    </a:lnTo>
                    <a:lnTo>
                      <a:pt x="7662694" y="1427613"/>
                    </a:lnTo>
                    <a:lnTo>
                      <a:pt x="7773744" y="1390225"/>
                    </a:lnTo>
                    <a:lnTo>
                      <a:pt x="7884794" y="1351354"/>
                    </a:lnTo>
                    <a:lnTo>
                      <a:pt x="7995845" y="1310790"/>
                    </a:lnTo>
                    <a:lnTo>
                      <a:pt x="8106896" y="1268530"/>
                    </a:lnTo>
                    <a:lnTo>
                      <a:pt x="8217946" y="1224258"/>
                    </a:lnTo>
                    <a:lnTo>
                      <a:pt x="8328997" y="1177868"/>
                    </a:lnTo>
                    <a:lnTo>
                      <a:pt x="8440047" y="1129147"/>
                    </a:lnTo>
                    <a:lnTo>
                      <a:pt x="8551097" y="1078097"/>
                    </a:lnTo>
                    <a:lnTo>
                      <a:pt x="8662148" y="1024399"/>
                    </a:lnTo>
                    <a:lnTo>
                      <a:pt x="8773198" y="96794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D08D474-FAB5-129F-BFA1-30E5E896E055}"/>
                  </a:ext>
                </a:extLst>
              </p:cNvPr>
              <p:cNvSpPr txBox="1"/>
              <p:nvPr/>
            </p:nvSpPr>
            <p:spPr>
              <a:xfrm>
                <a:off x="6061674" y="1723048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FD500284-31B6-11A9-041E-816B8457DCF5}"/>
                </a:ext>
              </a:extLst>
            </p:cNvPr>
            <p:cNvGrpSpPr/>
            <p:nvPr/>
          </p:nvGrpSpPr>
          <p:grpSpPr>
            <a:xfrm>
              <a:off x="961062" y="612426"/>
              <a:ext cx="10204140" cy="5419645"/>
              <a:chOff x="961062" y="612426"/>
              <a:chExt cx="10204140" cy="5419645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CEB7637-3D2C-B972-7C5A-A8651D3F59E0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F53B7F-ECDB-7CEC-2CB1-11350B41BEFB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BA2ABE8-B0BD-CC9C-EE89-4326A9245783}"/>
                  </a:ext>
                </a:extLst>
              </p:cNvPr>
              <p:cNvSpPr txBox="1"/>
              <p:nvPr/>
            </p:nvSpPr>
            <p:spPr>
              <a:xfrm>
                <a:off x="1244901" y="4672527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5F90CBD-A64A-3C10-46C1-B53583FAC427}"/>
                  </a:ext>
                </a:extLst>
              </p:cNvPr>
              <p:cNvSpPr txBox="1"/>
              <p:nvPr/>
            </p:nvSpPr>
            <p:spPr>
              <a:xfrm>
                <a:off x="1162396" y="3695261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4C125ED-B9BB-FBBE-4F93-DC279136B43F}"/>
                  </a:ext>
                </a:extLst>
              </p:cNvPr>
              <p:cNvSpPr txBox="1"/>
              <p:nvPr/>
            </p:nvSpPr>
            <p:spPr>
              <a:xfrm>
                <a:off x="1162396" y="2718100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2C7A97F-CD83-BF72-019C-A3D3379411C2}"/>
                  </a:ext>
                </a:extLst>
              </p:cNvPr>
              <p:cNvSpPr txBox="1"/>
              <p:nvPr/>
            </p:nvSpPr>
            <p:spPr>
              <a:xfrm>
                <a:off x="1162396" y="174083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3C15062-097E-4DA3-97D7-1A4D970076D2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60F753F-E02B-7B0D-416E-9CA4D797CDB9}"/>
                  </a:ext>
                </a:extLst>
              </p:cNvPr>
              <p:cNvSpPr/>
              <p:nvPr/>
            </p:nvSpPr>
            <p:spPr>
              <a:xfrm>
                <a:off x="1442052" y="479941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93B8D61-2776-5345-E453-29C3B8C8FE81}"/>
                  </a:ext>
                </a:extLst>
              </p:cNvPr>
              <p:cNvSpPr/>
              <p:nvPr/>
            </p:nvSpPr>
            <p:spPr>
              <a:xfrm>
                <a:off x="1442052" y="382215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A5A8CD4-E7B1-8FB2-8213-59904E0F2CFB}"/>
                  </a:ext>
                </a:extLst>
              </p:cNvPr>
              <p:cNvSpPr/>
              <p:nvPr/>
            </p:nvSpPr>
            <p:spPr>
              <a:xfrm>
                <a:off x="1442052" y="284488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7AABB78-6753-06D4-5AF3-A743FB73846A}"/>
                  </a:ext>
                </a:extLst>
              </p:cNvPr>
              <p:cNvSpPr/>
              <p:nvPr/>
            </p:nvSpPr>
            <p:spPr>
              <a:xfrm>
                <a:off x="1442052" y="186772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5BBF8F5-0F46-27B5-860A-D83AB710121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1CBA501-FE1A-BB66-7E8E-30D330A1EFA4}"/>
                  </a:ext>
                </a:extLst>
              </p:cNvPr>
              <p:cNvSpPr/>
              <p:nvPr/>
            </p:nvSpPr>
            <p:spPr>
              <a:xfrm>
                <a:off x="21524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94E5AB5-A228-F053-5BFC-3C3DECA54143}"/>
                  </a:ext>
                </a:extLst>
              </p:cNvPr>
              <p:cNvSpPr/>
              <p:nvPr/>
            </p:nvSpPr>
            <p:spPr>
              <a:xfrm>
                <a:off x="2872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4E08B3E-9D37-BC9B-6C01-FEF24728C300}"/>
                  </a:ext>
                </a:extLst>
              </p:cNvPr>
              <p:cNvSpPr/>
              <p:nvPr/>
            </p:nvSpPr>
            <p:spPr>
              <a:xfrm>
                <a:off x="35852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B91A41C-1A84-9FF2-727B-18616DB90877}"/>
                  </a:ext>
                </a:extLst>
              </p:cNvPr>
              <p:cNvSpPr/>
              <p:nvPr/>
            </p:nvSpPr>
            <p:spPr>
              <a:xfrm>
                <a:off x="43056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4B8CF82-A26B-FB18-55CE-328F7E5D2B18}"/>
                  </a:ext>
                </a:extLst>
              </p:cNvPr>
              <p:cNvSpPr/>
              <p:nvPr/>
            </p:nvSpPr>
            <p:spPr>
              <a:xfrm>
                <a:off x="50142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92BF50C-77ED-4E8F-714E-8E69CF781CA9}"/>
                  </a:ext>
                </a:extLst>
              </p:cNvPr>
              <p:cNvSpPr/>
              <p:nvPr/>
            </p:nvSpPr>
            <p:spPr>
              <a:xfrm>
                <a:off x="573455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CACB158-5688-D841-266D-10B02A4791F3}"/>
                  </a:ext>
                </a:extLst>
              </p:cNvPr>
              <p:cNvSpPr/>
              <p:nvPr/>
            </p:nvSpPr>
            <p:spPr>
              <a:xfrm>
                <a:off x="644313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4847064-43BB-02CC-7272-E6982E31CC3F}"/>
                  </a:ext>
                </a:extLst>
              </p:cNvPr>
              <p:cNvSpPr/>
              <p:nvPr/>
            </p:nvSpPr>
            <p:spPr>
              <a:xfrm>
                <a:off x="7163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B60380A-A3B6-A58D-A857-C89D3CF4D93D}"/>
                  </a:ext>
                </a:extLst>
              </p:cNvPr>
              <p:cNvSpPr/>
              <p:nvPr/>
            </p:nvSpPr>
            <p:spPr>
              <a:xfrm>
                <a:off x="787206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FF60F50-8D51-6787-E379-1EBF1E598981}"/>
                  </a:ext>
                </a:extLst>
              </p:cNvPr>
              <p:cNvSpPr/>
              <p:nvPr/>
            </p:nvSpPr>
            <p:spPr>
              <a:xfrm>
                <a:off x="85924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A9AAA2E-EA17-A204-FCE7-F3D08651ECE4}"/>
                  </a:ext>
                </a:extLst>
              </p:cNvPr>
              <p:cNvSpPr/>
              <p:nvPr/>
            </p:nvSpPr>
            <p:spPr>
              <a:xfrm>
                <a:off x="93050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87D69B4-37F0-F8C5-BE39-14F9F8D944D0}"/>
                  </a:ext>
                </a:extLst>
              </p:cNvPr>
              <p:cNvSpPr/>
              <p:nvPr/>
            </p:nvSpPr>
            <p:spPr>
              <a:xfrm>
                <a:off x="100252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A28268C-4C70-667E-3B4B-B6C88FB52A2E}"/>
                  </a:ext>
                </a:extLst>
              </p:cNvPr>
              <p:cNvSpPr/>
              <p:nvPr/>
            </p:nvSpPr>
            <p:spPr>
              <a:xfrm>
                <a:off x="107339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F6A1072-A2C6-609F-C2E7-8121DF6DB49A}"/>
                  </a:ext>
                </a:extLst>
              </p:cNvPr>
              <p:cNvSpPr txBox="1"/>
              <p:nvPr/>
            </p:nvSpPr>
            <p:spPr>
              <a:xfrm>
                <a:off x="1743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25B830F-96C2-2951-640F-AE8254D29228}"/>
                  </a:ext>
                </a:extLst>
              </p:cNvPr>
              <p:cNvSpPr txBox="1"/>
              <p:nvPr/>
            </p:nvSpPr>
            <p:spPr>
              <a:xfrm>
                <a:off x="246790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6250E1D-3A0F-BD18-6F54-EAAC45E6AA66}"/>
                  </a:ext>
                </a:extLst>
              </p:cNvPr>
              <p:cNvSpPr txBox="1"/>
              <p:nvPr/>
            </p:nvSpPr>
            <p:spPr>
              <a:xfrm>
                <a:off x="31762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8BBAA7F-B796-512A-2832-977C822C077B}"/>
                  </a:ext>
                </a:extLst>
              </p:cNvPr>
              <p:cNvSpPr txBox="1"/>
              <p:nvPr/>
            </p:nvSpPr>
            <p:spPr>
              <a:xfrm>
                <a:off x="39007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F349412-0B66-212D-9F64-F69D21B7AF11}"/>
                  </a:ext>
                </a:extLst>
              </p:cNvPr>
              <p:cNvSpPr txBox="1"/>
              <p:nvPr/>
            </p:nvSpPr>
            <p:spPr>
              <a:xfrm>
                <a:off x="46051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7980188-80F9-69CA-CDE6-57A6F4A7CD0B}"/>
                  </a:ext>
                </a:extLst>
              </p:cNvPr>
              <p:cNvSpPr txBox="1"/>
              <p:nvPr/>
            </p:nvSpPr>
            <p:spPr>
              <a:xfrm>
                <a:off x="532968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796F5-10F0-6C7F-98AD-CF8CBDA4BF65}"/>
                  </a:ext>
                </a:extLst>
              </p:cNvPr>
              <p:cNvSpPr txBox="1"/>
              <p:nvPr/>
            </p:nvSpPr>
            <p:spPr>
              <a:xfrm>
                <a:off x="603410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9DB63EC-3E9F-60CF-E392-8BEEBB3EBF91}"/>
                  </a:ext>
                </a:extLst>
              </p:cNvPr>
              <p:cNvSpPr txBox="1"/>
              <p:nvPr/>
            </p:nvSpPr>
            <p:spPr>
              <a:xfrm>
                <a:off x="67586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575D1FE-823F-9DAB-CA5D-632B030C1CF3}"/>
                  </a:ext>
                </a:extLst>
              </p:cNvPr>
              <p:cNvSpPr txBox="1"/>
              <p:nvPr/>
            </p:nvSpPr>
            <p:spPr>
              <a:xfrm>
                <a:off x="74630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73B2D3E-68E7-64E6-EE4B-1CF446EF11CC}"/>
                  </a:ext>
                </a:extLst>
              </p:cNvPr>
              <p:cNvSpPr txBox="1"/>
              <p:nvPr/>
            </p:nvSpPr>
            <p:spPr>
              <a:xfrm>
                <a:off x="818753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462B0A2-4DE8-C18D-F8EA-1C93BFD7E774}"/>
                  </a:ext>
                </a:extLst>
              </p:cNvPr>
              <p:cNvSpPr txBox="1"/>
              <p:nvPr/>
            </p:nvSpPr>
            <p:spPr>
              <a:xfrm>
                <a:off x="88959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321E35-8C70-C2ED-ADDA-EB9D18230ADB}"/>
                  </a:ext>
                </a:extLst>
              </p:cNvPr>
              <p:cNvSpPr txBox="1"/>
              <p:nvPr/>
            </p:nvSpPr>
            <p:spPr>
              <a:xfrm>
                <a:off x="96203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1518B80-12F9-76F4-3949-17DC62B35F78}"/>
                  </a:ext>
                </a:extLst>
              </p:cNvPr>
              <p:cNvSpPr txBox="1"/>
              <p:nvPr/>
            </p:nvSpPr>
            <p:spPr>
              <a:xfrm>
                <a:off x="1032490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A9999C-343A-DE50-6CE9-ACD154C57391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2677074-DC6F-8811-AE83-84DC5CF0EAE7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287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O.cyanea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Sang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Tombolang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4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18A28-C251-D327-E89F-E20B6F85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9DCF196D-555A-F337-D9FD-B11B80D22277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E3B85CC-D7DD-DEBE-AE7B-6E8D9E50A9E3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B592F95-0452-BE31-A732-2FC3F91EDC63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21505BC1-05E6-E373-61CF-C941E5783AF6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9B20332-EFF6-A268-4690-21B6F9B6213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8159C1E-618C-CB30-9260-1984D9D6B3FC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968273"/>
              </a:xfrm>
              <a:custGeom>
                <a:avLst/>
                <a:gdLst>
                  <a:gd name="connsiteX0" fmla="*/ 0 w 8773198"/>
                  <a:gd name="connsiteY0" fmla="*/ 2883610 h 3968273"/>
                  <a:gd name="connsiteX1" fmla="*/ 111050 w 8773198"/>
                  <a:gd name="connsiteY1" fmla="*/ 2512912 h 3968273"/>
                  <a:gd name="connsiteX2" fmla="*/ 222101 w 8773198"/>
                  <a:gd name="connsiteY2" fmla="*/ 2171022 h 3968273"/>
                  <a:gd name="connsiteX3" fmla="*/ 333151 w 8773198"/>
                  <a:gd name="connsiteY3" fmla="*/ 1851480 h 3968273"/>
                  <a:gd name="connsiteX4" fmla="*/ 444202 w 8773198"/>
                  <a:gd name="connsiteY4" fmla="*/ 1564241 h 3968273"/>
                  <a:gd name="connsiteX5" fmla="*/ 555252 w 8773198"/>
                  <a:gd name="connsiteY5" fmla="*/ 1318627 h 3968273"/>
                  <a:gd name="connsiteX6" fmla="*/ 666303 w 8773198"/>
                  <a:gd name="connsiteY6" fmla="*/ 1118662 h 3968273"/>
                  <a:gd name="connsiteX7" fmla="*/ 777353 w 8773198"/>
                  <a:gd name="connsiteY7" fmla="*/ 971018 h 3968273"/>
                  <a:gd name="connsiteX8" fmla="*/ 888404 w 8773198"/>
                  <a:gd name="connsiteY8" fmla="*/ 890841 h 3968273"/>
                  <a:gd name="connsiteX9" fmla="*/ 999454 w 8773198"/>
                  <a:gd name="connsiteY9" fmla="*/ 861927 h 3968273"/>
                  <a:gd name="connsiteX10" fmla="*/ 1110505 w 8773198"/>
                  <a:gd name="connsiteY10" fmla="*/ 903339 h 3968273"/>
                  <a:gd name="connsiteX11" fmla="*/ 1221555 w 8773198"/>
                  <a:gd name="connsiteY11" fmla="*/ 1021221 h 3968273"/>
                  <a:gd name="connsiteX12" fmla="*/ 1332605 w 8773198"/>
                  <a:gd name="connsiteY12" fmla="*/ 1254867 h 3968273"/>
                  <a:gd name="connsiteX13" fmla="*/ 1443656 w 8773198"/>
                  <a:gd name="connsiteY13" fmla="*/ 1518169 h 3968273"/>
                  <a:gd name="connsiteX14" fmla="*/ 1554706 w 8773198"/>
                  <a:gd name="connsiteY14" fmla="*/ 1748002 h 3968273"/>
                  <a:gd name="connsiteX15" fmla="*/ 1665757 w 8773198"/>
                  <a:gd name="connsiteY15" fmla="*/ 1904436 h 3968273"/>
                  <a:gd name="connsiteX16" fmla="*/ 1776807 w 8773198"/>
                  <a:gd name="connsiteY16" fmla="*/ 1983766 h 3968273"/>
                  <a:gd name="connsiteX17" fmla="*/ 1887858 w 8773198"/>
                  <a:gd name="connsiteY17" fmla="*/ 2044455 h 3968273"/>
                  <a:gd name="connsiteX18" fmla="*/ 1998908 w 8773198"/>
                  <a:gd name="connsiteY18" fmla="*/ 2068815 h 3968273"/>
                  <a:gd name="connsiteX19" fmla="*/ 2109959 w 8773198"/>
                  <a:gd name="connsiteY19" fmla="*/ 2061930 h 3968273"/>
                  <a:gd name="connsiteX20" fmla="*/ 2221009 w 8773198"/>
                  <a:gd name="connsiteY20" fmla="*/ 1990121 h 3968273"/>
                  <a:gd name="connsiteX21" fmla="*/ 2332060 w 8773198"/>
                  <a:gd name="connsiteY21" fmla="*/ 1858258 h 3968273"/>
                  <a:gd name="connsiteX22" fmla="*/ 2443110 w 8773198"/>
                  <a:gd name="connsiteY22" fmla="*/ 1730844 h 3968273"/>
                  <a:gd name="connsiteX23" fmla="*/ 2554161 w 8773198"/>
                  <a:gd name="connsiteY23" fmla="*/ 1669096 h 3968273"/>
                  <a:gd name="connsiteX24" fmla="*/ 2665211 w 8773198"/>
                  <a:gd name="connsiteY24" fmla="*/ 1640923 h 3968273"/>
                  <a:gd name="connsiteX25" fmla="*/ 2776262 w 8773198"/>
                  <a:gd name="connsiteY25" fmla="*/ 1652891 h 3968273"/>
                  <a:gd name="connsiteX26" fmla="*/ 2887312 w 8773198"/>
                  <a:gd name="connsiteY26" fmla="*/ 1677993 h 3968273"/>
                  <a:gd name="connsiteX27" fmla="*/ 2998362 w 8773198"/>
                  <a:gd name="connsiteY27" fmla="*/ 1703306 h 3968273"/>
                  <a:gd name="connsiteX28" fmla="*/ 3109519 w 8773198"/>
                  <a:gd name="connsiteY28" fmla="*/ 1729149 h 3968273"/>
                  <a:gd name="connsiteX29" fmla="*/ 3220569 w 8773198"/>
                  <a:gd name="connsiteY29" fmla="*/ 1768231 h 3968273"/>
                  <a:gd name="connsiteX30" fmla="*/ 3331620 w 8773198"/>
                  <a:gd name="connsiteY30" fmla="*/ 1838558 h 3968273"/>
                  <a:gd name="connsiteX31" fmla="*/ 3442670 w 8773198"/>
                  <a:gd name="connsiteY31" fmla="*/ 1950403 h 3968273"/>
                  <a:gd name="connsiteX32" fmla="*/ 3553721 w 8773198"/>
                  <a:gd name="connsiteY32" fmla="*/ 2079406 h 3968273"/>
                  <a:gd name="connsiteX33" fmla="*/ 3664771 w 8773198"/>
                  <a:gd name="connsiteY33" fmla="*/ 2204067 h 3968273"/>
                  <a:gd name="connsiteX34" fmla="*/ 3775822 w 8773198"/>
                  <a:gd name="connsiteY34" fmla="*/ 2320678 h 3968273"/>
                  <a:gd name="connsiteX35" fmla="*/ 3886872 w 8773198"/>
                  <a:gd name="connsiteY35" fmla="*/ 2454341 h 3968273"/>
                  <a:gd name="connsiteX36" fmla="*/ 3997923 w 8773198"/>
                  <a:gd name="connsiteY36" fmla="*/ 2562267 h 3968273"/>
                  <a:gd name="connsiteX37" fmla="*/ 4108973 w 8773198"/>
                  <a:gd name="connsiteY37" fmla="*/ 2671994 h 3968273"/>
                  <a:gd name="connsiteX38" fmla="*/ 4220024 w 8773198"/>
                  <a:gd name="connsiteY38" fmla="*/ 2762974 h 3968273"/>
                  <a:gd name="connsiteX39" fmla="*/ 4331074 w 8773198"/>
                  <a:gd name="connsiteY39" fmla="*/ 2829382 h 3968273"/>
                  <a:gd name="connsiteX40" fmla="*/ 4442124 w 8773198"/>
                  <a:gd name="connsiteY40" fmla="*/ 2891341 h 3968273"/>
                  <a:gd name="connsiteX41" fmla="*/ 4553175 w 8773198"/>
                  <a:gd name="connsiteY41" fmla="*/ 2949276 h 3968273"/>
                  <a:gd name="connsiteX42" fmla="*/ 4664225 w 8773198"/>
                  <a:gd name="connsiteY42" fmla="*/ 2999480 h 3968273"/>
                  <a:gd name="connsiteX43" fmla="*/ 4775276 w 8773198"/>
                  <a:gd name="connsiteY43" fmla="*/ 3039515 h 3968273"/>
                  <a:gd name="connsiteX44" fmla="*/ 4886326 w 8773198"/>
                  <a:gd name="connsiteY44" fmla="*/ 3068218 h 3968273"/>
                  <a:gd name="connsiteX45" fmla="*/ 4997377 w 8773198"/>
                  <a:gd name="connsiteY45" fmla="*/ 3086011 h 3968273"/>
                  <a:gd name="connsiteX46" fmla="*/ 5108428 w 8773198"/>
                  <a:gd name="connsiteY46" fmla="*/ 3094061 h 3968273"/>
                  <a:gd name="connsiteX47" fmla="*/ 5219478 w 8773198"/>
                  <a:gd name="connsiteY47" fmla="*/ 3093849 h 3968273"/>
                  <a:gd name="connsiteX48" fmla="*/ 5330528 w 8773198"/>
                  <a:gd name="connsiteY48" fmla="*/ 3086541 h 3968273"/>
                  <a:gd name="connsiteX49" fmla="*/ 5441578 w 8773198"/>
                  <a:gd name="connsiteY49" fmla="*/ 3069277 h 3968273"/>
                  <a:gd name="connsiteX50" fmla="*/ 5552629 w 8773198"/>
                  <a:gd name="connsiteY50" fmla="*/ 3041527 h 3968273"/>
                  <a:gd name="connsiteX51" fmla="*/ 5663679 w 8773198"/>
                  <a:gd name="connsiteY51" fmla="*/ 3004458 h 3968273"/>
                  <a:gd name="connsiteX52" fmla="*/ 5774730 w 8773198"/>
                  <a:gd name="connsiteY52" fmla="*/ 2959868 h 3968273"/>
                  <a:gd name="connsiteX53" fmla="*/ 5885781 w 8773198"/>
                  <a:gd name="connsiteY53" fmla="*/ 2909559 h 3968273"/>
                  <a:gd name="connsiteX54" fmla="*/ 5996831 w 8773198"/>
                  <a:gd name="connsiteY54" fmla="*/ 2856178 h 3968273"/>
                  <a:gd name="connsiteX55" fmla="*/ 6107881 w 8773198"/>
                  <a:gd name="connsiteY55" fmla="*/ 2802692 h 3968273"/>
                  <a:gd name="connsiteX56" fmla="*/ 6219038 w 8773198"/>
                  <a:gd name="connsiteY56" fmla="*/ 2751853 h 3968273"/>
                  <a:gd name="connsiteX57" fmla="*/ 6330088 w 8773198"/>
                  <a:gd name="connsiteY57" fmla="*/ 2705887 h 3968273"/>
                  <a:gd name="connsiteX58" fmla="*/ 6441139 w 8773198"/>
                  <a:gd name="connsiteY58" fmla="*/ 2659496 h 3968273"/>
                  <a:gd name="connsiteX59" fmla="*/ 6552189 w 8773198"/>
                  <a:gd name="connsiteY59" fmla="*/ 2610034 h 3968273"/>
                  <a:gd name="connsiteX60" fmla="*/ 6663240 w 8773198"/>
                  <a:gd name="connsiteY60" fmla="*/ 2556442 h 3968273"/>
                  <a:gd name="connsiteX61" fmla="*/ 6774290 w 8773198"/>
                  <a:gd name="connsiteY61" fmla="*/ 2497766 h 3968273"/>
                  <a:gd name="connsiteX62" fmla="*/ 6885340 w 8773198"/>
                  <a:gd name="connsiteY62" fmla="*/ 2432841 h 3968273"/>
                  <a:gd name="connsiteX63" fmla="*/ 6996391 w 8773198"/>
                  <a:gd name="connsiteY63" fmla="*/ 2360396 h 3968273"/>
                  <a:gd name="connsiteX64" fmla="*/ 7107441 w 8773198"/>
                  <a:gd name="connsiteY64" fmla="*/ 2279689 h 3968273"/>
                  <a:gd name="connsiteX65" fmla="*/ 7218492 w 8773198"/>
                  <a:gd name="connsiteY65" fmla="*/ 2190086 h 3968273"/>
                  <a:gd name="connsiteX66" fmla="*/ 7329543 w 8773198"/>
                  <a:gd name="connsiteY66" fmla="*/ 2091057 h 3968273"/>
                  <a:gd name="connsiteX67" fmla="*/ 7440593 w 8773198"/>
                  <a:gd name="connsiteY67" fmla="*/ 1982601 h 3968273"/>
                  <a:gd name="connsiteX68" fmla="*/ 7551643 w 8773198"/>
                  <a:gd name="connsiteY68" fmla="*/ 1864613 h 3968273"/>
                  <a:gd name="connsiteX69" fmla="*/ 7662694 w 8773198"/>
                  <a:gd name="connsiteY69" fmla="*/ 1737410 h 3968273"/>
                  <a:gd name="connsiteX70" fmla="*/ 7773744 w 8773198"/>
                  <a:gd name="connsiteY70" fmla="*/ 1601099 h 3968273"/>
                  <a:gd name="connsiteX71" fmla="*/ 7884794 w 8773198"/>
                  <a:gd name="connsiteY71" fmla="*/ 1455997 h 3968273"/>
                  <a:gd name="connsiteX72" fmla="*/ 7995845 w 8773198"/>
                  <a:gd name="connsiteY72" fmla="*/ 1302316 h 3968273"/>
                  <a:gd name="connsiteX73" fmla="*/ 8106896 w 8773198"/>
                  <a:gd name="connsiteY73" fmla="*/ 1140268 h 3968273"/>
                  <a:gd name="connsiteX74" fmla="*/ 8217946 w 8773198"/>
                  <a:gd name="connsiteY74" fmla="*/ 969959 h 3968273"/>
                  <a:gd name="connsiteX75" fmla="*/ 8328997 w 8773198"/>
                  <a:gd name="connsiteY75" fmla="*/ 791706 h 3968273"/>
                  <a:gd name="connsiteX76" fmla="*/ 8440047 w 8773198"/>
                  <a:gd name="connsiteY76" fmla="*/ 605403 h 3968273"/>
                  <a:gd name="connsiteX77" fmla="*/ 8551097 w 8773198"/>
                  <a:gd name="connsiteY77" fmla="*/ 411369 h 3968273"/>
                  <a:gd name="connsiteX78" fmla="*/ 8662148 w 8773198"/>
                  <a:gd name="connsiteY78" fmla="*/ 209498 h 3968273"/>
                  <a:gd name="connsiteX79" fmla="*/ 8773198 w 8773198"/>
                  <a:gd name="connsiteY79" fmla="*/ 0 h 3968273"/>
                  <a:gd name="connsiteX80" fmla="*/ 8773198 w 8773198"/>
                  <a:gd name="connsiteY80" fmla="*/ 3333108 h 3968273"/>
                  <a:gd name="connsiteX81" fmla="*/ 8662148 w 8773198"/>
                  <a:gd name="connsiteY81" fmla="*/ 3301864 h 3968273"/>
                  <a:gd name="connsiteX82" fmla="*/ 8551097 w 8773198"/>
                  <a:gd name="connsiteY82" fmla="*/ 3273584 h 3968273"/>
                  <a:gd name="connsiteX83" fmla="*/ 8440047 w 8773198"/>
                  <a:gd name="connsiteY83" fmla="*/ 3248165 h 3968273"/>
                  <a:gd name="connsiteX84" fmla="*/ 8328997 w 8773198"/>
                  <a:gd name="connsiteY84" fmla="*/ 3226135 h 3968273"/>
                  <a:gd name="connsiteX85" fmla="*/ 8217946 w 8773198"/>
                  <a:gd name="connsiteY85" fmla="*/ 3207388 h 3968273"/>
                  <a:gd name="connsiteX86" fmla="*/ 8106896 w 8773198"/>
                  <a:gd name="connsiteY86" fmla="*/ 3192349 h 3968273"/>
                  <a:gd name="connsiteX87" fmla="*/ 7995845 w 8773198"/>
                  <a:gd name="connsiteY87" fmla="*/ 3181122 h 3968273"/>
                  <a:gd name="connsiteX88" fmla="*/ 7884794 w 8773198"/>
                  <a:gd name="connsiteY88" fmla="*/ 3174025 h 3968273"/>
                  <a:gd name="connsiteX89" fmla="*/ 7773744 w 8773198"/>
                  <a:gd name="connsiteY89" fmla="*/ 3171378 h 3968273"/>
                  <a:gd name="connsiteX90" fmla="*/ 7662694 w 8773198"/>
                  <a:gd name="connsiteY90" fmla="*/ 3173602 h 3968273"/>
                  <a:gd name="connsiteX91" fmla="*/ 7551643 w 8773198"/>
                  <a:gd name="connsiteY91" fmla="*/ 3180804 h 3968273"/>
                  <a:gd name="connsiteX92" fmla="*/ 7440593 w 8773198"/>
                  <a:gd name="connsiteY92" fmla="*/ 3193514 h 3968273"/>
                  <a:gd name="connsiteX93" fmla="*/ 7329543 w 8773198"/>
                  <a:gd name="connsiteY93" fmla="*/ 3211837 h 3968273"/>
                  <a:gd name="connsiteX94" fmla="*/ 7218492 w 8773198"/>
                  <a:gd name="connsiteY94" fmla="*/ 3236091 h 3968273"/>
                  <a:gd name="connsiteX95" fmla="*/ 7107441 w 8773198"/>
                  <a:gd name="connsiteY95" fmla="*/ 3266065 h 3968273"/>
                  <a:gd name="connsiteX96" fmla="*/ 6996391 w 8773198"/>
                  <a:gd name="connsiteY96" fmla="*/ 3301546 h 3968273"/>
                  <a:gd name="connsiteX97" fmla="*/ 6885340 w 8773198"/>
                  <a:gd name="connsiteY97" fmla="*/ 3342005 h 3968273"/>
                  <a:gd name="connsiteX98" fmla="*/ 6774290 w 8773198"/>
                  <a:gd name="connsiteY98" fmla="*/ 3386595 h 3968273"/>
                  <a:gd name="connsiteX99" fmla="*/ 6663240 w 8773198"/>
                  <a:gd name="connsiteY99" fmla="*/ 3434256 h 3968273"/>
                  <a:gd name="connsiteX100" fmla="*/ 6552189 w 8773198"/>
                  <a:gd name="connsiteY100" fmla="*/ 3484035 h 3968273"/>
                  <a:gd name="connsiteX101" fmla="*/ 6441139 w 8773198"/>
                  <a:gd name="connsiteY101" fmla="*/ 3534874 h 3968273"/>
                  <a:gd name="connsiteX102" fmla="*/ 6330088 w 8773198"/>
                  <a:gd name="connsiteY102" fmla="*/ 3585924 h 3968273"/>
                  <a:gd name="connsiteX103" fmla="*/ 6219038 w 8773198"/>
                  <a:gd name="connsiteY103" fmla="*/ 3637081 h 3968273"/>
                  <a:gd name="connsiteX104" fmla="*/ 6107881 w 8773198"/>
                  <a:gd name="connsiteY104" fmla="*/ 3690038 h 3968273"/>
                  <a:gd name="connsiteX105" fmla="*/ 5996831 w 8773198"/>
                  <a:gd name="connsiteY105" fmla="*/ 3743101 h 3968273"/>
                  <a:gd name="connsiteX106" fmla="*/ 5885781 w 8773198"/>
                  <a:gd name="connsiteY106" fmla="*/ 3794998 h 3968273"/>
                  <a:gd name="connsiteX107" fmla="*/ 5774730 w 8773198"/>
                  <a:gd name="connsiteY107" fmla="*/ 3844142 h 3968273"/>
                  <a:gd name="connsiteX108" fmla="*/ 5663679 w 8773198"/>
                  <a:gd name="connsiteY108" fmla="*/ 3888626 h 3968273"/>
                  <a:gd name="connsiteX109" fmla="*/ 5552629 w 8773198"/>
                  <a:gd name="connsiteY109" fmla="*/ 3926120 h 3968273"/>
                  <a:gd name="connsiteX110" fmla="*/ 5441578 w 8773198"/>
                  <a:gd name="connsiteY110" fmla="*/ 3953763 h 3968273"/>
                  <a:gd name="connsiteX111" fmla="*/ 5330528 w 8773198"/>
                  <a:gd name="connsiteY111" fmla="*/ 3968273 h 3968273"/>
                  <a:gd name="connsiteX112" fmla="*/ 5219478 w 8773198"/>
                  <a:gd name="connsiteY112" fmla="*/ 3965520 h 3968273"/>
                  <a:gd name="connsiteX113" fmla="*/ 5108428 w 8773198"/>
                  <a:gd name="connsiteY113" fmla="*/ 3943595 h 3968273"/>
                  <a:gd name="connsiteX114" fmla="*/ 4997377 w 8773198"/>
                  <a:gd name="connsiteY114" fmla="*/ 3905996 h 3968273"/>
                  <a:gd name="connsiteX115" fmla="*/ 4886326 w 8773198"/>
                  <a:gd name="connsiteY115" fmla="*/ 3857170 h 3968273"/>
                  <a:gd name="connsiteX116" fmla="*/ 4775276 w 8773198"/>
                  <a:gd name="connsiteY116" fmla="*/ 3800718 h 3968273"/>
                  <a:gd name="connsiteX117" fmla="*/ 4664225 w 8773198"/>
                  <a:gd name="connsiteY117" fmla="*/ 3739605 h 3968273"/>
                  <a:gd name="connsiteX118" fmla="*/ 4553175 w 8773198"/>
                  <a:gd name="connsiteY118" fmla="*/ 3675421 h 3968273"/>
                  <a:gd name="connsiteX119" fmla="*/ 4442124 w 8773198"/>
                  <a:gd name="connsiteY119" fmla="*/ 3608272 h 3968273"/>
                  <a:gd name="connsiteX120" fmla="*/ 4331074 w 8773198"/>
                  <a:gd name="connsiteY120" fmla="*/ 3537204 h 3968273"/>
                  <a:gd name="connsiteX121" fmla="*/ 4220024 w 8773198"/>
                  <a:gd name="connsiteY121" fmla="*/ 3454697 h 3968273"/>
                  <a:gd name="connsiteX122" fmla="*/ 4108973 w 8773198"/>
                  <a:gd name="connsiteY122" fmla="*/ 3338192 h 3968273"/>
                  <a:gd name="connsiteX123" fmla="*/ 3997923 w 8773198"/>
                  <a:gd name="connsiteY123" fmla="*/ 3215120 h 3968273"/>
                  <a:gd name="connsiteX124" fmla="*/ 3886872 w 8773198"/>
                  <a:gd name="connsiteY124" fmla="*/ 3110901 h 3968273"/>
                  <a:gd name="connsiteX125" fmla="*/ 3775822 w 8773198"/>
                  <a:gd name="connsiteY125" fmla="*/ 2991430 h 3968273"/>
                  <a:gd name="connsiteX126" fmla="*/ 3664771 w 8773198"/>
                  <a:gd name="connsiteY126" fmla="*/ 2894307 h 3968273"/>
                  <a:gd name="connsiteX127" fmla="*/ 3553721 w 8773198"/>
                  <a:gd name="connsiteY127" fmla="*/ 2789558 h 3968273"/>
                  <a:gd name="connsiteX128" fmla="*/ 3442670 w 8773198"/>
                  <a:gd name="connsiteY128" fmla="*/ 2687881 h 3968273"/>
                  <a:gd name="connsiteX129" fmla="*/ 3331620 w 8773198"/>
                  <a:gd name="connsiteY129" fmla="*/ 2599549 h 3968273"/>
                  <a:gd name="connsiteX130" fmla="*/ 3220569 w 8773198"/>
                  <a:gd name="connsiteY130" fmla="*/ 2524032 h 3968273"/>
                  <a:gd name="connsiteX131" fmla="*/ 3109519 w 8773198"/>
                  <a:gd name="connsiteY131" fmla="*/ 2448728 h 3968273"/>
                  <a:gd name="connsiteX132" fmla="*/ 2998362 w 8773198"/>
                  <a:gd name="connsiteY132" fmla="*/ 2387510 h 3968273"/>
                  <a:gd name="connsiteX133" fmla="*/ 2887312 w 8773198"/>
                  <a:gd name="connsiteY133" fmla="*/ 2353935 h 3968273"/>
                  <a:gd name="connsiteX134" fmla="*/ 2776262 w 8773198"/>
                  <a:gd name="connsiteY134" fmla="*/ 2349380 h 3968273"/>
                  <a:gd name="connsiteX135" fmla="*/ 2665211 w 8773198"/>
                  <a:gd name="connsiteY135" fmla="*/ 2361984 h 3968273"/>
                  <a:gd name="connsiteX136" fmla="*/ 2554161 w 8773198"/>
                  <a:gd name="connsiteY136" fmla="*/ 2400643 h 3968273"/>
                  <a:gd name="connsiteX137" fmla="*/ 2443110 w 8773198"/>
                  <a:gd name="connsiteY137" fmla="*/ 2474253 h 3968273"/>
                  <a:gd name="connsiteX138" fmla="*/ 2332060 w 8773198"/>
                  <a:gd name="connsiteY138" fmla="*/ 2566504 h 3968273"/>
                  <a:gd name="connsiteX139" fmla="*/ 2221009 w 8773198"/>
                  <a:gd name="connsiteY139" fmla="*/ 2698261 h 3968273"/>
                  <a:gd name="connsiteX140" fmla="*/ 2109959 w 8773198"/>
                  <a:gd name="connsiteY140" fmla="*/ 2805233 h 3968273"/>
                  <a:gd name="connsiteX141" fmla="*/ 1998908 w 8773198"/>
                  <a:gd name="connsiteY141" fmla="*/ 2826205 h 3968273"/>
                  <a:gd name="connsiteX142" fmla="*/ 1887858 w 8773198"/>
                  <a:gd name="connsiteY142" fmla="*/ 2816990 h 3968273"/>
                  <a:gd name="connsiteX143" fmla="*/ 1776807 w 8773198"/>
                  <a:gd name="connsiteY143" fmla="*/ 2790935 h 3968273"/>
                  <a:gd name="connsiteX144" fmla="*/ 1665757 w 8773198"/>
                  <a:gd name="connsiteY144" fmla="*/ 2721456 h 3968273"/>
                  <a:gd name="connsiteX145" fmla="*/ 1554706 w 8773198"/>
                  <a:gd name="connsiteY145" fmla="*/ 2515136 h 3968273"/>
                  <a:gd name="connsiteX146" fmla="*/ 1443656 w 8773198"/>
                  <a:gd name="connsiteY146" fmla="*/ 2222496 h 3968273"/>
                  <a:gd name="connsiteX147" fmla="*/ 1332605 w 8773198"/>
                  <a:gd name="connsiteY147" fmla="*/ 1934940 h 3968273"/>
                  <a:gd name="connsiteX148" fmla="*/ 1221555 w 8773198"/>
                  <a:gd name="connsiteY148" fmla="*/ 1720358 h 3968273"/>
                  <a:gd name="connsiteX149" fmla="*/ 1110505 w 8773198"/>
                  <a:gd name="connsiteY149" fmla="*/ 1619211 h 3968273"/>
                  <a:gd name="connsiteX150" fmla="*/ 999454 w 8773198"/>
                  <a:gd name="connsiteY150" fmla="*/ 1571232 h 3968273"/>
                  <a:gd name="connsiteX151" fmla="*/ 888404 w 8773198"/>
                  <a:gd name="connsiteY151" fmla="*/ 1588707 h 3968273"/>
                  <a:gd name="connsiteX152" fmla="*/ 777353 w 8773198"/>
                  <a:gd name="connsiteY152" fmla="*/ 1647913 h 3968273"/>
                  <a:gd name="connsiteX153" fmla="*/ 666303 w 8773198"/>
                  <a:gd name="connsiteY153" fmla="*/ 1761665 h 3968273"/>
                  <a:gd name="connsiteX154" fmla="*/ 555252 w 8773198"/>
                  <a:gd name="connsiteY154" fmla="*/ 1925831 h 3968273"/>
                  <a:gd name="connsiteX155" fmla="*/ 444202 w 8773198"/>
                  <a:gd name="connsiteY155" fmla="*/ 2150157 h 3968273"/>
                  <a:gd name="connsiteX156" fmla="*/ 333151 w 8773198"/>
                  <a:gd name="connsiteY156" fmla="*/ 2452011 h 3968273"/>
                  <a:gd name="connsiteX157" fmla="*/ 222101 w 8773198"/>
                  <a:gd name="connsiteY157" fmla="*/ 2846328 h 3968273"/>
                  <a:gd name="connsiteX158" fmla="*/ 111050 w 8773198"/>
                  <a:gd name="connsiteY158" fmla="*/ 3333849 h 3968273"/>
                  <a:gd name="connsiteX159" fmla="*/ 0 w 8773198"/>
                  <a:gd name="connsiteY159" fmla="*/ 3917541 h 3968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3968273">
                    <a:moveTo>
                      <a:pt x="0" y="2883610"/>
                    </a:moveTo>
                    <a:lnTo>
                      <a:pt x="111050" y="2512912"/>
                    </a:lnTo>
                    <a:lnTo>
                      <a:pt x="222101" y="2171022"/>
                    </a:lnTo>
                    <a:lnTo>
                      <a:pt x="333151" y="1851480"/>
                    </a:lnTo>
                    <a:lnTo>
                      <a:pt x="444202" y="1564241"/>
                    </a:lnTo>
                    <a:lnTo>
                      <a:pt x="555252" y="1318627"/>
                    </a:lnTo>
                    <a:lnTo>
                      <a:pt x="666303" y="1118662"/>
                    </a:lnTo>
                    <a:lnTo>
                      <a:pt x="777353" y="971018"/>
                    </a:lnTo>
                    <a:lnTo>
                      <a:pt x="888404" y="890841"/>
                    </a:lnTo>
                    <a:lnTo>
                      <a:pt x="999454" y="861927"/>
                    </a:lnTo>
                    <a:lnTo>
                      <a:pt x="1110505" y="903339"/>
                    </a:lnTo>
                    <a:lnTo>
                      <a:pt x="1221555" y="1021221"/>
                    </a:lnTo>
                    <a:lnTo>
                      <a:pt x="1332605" y="1254867"/>
                    </a:lnTo>
                    <a:lnTo>
                      <a:pt x="1443656" y="1518169"/>
                    </a:lnTo>
                    <a:lnTo>
                      <a:pt x="1554706" y="1748002"/>
                    </a:lnTo>
                    <a:lnTo>
                      <a:pt x="1665757" y="1904436"/>
                    </a:lnTo>
                    <a:lnTo>
                      <a:pt x="1776807" y="1983766"/>
                    </a:lnTo>
                    <a:lnTo>
                      <a:pt x="1887858" y="2044455"/>
                    </a:lnTo>
                    <a:lnTo>
                      <a:pt x="1998908" y="2068815"/>
                    </a:lnTo>
                    <a:lnTo>
                      <a:pt x="2109959" y="2061930"/>
                    </a:lnTo>
                    <a:lnTo>
                      <a:pt x="2221009" y="1990121"/>
                    </a:lnTo>
                    <a:lnTo>
                      <a:pt x="2332060" y="1858258"/>
                    </a:lnTo>
                    <a:lnTo>
                      <a:pt x="2443110" y="1730844"/>
                    </a:lnTo>
                    <a:lnTo>
                      <a:pt x="2554161" y="1669096"/>
                    </a:lnTo>
                    <a:lnTo>
                      <a:pt x="2665211" y="1640923"/>
                    </a:lnTo>
                    <a:lnTo>
                      <a:pt x="2776262" y="1652891"/>
                    </a:lnTo>
                    <a:lnTo>
                      <a:pt x="2887312" y="1677993"/>
                    </a:lnTo>
                    <a:lnTo>
                      <a:pt x="2998362" y="1703306"/>
                    </a:lnTo>
                    <a:lnTo>
                      <a:pt x="3109519" y="1729149"/>
                    </a:lnTo>
                    <a:lnTo>
                      <a:pt x="3220569" y="1768231"/>
                    </a:lnTo>
                    <a:lnTo>
                      <a:pt x="3331620" y="1838558"/>
                    </a:lnTo>
                    <a:lnTo>
                      <a:pt x="3442670" y="1950403"/>
                    </a:lnTo>
                    <a:lnTo>
                      <a:pt x="3553721" y="2079406"/>
                    </a:lnTo>
                    <a:lnTo>
                      <a:pt x="3664771" y="2204067"/>
                    </a:lnTo>
                    <a:lnTo>
                      <a:pt x="3775822" y="2320678"/>
                    </a:lnTo>
                    <a:lnTo>
                      <a:pt x="3886872" y="2454341"/>
                    </a:lnTo>
                    <a:lnTo>
                      <a:pt x="3997923" y="2562267"/>
                    </a:lnTo>
                    <a:lnTo>
                      <a:pt x="4108973" y="2671994"/>
                    </a:lnTo>
                    <a:lnTo>
                      <a:pt x="4220024" y="2762974"/>
                    </a:lnTo>
                    <a:lnTo>
                      <a:pt x="4331074" y="2829382"/>
                    </a:lnTo>
                    <a:lnTo>
                      <a:pt x="4442124" y="2891341"/>
                    </a:lnTo>
                    <a:lnTo>
                      <a:pt x="4553175" y="2949276"/>
                    </a:lnTo>
                    <a:lnTo>
                      <a:pt x="4664225" y="2999480"/>
                    </a:lnTo>
                    <a:lnTo>
                      <a:pt x="4775276" y="3039515"/>
                    </a:lnTo>
                    <a:lnTo>
                      <a:pt x="4886326" y="3068218"/>
                    </a:lnTo>
                    <a:lnTo>
                      <a:pt x="4997377" y="3086011"/>
                    </a:lnTo>
                    <a:lnTo>
                      <a:pt x="5108428" y="3094061"/>
                    </a:lnTo>
                    <a:lnTo>
                      <a:pt x="5219478" y="3093849"/>
                    </a:lnTo>
                    <a:lnTo>
                      <a:pt x="5330528" y="3086541"/>
                    </a:lnTo>
                    <a:lnTo>
                      <a:pt x="5441578" y="3069277"/>
                    </a:lnTo>
                    <a:lnTo>
                      <a:pt x="5552629" y="3041527"/>
                    </a:lnTo>
                    <a:lnTo>
                      <a:pt x="5663679" y="3004458"/>
                    </a:lnTo>
                    <a:lnTo>
                      <a:pt x="5774730" y="2959868"/>
                    </a:lnTo>
                    <a:lnTo>
                      <a:pt x="5885781" y="2909559"/>
                    </a:lnTo>
                    <a:lnTo>
                      <a:pt x="5996831" y="2856178"/>
                    </a:lnTo>
                    <a:lnTo>
                      <a:pt x="6107881" y="2802692"/>
                    </a:lnTo>
                    <a:lnTo>
                      <a:pt x="6219038" y="2751853"/>
                    </a:lnTo>
                    <a:lnTo>
                      <a:pt x="6330088" y="2705887"/>
                    </a:lnTo>
                    <a:lnTo>
                      <a:pt x="6441139" y="2659496"/>
                    </a:lnTo>
                    <a:lnTo>
                      <a:pt x="6552189" y="2610034"/>
                    </a:lnTo>
                    <a:lnTo>
                      <a:pt x="6663240" y="2556442"/>
                    </a:lnTo>
                    <a:lnTo>
                      <a:pt x="6774290" y="2497766"/>
                    </a:lnTo>
                    <a:lnTo>
                      <a:pt x="6885340" y="2432841"/>
                    </a:lnTo>
                    <a:lnTo>
                      <a:pt x="6996391" y="2360396"/>
                    </a:lnTo>
                    <a:lnTo>
                      <a:pt x="7107441" y="2279689"/>
                    </a:lnTo>
                    <a:lnTo>
                      <a:pt x="7218492" y="2190086"/>
                    </a:lnTo>
                    <a:lnTo>
                      <a:pt x="7329543" y="2091057"/>
                    </a:lnTo>
                    <a:lnTo>
                      <a:pt x="7440593" y="1982601"/>
                    </a:lnTo>
                    <a:lnTo>
                      <a:pt x="7551643" y="1864613"/>
                    </a:lnTo>
                    <a:lnTo>
                      <a:pt x="7662694" y="1737410"/>
                    </a:lnTo>
                    <a:lnTo>
                      <a:pt x="7773744" y="1601099"/>
                    </a:lnTo>
                    <a:lnTo>
                      <a:pt x="7884794" y="1455997"/>
                    </a:lnTo>
                    <a:lnTo>
                      <a:pt x="7995845" y="1302316"/>
                    </a:lnTo>
                    <a:lnTo>
                      <a:pt x="8106896" y="1140268"/>
                    </a:lnTo>
                    <a:lnTo>
                      <a:pt x="8217946" y="969959"/>
                    </a:lnTo>
                    <a:lnTo>
                      <a:pt x="8328997" y="791706"/>
                    </a:lnTo>
                    <a:lnTo>
                      <a:pt x="8440047" y="605403"/>
                    </a:lnTo>
                    <a:lnTo>
                      <a:pt x="8551097" y="411369"/>
                    </a:lnTo>
                    <a:lnTo>
                      <a:pt x="8662148" y="209498"/>
                    </a:lnTo>
                    <a:lnTo>
                      <a:pt x="8773198" y="0"/>
                    </a:lnTo>
                    <a:lnTo>
                      <a:pt x="8773198" y="3333108"/>
                    </a:lnTo>
                    <a:lnTo>
                      <a:pt x="8662148" y="3301864"/>
                    </a:lnTo>
                    <a:lnTo>
                      <a:pt x="8551097" y="3273584"/>
                    </a:lnTo>
                    <a:lnTo>
                      <a:pt x="8440047" y="3248165"/>
                    </a:lnTo>
                    <a:lnTo>
                      <a:pt x="8328997" y="3226135"/>
                    </a:lnTo>
                    <a:lnTo>
                      <a:pt x="8217946" y="3207388"/>
                    </a:lnTo>
                    <a:lnTo>
                      <a:pt x="8106896" y="3192349"/>
                    </a:lnTo>
                    <a:lnTo>
                      <a:pt x="7995845" y="3181122"/>
                    </a:lnTo>
                    <a:lnTo>
                      <a:pt x="7884794" y="3174025"/>
                    </a:lnTo>
                    <a:lnTo>
                      <a:pt x="7773744" y="3171378"/>
                    </a:lnTo>
                    <a:lnTo>
                      <a:pt x="7662694" y="3173602"/>
                    </a:lnTo>
                    <a:lnTo>
                      <a:pt x="7551643" y="3180804"/>
                    </a:lnTo>
                    <a:lnTo>
                      <a:pt x="7440593" y="3193514"/>
                    </a:lnTo>
                    <a:lnTo>
                      <a:pt x="7329543" y="3211837"/>
                    </a:lnTo>
                    <a:lnTo>
                      <a:pt x="7218492" y="3236091"/>
                    </a:lnTo>
                    <a:lnTo>
                      <a:pt x="7107441" y="3266065"/>
                    </a:lnTo>
                    <a:lnTo>
                      <a:pt x="6996391" y="3301546"/>
                    </a:lnTo>
                    <a:lnTo>
                      <a:pt x="6885340" y="3342005"/>
                    </a:lnTo>
                    <a:lnTo>
                      <a:pt x="6774290" y="3386595"/>
                    </a:lnTo>
                    <a:lnTo>
                      <a:pt x="6663240" y="3434256"/>
                    </a:lnTo>
                    <a:lnTo>
                      <a:pt x="6552189" y="3484035"/>
                    </a:lnTo>
                    <a:lnTo>
                      <a:pt x="6441139" y="3534874"/>
                    </a:lnTo>
                    <a:lnTo>
                      <a:pt x="6330088" y="3585924"/>
                    </a:lnTo>
                    <a:lnTo>
                      <a:pt x="6219038" y="3637081"/>
                    </a:lnTo>
                    <a:lnTo>
                      <a:pt x="6107881" y="3690038"/>
                    </a:lnTo>
                    <a:lnTo>
                      <a:pt x="5996831" y="3743101"/>
                    </a:lnTo>
                    <a:lnTo>
                      <a:pt x="5885781" y="3794998"/>
                    </a:lnTo>
                    <a:lnTo>
                      <a:pt x="5774730" y="3844142"/>
                    </a:lnTo>
                    <a:lnTo>
                      <a:pt x="5663679" y="3888626"/>
                    </a:lnTo>
                    <a:lnTo>
                      <a:pt x="5552629" y="3926120"/>
                    </a:lnTo>
                    <a:lnTo>
                      <a:pt x="5441578" y="3953763"/>
                    </a:lnTo>
                    <a:lnTo>
                      <a:pt x="5330528" y="3968273"/>
                    </a:lnTo>
                    <a:lnTo>
                      <a:pt x="5219478" y="3965520"/>
                    </a:lnTo>
                    <a:lnTo>
                      <a:pt x="5108428" y="3943595"/>
                    </a:lnTo>
                    <a:lnTo>
                      <a:pt x="4997377" y="3905996"/>
                    </a:lnTo>
                    <a:lnTo>
                      <a:pt x="4886326" y="3857170"/>
                    </a:lnTo>
                    <a:lnTo>
                      <a:pt x="4775276" y="3800718"/>
                    </a:lnTo>
                    <a:lnTo>
                      <a:pt x="4664225" y="3739605"/>
                    </a:lnTo>
                    <a:lnTo>
                      <a:pt x="4553175" y="3675421"/>
                    </a:lnTo>
                    <a:lnTo>
                      <a:pt x="4442124" y="3608272"/>
                    </a:lnTo>
                    <a:lnTo>
                      <a:pt x="4331074" y="3537204"/>
                    </a:lnTo>
                    <a:lnTo>
                      <a:pt x="4220024" y="3454697"/>
                    </a:lnTo>
                    <a:lnTo>
                      <a:pt x="4108973" y="3338192"/>
                    </a:lnTo>
                    <a:lnTo>
                      <a:pt x="3997923" y="3215120"/>
                    </a:lnTo>
                    <a:lnTo>
                      <a:pt x="3886872" y="3110901"/>
                    </a:lnTo>
                    <a:lnTo>
                      <a:pt x="3775822" y="2991430"/>
                    </a:lnTo>
                    <a:lnTo>
                      <a:pt x="3664771" y="2894307"/>
                    </a:lnTo>
                    <a:lnTo>
                      <a:pt x="3553721" y="2789558"/>
                    </a:lnTo>
                    <a:lnTo>
                      <a:pt x="3442670" y="2687881"/>
                    </a:lnTo>
                    <a:lnTo>
                      <a:pt x="3331620" y="2599549"/>
                    </a:lnTo>
                    <a:lnTo>
                      <a:pt x="3220569" y="2524032"/>
                    </a:lnTo>
                    <a:lnTo>
                      <a:pt x="3109519" y="2448728"/>
                    </a:lnTo>
                    <a:lnTo>
                      <a:pt x="2998362" y="2387510"/>
                    </a:lnTo>
                    <a:lnTo>
                      <a:pt x="2887312" y="2353935"/>
                    </a:lnTo>
                    <a:lnTo>
                      <a:pt x="2776262" y="2349380"/>
                    </a:lnTo>
                    <a:lnTo>
                      <a:pt x="2665211" y="2361984"/>
                    </a:lnTo>
                    <a:lnTo>
                      <a:pt x="2554161" y="2400643"/>
                    </a:lnTo>
                    <a:lnTo>
                      <a:pt x="2443110" y="2474253"/>
                    </a:lnTo>
                    <a:lnTo>
                      <a:pt x="2332060" y="2566504"/>
                    </a:lnTo>
                    <a:lnTo>
                      <a:pt x="2221009" y="2698261"/>
                    </a:lnTo>
                    <a:lnTo>
                      <a:pt x="2109959" y="2805233"/>
                    </a:lnTo>
                    <a:lnTo>
                      <a:pt x="1998908" y="2826205"/>
                    </a:lnTo>
                    <a:lnTo>
                      <a:pt x="1887858" y="2816990"/>
                    </a:lnTo>
                    <a:lnTo>
                      <a:pt x="1776807" y="2790935"/>
                    </a:lnTo>
                    <a:lnTo>
                      <a:pt x="1665757" y="2721456"/>
                    </a:lnTo>
                    <a:lnTo>
                      <a:pt x="1554706" y="2515136"/>
                    </a:lnTo>
                    <a:lnTo>
                      <a:pt x="1443656" y="2222496"/>
                    </a:lnTo>
                    <a:lnTo>
                      <a:pt x="1332605" y="1934940"/>
                    </a:lnTo>
                    <a:lnTo>
                      <a:pt x="1221555" y="1720358"/>
                    </a:lnTo>
                    <a:lnTo>
                      <a:pt x="1110505" y="1619211"/>
                    </a:lnTo>
                    <a:lnTo>
                      <a:pt x="999454" y="1571232"/>
                    </a:lnTo>
                    <a:lnTo>
                      <a:pt x="888404" y="1588707"/>
                    </a:lnTo>
                    <a:lnTo>
                      <a:pt x="777353" y="1647913"/>
                    </a:lnTo>
                    <a:lnTo>
                      <a:pt x="666303" y="1761665"/>
                    </a:lnTo>
                    <a:lnTo>
                      <a:pt x="555252" y="1925831"/>
                    </a:lnTo>
                    <a:lnTo>
                      <a:pt x="444202" y="2150157"/>
                    </a:lnTo>
                    <a:lnTo>
                      <a:pt x="333151" y="2452011"/>
                    </a:lnTo>
                    <a:lnTo>
                      <a:pt x="222101" y="2846328"/>
                    </a:lnTo>
                    <a:lnTo>
                      <a:pt x="111050" y="3333849"/>
                    </a:lnTo>
                    <a:lnTo>
                      <a:pt x="0" y="3917541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1BA2EE-0008-7131-C75A-3340D30D107E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094060"/>
              </a:xfrm>
              <a:custGeom>
                <a:avLst/>
                <a:gdLst>
                  <a:gd name="connsiteX0" fmla="*/ 0 w 8773198"/>
                  <a:gd name="connsiteY0" fmla="*/ 2883610 h 3094060"/>
                  <a:gd name="connsiteX1" fmla="*/ 111050 w 8773198"/>
                  <a:gd name="connsiteY1" fmla="*/ 2512912 h 3094060"/>
                  <a:gd name="connsiteX2" fmla="*/ 222101 w 8773198"/>
                  <a:gd name="connsiteY2" fmla="*/ 2171022 h 3094060"/>
                  <a:gd name="connsiteX3" fmla="*/ 333151 w 8773198"/>
                  <a:gd name="connsiteY3" fmla="*/ 1851480 h 3094060"/>
                  <a:gd name="connsiteX4" fmla="*/ 444202 w 8773198"/>
                  <a:gd name="connsiteY4" fmla="*/ 1564241 h 3094060"/>
                  <a:gd name="connsiteX5" fmla="*/ 555252 w 8773198"/>
                  <a:gd name="connsiteY5" fmla="*/ 1318627 h 3094060"/>
                  <a:gd name="connsiteX6" fmla="*/ 666303 w 8773198"/>
                  <a:gd name="connsiteY6" fmla="*/ 1118662 h 3094060"/>
                  <a:gd name="connsiteX7" fmla="*/ 777353 w 8773198"/>
                  <a:gd name="connsiteY7" fmla="*/ 971018 h 3094060"/>
                  <a:gd name="connsiteX8" fmla="*/ 888404 w 8773198"/>
                  <a:gd name="connsiteY8" fmla="*/ 890841 h 3094060"/>
                  <a:gd name="connsiteX9" fmla="*/ 999454 w 8773198"/>
                  <a:gd name="connsiteY9" fmla="*/ 861927 h 3094060"/>
                  <a:gd name="connsiteX10" fmla="*/ 1110505 w 8773198"/>
                  <a:gd name="connsiteY10" fmla="*/ 903339 h 3094060"/>
                  <a:gd name="connsiteX11" fmla="*/ 1221555 w 8773198"/>
                  <a:gd name="connsiteY11" fmla="*/ 1021221 h 3094060"/>
                  <a:gd name="connsiteX12" fmla="*/ 1332605 w 8773198"/>
                  <a:gd name="connsiteY12" fmla="*/ 1254867 h 3094060"/>
                  <a:gd name="connsiteX13" fmla="*/ 1443656 w 8773198"/>
                  <a:gd name="connsiteY13" fmla="*/ 1518169 h 3094060"/>
                  <a:gd name="connsiteX14" fmla="*/ 1554706 w 8773198"/>
                  <a:gd name="connsiteY14" fmla="*/ 1748002 h 3094060"/>
                  <a:gd name="connsiteX15" fmla="*/ 1665757 w 8773198"/>
                  <a:gd name="connsiteY15" fmla="*/ 1904436 h 3094060"/>
                  <a:gd name="connsiteX16" fmla="*/ 1776807 w 8773198"/>
                  <a:gd name="connsiteY16" fmla="*/ 1983766 h 3094060"/>
                  <a:gd name="connsiteX17" fmla="*/ 1887858 w 8773198"/>
                  <a:gd name="connsiteY17" fmla="*/ 2044455 h 3094060"/>
                  <a:gd name="connsiteX18" fmla="*/ 1998908 w 8773198"/>
                  <a:gd name="connsiteY18" fmla="*/ 2068815 h 3094060"/>
                  <a:gd name="connsiteX19" fmla="*/ 2109959 w 8773198"/>
                  <a:gd name="connsiteY19" fmla="*/ 2061930 h 3094060"/>
                  <a:gd name="connsiteX20" fmla="*/ 2221009 w 8773198"/>
                  <a:gd name="connsiteY20" fmla="*/ 1990121 h 3094060"/>
                  <a:gd name="connsiteX21" fmla="*/ 2332060 w 8773198"/>
                  <a:gd name="connsiteY21" fmla="*/ 1858258 h 3094060"/>
                  <a:gd name="connsiteX22" fmla="*/ 2443110 w 8773198"/>
                  <a:gd name="connsiteY22" fmla="*/ 1730844 h 3094060"/>
                  <a:gd name="connsiteX23" fmla="*/ 2554161 w 8773198"/>
                  <a:gd name="connsiteY23" fmla="*/ 1669096 h 3094060"/>
                  <a:gd name="connsiteX24" fmla="*/ 2665211 w 8773198"/>
                  <a:gd name="connsiteY24" fmla="*/ 1640923 h 3094060"/>
                  <a:gd name="connsiteX25" fmla="*/ 2776262 w 8773198"/>
                  <a:gd name="connsiteY25" fmla="*/ 1652891 h 3094060"/>
                  <a:gd name="connsiteX26" fmla="*/ 2887312 w 8773198"/>
                  <a:gd name="connsiteY26" fmla="*/ 1677993 h 3094060"/>
                  <a:gd name="connsiteX27" fmla="*/ 2998362 w 8773198"/>
                  <a:gd name="connsiteY27" fmla="*/ 1703306 h 3094060"/>
                  <a:gd name="connsiteX28" fmla="*/ 3109519 w 8773198"/>
                  <a:gd name="connsiteY28" fmla="*/ 1729149 h 3094060"/>
                  <a:gd name="connsiteX29" fmla="*/ 3220569 w 8773198"/>
                  <a:gd name="connsiteY29" fmla="*/ 1768231 h 3094060"/>
                  <a:gd name="connsiteX30" fmla="*/ 3331620 w 8773198"/>
                  <a:gd name="connsiteY30" fmla="*/ 1838558 h 3094060"/>
                  <a:gd name="connsiteX31" fmla="*/ 3442670 w 8773198"/>
                  <a:gd name="connsiteY31" fmla="*/ 1950403 h 3094060"/>
                  <a:gd name="connsiteX32" fmla="*/ 3553721 w 8773198"/>
                  <a:gd name="connsiteY32" fmla="*/ 2079406 h 3094060"/>
                  <a:gd name="connsiteX33" fmla="*/ 3664771 w 8773198"/>
                  <a:gd name="connsiteY33" fmla="*/ 2204067 h 3094060"/>
                  <a:gd name="connsiteX34" fmla="*/ 3775822 w 8773198"/>
                  <a:gd name="connsiteY34" fmla="*/ 2320678 h 3094060"/>
                  <a:gd name="connsiteX35" fmla="*/ 3886872 w 8773198"/>
                  <a:gd name="connsiteY35" fmla="*/ 2454341 h 3094060"/>
                  <a:gd name="connsiteX36" fmla="*/ 3997923 w 8773198"/>
                  <a:gd name="connsiteY36" fmla="*/ 2562267 h 3094060"/>
                  <a:gd name="connsiteX37" fmla="*/ 4108973 w 8773198"/>
                  <a:gd name="connsiteY37" fmla="*/ 2671994 h 3094060"/>
                  <a:gd name="connsiteX38" fmla="*/ 4220024 w 8773198"/>
                  <a:gd name="connsiteY38" fmla="*/ 2762974 h 3094060"/>
                  <a:gd name="connsiteX39" fmla="*/ 4331074 w 8773198"/>
                  <a:gd name="connsiteY39" fmla="*/ 2829382 h 3094060"/>
                  <a:gd name="connsiteX40" fmla="*/ 4442124 w 8773198"/>
                  <a:gd name="connsiteY40" fmla="*/ 2891341 h 3094060"/>
                  <a:gd name="connsiteX41" fmla="*/ 4553175 w 8773198"/>
                  <a:gd name="connsiteY41" fmla="*/ 2949276 h 3094060"/>
                  <a:gd name="connsiteX42" fmla="*/ 4664225 w 8773198"/>
                  <a:gd name="connsiteY42" fmla="*/ 2999480 h 3094060"/>
                  <a:gd name="connsiteX43" fmla="*/ 4775276 w 8773198"/>
                  <a:gd name="connsiteY43" fmla="*/ 3039515 h 3094060"/>
                  <a:gd name="connsiteX44" fmla="*/ 4886326 w 8773198"/>
                  <a:gd name="connsiteY44" fmla="*/ 3068218 h 3094060"/>
                  <a:gd name="connsiteX45" fmla="*/ 4997377 w 8773198"/>
                  <a:gd name="connsiteY45" fmla="*/ 3086011 h 3094060"/>
                  <a:gd name="connsiteX46" fmla="*/ 5108428 w 8773198"/>
                  <a:gd name="connsiteY46" fmla="*/ 3094061 h 3094060"/>
                  <a:gd name="connsiteX47" fmla="*/ 5219478 w 8773198"/>
                  <a:gd name="connsiteY47" fmla="*/ 3093849 h 3094060"/>
                  <a:gd name="connsiteX48" fmla="*/ 5330528 w 8773198"/>
                  <a:gd name="connsiteY48" fmla="*/ 3086541 h 3094060"/>
                  <a:gd name="connsiteX49" fmla="*/ 5441578 w 8773198"/>
                  <a:gd name="connsiteY49" fmla="*/ 3069277 h 3094060"/>
                  <a:gd name="connsiteX50" fmla="*/ 5552629 w 8773198"/>
                  <a:gd name="connsiteY50" fmla="*/ 3041527 h 3094060"/>
                  <a:gd name="connsiteX51" fmla="*/ 5663679 w 8773198"/>
                  <a:gd name="connsiteY51" fmla="*/ 3004458 h 3094060"/>
                  <a:gd name="connsiteX52" fmla="*/ 5774730 w 8773198"/>
                  <a:gd name="connsiteY52" fmla="*/ 2959868 h 3094060"/>
                  <a:gd name="connsiteX53" fmla="*/ 5885781 w 8773198"/>
                  <a:gd name="connsiteY53" fmla="*/ 2909559 h 3094060"/>
                  <a:gd name="connsiteX54" fmla="*/ 5996831 w 8773198"/>
                  <a:gd name="connsiteY54" fmla="*/ 2856178 h 3094060"/>
                  <a:gd name="connsiteX55" fmla="*/ 6107881 w 8773198"/>
                  <a:gd name="connsiteY55" fmla="*/ 2802692 h 3094060"/>
                  <a:gd name="connsiteX56" fmla="*/ 6219038 w 8773198"/>
                  <a:gd name="connsiteY56" fmla="*/ 2751853 h 3094060"/>
                  <a:gd name="connsiteX57" fmla="*/ 6330088 w 8773198"/>
                  <a:gd name="connsiteY57" fmla="*/ 2705887 h 3094060"/>
                  <a:gd name="connsiteX58" fmla="*/ 6441139 w 8773198"/>
                  <a:gd name="connsiteY58" fmla="*/ 2659496 h 3094060"/>
                  <a:gd name="connsiteX59" fmla="*/ 6552189 w 8773198"/>
                  <a:gd name="connsiteY59" fmla="*/ 2610034 h 3094060"/>
                  <a:gd name="connsiteX60" fmla="*/ 6663240 w 8773198"/>
                  <a:gd name="connsiteY60" fmla="*/ 2556442 h 3094060"/>
                  <a:gd name="connsiteX61" fmla="*/ 6774290 w 8773198"/>
                  <a:gd name="connsiteY61" fmla="*/ 2497766 h 3094060"/>
                  <a:gd name="connsiteX62" fmla="*/ 6885340 w 8773198"/>
                  <a:gd name="connsiteY62" fmla="*/ 2432841 h 3094060"/>
                  <a:gd name="connsiteX63" fmla="*/ 6996391 w 8773198"/>
                  <a:gd name="connsiteY63" fmla="*/ 2360396 h 3094060"/>
                  <a:gd name="connsiteX64" fmla="*/ 7107441 w 8773198"/>
                  <a:gd name="connsiteY64" fmla="*/ 2279689 h 3094060"/>
                  <a:gd name="connsiteX65" fmla="*/ 7218492 w 8773198"/>
                  <a:gd name="connsiteY65" fmla="*/ 2190086 h 3094060"/>
                  <a:gd name="connsiteX66" fmla="*/ 7329543 w 8773198"/>
                  <a:gd name="connsiteY66" fmla="*/ 2091057 h 3094060"/>
                  <a:gd name="connsiteX67" fmla="*/ 7440593 w 8773198"/>
                  <a:gd name="connsiteY67" fmla="*/ 1982601 h 3094060"/>
                  <a:gd name="connsiteX68" fmla="*/ 7551643 w 8773198"/>
                  <a:gd name="connsiteY68" fmla="*/ 1864613 h 3094060"/>
                  <a:gd name="connsiteX69" fmla="*/ 7662694 w 8773198"/>
                  <a:gd name="connsiteY69" fmla="*/ 1737410 h 3094060"/>
                  <a:gd name="connsiteX70" fmla="*/ 7773744 w 8773198"/>
                  <a:gd name="connsiteY70" fmla="*/ 1601099 h 3094060"/>
                  <a:gd name="connsiteX71" fmla="*/ 7884794 w 8773198"/>
                  <a:gd name="connsiteY71" fmla="*/ 1455997 h 3094060"/>
                  <a:gd name="connsiteX72" fmla="*/ 7995845 w 8773198"/>
                  <a:gd name="connsiteY72" fmla="*/ 1302316 h 3094060"/>
                  <a:gd name="connsiteX73" fmla="*/ 8106896 w 8773198"/>
                  <a:gd name="connsiteY73" fmla="*/ 1140268 h 3094060"/>
                  <a:gd name="connsiteX74" fmla="*/ 8217946 w 8773198"/>
                  <a:gd name="connsiteY74" fmla="*/ 969959 h 3094060"/>
                  <a:gd name="connsiteX75" fmla="*/ 8328997 w 8773198"/>
                  <a:gd name="connsiteY75" fmla="*/ 791706 h 3094060"/>
                  <a:gd name="connsiteX76" fmla="*/ 8440047 w 8773198"/>
                  <a:gd name="connsiteY76" fmla="*/ 605403 h 3094060"/>
                  <a:gd name="connsiteX77" fmla="*/ 8551097 w 8773198"/>
                  <a:gd name="connsiteY77" fmla="*/ 411369 h 3094060"/>
                  <a:gd name="connsiteX78" fmla="*/ 8662148 w 8773198"/>
                  <a:gd name="connsiteY78" fmla="*/ 209498 h 3094060"/>
                  <a:gd name="connsiteX79" fmla="*/ 8773198 w 8773198"/>
                  <a:gd name="connsiteY79" fmla="*/ 0 h 3094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094060">
                    <a:moveTo>
                      <a:pt x="0" y="2883610"/>
                    </a:moveTo>
                    <a:lnTo>
                      <a:pt x="111050" y="2512912"/>
                    </a:lnTo>
                    <a:lnTo>
                      <a:pt x="222101" y="2171022"/>
                    </a:lnTo>
                    <a:lnTo>
                      <a:pt x="333151" y="1851480"/>
                    </a:lnTo>
                    <a:lnTo>
                      <a:pt x="444202" y="1564241"/>
                    </a:lnTo>
                    <a:lnTo>
                      <a:pt x="555252" y="1318627"/>
                    </a:lnTo>
                    <a:lnTo>
                      <a:pt x="666303" y="1118662"/>
                    </a:lnTo>
                    <a:lnTo>
                      <a:pt x="777353" y="971018"/>
                    </a:lnTo>
                    <a:lnTo>
                      <a:pt x="888404" y="890841"/>
                    </a:lnTo>
                    <a:lnTo>
                      <a:pt x="999454" y="861927"/>
                    </a:lnTo>
                    <a:lnTo>
                      <a:pt x="1110505" y="903339"/>
                    </a:lnTo>
                    <a:lnTo>
                      <a:pt x="1221555" y="1021221"/>
                    </a:lnTo>
                    <a:lnTo>
                      <a:pt x="1332605" y="1254867"/>
                    </a:lnTo>
                    <a:lnTo>
                      <a:pt x="1443656" y="1518169"/>
                    </a:lnTo>
                    <a:lnTo>
                      <a:pt x="1554706" y="1748002"/>
                    </a:lnTo>
                    <a:lnTo>
                      <a:pt x="1665757" y="1904436"/>
                    </a:lnTo>
                    <a:lnTo>
                      <a:pt x="1776807" y="1983766"/>
                    </a:lnTo>
                    <a:lnTo>
                      <a:pt x="1887858" y="2044455"/>
                    </a:lnTo>
                    <a:lnTo>
                      <a:pt x="1998908" y="2068815"/>
                    </a:lnTo>
                    <a:lnTo>
                      <a:pt x="2109959" y="2061930"/>
                    </a:lnTo>
                    <a:lnTo>
                      <a:pt x="2221009" y="1990121"/>
                    </a:lnTo>
                    <a:lnTo>
                      <a:pt x="2332060" y="1858258"/>
                    </a:lnTo>
                    <a:lnTo>
                      <a:pt x="2443110" y="1730844"/>
                    </a:lnTo>
                    <a:lnTo>
                      <a:pt x="2554161" y="1669096"/>
                    </a:lnTo>
                    <a:lnTo>
                      <a:pt x="2665211" y="1640923"/>
                    </a:lnTo>
                    <a:lnTo>
                      <a:pt x="2776262" y="1652891"/>
                    </a:lnTo>
                    <a:lnTo>
                      <a:pt x="2887312" y="1677993"/>
                    </a:lnTo>
                    <a:lnTo>
                      <a:pt x="2998362" y="1703306"/>
                    </a:lnTo>
                    <a:lnTo>
                      <a:pt x="3109519" y="1729149"/>
                    </a:lnTo>
                    <a:lnTo>
                      <a:pt x="3220569" y="1768231"/>
                    </a:lnTo>
                    <a:lnTo>
                      <a:pt x="3331620" y="1838558"/>
                    </a:lnTo>
                    <a:lnTo>
                      <a:pt x="3442670" y="1950403"/>
                    </a:lnTo>
                    <a:lnTo>
                      <a:pt x="3553721" y="2079406"/>
                    </a:lnTo>
                    <a:lnTo>
                      <a:pt x="3664771" y="2204067"/>
                    </a:lnTo>
                    <a:lnTo>
                      <a:pt x="3775822" y="2320678"/>
                    </a:lnTo>
                    <a:lnTo>
                      <a:pt x="3886872" y="2454341"/>
                    </a:lnTo>
                    <a:lnTo>
                      <a:pt x="3997923" y="2562267"/>
                    </a:lnTo>
                    <a:lnTo>
                      <a:pt x="4108973" y="2671994"/>
                    </a:lnTo>
                    <a:lnTo>
                      <a:pt x="4220024" y="2762974"/>
                    </a:lnTo>
                    <a:lnTo>
                      <a:pt x="4331074" y="2829382"/>
                    </a:lnTo>
                    <a:lnTo>
                      <a:pt x="4442124" y="2891341"/>
                    </a:lnTo>
                    <a:lnTo>
                      <a:pt x="4553175" y="2949276"/>
                    </a:lnTo>
                    <a:lnTo>
                      <a:pt x="4664225" y="2999480"/>
                    </a:lnTo>
                    <a:lnTo>
                      <a:pt x="4775276" y="3039515"/>
                    </a:lnTo>
                    <a:lnTo>
                      <a:pt x="4886326" y="3068218"/>
                    </a:lnTo>
                    <a:lnTo>
                      <a:pt x="4997377" y="3086011"/>
                    </a:lnTo>
                    <a:lnTo>
                      <a:pt x="5108428" y="3094061"/>
                    </a:lnTo>
                    <a:lnTo>
                      <a:pt x="5219478" y="3093849"/>
                    </a:lnTo>
                    <a:lnTo>
                      <a:pt x="5330528" y="3086541"/>
                    </a:lnTo>
                    <a:lnTo>
                      <a:pt x="5441578" y="3069277"/>
                    </a:lnTo>
                    <a:lnTo>
                      <a:pt x="5552629" y="3041527"/>
                    </a:lnTo>
                    <a:lnTo>
                      <a:pt x="5663679" y="3004458"/>
                    </a:lnTo>
                    <a:lnTo>
                      <a:pt x="5774730" y="2959868"/>
                    </a:lnTo>
                    <a:lnTo>
                      <a:pt x="5885781" y="2909559"/>
                    </a:lnTo>
                    <a:lnTo>
                      <a:pt x="5996831" y="2856178"/>
                    </a:lnTo>
                    <a:lnTo>
                      <a:pt x="6107881" y="2802692"/>
                    </a:lnTo>
                    <a:lnTo>
                      <a:pt x="6219038" y="2751853"/>
                    </a:lnTo>
                    <a:lnTo>
                      <a:pt x="6330088" y="2705887"/>
                    </a:lnTo>
                    <a:lnTo>
                      <a:pt x="6441139" y="2659496"/>
                    </a:lnTo>
                    <a:lnTo>
                      <a:pt x="6552189" y="2610034"/>
                    </a:lnTo>
                    <a:lnTo>
                      <a:pt x="6663240" y="2556442"/>
                    </a:lnTo>
                    <a:lnTo>
                      <a:pt x="6774290" y="2497766"/>
                    </a:lnTo>
                    <a:lnTo>
                      <a:pt x="6885340" y="2432841"/>
                    </a:lnTo>
                    <a:lnTo>
                      <a:pt x="6996391" y="2360396"/>
                    </a:lnTo>
                    <a:lnTo>
                      <a:pt x="7107441" y="2279689"/>
                    </a:lnTo>
                    <a:lnTo>
                      <a:pt x="7218492" y="2190086"/>
                    </a:lnTo>
                    <a:lnTo>
                      <a:pt x="7329543" y="2091057"/>
                    </a:lnTo>
                    <a:lnTo>
                      <a:pt x="7440593" y="1982601"/>
                    </a:lnTo>
                    <a:lnTo>
                      <a:pt x="7551643" y="1864613"/>
                    </a:lnTo>
                    <a:lnTo>
                      <a:pt x="7662694" y="1737410"/>
                    </a:lnTo>
                    <a:lnTo>
                      <a:pt x="7773744" y="1601099"/>
                    </a:lnTo>
                    <a:lnTo>
                      <a:pt x="7884794" y="1455997"/>
                    </a:lnTo>
                    <a:lnTo>
                      <a:pt x="7995845" y="1302316"/>
                    </a:lnTo>
                    <a:lnTo>
                      <a:pt x="8106896" y="1140268"/>
                    </a:lnTo>
                    <a:lnTo>
                      <a:pt x="8217946" y="969959"/>
                    </a:lnTo>
                    <a:lnTo>
                      <a:pt x="8328997" y="791706"/>
                    </a:lnTo>
                    <a:lnTo>
                      <a:pt x="8440047" y="605403"/>
                    </a:lnTo>
                    <a:lnTo>
                      <a:pt x="8551097" y="411369"/>
                    </a:lnTo>
                    <a:lnTo>
                      <a:pt x="8662148" y="209498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AC9E66D-3DA1-93B5-8FED-28097D1F9070}"/>
                  </a:ext>
                </a:extLst>
              </p:cNvPr>
              <p:cNvSpPr/>
              <p:nvPr/>
            </p:nvSpPr>
            <p:spPr>
              <a:xfrm>
                <a:off x="1909778" y="2542712"/>
                <a:ext cx="8773198" cy="2397041"/>
              </a:xfrm>
              <a:custGeom>
                <a:avLst/>
                <a:gdLst>
                  <a:gd name="connsiteX0" fmla="*/ 8773198 w 8773198"/>
                  <a:gd name="connsiteY0" fmla="*/ 1761877 h 2397041"/>
                  <a:gd name="connsiteX1" fmla="*/ 8662148 w 8773198"/>
                  <a:gd name="connsiteY1" fmla="*/ 1730632 h 2397041"/>
                  <a:gd name="connsiteX2" fmla="*/ 8551097 w 8773198"/>
                  <a:gd name="connsiteY2" fmla="*/ 1702353 h 2397041"/>
                  <a:gd name="connsiteX3" fmla="*/ 8440047 w 8773198"/>
                  <a:gd name="connsiteY3" fmla="*/ 1676933 h 2397041"/>
                  <a:gd name="connsiteX4" fmla="*/ 8328997 w 8773198"/>
                  <a:gd name="connsiteY4" fmla="*/ 1654904 h 2397041"/>
                  <a:gd name="connsiteX5" fmla="*/ 8217946 w 8773198"/>
                  <a:gd name="connsiteY5" fmla="*/ 1636157 h 2397041"/>
                  <a:gd name="connsiteX6" fmla="*/ 8106896 w 8773198"/>
                  <a:gd name="connsiteY6" fmla="*/ 1621117 h 2397041"/>
                  <a:gd name="connsiteX7" fmla="*/ 7995845 w 8773198"/>
                  <a:gd name="connsiteY7" fmla="*/ 1609890 h 2397041"/>
                  <a:gd name="connsiteX8" fmla="*/ 7884794 w 8773198"/>
                  <a:gd name="connsiteY8" fmla="*/ 1602794 h 2397041"/>
                  <a:gd name="connsiteX9" fmla="*/ 7773744 w 8773198"/>
                  <a:gd name="connsiteY9" fmla="*/ 1600146 h 2397041"/>
                  <a:gd name="connsiteX10" fmla="*/ 7662694 w 8773198"/>
                  <a:gd name="connsiteY10" fmla="*/ 1602370 h 2397041"/>
                  <a:gd name="connsiteX11" fmla="*/ 7551643 w 8773198"/>
                  <a:gd name="connsiteY11" fmla="*/ 1609572 h 2397041"/>
                  <a:gd name="connsiteX12" fmla="*/ 7440593 w 8773198"/>
                  <a:gd name="connsiteY12" fmla="*/ 1622282 h 2397041"/>
                  <a:gd name="connsiteX13" fmla="*/ 7329543 w 8773198"/>
                  <a:gd name="connsiteY13" fmla="*/ 1640605 h 2397041"/>
                  <a:gd name="connsiteX14" fmla="*/ 7218492 w 8773198"/>
                  <a:gd name="connsiteY14" fmla="*/ 1664859 h 2397041"/>
                  <a:gd name="connsiteX15" fmla="*/ 7107441 w 8773198"/>
                  <a:gd name="connsiteY15" fmla="*/ 1694833 h 2397041"/>
                  <a:gd name="connsiteX16" fmla="*/ 6996391 w 8773198"/>
                  <a:gd name="connsiteY16" fmla="*/ 1730314 h 2397041"/>
                  <a:gd name="connsiteX17" fmla="*/ 6885340 w 8773198"/>
                  <a:gd name="connsiteY17" fmla="*/ 1770773 h 2397041"/>
                  <a:gd name="connsiteX18" fmla="*/ 6774290 w 8773198"/>
                  <a:gd name="connsiteY18" fmla="*/ 1815363 h 2397041"/>
                  <a:gd name="connsiteX19" fmla="*/ 6663240 w 8773198"/>
                  <a:gd name="connsiteY19" fmla="*/ 1863024 h 2397041"/>
                  <a:gd name="connsiteX20" fmla="*/ 6552189 w 8773198"/>
                  <a:gd name="connsiteY20" fmla="*/ 1912804 h 2397041"/>
                  <a:gd name="connsiteX21" fmla="*/ 6441139 w 8773198"/>
                  <a:gd name="connsiteY21" fmla="*/ 1963642 h 2397041"/>
                  <a:gd name="connsiteX22" fmla="*/ 6330088 w 8773198"/>
                  <a:gd name="connsiteY22" fmla="*/ 2014693 h 2397041"/>
                  <a:gd name="connsiteX23" fmla="*/ 6219038 w 8773198"/>
                  <a:gd name="connsiteY23" fmla="*/ 2065849 h 2397041"/>
                  <a:gd name="connsiteX24" fmla="*/ 6107881 w 8773198"/>
                  <a:gd name="connsiteY24" fmla="*/ 2118806 h 2397041"/>
                  <a:gd name="connsiteX25" fmla="*/ 5996831 w 8773198"/>
                  <a:gd name="connsiteY25" fmla="*/ 2171869 h 2397041"/>
                  <a:gd name="connsiteX26" fmla="*/ 5885781 w 8773198"/>
                  <a:gd name="connsiteY26" fmla="*/ 2223767 h 2397041"/>
                  <a:gd name="connsiteX27" fmla="*/ 5774730 w 8773198"/>
                  <a:gd name="connsiteY27" fmla="*/ 2272911 h 2397041"/>
                  <a:gd name="connsiteX28" fmla="*/ 5663679 w 8773198"/>
                  <a:gd name="connsiteY28" fmla="*/ 2317394 h 2397041"/>
                  <a:gd name="connsiteX29" fmla="*/ 5552629 w 8773198"/>
                  <a:gd name="connsiteY29" fmla="*/ 2354888 h 2397041"/>
                  <a:gd name="connsiteX30" fmla="*/ 5441578 w 8773198"/>
                  <a:gd name="connsiteY30" fmla="*/ 2382531 h 2397041"/>
                  <a:gd name="connsiteX31" fmla="*/ 5330528 w 8773198"/>
                  <a:gd name="connsiteY31" fmla="*/ 2397042 h 2397041"/>
                  <a:gd name="connsiteX32" fmla="*/ 5219478 w 8773198"/>
                  <a:gd name="connsiteY32" fmla="*/ 2394288 h 2397041"/>
                  <a:gd name="connsiteX33" fmla="*/ 5108428 w 8773198"/>
                  <a:gd name="connsiteY33" fmla="*/ 2372364 h 2397041"/>
                  <a:gd name="connsiteX34" fmla="*/ 4997377 w 8773198"/>
                  <a:gd name="connsiteY34" fmla="*/ 2334764 h 2397041"/>
                  <a:gd name="connsiteX35" fmla="*/ 4886326 w 8773198"/>
                  <a:gd name="connsiteY35" fmla="*/ 2285938 h 2397041"/>
                  <a:gd name="connsiteX36" fmla="*/ 4775276 w 8773198"/>
                  <a:gd name="connsiteY36" fmla="*/ 2229486 h 2397041"/>
                  <a:gd name="connsiteX37" fmla="*/ 4664225 w 8773198"/>
                  <a:gd name="connsiteY37" fmla="*/ 2168374 h 2397041"/>
                  <a:gd name="connsiteX38" fmla="*/ 4553175 w 8773198"/>
                  <a:gd name="connsiteY38" fmla="*/ 2104190 h 2397041"/>
                  <a:gd name="connsiteX39" fmla="*/ 4442124 w 8773198"/>
                  <a:gd name="connsiteY39" fmla="*/ 2037040 h 2397041"/>
                  <a:gd name="connsiteX40" fmla="*/ 4331074 w 8773198"/>
                  <a:gd name="connsiteY40" fmla="*/ 1965972 h 2397041"/>
                  <a:gd name="connsiteX41" fmla="*/ 4220024 w 8773198"/>
                  <a:gd name="connsiteY41" fmla="*/ 1883465 h 2397041"/>
                  <a:gd name="connsiteX42" fmla="*/ 4108973 w 8773198"/>
                  <a:gd name="connsiteY42" fmla="*/ 1766960 h 2397041"/>
                  <a:gd name="connsiteX43" fmla="*/ 3997923 w 8773198"/>
                  <a:gd name="connsiteY43" fmla="*/ 1643888 h 2397041"/>
                  <a:gd name="connsiteX44" fmla="*/ 3886872 w 8773198"/>
                  <a:gd name="connsiteY44" fmla="*/ 1539669 h 2397041"/>
                  <a:gd name="connsiteX45" fmla="*/ 3775822 w 8773198"/>
                  <a:gd name="connsiteY45" fmla="*/ 1420198 h 2397041"/>
                  <a:gd name="connsiteX46" fmla="*/ 3664771 w 8773198"/>
                  <a:gd name="connsiteY46" fmla="*/ 1323075 h 2397041"/>
                  <a:gd name="connsiteX47" fmla="*/ 3553721 w 8773198"/>
                  <a:gd name="connsiteY47" fmla="*/ 1218327 h 2397041"/>
                  <a:gd name="connsiteX48" fmla="*/ 3442670 w 8773198"/>
                  <a:gd name="connsiteY48" fmla="*/ 1116649 h 2397041"/>
                  <a:gd name="connsiteX49" fmla="*/ 3331620 w 8773198"/>
                  <a:gd name="connsiteY49" fmla="*/ 1028317 h 2397041"/>
                  <a:gd name="connsiteX50" fmla="*/ 3220569 w 8773198"/>
                  <a:gd name="connsiteY50" fmla="*/ 952801 h 2397041"/>
                  <a:gd name="connsiteX51" fmla="*/ 3109519 w 8773198"/>
                  <a:gd name="connsiteY51" fmla="*/ 877496 h 2397041"/>
                  <a:gd name="connsiteX52" fmla="*/ 2998362 w 8773198"/>
                  <a:gd name="connsiteY52" fmla="*/ 816278 h 2397041"/>
                  <a:gd name="connsiteX53" fmla="*/ 2887312 w 8773198"/>
                  <a:gd name="connsiteY53" fmla="*/ 782703 h 2397041"/>
                  <a:gd name="connsiteX54" fmla="*/ 2776262 w 8773198"/>
                  <a:gd name="connsiteY54" fmla="*/ 778149 h 2397041"/>
                  <a:gd name="connsiteX55" fmla="*/ 2665211 w 8773198"/>
                  <a:gd name="connsiteY55" fmla="*/ 790752 h 2397041"/>
                  <a:gd name="connsiteX56" fmla="*/ 2554161 w 8773198"/>
                  <a:gd name="connsiteY56" fmla="*/ 829411 h 2397041"/>
                  <a:gd name="connsiteX57" fmla="*/ 2443110 w 8773198"/>
                  <a:gd name="connsiteY57" fmla="*/ 903021 h 2397041"/>
                  <a:gd name="connsiteX58" fmla="*/ 2332060 w 8773198"/>
                  <a:gd name="connsiteY58" fmla="*/ 995272 h 2397041"/>
                  <a:gd name="connsiteX59" fmla="*/ 2221009 w 8773198"/>
                  <a:gd name="connsiteY59" fmla="*/ 1127029 h 2397041"/>
                  <a:gd name="connsiteX60" fmla="*/ 2109959 w 8773198"/>
                  <a:gd name="connsiteY60" fmla="*/ 1234002 h 2397041"/>
                  <a:gd name="connsiteX61" fmla="*/ 1998908 w 8773198"/>
                  <a:gd name="connsiteY61" fmla="*/ 1254973 h 2397041"/>
                  <a:gd name="connsiteX62" fmla="*/ 1887858 w 8773198"/>
                  <a:gd name="connsiteY62" fmla="*/ 1245758 h 2397041"/>
                  <a:gd name="connsiteX63" fmla="*/ 1776807 w 8773198"/>
                  <a:gd name="connsiteY63" fmla="*/ 1219704 h 2397041"/>
                  <a:gd name="connsiteX64" fmla="*/ 1665757 w 8773198"/>
                  <a:gd name="connsiteY64" fmla="*/ 1150224 h 2397041"/>
                  <a:gd name="connsiteX65" fmla="*/ 1554706 w 8773198"/>
                  <a:gd name="connsiteY65" fmla="*/ 943904 h 2397041"/>
                  <a:gd name="connsiteX66" fmla="*/ 1443656 w 8773198"/>
                  <a:gd name="connsiteY66" fmla="*/ 651264 h 2397041"/>
                  <a:gd name="connsiteX67" fmla="*/ 1332605 w 8773198"/>
                  <a:gd name="connsiteY67" fmla="*/ 363708 h 2397041"/>
                  <a:gd name="connsiteX68" fmla="*/ 1221555 w 8773198"/>
                  <a:gd name="connsiteY68" fmla="*/ 149127 h 2397041"/>
                  <a:gd name="connsiteX69" fmla="*/ 1110505 w 8773198"/>
                  <a:gd name="connsiteY69" fmla="*/ 47979 h 2397041"/>
                  <a:gd name="connsiteX70" fmla="*/ 999454 w 8773198"/>
                  <a:gd name="connsiteY70" fmla="*/ 0 h 2397041"/>
                  <a:gd name="connsiteX71" fmla="*/ 888404 w 8773198"/>
                  <a:gd name="connsiteY71" fmla="*/ 17476 h 2397041"/>
                  <a:gd name="connsiteX72" fmla="*/ 777353 w 8773198"/>
                  <a:gd name="connsiteY72" fmla="*/ 76682 h 2397041"/>
                  <a:gd name="connsiteX73" fmla="*/ 666303 w 8773198"/>
                  <a:gd name="connsiteY73" fmla="*/ 190433 h 2397041"/>
                  <a:gd name="connsiteX74" fmla="*/ 555252 w 8773198"/>
                  <a:gd name="connsiteY74" fmla="*/ 354599 h 2397041"/>
                  <a:gd name="connsiteX75" fmla="*/ 444202 w 8773198"/>
                  <a:gd name="connsiteY75" fmla="*/ 578925 h 2397041"/>
                  <a:gd name="connsiteX76" fmla="*/ 333151 w 8773198"/>
                  <a:gd name="connsiteY76" fmla="*/ 880779 h 2397041"/>
                  <a:gd name="connsiteX77" fmla="*/ 222101 w 8773198"/>
                  <a:gd name="connsiteY77" fmla="*/ 1275096 h 2397041"/>
                  <a:gd name="connsiteX78" fmla="*/ 111050 w 8773198"/>
                  <a:gd name="connsiteY78" fmla="*/ 1762618 h 2397041"/>
                  <a:gd name="connsiteX79" fmla="*/ 0 w 8773198"/>
                  <a:gd name="connsiteY79" fmla="*/ 2346309 h 2397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397041">
                    <a:moveTo>
                      <a:pt x="8773198" y="1761877"/>
                    </a:moveTo>
                    <a:lnTo>
                      <a:pt x="8662148" y="1730632"/>
                    </a:lnTo>
                    <a:lnTo>
                      <a:pt x="8551097" y="1702353"/>
                    </a:lnTo>
                    <a:lnTo>
                      <a:pt x="8440047" y="1676933"/>
                    </a:lnTo>
                    <a:lnTo>
                      <a:pt x="8328997" y="1654904"/>
                    </a:lnTo>
                    <a:lnTo>
                      <a:pt x="8217946" y="1636157"/>
                    </a:lnTo>
                    <a:lnTo>
                      <a:pt x="8106896" y="1621117"/>
                    </a:lnTo>
                    <a:lnTo>
                      <a:pt x="7995845" y="1609890"/>
                    </a:lnTo>
                    <a:lnTo>
                      <a:pt x="7884794" y="1602794"/>
                    </a:lnTo>
                    <a:lnTo>
                      <a:pt x="7773744" y="1600146"/>
                    </a:lnTo>
                    <a:lnTo>
                      <a:pt x="7662694" y="1602370"/>
                    </a:lnTo>
                    <a:lnTo>
                      <a:pt x="7551643" y="1609572"/>
                    </a:lnTo>
                    <a:lnTo>
                      <a:pt x="7440593" y="1622282"/>
                    </a:lnTo>
                    <a:lnTo>
                      <a:pt x="7329543" y="1640605"/>
                    </a:lnTo>
                    <a:lnTo>
                      <a:pt x="7218492" y="1664859"/>
                    </a:lnTo>
                    <a:lnTo>
                      <a:pt x="7107441" y="1694833"/>
                    </a:lnTo>
                    <a:lnTo>
                      <a:pt x="6996391" y="1730314"/>
                    </a:lnTo>
                    <a:lnTo>
                      <a:pt x="6885340" y="1770773"/>
                    </a:lnTo>
                    <a:lnTo>
                      <a:pt x="6774290" y="1815363"/>
                    </a:lnTo>
                    <a:lnTo>
                      <a:pt x="6663240" y="1863024"/>
                    </a:lnTo>
                    <a:lnTo>
                      <a:pt x="6552189" y="1912804"/>
                    </a:lnTo>
                    <a:lnTo>
                      <a:pt x="6441139" y="1963642"/>
                    </a:lnTo>
                    <a:lnTo>
                      <a:pt x="6330088" y="2014693"/>
                    </a:lnTo>
                    <a:lnTo>
                      <a:pt x="6219038" y="2065849"/>
                    </a:lnTo>
                    <a:lnTo>
                      <a:pt x="6107881" y="2118806"/>
                    </a:lnTo>
                    <a:lnTo>
                      <a:pt x="5996831" y="2171869"/>
                    </a:lnTo>
                    <a:lnTo>
                      <a:pt x="5885781" y="2223767"/>
                    </a:lnTo>
                    <a:lnTo>
                      <a:pt x="5774730" y="2272911"/>
                    </a:lnTo>
                    <a:lnTo>
                      <a:pt x="5663679" y="2317394"/>
                    </a:lnTo>
                    <a:lnTo>
                      <a:pt x="5552629" y="2354888"/>
                    </a:lnTo>
                    <a:lnTo>
                      <a:pt x="5441578" y="2382531"/>
                    </a:lnTo>
                    <a:lnTo>
                      <a:pt x="5330528" y="2397042"/>
                    </a:lnTo>
                    <a:lnTo>
                      <a:pt x="5219478" y="2394288"/>
                    </a:lnTo>
                    <a:lnTo>
                      <a:pt x="5108428" y="2372364"/>
                    </a:lnTo>
                    <a:lnTo>
                      <a:pt x="4997377" y="2334764"/>
                    </a:lnTo>
                    <a:lnTo>
                      <a:pt x="4886326" y="2285938"/>
                    </a:lnTo>
                    <a:lnTo>
                      <a:pt x="4775276" y="2229486"/>
                    </a:lnTo>
                    <a:lnTo>
                      <a:pt x="4664225" y="2168374"/>
                    </a:lnTo>
                    <a:lnTo>
                      <a:pt x="4553175" y="2104190"/>
                    </a:lnTo>
                    <a:lnTo>
                      <a:pt x="4442124" y="2037040"/>
                    </a:lnTo>
                    <a:lnTo>
                      <a:pt x="4331074" y="1965972"/>
                    </a:lnTo>
                    <a:lnTo>
                      <a:pt x="4220024" y="1883465"/>
                    </a:lnTo>
                    <a:lnTo>
                      <a:pt x="4108973" y="1766960"/>
                    </a:lnTo>
                    <a:lnTo>
                      <a:pt x="3997923" y="1643888"/>
                    </a:lnTo>
                    <a:lnTo>
                      <a:pt x="3886872" y="1539669"/>
                    </a:lnTo>
                    <a:lnTo>
                      <a:pt x="3775822" y="1420198"/>
                    </a:lnTo>
                    <a:lnTo>
                      <a:pt x="3664771" y="1323075"/>
                    </a:lnTo>
                    <a:lnTo>
                      <a:pt x="3553721" y="1218327"/>
                    </a:lnTo>
                    <a:lnTo>
                      <a:pt x="3442670" y="1116649"/>
                    </a:lnTo>
                    <a:lnTo>
                      <a:pt x="3331620" y="1028317"/>
                    </a:lnTo>
                    <a:lnTo>
                      <a:pt x="3220569" y="952801"/>
                    </a:lnTo>
                    <a:lnTo>
                      <a:pt x="3109519" y="877496"/>
                    </a:lnTo>
                    <a:lnTo>
                      <a:pt x="2998362" y="816278"/>
                    </a:lnTo>
                    <a:lnTo>
                      <a:pt x="2887312" y="782703"/>
                    </a:lnTo>
                    <a:lnTo>
                      <a:pt x="2776262" y="778149"/>
                    </a:lnTo>
                    <a:lnTo>
                      <a:pt x="2665211" y="790752"/>
                    </a:lnTo>
                    <a:lnTo>
                      <a:pt x="2554161" y="829411"/>
                    </a:lnTo>
                    <a:lnTo>
                      <a:pt x="2443110" y="903021"/>
                    </a:lnTo>
                    <a:lnTo>
                      <a:pt x="2332060" y="995272"/>
                    </a:lnTo>
                    <a:lnTo>
                      <a:pt x="2221009" y="1127029"/>
                    </a:lnTo>
                    <a:lnTo>
                      <a:pt x="2109959" y="1234002"/>
                    </a:lnTo>
                    <a:lnTo>
                      <a:pt x="1998908" y="1254973"/>
                    </a:lnTo>
                    <a:lnTo>
                      <a:pt x="1887858" y="1245758"/>
                    </a:lnTo>
                    <a:lnTo>
                      <a:pt x="1776807" y="1219704"/>
                    </a:lnTo>
                    <a:lnTo>
                      <a:pt x="1665757" y="1150224"/>
                    </a:lnTo>
                    <a:lnTo>
                      <a:pt x="1554706" y="943904"/>
                    </a:lnTo>
                    <a:lnTo>
                      <a:pt x="1443656" y="651264"/>
                    </a:lnTo>
                    <a:lnTo>
                      <a:pt x="1332605" y="363708"/>
                    </a:lnTo>
                    <a:lnTo>
                      <a:pt x="1221555" y="149127"/>
                    </a:lnTo>
                    <a:lnTo>
                      <a:pt x="1110505" y="47979"/>
                    </a:lnTo>
                    <a:lnTo>
                      <a:pt x="999454" y="0"/>
                    </a:lnTo>
                    <a:lnTo>
                      <a:pt x="888404" y="17476"/>
                    </a:lnTo>
                    <a:lnTo>
                      <a:pt x="777353" y="76682"/>
                    </a:lnTo>
                    <a:lnTo>
                      <a:pt x="666303" y="190433"/>
                    </a:lnTo>
                    <a:lnTo>
                      <a:pt x="555252" y="354599"/>
                    </a:lnTo>
                    <a:lnTo>
                      <a:pt x="444202" y="578925"/>
                    </a:lnTo>
                    <a:lnTo>
                      <a:pt x="333151" y="880779"/>
                    </a:lnTo>
                    <a:lnTo>
                      <a:pt x="222101" y="1275096"/>
                    </a:lnTo>
                    <a:lnTo>
                      <a:pt x="111050" y="1762618"/>
                    </a:lnTo>
                    <a:lnTo>
                      <a:pt x="0" y="234630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5F708FB-2FCC-52D9-89FB-5BC25B5F7FE4}"/>
                  </a:ext>
                </a:extLst>
              </p:cNvPr>
              <p:cNvSpPr/>
              <p:nvPr/>
            </p:nvSpPr>
            <p:spPr>
              <a:xfrm>
                <a:off x="1909778" y="2188007"/>
                <a:ext cx="8773198" cy="2313157"/>
              </a:xfrm>
              <a:custGeom>
                <a:avLst/>
                <a:gdLst>
                  <a:gd name="connsiteX0" fmla="*/ 0 w 8773198"/>
                  <a:gd name="connsiteY0" fmla="*/ 2184049 h 2313157"/>
                  <a:gd name="connsiteX1" fmla="*/ 111050 w 8773198"/>
                  <a:gd name="connsiteY1" fmla="*/ 1706801 h 2313157"/>
                  <a:gd name="connsiteX2" fmla="*/ 222101 w 8773198"/>
                  <a:gd name="connsiteY2" fmla="*/ 1292149 h 2313157"/>
                  <a:gd name="connsiteX3" fmla="*/ 333151 w 8773198"/>
                  <a:gd name="connsiteY3" fmla="*/ 935219 h 2313157"/>
                  <a:gd name="connsiteX4" fmla="*/ 444202 w 8773198"/>
                  <a:gd name="connsiteY4" fmla="*/ 640673 h 2313157"/>
                  <a:gd name="connsiteX5" fmla="*/ 555252 w 8773198"/>
                  <a:gd name="connsiteY5" fmla="*/ 405756 h 2313157"/>
                  <a:gd name="connsiteX6" fmla="*/ 666303 w 8773198"/>
                  <a:gd name="connsiteY6" fmla="*/ 223690 h 2313157"/>
                  <a:gd name="connsiteX7" fmla="*/ 777353 w 8773198"/>
                  <a:gd name="connsiteY7" fmla="*/ 92886 h 2313157"/>
                  <a:gd name="connsiteX8" fmla="*/ 888404 w 8773198"/>
                  <a:gd name="connsiteY8" fmla="*/ 23195 h 2313157"/>
                  <a:gd name="connsiteX9" fmla="*/ 999454 w 8773198"/>
                  <a:gd name="connsiteY9" fmla="*/ 0 h 2313157"/>
                  <a:gd name="connsiteX10" fmla="*/ 1110505 w 8773198"/>
                  <a:gd name="connsiteY10" fmla="*/ 44696 h 2313157"/>
                  <a:gd name="connsiteX11" fmla="*/ 1221555 w 8773198"/>
                  <a:gd name="connsiteY11" fmla="*/ 154316 h 2313157"/>
                  <a:gd name="connsiteX12" fmla="*/ 1332605 w 8773198"/>
                  <a:gd name="connsiteY12" fmla="*/ 378324 h 2313157"/>
                  <a:gd name="connsiteX13" fmla="*/ 1443656 w 8773198"/>
                  <a:gd name="connsiteY13" fmla="*/ 653806 h 2313157"/>
                  <a:gd name="connsiteX14" fmla="*/ 1554706 w 8773198"/>
                  <a:gd name="connsiteY14" fmla="*/ 914990 h 2313157"/>
                  <a:gd name="connsiteX15" fmla="*/ 1665757 w 8773198"/>
                  <a:gd name="connsiteY15" fmla="*/ 1096420 h 2313157"/>
                  <a:gd name="connsiteX16" fmla="*/ 1776807 w 8773198"/>
                  <a:gd name="connsiteY16" fmla="*/ 1170771 h 2313157"/>
                  <a:gd name="connsiteX17" fmla="*/ 1887858 w 8773198"/>
                  <a:gd name="connsiteY17" fmla="*/ 1214196 h 2313157"/>
                  <a:gd name="connsiteX18" fmla="*/ 1998908 w 8773198"/>
                  <a:gd name="connsiteY18" fmla="*/ 1231036 h 2313157"/>
                  <a:gd name="connsiteX19" fmla="*/ 2109959 w 8773198"/>
                  <a:gd name="connsiteY19" fmla="*/ 1217056 h 2313157"/>
                  <a:gd name="connsiteX20" fmla="*/ 2221009 w 8773198"/>
                  <a:gd name="connsiteY20" fmla="*/ 1127665 h 2313157"/>
                  <a:gd name="connsiteX21" fmla="*/ 2332060 w 8773198"/>
                  <a:gd name="connsiteY21" fmla="*/ 995802 h 2313157"/>
                  <a:gd name="connsiteX22" fmla="*/ 2443110 w 8773198"/>
                  <a:gd name="connsiteY22" fmla="*/ 886075 h 2313157"/>
                  <a:gd name="connsiteX23" fmla="*/ 2554161 w 8773198"/>
                  <a:gd name="connsiteY23" fmla="*/ 818396 h 2313157"/>
                  <a:gd name="connsiteX24" fmla="*/ 2665211 w 8773198"/>
                  <a:gd name="connsiteY24" fmla="*/ 784927 h 2313157"/>
                  <a:gd name="connsiteX25" fmla="*/ 2776262 w 8773198"/>
                  <a:gd name="connsiteY25" fmla="*/ 784610 h 2313157"/>
                  <a:gd name="connsiteX26" fmla="*/ 2887312 w 8773198"/>
                  <a:gd name="connsiteY26" fmla="*/ 799438 h 2313157"/>
                  <a:gd name="connsiteX27" fmla="*/ 2998362 w 8773198"/>
                  <a:gd name="connsiteY27" fmla="*/ 828882 h 2313157"/>
                  <a:gd name="connsiteX28" fmla="*/ 3109519 w 8773198"/>
                  <a:gd name="connsiteY28" fmla="*/ 872412 h 2313157"/>
                  <a:gd name="connsiteX29" fmla="*/ 3220569 w 8773198"/>
                  <a:gd name="connsiteY29" fmla="*/ 929606 h 2313157"/>
                  <a:gd name="connsiteX30" fmla="*/ 3331620 w 8773198"/>
                  <a:gd name="connsiteY30" fmla="*/ 1002474 h 2313157"/>
                  <a:gd name="connsiteX31" fmla="*/ 3442670 w 8773198"/>
                  <a:gd name="connsiteY31" fmla="*/ 1102563 h 2313157"/>
                  <a:gd name="connsiteX32" fmla="*/ 3553721 w 8773198"/>
                  <a:gd name="connsiteY32" fmla="*/ 1218009 h 2313157"/>
                  <a:gd name="connsiteX33" fmla="*/ 3664771 w 8773198"/>
                  <a:gd name="connsiteY33" fmla="*/ 1332714 h 2313157"/>
                  <a:gd name="connsiteX34" fmla="*/ 3775822 w 8773198"/>
                  <a:gd name="connsiteY34" fmla="*/ 1439581 h 2313157"/>
                  <a:gd name="connsiteX35" fmla="*/ 3886872 w 8773198"/>
                  <a:gd name="connsiteY35" fmla="*/ 1566042 h 2313157"/>
                  <a:gd name="connsiteX36" fmla="*/ 3997923 w 8773198"/>
                  <a:gd name="connsiteY36" fmla="*/ 1672167 h 2313157"/>
                  <a:gd name="connsiteX37" fmla="*/ 4108973 w 8773198"/>
                  <a:gd name="connsiteY37" fmla="*/ 1788567 h 2313157"/>
                  <a:gd name="connsiteX38" fmla="*/ 4220024 w 8773198"/>
                  <a:gd name="connsiteY38" fmla="*/ 1892362 h 2313157"/>
                  <a:gd name="connsiteX39" fmla="*/ 4331074 w 8773198"/>
                  <a:gd name="connsiteY39" fmla="*/ 1966714 h 2313157"/>
                  <a:gd name="connsiteX40" fmla="*/ 4442124 w 8773198"/>
                  <a:gd name="connsiteY40" fmla="*/ 2033334 h 2313157"/>
                  <a:gd name="connsiteX41" fmla="*/ 4553175 w 8773198"/>
                  <a:gd name="connsiteY41" fmla="*/ 2095823 h 2313157"/>
                  <a:gd name="connsiteX42" fmla="*/ 4664225 w 8773198"/>
                  <a:gd name="connsiteY42" fmla="*/ 2153016 h 2313157"/>
                  <a:gd name="connsiteX43" fmla="*/ 4775276 w 8773198"/>
                  <a:gd name="connsiteY43" fmla="*/ 2203537 h 2313157"/>
                  <a:gd name="connsiteX44" fmla="*/ 4886326 w 8773198"/>
                  <a:gd name="connsiteY44" fmla="*/ 2246220 h 2313157"/>
                  <a:gd name="connsiteX45" fmla="*/ 4997377 w 8773198"/>
                  <a:gd name="connsiteY45" fmla="*/ 2279477 h 2313157"/>
                  <a:gd name="connsiteX46" fmla="*/ 5108428 w 8773198"/>
                  <a:gd name="connsiteY46" fmla="*/ 2302249 h 2313157"/>
                  <a:gd name="connsiteX47" fmla="*/ 5219478 w 8773198"/>
                  <a:gd name="connsiteY47" fmla="*/ 2313158 h 2313157"/>
                  <a:gd name="connsiteX48" fmla="*/ 5330528 w 8773198"/>
                  <a:gd name="connsiteY48" fmla="*/ 2310828 h 2313157"/>
                  <a:gd name="connsiteX49" fmla="*/ 5441578 w 8773198"/>
                  <a:gd name="connsiteY49" fmla="*/ 2294941 h 2313157"/>
                  <a:gd name="connsiteX50" fmla="*/ 5552629 w 8773198"/>
                  <a:gd name="connsiteY50" fmla="*/ 2267297 h 2313157"/>
                  <a:gd name="connsiteX51" fmla="*/ 5663679 w 8773198"/>
                  <a:gd name="connsiteY51" fmla="*/ 2230016 h 2313157"/>
                  <a:gd name="connsiteX52" fmla="*/ 5774730 w 8773198"/>
                  <a:gd name="connsiteY52" fmla="*/ 2185532 h 2313157"/>
                  <a:gd name="connsiteX53" fmla="*/ 5885781 w 8773198"/>
                  <a:gd name="connsiteY53" fmla="*/ 2135752 h 2313157"/>
                  <a:gd name="connsiteX54" fmla="*/ 5996831 w 8773198"/>
                  <a:gd name="connsiteY54" fmla="*/ 2083113 h 2313157"/>
                  <a:gd name="connsiteX55" fmla="*/ 6107881 w 8773198"/>
                  <a:gd name="connsiteY55" fmla="*/ 2029839 h 2313157"/>
                  <a:gd name="connsiteX56" fmla="*/ 6219038 w 8773198"/>
                  <a:gd name="connsiteY56" fmla="*/ 1977941 h 2313157"/>
                  <a:gd name="connsiteX57" fmla="*/ 6330088 w 8773198"/>
                  <a:gd name="connsiteY57" fmla="*/ 1929326 h 2313157"/>
                  <a:gd name="connsiteX58" fmla="*/ 6441139 w 8773198"/>
                  <a:gd name="connsiteY58" fmla="*/ 1880606 h 2313157"/>
                  <a:gd name="connsiteX59" fmla="*/ 6552189 w 8773198"/>
                  <a:gd name="connsiteY59" fmla="*/ 1830509 h 2313157"/>
                  <a:gd name="connsiteX60" fmla="*/ 6663240 w 8773198"/>
                  <a:gd name="connsiteY60" fmla="*/ 1778823 h 2313157"/>
                  <a:gd name="connsiteX61" fmla="*/ 6774290 w 8773198"/>
                  <a:gd name="connsiteY61" fmla="*/ 1725654 h 2313157"/>
                  <a:gd name="connsiteX62" fmla="*/ 6885340 w 8773198"/>
                  <a:gd name="connsiteY62" fmla="*/ 1670896 h 2313157"/>
                  <a:gd name="connsiteX63" fmla="*/ 6996391 w 8773198"/>
                  <a:gd name="connsiteY63" fmla="*/ 1614445 h 2313157"/>
                  <a:gd name="connsiteX64" fmla="*/ 7107441 w 8773198"/>
                  <a:gd name="connsiteY64" fmla="*/ 1556404 h 2313157"/>
                  <a:gd name="connsiteX65" fmla="*/ 7218492 w 8773198"/>
                  <a:gd name="connsiteY65" fmla="*/ 1496562 h 2313157"/>
                  <a:gd name="connsiteX66" fmla="*/ 7329543 w 8773198"/>
                  <a:gd name="connsiteY66" fmla="*/ 1434920 h 2313157"/>
                  <a:gd name="connsiteX67" fmla="*/ 7440593 w 8773198"/>
                  <a:gd name="connsiteY67" fmla="*/ 1371478 h 2313157"/>
                  <a:gd name="connsiteX68" fmla="*/ 7551643 w 8773198"/>
                  <a:gd name="connsiteY68" fmla="*/ 1306235 h 2313157"/>
                  <a:gd name="connsiteX69" fmla="*/ 7662694 w 8773198"/>
                  <a:gd name="connsiteY69" fmla="*/ 1238980 h 2313157"/>
                  <a:gd name="connsiteX70" fmla="*/ 7773744 w 8773198"/>
                  <a:gd name="connsiteY70" fmla="*/ 1169712 h 2313157"/>
                  <a:gd name="connsiteX71" fmla="*/ 7884794 w 8773198"/>
                  <a:gd name="connsiteY71" fmla="*/ 1098538 h 2313157"/>
                  <a:gd name="connsiteX72" fmla="*/ 7995845 w 8773198"/>
                  <a:gd name="connsiteY72" fmla="*/ 1025246 h 2313157"/>
                  <a:gd name="connsiteX73" fmla="*/ 8106896 w 8773198"/>
                  <a:gd name="connsiteY73" fmla="*/ 949729 h 2313157"/>
                  <a:gd name="connsiteX74" fmla="*/ 8217946 w 8773198"/>
                  <a:gd name="connsiteY74" fmla="*/ 872200 h 2313157"/>
                  <a:gd name="connsiteX75" fmla="*/ 8328997 w 8773198"/>
                  <a:gd name="connsiteY75" fmla="*/ 792341 h 2313157"/>
                  <a:gd name="connsiteX76" fmla="*/ 8440047 w 8773198"/>
                  <a:gd name="connsiteY76" fmla="*/ 710258 h 2313157"/>
                  <a:gd name="connsiteX77" fmla="*/ 8551097 w 8773198"/>
                  <a:gd name="connsiteY77" fmla="*/ 625951 h 2313157"/>
                  <a:gd name="connsiteX78" fmla="*/ 8662148 w 8773198"/>
                  <a:gd name="connsiteY78" fmla="*/ 539207 h 2313157"/>
                  <a:gd name="connsiteX79" fmla="*/ 8773198 w 8773198"/>
                  <a:gd name="connsiteY79" fmla="*/ 450028 h 2313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313157">
                    <a:moveTo>
                      <a:pt x="0" y="2184049"/>
                    </a:moveTo>
                    <a:lnTo>
                      <a:pt x="111050" y="1706801"/>
                    </a:lnTo>
                    <a:lnTo>
                      <a:pt x="222101" y="1292149"/>
                    </a:lnTo>
                    <a:lnTo>
                      <a:pt x="333151" y="935219"/>
                    </a:lnTo>
                    <a:lnTo>
                      <a:pt x="444202" y="640673"/>
                    </a:lnTo>
                    <a:lnTo>
                      <a:pt x="555252" y="405756"/>
                    </a:lnTo>
                    <a:lnTo>
                      <a:pt x="666303" y="223690"/>
                    </a:lnTo>
                    <a:lnTo>
                      <a:pt x="777353" y="92886"/>
                    </a:lnTo>
                    <a:lnTo>
                      <a:pt x="888404" y="23195"/>
                    </a:lnTo>
                    <a:lnTo>
                      <a:pt x="999454" y="0"/>
                    </a:lnTo>
                    <a:lnTo>
                      <a:pt x="1110505" y="44696"/>
                    </a:lnTo>
                    <a:lnTo>
                      <a:pt x="1221555" y="154316"/>
                    </a:lnTo>
                    <a:lnTo>
                      <a:pt x="1332605" y="378324"/>
                    </a:lnTo>
                    <a:lnTo>
                      <a:pt x="1443656" y="653806"/>
                    </a:lnTo>
                    <a:lnTo>
                      <a:pt x="1554706" y="914990"/>
                    </a:lnTo>
                    <a:lnTo>
                      <a:pt x="1665757" y="1096420"/>
                    </a:lnTo>
                    <a:lnTo>
                      <a:pt x="1776807" y="1170771"/>
                    </a:lnTo>
                    <a:lnTo>
                      <a:pt x="1887858" y="1214196"/>
                    </a:lnTo>
                    <a:lnTo>
                      <a:pt x="1998908" y="1231036"/>
                    </a:lnTo>
                    <a:lnTo>
                      <a:pt x="2109959" y="1217056"/>
                    </a:lnTo>
                    <a:lnTo>
                      <a:pt x="2221009" y="1127665"/>
                    </a:lnTo>
                    <a:lnTo>
                      <a:pt x="2332060" y="995802"/>
                    </a:lnTo>
                    <a:lnTo>
                      <a:pt x="2443110" y="886075"/>
                    </a:lnTo>
                    <a:lnTo>
                      <a:pt x="2554161" y="818396"/>
                    </a:lnTo>
                    <a:lnTo>
                      <a:pt x="2665211" y="784927"/>
                    </a:lnTo>
                    <a:lnTo>
                      <a:pt x="2776262" y="784610"/>
                    </a:lnTo>
                    <a:lnTo>
                      <a:pt x="2887312" y="799438"/>
                    </a:lnTo>
                    <a:lnTo>
                      <a:pt x="2998362" y="828882"/>
                    </a:lnTo>
                    <a:lnTo>
                      <a:pt x="3109519" y="872412"/>
                    </a:lnTo>
                    <a:lnTo>
                      <a:pt x="3220569" y="929606"/>
                    </a:lnTo>
                    <a:lnTo>
                      <a:pt x="3331620" y="1002474"/>
                    </a:lnTo>
                    <a:lnTo>
                      <a:pt x="3442670" y="1102563"/>
                    </a:lnTo>
                    <a:lnTo>
                      <a:pt x="3553721" y="1218009"/>
                    </a:lnTo>
                    <a:lnTo>
                      <a:pt x="3664771" y="1332714"/>
                    </a:lnTo>
                    <a:lnTo>
                      <a:pt x="3775822" y="1439581"/>
                    </a:lnTo>
                    <a:lnTo>
                      <a:pt x="3886872" y="1566042"/>
                    </a:lnTo>
                    <a:lnTo>
                      <a:pt x="3997923" y="1672167"/>
                    </a:lnTo>
                    <a:lnTo>
                      <a:pt x="4108973" y="1788567"/>
                    </a:lnTo>
                    <a:lnTo>
                      <a:pt x="4220024" y="1892362"/>
                    </a:lnTo>
                    <a:lnTo>
                      <a:pt x="4331074" y="1966714"/>
                    </a:lnTo>
                    <a:lnTo>
                      <a:pt x="4442124" y="2033334"/>
                    </a:lnTo>
                    <a:lnTo>
                      <a:pt x="4553175" y="2095823"/>
                    </a:lnTo>
                    <a:lnTo>
                      <a:pt x="4664225" y="2153016"/>
                    </a:lnTo>
                    <a:lnTo>
                      <a:pt x="4775276" y="2203537"/>
                    </a:lnTo>
                    <a:lnTo>
                      <a:pt x="4886326" y="2246220"/>
                    </a:lnTo>
                    <a:lnTo>
                      <a:pt x="4997377" y="2279477"/>
                    </a:lnTo>
                    <a:lnTo>
                      <a:pt x="5108428" y="2302249"/>
                    </a:lnTo>
                    <a:lnTo>
                      <a:pt x="5219478" y="2313158"/>
                    </a:lnTo>
                    <a:lnTo>
                      <a:pt x="5330528" y="2310828"/>
                    </a:lnTo>
                    <a:lnTo>
                      <a:pt x="5441578" y="2294941"/>
                    </a:lnTo>
                    <a:lnTo>
                      <a:pt x="5552629" y="2267297"/>
                    </a:lnTo>
                    <a:lnTo>
                      <a:pt x="5663679" y="2230016"/>
                    </a:lnTo>
                    <a:lnTo>
                      <a:pt x="5774730" y="2185532"/>
                    </a:lnTo>
                    <a:lnTo>
                      <a:pt x="5885781" y="2135752"/>
                    </a:lnTo>
                    <a:lnTo>
                      <a:pt x="5996831" y="2083113"/>
                    </a:lnTo>
                    <a:lnTo>
                      <a:pt x="6107881" y="2029839"/>
                    </a:lnTo>
                    <a:lnTo>
                      <a:pt x="6219038" y="1977941"/>
                    </a:lnTo>
                    <a:lnTo>
                      <a:pt x="6330088" y="1929326"/>
                    </a:lnTo>
                    <a:lnTo>
                      <a:pt x="6441139" y="1880606"/>
                    </a:lnTo>
                    <a:lnTo>
                      <a:pt x="6552189" y="1830509"/>
                    </a:lnTo>
                    <a:lnTo>
                      <a:pt x="6663240" y="1778823"/>
                    </a:lnTo>
                    <a:lnTo>
                      <a:pt x="6774290" y="1725654"/>
                    </a:lnTo>
                    <a:lnTo>
                      <a:pt x="6885340" y="1670896"/>
                    </a:lnTo>
                    <a:lnTo>
                      <a:pt x="6996391" y="1614445"/>
                    </a:lnTo>
                    <a:lnTo>
                      <a:pt x="7107441" y="1556404"/>
                    </a:lnTo>
                    <a:lnTo>
                      <a:pt x="7218492" y="1496562"/>
                    </a:lnTo>
                    <a:lnTo>
                      <a:pt x="7329543" y="1434920"/>
                    </a:lnTo>
                    <a:lnTo>
                      <a:pt x="7440593" y="1371478"/>
                    </a:lnTo>
                    <a:lnTo>
                      <a:pt x="7551643" y="1306235"/>
                    </a:lnTo>
                    <a:lnTo>
                      <a:pt x="7662694" y="1238980"/>
                    </a:lnTo>
                    <a:lnTo>
                      <a:pt x="7773744" y="1169712"/>
                    </a:lnTo>
                    <a:lnTo>
                      <a:pt x="7884794" y="1098538"/>
                    </a:lnTo>
                    <a:lnTo>
                      <a:pt x="7995845" y="1025246"/>
                    </a:lnTo>
                    <a:lnTo>
                      <a:pt x="8106896" y="949729"/>
                    </a:lnTo>
                    <a:lnTo>
                      <a:pt x="8217946" y="872200"/>
                    </a:lnTo>
                    <a:lnTo>
                      <a:pt x="8328997" y="792341"/>
                    </a:lnTo>
                    <a:lnTo>
                      <a:pt x="8440047" y="710258"/>
                    </a:lnTo>
                    <a:lnTo>
                      <a:pt x="8551097" y="625951"/>
                    </a:lnTo>
                    <a:lnTo>
                      <a:pt x="8662148" y="539207"/>
                    </a:lnTo>
                    <a:lnTo>
                      <a:pt x="8773198" y="450028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31F8C9-B67F-12D4-78D2-5699E26A1C0A}"/>
                  </a:ext>
                </a:extLst>
              </p:cNvPr>
              <p:cNvSpPr txBox="1"/>
              <p:nvPr/>
            </p:nvSpPr>
            <p:spPr>
              <a:xfrm>
                <a:off x="6025540" y="3197580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B276CC77-D584-C05E-30F0-140225FE3E43}"/>
                </a:ext>
              </a:extLst>
            </p:cNvPr>
            <p:cNvGrpSpPr/>
            <p:nvPr/>
          </p:nvGrpSpPr>
          <p:grpSpPr>
            <a:xfrm>
              <a:off x="961062" y="612426"/>
              <a:ext cx="10204140" cy="5419645"/>
              <a:chOff x="961062" y="612426"/>
              <a:chExt cx="10204140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FBF7F0A-CAD8-79FE-21DD-DC0802DB540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780DF1-827D-E174-6EEF-E80E4C12DCF0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20F924-BDE9-BE13-A170-469139DF0866}"/>
                  </a:ext>
                </a:extLst>
              </p:cNvPr>
              <p:cNvSpPr txBox="1"/>
              <p:nvPr/>
            </p:nvSpPr>
            <p:spPr>
              <a:xfrm>
                <a:off x="1244901" y="3910901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379810-815B-D790-3026-3A77F86B2B0B}"/>
                  </a:ext>
                </a:extLst>
              </p:cNvPr>
              <p:cNvSpPr txBox="1"/>
              <p:nvPr/>
            </p:nvSpPr>
            <p:spPr>
              <a:xfrm>
                <a:off x="1162396" y="2172114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FC28431-1183-0DCF-8E58-A4974C3E209B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2A5C375-E565-222A-2722-55EC12D3F021}"/>
                  </a:ext>
                </a:extLst>
              </p:cNvPr>
              <p:cNvSpPr/>
              <p:nvPr/>
            </p:nvSpPr>
            <p:spPr>
              <a:xfrm>
                <a:off x="1442052" y="403779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845117E-2096-B51B-DC61-A83F8AABB513}"/>
                  </a:ext>
                </a:extLst>
              </p:cNvPr>
              <p:cNvSpPr/>
              <p:nvPr/>
            </p:nvSpPr>
            <p:spPr>
              <a:xfrm>
                <a:off x="1442052" y="229900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2E1F9A2-1B66-0D5A-D4FB-A7E89F406CCD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B18F211-ED39-D6CD-32AF-ABED69169C23}"/>
                  </a:ext>
                </a:extLst>
              </p:cNvPr>
              <p:cNvSpPr/>
              <p:nvPr/>
            </p:nvSpPr>
            <p:spPr>
              <a:xfrm>
                <a:off x="21524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2AAFEA4-F381-7F4C-A76F-58DCF1170043}"/>
                  </a:ext>
                </a:extLst>
              </p:cNvPr>
              <p:cNvSpPr/>
              <p:nvPr/>
            </p:nvSpPr>
            <p:spPr>
              <a:xfrm>
                <a:off x="2872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45DFB34-D6BC-BD3A-2FEE-8D5A373450C5}"/>
                  </a:ext>
                </a:extLst>
              </p:cNvPr>
              <p:cNvSpPr/>
              <p:nvPr/>
            </p:nvSpPr>
            <p:spPr>
              <a:xfrm>
                <a:off x="35852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7A52BDF-C786-A884-CECC-861C03C4312D}"/>
                  </a:ext>
                </a:extLst>
              </p:cNvPr>
              <p:cNvSpPr/>
              <p:nvPr/>
            </p:nvSpPr>
            <p:spPr>
              <a:xfrm>
                <a:off x="43056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C5A91BA-2178-DEB5-DD6F-56703DC05E49}"/>
                  </a:ext>
                </a:extLst>
              </p:cNvPr>
              <p:cNvSpPr/>
              <p:nvPr/>
            </p:nvSpPr>
            <p:spPr>
              <a:xfrm>
                <a:off x="50142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A7CB11D-A1C8-BD2E-97CD-797370D5EA99}"/>
                  </a:ext>
                </a:extLst>
              </p:cNvPr>
              <p:cNvSpPr/>
              <p:nvPr/>
            </p:nvSpPr>
            <p:spPr>
              <a:xfrm>
                <a:off x="573455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5C2D013-CD10-9AE1-7293-5A4CD1C91FAC}"/>
                  </a:ext>
                </a:extLst>
              </p:cNvPr>
              <p:cNvSpPr/>
              <p:nvPr/>
            </p:nvSpPr>
            <p:spPr>
              <a:xfrm>
                <a:off x="644313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23B3808-7DC7-D42F-73B6-130E9447AE36}"/>
                  </a:ext>
                </a:extLst>
              </p:cNvPr>
              <p:cNvSpPr/>
              <p:nvPr/>
            </p:nvSpPr>
            <p:spPr>
              <a:xfrm>
                <a:off x="7163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44E5E4DC-0A65-4465-5445-70314DFF1E63}"/>
                  </a:ext>
                </a:extLst>
              </p:cNvPr>
              <p:cNvSpPr/>
              <p:nvPr/>
            </p:nvSpPr>
            <p:spPr>
              <a:xfrm>
                <a:off x="787206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5C9572C-5612-984D-7141-6439C59F9CFF}"/>
                  </a:ext>
                </a:extLst>
              </p:cNvPr>
              <p:cNvSpPr/>
              <p:nvPr/>
            </p:nvSpPr>
            <p:spPr>
              <a:xfrm>
                <a:off x="85924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5AD89A8-9658-1516-D6AB-CC5C16996048}"/>
                  </a:ext>
                </a:extLst>
              </p:cNvPr>
              <p:cNvSpPr/>
              <p:nvPr/>
            </p:nvSpPr>
            <p:spPr>
              <a:xfrm>
                <a:off x="93050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93A73F4-195B-530D-A8C8-C08CF29479CC}"/>
                  </a:ext>
                </a:extLst>
              </p:cNvPr>
              <p:cNvSpPr/>
              <p:nvPr/>
            </p:nvSpPr>
            <p:spPr>
              <a:xfrm>
                <a:off x="100252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535E1BC-13B3-E3FC-8A54-CF7FD9995040}"/>
                  </a:ext>
                </a:extLst>
              </p:cNvPr>
              <p:cNvSpPr/>
              <p:nvPr/>
            </p:nvSpPr>
            <p:spPr>
              <a:xfrm>
                <a:off x="107339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57F8F9-3529-51B4-D32D-E85FC75320BE}"/>
                  </a:ext>
                </a:extLst>
              </p:cNvPr>
              <p:cNvSpPr txBox="1"/>
              <p:nvPr/>
            </p:nvSpPr>
            <p:spPr>
              <a:xfrm>
                <a:off x="1743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A5755A-AAA2-E402-ED49-C40563F07EC2}"/>
                  </a:ext>
                </a:extLst>
              </p:cNvPr>
              <p:cNvSpPr txBox="1"/>
              <p:nvPr/>
            </p:nvSpPr>
            <p:spPr>
              <a:xfrm>
                <a:off x="246790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6B6311-7F1C-1550-6AF2-F1A60BC176E5}"/>
                  </a:ext>
                </a:extLst>
              </p:cNvPr>
              <p:cNvSpPr txBox="1"/>
              <p:nvPr/>
            </p:nvSpPr>
            <p:spPr>
              <a:xfrm>
                <a:off x="31762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332B58-4663-3156-C18E-B34F6BF0E08A}"/>
                  </a:ext>
                </a:extLst>
              </p:cNvPr>
              <p:cNvSpPr txBox="1"/>
              <p:nvPr/>
            </p:nvSpPr>
            <p:spPr>
              <a:xfrm>
                <a:off x="39007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EC7E0F2-3AF9-B89D-DBA8-3A5CBD66EC33}"/>
                  </a:ext>
                </a:extLst>
              </p:cNvPr>
              <p:cNvSpPr txBox="1"/>
              <p:nvPr/>
            </p:nvSpPr>
            <p:spPr>
              <a:xfrm>
                <a:off x="46051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B512B8-CC8B-ADEB-BB4C-17D367F0B3F4}"/>
                  </a:ext>
                </a:extLst>
              </p:cNvPr>
              <p:cNvSpPr txBox="1"/>
              <p:nvPr/>
            </p:nvSpPr>
            <p:spPr>
              <a:xfrm>
                <a:off x="532968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2056696-5750-F406-7A01-B973C2E37DEF}"/>
                  </a:ext>
                </a:extLst>
              </p:cNvPr>
              <p:cNvSpPr txBox="1"/>
              <p:nvPr/>
            </p:nvSpPr>
            <p:spPr>
              <a:xfrm>
                <a:off x="603410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3100477-27B6-7454-A778-26D80CA967E9}"/>
                  </a:ext>
                </a:extLst>
              </p:cNvPr>
              <p:cNvSpPr txBox="1"/>
              <p:nvPr/>
            </p:nvSpPr>
            <p:spPr>
              <a:xfrm>
                <a:off x="67586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4BB3EA8-15CF-D547-0BBA-D1BB4FA4C969}"/>
                  </a:ext>
                </a:extLst>
              </p:cNvPr>
              <p:cNvSpPr txBox="1"/>
              <p:nvPr/>
            </p:nvSpPr>
            <p:spPr>
              <a:xfrm>
                <a:off x="74630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6F4B1B1-6626-468C-2315-DBDDCF785379}"/>
                  </a:ext>
                </a:extLst>
              </p:cNvPr>
              <p:cNvSpPr txBox="1"/>
              <p:nvPr/>
            </p:nvSpPr>
            <p:spPr>
              <a:xfrm>
                <a:off x="818753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608ACB-D693-BE45-3130-737DEC7D9C24}"/>
                  </a:ext>
                </a:extLst>
              </p:cNvPr>
              <p:cNvSpPr txBox="1"/>
              <p:nvPr/>
            </p:nvSpPr>
            <p:spPr>
              <a:xfrm>
                <a:off x="88959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DB106E-94E8-96C3-0BF6-2F49BB10742C}"/>
                  </a:ext>
                </a:extLst>
              </p:cNvPr>
              <p:cNvSpPr txBox="1"/>
              <p:nvPr/>
            </p:nvSpPr>
            <p:spPr>
              <a:xfrm>
                <a:off x="96203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39CB35-19F2-0E15-1AB1-1F7F207261BE}"/>
                  </a:ext>
                </a:extLst>
              </p:cNvPr>
              <p:cNvSpPr txBox="1"/>
              <p:nvPr/>
            </p:nvSpPr>
            <p:spPr>
              <a:xfrm>
                <a:off x="1032490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C2F9119-CB7A-0E15-CE6E-77AFC88D554F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4D7A4F-A028-2750-25BD-79E7AE68F4C4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70024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O.cyanea</a:t>
                </a:r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 in MAR Sang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Tombolang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171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E72EE7-F2AB-DE51-101E-712597D6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9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Widescreen</PresentationFormat>
  <Paragraphs>149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Data Perikanan Sang Tombolang</vt:lpstr>
      <vt:lpstr>PowerPoint Presentation</vt:lpstr>
      <vt:lpstr>PowerPoint Presentation</vt:lpstr>
      <vt:lpstr>Kakap Merah</vt:lpstr>
      <vt:lpstr>PowerPoint Presentation</vt:lpstr>
      <vt:lpstr>PowerPoint Presentation</vt:lpstr>
      <vt:lpstr>PowerPoint Presentation</vt:lpstr>
      <vt:lpstr>Bobara</vt:lpstr>
      <vt:lpstr>PowerPoint Presentation</vt:lpstr>
      <vt:lpstr>PowerPoint Presentation</vt:lpstr>
      <vt:lpstr>PowerPoint Presentation</vt:lpstr>
      <vt:lpstr>PowerPoint Presentation</vt:lpstr>
      <vt:lpstr>Gurita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2025-11-11T03:28:59Z</dcterms:modified>
</cp:coreProperties>
</file>